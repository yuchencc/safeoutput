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 id="2147483767" r:id="rId2"/>
    <p:sldMasterId id="2147483675" r:id="rId3"/>
    <p:sldMasterId id="2147483718" r:id="rId4"/>
  </p:sldMasterIdLst>
  <p:notesMasterIdLst>
    <p:notesMasterId r:id="rId102"/>
  </p:notesMasterIdLst>
  <p:sldIdLst>
    <p:sldId id="603" r:id="rId5"/>
    <p:sldId id="639" r:id="rId6"/>
    <p:sldId id="832" r:id="rId7"/>
    <p:sldId id="957" r:id="rId8"/>
    <p:sldId id="272" r:id="rId9"/>
    <p:sldId id="595" r:id="rId10"/>
    <p:sldId id="950" r:id="rId11"/>
    <p:sldId id="951" r:id="rId12"/>
    <p:sldId id="616" r:id="rId13"/>
    <p:sldId id="842" r:id="rId14"/>
    <p:sldId id="843" r:id="rId15"/>
    <p:sldId id="841" r:id="rId16"/>
    <p:sldId id="838" r:id="rId17"/>
    <p:sldId id="837" r:id="rId18"/>
    <p:sldId id="839" r:id="rId19"/>
    <p:sldId id="608" r:id="rId20"/>
    <p:sldId id="844" r:id="rId21"/>
    <p:sldId id="845" r:id="rId22"/>
    <p:sldId id="846" r:id="rId23"/>
    <p:sldId id="952" r:id="rId24"/>
    <p:sldId id="956" r:id="rId25"/>
    <p:sldId id="856" r:id="rId26"/>
    <p:sldId id="847" r:id="rId27"/>
    <p:sldId id="646" r:id="rId28"/>
    <p:sldId id="620" r:id="rId29"/>
    <p:sldId id="851" r:id="rId30"/>
    <p:sldId id="852" r:id="rId31"/>
    <p:sldId id="875" r:id="rId32"/>
    <p:sldId id="876" r:id="rId33"/>
    <p:sldId id="857" r:id="rId34"/>
    <p:sldId id="858" r:id="rId35"/>
    <p:sldId id="877" r:id="rId36"/>
    <p:sldId id="664" r:id="rId37"/>
    <p:sldId id="868" r:id="rId38"/>
    <p:sldId id="830" r:id="rId39"/>
    <p:sldId id="834" r:id="rId40"/>
    <p:sldId id="878" r:id="rId41"/>
    <p:sldId id="621" r:id="rId42"/>
    <p:sldId id="865" r:id="rId43"/>
    <p:sldId id="866" r:id="rId44"/>
    <p:sldId id="929" r:id="rId45"/>
    <p:sldId id="855" r:id="rId46"/>
    <p:sldId id="849" r:id="rId47"/>
    <p:sldId id="869" r:id="rId48"/>
    <p:sldId id="932" r:id="rId49"/>
    <p:sldId id="870" r:id="rId50"/>
    <p:sldId id="859" r:id="rId51"/>
    <p:sldId id="662" r:id="rId52"/>
    <p:sldId id="829" r:id="rId53"/>
    <p:sldId id="911" r:id="rId54"/>
    <p:sldId id="904" r:id="rId55"/>
    <p:sldId id="913" r:id="rId56"/>
    <p:sldId id="905" r:id="rId57"/>
    <p:sldId id="910" r:id="rId58"/>
    <p:sldId id="827" r:id="rId59"/>
    <p:sldId id="663" r:id="rId60"/>
    <p:sldId id="653" r:id="rId61"/>
    <p:sldId id="658" r:id="rId62"/>
    <p:sldId id="656" r:id="rId63"/>
    <p:sldId id="661" r:id="rId64"/>
    <p:sldId id="655" r:id="rId65"/>
    <p:sldId id="660" r:id="rId66"/>
    <p:sldId id="626" r:id="rId67"/>
    <p:sldId id="654" r:id="rId68"/>
    <p:sldId id="879" r:id="rId69"/>
    <p:sldId id="649" r:id="rId70"/>
    <p:sldId id="645" r:id="rId71"/>
    <p:sldId id="611" r:id="rId72"/>
    <p:sldId id="936" r:id="rId73"/>
    <p:sldId id="941" r:id="rId74"/>
    <p:sldId id="943" r:id="rId75"/>
    <p:sldId id="939" r:id="rId76"/>
    <p:sldId id="942" r:id="rId77"/>
    <p:sldId id="945" r:id="rId78"/>
    <p:sldId id="944" r:id="rId79"/>
    <p:sldId id="937" r:id="rId80"/>
    <p:sldId id="955" r:id="rId81"/>
    <p:sldId id="954" r:id="rId82"/>
    <p:sldId id="890" r:id="rId83"/>
    <p:sldId id="650" r:id="rId84"/>
    <p:sldId id="888" r:id="rId85"/>
    <p:sldId id="634" r:id="rId86"/>
    <p:sldId id="946" r:id="rId87"/>
    <p:sldId id="903" r:id="rId88"/>
    <p:sldId id="901" r:id="rId89"/>
    <p:sldId id="893" r:id="rId90"/>
    <p:sldId id="892" r:id="rId91"/>
    <p:sldId id="881" r:id="rId92"/>
    <p:sldId id="896" r:id="rId93"/>
    <p:sldId id="898" r:id="rId94"/>
    <p:sldId id="895" r:id="rId95"/>
    <p:sldId id="959" r:id="rId96"/>
    <p:sldId id="276" r:id="rId97"/>
    <p:sldId id="635" r:id="rId98"/>
    <p:sldId id="833" r:id="rId99"/>
    <p:sldId id="947" r:id="rId100"/>
    <p:sldId id="948" r:id="rId101"/>
  </p:sldIdLst>
  <p:sldSz cx="12192000" cy="6858000"/>
  <p:notesSz cx="6483350" cy="11518900"/>
  <p:defaultTextStyle>
    <a:defPPr>
      <a:defRPr lang="zh-CN"/>
    </a:defPPr>
    <a:lvl1pPr marL="0" algn="l" defTabSz="967105" rtl="0" eaLnBrk="1" latinLnBrk="0" hangingPunct="1">
      <a:defRPr sz="1905" kern="1200">
        <a:solidFill>
          <a:schemeClr val="tx1"/>
        </a:solidFill>
        <a:latin typeface="+mn-lt"/>
        <a:ea typeface="+mn-ea"/>
        <a:cs typeface="+mn-cs"/>
      </a:defRPr>
    </a:lvl1pPr>
    <a:lvl2pPr marL="483870" algn="l" defTabSz="967105" rtl="0" eaLnBrk="1" latinLnBrk="0" hangingPunct="1">
      <a:defRPr sz="1905" kern="1200">
        <a:solidFill>
          <a:schemeClr val="tx1"/>
        </a:solidFill>
        <a:latin typeface="+mn-lt"/>
        <a:ea typeface="+mn-ea"/>
        <a:cs typeface="+mn-cs"/>
      </a:defRPr>
    </a:lvl2pPr>
    <a:lvl3pPr marL="967105" algn="l" defTabSz="967105" rtl="0" eaLnBrk="1" latinLnBrk="0" hangingPunct="1">
      <a:defRPr sz="1905" kern="1200">
        <a:solidFill>
          <a:schemeClr val="tx1"/>
        </a:solidFill>
        <a:latin typeface="+mn-lt"/>
        <a:ea typeface="+mn-ea"/>
        <a:cs typeface="+mn-cs"/>
      </a:defRPr>
    </a:lvl3pPr>
    <a:lvl4pPr marL="1450975" algn="l" defTabSz="967105" rtl="0" eaLnBrk="1" latinLnBrk="0" hangingPunct="1">
      <a:defRPr sz="1905" kern="1200">
        <a:solidFill>
          <a:schemeClr val="tx1"/>
        </a:solidFill>
        <a:latin typeface="+mn-lt"/>
        <a:ea typeface="+mn-ea"/>
        <a:cs typeface="+mn-cs"/>
      </a:defRPr>
    </a:lvl4pPr>
    <a:lvl5pPr marL="1934845" algn="l" defTabSz="967105" rtl="0" eaLnBrk="1" latinLnBrk="0" hangingPunct="1">
      <a:defRPr sz="1905" kern="1200">
        <a:solidFill>
          <a:schemeClr val="tx1"/>
        </a:solidFill>
        <a:latin typeface="+mn-lt"/>
        <a:ea typeface="+mn-ea"/>
        <a:cs typeface="+mn-cs"/>
      </a:defRPr>
    </a:lvl5pPr>
    <a:lvl6pPr marL="2418080" algn="l" defTabSz="967105" rtl="0" eaLnBrk="1" latinLnBrk="0" hangingPunct="1">
      <a:defRPr sz="1905" kern="1200">
        <a:solidFill>
          <a:schemeClr val="tx1"/>
        </a:solidFill>
        <a:latin typeface="+mn-lt"/>
        <a:ea typeface="+mn-ea"/>
        <a:cs typeface="+mn-cs"/>
      </a:defRPr>
    </a:lvl6pPr>
    <a:lvl7pPr marL="2901950" algn="l" defTabSz="967105" rtl="0" eaLnBrk="1" latinLnBrk="0" hangingPunct="1">
      <a:defRPr sz="1905" kern="1200">
        <a:solidFill>
          <a:schemeClr val="tx1"/>
        </a:solidFill>
        <a:latin typeface="+mn-lt"/>
        <a:ea typeface="+mn-ea"/>
        <a:cs typeface="+mn-cs"/>
      </a:defRPr>
    </a:lvl7pPr>
    <a:lvl8pPr marL="3385820" algn="l" defTabSz="967105" rtl="0" eaLnBrk="1" latinLnBrk="0" hangingPunct="1">
      <a:defRPr sz="1905" kern="1200">
        <a:solidFill>
          <a:schemeClr val="tx1"/>
        </a:solidFill>
        <a:latin typeface="+mn-lt"/>
        <a:ea typeface="+mn-ea"/>
        <a:cs typeface="+mn-cs"/>
      </a:defRPr>
    </a:lvl8pPr>
    <a:lvl9pPr marL="3869690" algn="l" defTabSz="967105" rtl="0" eaLnBrk="1" latinLnBrk="0" hangingPunct="1">
      <a:defRPr sz="1905" kern="1200">
        <a:solidFill>
          <a:schemeClr val="tx1"/>
        </a:solidFill>
        <a:latin typeface="+mn-lt"/>
        <a:ea typeface="+mn-ea"/>
        <a:cs typeface="+mn-cs"/>
      </a:defRPr>
    </a:lvl9pPr>
  </p:defaultTextStyle>
  <p:extLst>
    <p:ext uri="{521415D9-36F7-43E2-AB2F-B90AF26B5E84}">
      <p14:sectionLst xmlns:p14="http://schemas.microsoft.com/office/powerpoint/2010/main">
        <p14:section name="规范" id="{F2739036-604C-44EF-8386-27923BAF4ABF}">
          <p14:sldIdLst>
            <p14:sldId id="603"/>
            <p14:sldId id="639"/>
            <p14:sldId id="832"/>
            <p14:sldId id="957"/>
          </p14:sldIdLst>
        </p14:section>
        <p14:section name="封面页" id="{BA70B1EF-00AA-AC41-9B5C-FD4245238FE6}">
          <p14:sldIdLst>
            <p14:sldId id="272"/>
            <p14:sldId id="595"/>
          </p14:sldIdLst>
        </p14:section>
        <p14:section name="目录页" id="{0ED06813-47D8-7E47-B7E5-F821094AA253}">
          <p14:sldIdLst>
            <p14:sldId id="950"/>
            <p14:sldId id="951"/>
          </p14:sldIdLst>
        </p14:section>
        <p14:section name="转场页" id="{9CFA101F-064B-3B4F-9F6D-4E3D229FAE05}">
          <p14:sldIdLst>
            <p14:sldId id="616"/>
            <p14:sldId id="842"/>
            <p14:sldId id="843"/>
            <p14:sldId id="841"/>
            <p14:sldId id="838"/>
            <p14:sldId id="837"/>
            <p14:sldId id="839"/>
            <p14:sldId id="608"/>
            <p14:sldId id="844"/>
            <p14:sldId id="845"/>
            <p14:sldId id="846"/>
            <p14:sldId id="952"/>
            <p14:sldId id="956"/>
          </p14:sldIdLst>
        </p14:section>
        <p14:section name="内容页" id="{D4C43FC1-6B2A-C04A-9C8F-B1DFD4E153C2}">
          <p14:sldIdLst>
            <p14:sldId id="856"/>
            <p14:sldId id="847"/>
            <p14:sldId id="646"/>
            <p14:sldId id="620"/>
            <p14:sldId id="851"/>
            <p14:sldId id="852"/>
            <p14:sldId id="875"/>
            <p14:sldId id="876"/>
            <p14:sldId id="857"/>
            <p14:sldId id="858"/>
            <p14:sldId id="877"/>
            <p14:sldId id="664"/>
            <p14:sldId id="868"/>
            <p14:sldId id="830"/>
            <p14:sldId id="834"/>
            <p14:sldId id="878"/>
            <p14:sldId id="621"/>
            <p14:sldId id="865"/>
            <p14:sldId id="866"/>
            <p14:sldId id="929"/>
            <p14:sldId id="855"/>
            <p14:sldId id="849"/>
            <p14:sldId id="869"/>
            <p14:sldId id="932"/>
            <p14:sldId id="870"/>
            <p14:sldId id="859"/>
            <p14:sldId id="662"/>
            <p14:sldId id="829"/>
            <p14:sldId id="911"/>
            <p14:sldId id="904"/>
            <p14:sldId id="913"/>
            <p14:sldId id="905"/>
            <p14:sldId id="910"/>
            <p14:sldId id="827"/>
            <p14:sldId id="663"/>
            <p14:sldId id="653"/>
            <p14:sldId id="658"/>
            <p14:sldId id="656"/>
            <p14:sldId id="661"/>
            <p14:sldId id="655"/>
            <p14:sldId id="660"/>
            <p14:sldId id="626"/>
            <p14:sldId id="654"/>
            <p14:sldId id="879"/>
            <p14:sldId id="649"/>
            <p14:sldId id="645"/>
            <p14:sldId id="611"/>
          </p14:sldIdLst>
        </p14:section>
        <p14:section name="内容-图片" id="{6B2E3E37-E244-B84C-B50F-3D0D45212525}">
          <p14:sldIdLst>
            <p14:sldId id="936"/>
            <p14:sldId id="941"/>
            <p14:sldId id="943"/>
            <p14:sldId id="939"/>
            <p14:sldId id="942"/>
            <p14:sldId id="945"/>
            <p14:sldId id="944"/>
            <p14:sldId id="937"/>
            <p14:sldId id="955"/>
          </p14:sldIdLst>
        </p14:section>
        <p14:section name="内容-表格" id="{7C5821A9-7F51-2042-90DC-C50E42AD7B8D}">
          <p14:sldIdLst>
            <p14:sldId id="954"/>
          </p14:sldIdLst>
        </p14:section>
        <p14:section name="内容-图表" id="{9B442A53-A496-CA4E-8EE0-A0B8F7B6B318}">
          <p14:sldIdLst>
            <p14:sldId id="890"/>
            <p14:sldId id="650"/>
            <p14:sldId id="888"/>
          </p14:sldIdLst>
        </p14:section>
        <p14:section name="内容—卡片" id="{33EA5051-7A0D-4544-834D-0EB47971F25C}">
          <p14:sldIdLst>
            <p14:sldId id="634"/>
            <p14:sldId id="946"/>
            <p14:sldId id="903"/>
            <p14:sldId id="901"/>
            <p14:sldId id="893"/>
            <p14:sldId id="892"/>
            <p14:sldId id="881"/>
            <p14:sldId id="896"/>
            <p14:sldId id="898"/>
            <p14:sldId id="895"/>
            <p14:sldId id="959"/>
          </p14:sldIdLst>
        </p14:section>
        <p14:section name="结束页" id="{9D0E5F14-476B-1643-993E-17D5174031DA}">
          <p14:sldIdLst>
            <p14:sldId id="276"/>
            <p14:sldId id="635"/>
            <p14:sldId id="833"/>
          </p14:sldIdLst>
        </p14:section>
        <p14:section name="设计图标" id="{CC05BF83-2C42-0B49-AD2C-4278CA054003}">
          <p14:sldIdLst>
            <p14:sldId id="947"/>
            <p14:sldId id="948"/>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Colin" initials="C" lastIdx="27" clrIdx="0"/>
  <p:cmAuthor id="1" name="陈霖" initials="l" lastIdx="1" clrIdx="0"/>
  <p:cmAuthor id="2" name="zhang yong" initials="zy" lastIdx="1" clrIdx="2"/>
  <p:cmAuthor id="3" name="作者" initials="A" lastIdx="2" clrIdx="2"/>
  <p:cmAuthor id="4" name="方明" initials="方" lastIdx="18" clrIdx="4"/>
  <p:cmAuthor id="5" name="方 明" initials="方" lastIdx="2" clrIdx="5"/>
  <p:cmAuthor id="6" name="Liu, Hugo H.G. (SH/MC)" initials="LHH(" lastIdx="21" clrIdx="5"/>
  <p:cmAuthor id="7" name="何 思怡" initials="何" lastIdx="2" clrIdx="9"/>
  <p:cmAuthor id="9" name="刘奕明" initials="c" lastIdx="6" clrIdx="9"/>
  <p:cmAuthor id="10" name="user" initials="u" lastIdx="1" clrIdx="10"/>
  <p:cmAuthor id="11" name="王畅" initials="W用" lastIdx="38" clrIdx="11"/>
  <p:cmAuthor id="12" name="李国圣" initials="lgs" lastIdx="3" clrIdx="12"/>
  <p:cmAuthor id="13" name="Fu Xuan" initials="FX" lastIdx="1" clrIdx="13"/>
  <p:cmAuthor id="14" name="政府版用户" initials="政府版用户" lastIdx="11" clrIdx="14"/>
  <p:cmAuthor id="15" name="未知用户1" initials="未知用户1" lastIdx="10" clrIdx="15"/>
  <p:cmAuthor id="16" name="孙 佳明" initials="孙" lastIdx="10" clrIdx="17"/>
  <p:cmAuthor id="17" name="Lara" initials="L" lastIdx="1" clrIdx="16"/>
  <p:cmAuthor id="18" name="lara" initials="l" lastIdx="3" clrIdx="17"/>
  <p:cmAuthor id="19" name="燕辉" initials="S" lastIdx="2" clrIdx="18"/>
  <p:cmAuthor id="20" name="Jorden" initials="J" lastIdx="1" clrIdx="19"/>
</p:cmAuthorLst>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41735"/>
    <a:srgbClr val="4372C4"/>
    <a:srgbClr val="4371C4"/>
    <a:srgbClr val="C2C8D4"/>
    <a:srgbClr val="3467FB"/>
    <a:srgbClr val="B7393F"/>
    <a:srgbClr val="0D8EE9"/>
    <a:srgbClr val="4472C4"/>
    <a:srgbClr val="01CD99"/>
    <a:srgbClr val="5059A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748" autoAdjust="0"/>
    <p:restoredTop sz="94698"/>
  </p:normalViewPr>
  <p:slideViewPr>
    <p:cSldViewPr>
      <p:cViewPr varScale="1">
        <p:scale>
          <a:sx n="66" d="100"/>
          <a:sy n="66" d="100"/>
        </p:scale>
        <p:origin x="948" y="40"/>
      </p:cViewPr>
      <p:guideLst/>
    </p:cSldViewPr>
  </p:slideViewPr>
  <p:outlineViewPr>
    <p:cViewPr>
      <p:scale>
        <a:sx n="33" d="100"/>
        <a:sy n="33" d="100"/>
      </p:scale>
      <p:origin x="0" y="-7584"/>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07" Type="http://schemas.openxmlformats.org/officeDocument/2006/relationships/tableStyles" Target="tableStyles.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slide" Target="slides/slide70.xml"/><Relationship Id="rId79" Type="http://schemas.openxmlformats.org/officeDocument/2006/relationships/slide" Target="slides/slide75.xml"/><Relationship Id="rId87" Type="http://schemas.openxmlformats.org/officeDocument/2006/relationships/slide" Target="slides/slide83.xml"/><Relationship Id="rId102"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slide" Target="slides/slide78.xml"/><Relationship Id="rId90" Type="http://schemas.openxmlformats.org/officeDocument/2006/relationships/slide" Target="slides/slide86.xml"/><Relationship Id="rId95" Type="http://schemas.openxmlformats.org/officeDocument/2006/relationships/slide" Target="slides/slide9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slide" Target="slides/slide81.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103"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6"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dministrator\Desktop\&#24037;&#20316;&#31807;1.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v>中国电子商务市场交易规模（万亿元）</c:v>
          </c:tx>
          <c:spPr>
            <a:solidFill>
              <a:srgbClr val="4372C4"/>
            </a:solidFill>
            <a:ln>
              <a:noFill/>
            </a:ln>
            <a:effectLst>
              <a:outerShdw blurRad="57150" dist="19050" dir="5400000" algn="ctr" rotWithShape="0">
                <a:srgbClr val="000000">
                  <a:alpha val="63000"/>
                </a:srgbClr>
              </a:outerShdw>
            </a:effectLst>
          </c:spPr>
          <c:invertIfNegative val="0"/>
          <c:dPt>
            <c:idx val="3"/>
            <c:invertIfNegative val="0"/>
            <c:bubble3D val="0"/>
            <c:spPr>
              <a:solidFill>
                <a:srgbClr val="4372C4"/>
              </a:solidFill>
              <a:ln>
                <a:noFill/>
              </a:ln>
              <a:effectLst>
                <a:outerShdw blurRad="57150" dist="19050" dir="5400000" algn="ctr" rotWithShape="0">
                  <a:srgbClr val="000000">
                    <a:alpha val="63000"/>
                  </a:srgbClr>
                </a:outerShdw>
              </a:effectLst>
            </c:spPr>
            <c:extLst xmlns:c16r2="http://schemas.microsoft.com/office/drawing/2015/06/chart">
              <c:ext xmlns:c16="http://schemas.microsoft.com/office/drawing/2014/chart" uri="{C3380CC4-5D6E-409C-BE32-E72D297353CC}">
                <c16:uniqueId val="{00000001-71B3-4A4E-A228-E55C932D3C04}"/>
              </c:ext>
            </c:extLst>
          </c:dPt>
          <c:dPt>
            <c:idx val="7"/>
            <c:invertIfNegative val="0"/>
            <c:bubble3D val="0"/>
            <c:spPr>
              <a:solidFill>
                <a:srgbClr val="B7393F"/>
              </a:solidFill>
              <a:ln>
                <a:noFill/>
              </a:ln>
              <a:effectLst>
                <a:outerShdw blurRad="57150" dist="19050" dir="5400000" algn="ctr" rotWithShape="0">
                  <a:srgbClr val="000000">
                    <a:alpha val="63000"/>
                  </a:srgbClr>
                </a:outerShdw>
              </a:effectLst>
            </c:spPr>
            <c:extLst xmlns:c16r2="http://schemas.microsoft.com/office/drawing/2015/06/chart">
              <c:ext xmlns:c16="http://schemas.microsoft.com/office/drawing/2014/chart" uri="{C3380CC4-5D6E-409C-BE32-E72D297353CC}">
                <c16:uniqueId val="{00000003-71B3-4A4E-A228-E55C932D3C04}"/>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Arial" panose="020B0604020202020204" pitchFamily="34" charset="0"/>
                    <a:ea typeface="+mn-ea"/>
                    <a:cs typeface="Arial" panose="020B0604020202020204" pitchFamily="34" charset="0"/>
                  </a:defRPr>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Sheet1!$A$1:$A$8</c:f>
              <c:strCache>
                <c:ptCount val="8"/>
                <c:pt idx="0">
                  <c:v>2008</c:v>
                </c:pt>
                <c:pt idx="1">
                  <c:v>2009</c:v>
                </c:pt>
                <c:pt idx="2">
                  <c:v>2010</c:v>
                </c:pt>
                <c:pt idx="3">
                  <c:v>2011</c:v>
                </c:pt>
                <c:pt idx="4">
                  <c:v>2012e</c:v>
                </c:pt>
                <c:pt idx="5">
                  <c:v>2013e</c:v>
                </c:pt>
                <c:pt idx="6">
                  <c:v>2014e</c:v>
                </c:pt>
                <c:pt idx="7">
                  <c:v>2015e</c:v>
                </c:pt>
              </c:strCache>
            </c:strRef>
          </c:cat>
          <c:val>
            <c:numRef>
              <c:f>Sheet1!$B$1:$B$8</c:f>
              <c:numCache>
                <c:formatCode>0.0</c:formatCode>
                <c:ptCount val="8"/>
                <c:pt idx="0">
                  <c:v>2.9</c:v>
                </c:pt>
                <c:pt idx="1">
                  <c:v>3.6</c:v>
                </c:pt>
                <c:pt idx="2">
                  <c:v>4.8</c:v>
                </c:pt>
                <c:pt idx="3">
                  <c:v>6.3</c:v>
                </c:pt>
                <c:pt idx="4">
                  <c:v>8.4</c:v>
                </c:pt>
                <c:pt idx="5">
                  <c:v>10.6</c:v>
                </c:pt>
                <c:pt idx="6">
                  <c:v>13</c:v>
                </c:pt>
                <c:pt idx="7">
                  <c:v>15.7</c:v>
                </c:pt>
              </c:numCache>
            </c:numRef>
          </c:val>
          <c:extLst xmlns:c16r2="http://schemas.microsoft.com/office/drawing/2015/06/chart">
            <c:ext xmlns:c16="http://schemas.microsoft.com/office/drawing/2014/chart" uri="{C3380CC4-5D6E-409C-BE32-E72D297353CC}">
              <c16:uniqueId val="{00000002-71B3-4A4E-A228-E55C932D3C04}"/>
            </c:ext>
          </c:extLst>
        </c:ser>
        <c:dLbls>
          <c:dLblPos val="outEnd"/>
          <c:showLegendKey val="0"/>
          <c:showVal val="1"/>
          <c:showCatName val="0"/>
          <c:showSerName val="0"/>
          <c:showPercent val="0"/>
          <c:showBubbleSize val="0"/>
        </c:dLbls>
        <c:gapWidth val="100"/>
        <c:overlap val="-24"/>
        <c:axId val="520065984"/>
        <c:axId val="520064416"/>
      </c:barChart>
      <c:catAx>
        <c:axId val="520065984"/>
        <c:scaling>
          <c:orientation val="minMax"/>
        </c:scaling>
        <c:delete val="0"/>
        <c:axPos val="b"/>
        <c:numFmt formatCode="General" sourceLinked="0"/>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crossAx val="520064416"/>
        <c:crosses val="autoZero"/>
        <c:auto val="1"/>
        <c:lblAlgn val="ctr"/>
        <c:lblOffset val="100"/>
        <c:noMultiLvlLbl val="0"/>
      </c:catAx>
      <c:valAx>
        <c:axId val="520064416"/>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zh-CN"/>
          </a:p>
        </c:txPr>
        <c:crossAx val="520065984"/>
        <c:crosses val="autoZero"/>
        <c:crossBetween val="between"/>
        <c:majorUnit val="4"/>
      </c:valAx>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3550298274341202E-3"/>
          <c:y val="0"/>
          <c:w val="0.996644887916597"/>
          <c:h val="0.65212122895435898"/>
        </c:manualLayout>
      </c:layout>
      <c:barChart>
        <c:barDir val="col"/>
        <c:grouping val="clustered"/>
        <c:varyColors val="0"/>
        <c:ser>
          <c:idx val="0"/>
          <c:order val="0"/>
          <c:tx>
            <c:strRef>
              <c:f>Sheet1!$B$1</c:f>
              <c:strCache>
                <c:ptCount val="1"/>
                <c:pt idx="0">
                  <c:v>电子商务人才需求</c:v>
                </c:pt>
              </c:strCache>
            </c:strRef>
          </c:tx>
          <c:spPr>
            <a:solidFill>
              <a:srgbClr val="14A0C1"/>
            </a:solidFill>
          </c:spPr>
          <c:invertIfNegative val="0"/>
          <c:dPt>
            <c:idx val="0"/>
            <c:invertIfNegative val="0"/>
            <c:bubble3D val="0"/>
            <c:spPr>
              <a:solidFill>
                <a:srgbClr val="4372C4"/>
              </a:solidFill>
            </c:spPr>
            <c:extLst xmlns:c16r2="http://schemas.microsoft.com/office/drawing/2015/06/chart">
              <c:ext xmlns:c16="http://schemas.microsoft.com/office/drawing/2014/chart" uri="{C3380CC4-5D6E-409C-BE32-E72D297353CC}">
                <c16:uniqueId val="{00000001-B180-4122-93DC-A20888E62F63}"/>
              </c:ext>
            </c:extLst>
          </c:dPt>
          <c:dPt>
            <c:idx val="1"/>
            <c:invertIfNegative val="0"/>
            <c:bubble3D val="0"/>
            <c:spPr>
              <a:solidFill>
                <a:srgbClr val="4372C4"/>
              </a:solidFill>
            </c:spPr>
          </c:dPt>
          <c:dPt>
            <c:idx val="2"/>
            <c:invertIfNegative val="0"/>
            <c:bubble3D val="0"/>
            <c:extLst xmlns:c16r2="http://schemas.microsoft.com/office/drawing/2015/06/chart">
              <c:ext xmlns:c16="http://schemas.microsoft.com/office/drawing/2014/chart" uri="{C3380CC4-5D6E-409C-BE32-E72D297353CC}">
                <c16:uniqueId val="{00000002-B180-4122-93DC-A20888E62F63}"/>
              </c:ext>
            </c:extLst>
          </c:dPt>
          <c:dLbls>
            <c:spPr>
              <a:noFill/>
              <a:ln>
                <a:noFill/>
              </a:ln>
              <a:effectLst/>
            </c:spPr>
            <c:txPr>
              <a:bodyPr/>
              <a:lstStyle/>
              <a:p>
                <a:pPr>
                  <a:defRPr sz="1400"/>
                </a:pPr>
                <a:endParaRPr lang="zh-CN"/>
              </a:p>
            </c:txPr>
            <c:dLblPos val="outEnd"/>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numRef>
              <c:f>Sheet1!$A$2:$A$3</c:f>
              <c:numCache>
                <c:formatCode>General</c:formatCode>
                <c:ptCount val="2"/>
                <c:pt idx="0">
                  <c:v>2007</c:v>
                </c:pt>
                <c:pt idx="1">
                  <c:v>2012</c:v>
                </c:pt>
              </c:numCache>
            </c:numRef>
          </c:cat>
          <c:val>
            <c:numRef>
              <c:f>Sheet1!$B$2:$B$3</c:f>
              <c:numCache>
                <c:formatCode>0.0_ </c:formatCode>
                <c:ptCount val="2"/>
                <c:pt idx="0">
                  <c:v>37.4</c:v>
                </c:pt>
                <c:pt idx="1">
                  <c:v>265.3</c:v>
                </c:pt>
              </c:numCache>
            </c:numRef>
          </c:val>
          <c:extLst xmlns:c16r2="http://schemas.microsoft.com/office/drawing/2015/06/chart">
            <c:ext xmlns:c16="http://schemas.microsoft.com/office/drawing/2014/chart" uri="{C3380CC4-5D6E-409C-BE32-E72D297353CC}">
              <c16:uniqueId val="{00000003-B180-4122-93DC-A20888E62F63}"/>
            </c:ext>
          </c:extLst>
        </c:ser>
        <c:dLbls>
          <c:dLblPos val="outEnd"/>
          <c:showLegendKey val="0"/>
          <c:showVal val="1"/>
          <c:showCatName val="0"/>
          <c:showSerName val="0"/>
          <c:showPercent val="0"/>
          <c:showBubbleSize val="0"/>
        </c:dLbls>
        <c:gapWidth val="150"/>
        <c:axId val="520066768"/>
        <c:axId val="520065200"/>
      </c:barChart>
      <c:catAx>
        <c:axId val="520066768"/>
        <c:scaling>
          <c:orientation val="minMax"/>
        </c:scaling>
        <c:delete val="0"/>
        <c:axPos val="b"/>
        <c:numFmt formatCode="General" sourceLinked="1"/>
        <c:majorTickMark val="out"/>
        <c:minorTickMark val="none"/>
        <c:tickLblPos val="nextTo"/>
        <c:txPr>
          <a:bodyPr/>
          <a:lstStyle/>
          <a:p>
            <a:pPr>
              <a:defRPr sz="1400" baseline="0">
                <a:latin typeface="Arial" panose="020B0604020202020204" pitchFamily="34" charset="0"/>
                <a:cs typeface="Arial" panose="020B0604020202020204" pitchFamily="34" charset="0"/>
              </a:defRPr>
            </a:pPr>
            <a:endParaRPr lang="zh-CN"/>
          </a:p>
        </c:txPr>
        <c:crossAx val="520065200"/>
        <c:crosses val="autoZero"/>
        <c:auto val="1"/>
        <c:lblAlgn val="ctr"/>
        <c:lblOffset val="100"/>
        <c:noMultiLvlLbl val="0"/>
      </c:catAx>
      <c:valAx>
        <c:axId val="520065200"/>
        <c:scaling>
          <c:orientation val="minMax"/>
        </c:scaling>
        <c:delete val="1"/>
        <c:axPos val="l"/>
        <c:numFmt formatCode="0_ " sourceLinked="0"/>
        <c:majorTickMark val="out"/>
        <c:minorTickMark val="none"/>
        <c:tickLblPos val="nextTo"/>
        <c:crossAx val="520066768"/>
        <c:crosses val="autoZero"/>
        <c:crossBetween val="between"/>
      </c:valAx>
    </c:plotArea>
    <c:plotVisOnly val="1"/>
    <c:dispBlanksAs val="gap"/>
    <c:showDLblsOverMax val="0"/>
  </c:chart>
  <c:txPr>
    <a:bodyPr/>
    <a:lstStyle/>
    <a:p>
      <a:pPr>
        <a:defRPr sz="1800">
          <a:latin typeface="Arial" pitchFamily="34" charset="0"/>
          <a:cs typeface="Arial" pitchFamily="34" charset="0"/>
        </a:defRPr>
      </a:pPr>
      <a:endParaRPr lang="zh-CN"/>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809213" cy="578202"/>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672350" y="0"/>
            <a:ext cx="2809213" cy="578202"/>
          </a:xfrm>
          <a:prstGeom prst="rect">
            <a:avLst/>
          </a:prstGeom>
        </p:spPr>
        <p:txBody>
          <a:bodyPr vert="horz" lIns="91440" tIns="45720" rIns="91440" bIns="45720" rtlCol="0"/>
          <a:lstStyle>
            <a:lvl1pPr algn="r">
              <a:defRPr sz="1200"/>
            </a:lvl1pPr>
          </a:lstStyle>
          <a:p>
            <a:fld id="{BDA5B257-76A9-B64F-9E23-ECA7265D4B6F}" type="datetimeFigureOut">
              <a:rPr kumimoji="1" lang="zh-CN" altLang="en-US" smtClean="0"/>
              <a:t>2021/8/20</a:t>
            </a:fld>
            <a:endParaRPr kumimoji="1" lang="zh-CN" altLang="en-US"/>
          </a:p>
        </p:txBody>
      </p:sp>
      <p:sp>
        <p:nvSpPr>
          <p:cNvPr id="4" name="幻灯片图像占位符 3"/>
          <p:cNvSpPr>
            <a:spLocks noGrp="1" noRot="1" noChangeAspect="1"/>
          </p:cNvSpPr>
          <p:nvPr>
            <p:ph type="sldImg" idx="2"/>
          </p:nvPr>
        </p:nvSpPr>
        <p:spPr>
          <a:xfrm>
            <a:off x="-213431" y="1441274"/>
            <a:ext cx="6910212" cy="388664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48692" y="5542273"/>
            <a:ext cx="5185965" cy="4538175"/>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10940699"/>
            <a:ext cx="2809213" cy="578201"/>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672350" y="10940699"/>
            <a:ext cx="2809213" cy="578201"/>
          </a:xfrm>
          <a:prstGeom prst="rect">
            <a:avLst/>
          </a:prstGeom>
        </p:spPr>
        <p:txBody>
          <a:bodyPr vert="horz" lIns="91440" tIns="45720" rIns="91440" bIns="45720" rtlCol="0" anchor="b"/>
          <a:lstStyle>
            <a:lvl1pPr algn="r">
              <a:defRPr sz="1200"/>
            </a:lvl1pPr>
          </a:lstStyle>
          <a:p>
            <a:fld id="{6B78EF9F-B588-B24B-930E-31842037362E}" type="slidenum">
              <a:rPr kumimoji="1" lang="zh-CN" altLang="en-US" smtClean="0"/>
              <a:t>‹#›</a:t>
            </a:fld>
            <a:endParaRPr kumimoji="1" lang="zh-CN" altLang="en-US"/>
          </a:p>
        </p:txBody>
      </p:sp>
    </p:spTree>
    <p:extLst>
      <p:ext uri="{BB962C8B-B14F-4D97-AF65-F5344CB8AC3E}">
        <p14:creationId xmlns:p14="http://schemas.microsoft.com/office/powerpoint/2010/main" val="2413013897"/>
      </p:ext>
    </p:extLst>
  </p:cSld>
  <p:clrMap bg1="lt1" tx1="dk1" bg2="lt2" tx2="dk2" accent1="accent1" accent2="accent2" accent3="accent3" accent4="accent4" accent5="accent5" accent6="accent6" hlink="hlink" folHlink="folHlink"/>
  <p:notesStyle>
    <a:lvl1pPr marL="0" algn="l" defTabSz="967105" rtl="0" eaLnBrk="1" latinLnBrk="0" hangingPunct="1">
      <a:defRPr sz="1270" kern="1200">
        <a:solidFill>
          <a:schemeClr val="tx1"/>
        </a:solidFill>
        <a:latin typeface="+mn-lt"/>
        <a:ea typeface="+mn-ea"/>
        <a:cs typeface="+mn-cs"/>
      </a:defRPr>
    </a:lvl1pPr>
    <a:lvl2pPr marL="483870" algn="l" defTabSz="967105" rtl="0" eaLnBrk="1" latinLnBrk="0" hangingPunct="1">
      <a:defRPr sz="1270" kern="1200">
        <a:solidFill>
          <a:schemeClr val="tx1"/>
        </a:solidFill>
        <a:latin typeface="+mn-lt"/>
        <a:ea typeface="+mn-ea"/>
        <a:cs typeface="+mn-cs"/>
      </a:defRPr>
    </a:lvl2pPr>
    <a:lvl3pPr marL="967105" algn="l" defTabSz="967105" rtl="0" eaLnBrk="1" latinLnBrk="0" hangingPunct="1">
      <a:defRPr sz="1270" kern="1200">
        <a:solidFill>
          <a:schemeClr val="tx1"/>
        </a:solidFill>
        <a:latin typeface="+mn-lt"/>
        <a:ea typeface="+mn-ea"/>
        <a:cs typeface="+mn-cs"/>
      </a:defRPr>
    </a:lvl3pPr>
    <a:lvl4pPr marL="1450975" algn="l" defTabSz="967105" rtl="0" eaLnBrk="1" latinLnBrk="0" hangingPunct="1">
      <a:defRPr sz="1270" kern="1200">
        <a:solidFill>
          <a:schemeClr val="tx1"/>
        </a:solidFill>
        <a:latin typeface="+mn-lt"/>
        <a:ea typeface="+mn-ea"/>
        <a:cs typeface="+mn-cs"/>
      </a:defRPr>
    </a:lvl4pPr>
    <a:lvl5pPr marL="1934845" algn="l" defTabSz="967105" rtl="0" eaLnBrk="1" latinLnBrk="0" hangingPunct="1">
      <a:defRPr sz="1270" kern="1200">
        <a:solidFill>
          <a:schemeClr val="tx1"/>
        </a:solidFill>
        <a:latin typeface="+mn-lt"/>
        <a:ea typeface="+mn-ea"/>
        <a:cs typeface="+mn-cs"/>
      </a:defRPr>
    </a:lvl5pPr>
    <a:lvl6pPr marL="2418080" algn="l" defTabSz="967105" rtl="0" eaLnBrk="1" latinLnBrk="0" hangingPunct="1">
      <a:defRPr sz="1270" kern="1200">
        <a:solidFill>
          <a:schemeClr val="tx1"/>
        </a:solidFill>
        <a:latin typeface="+mn-lt"/>
        <a:ea typeface="+mn-ea"/>
        <a:cs typeface="+mn-cs"/>
      </a:defRPr>
    </a:lvl6pPr>
    <a:lvl7pPr marL="2901950" algn="l" defTabSz="967105" rtl="0" eaLnBrk="1" latinLnBrk="0" hangingPunct="1">
      <a:defRPr sz="1270" kern="1200">
        <a:solidFill>
          <a:schemeClr val="tx1"/>
        </a:solidFill>
        <a:latin typeface="+mn-lt"/>
        <a:ea typeface="+mn-ea"/>
        <a:cs typeface="+mn-cs"/>
      </a:defRPr>
    </a:lvl7pPr>
    <a:lvl8pPr marL="3385820" algn="l" defTabSz="967105" rtl="0" eaLnBrk="1" latinLnBrk="0" hangingPunct="1">
      <a:defRPr sz="1270" kern="1200">
        <a:solidFill>
          <a:schemeClr val="tx1"/>
        </a:solidFill>
        <a:latin typeface="+mn-lt"/>
        <a:ea typeface="+mn-ea"/>
        <a:cs typeface="+mn-cs"/>
      </a:defRPr>
    </a:lvl8pPr>
    <a:lvl9pPr marL="3869690" algn="l" defTabSz="967105" rtl="0" eaLnBrk="1" latinLnBrk="0" hangingPunct="1">
      <a:defRPr sz="127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12725" y="1441450"/>
            <a:ext cx="6908800" cy="38862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B78EF9F-B588-B24B-930E-31842037362E}" type="slidenum">
              <a:rPr kumimoji="1" lang="zh-CN" altLang="en-US" smtClean="0"/>
              <a:t>1</a:t>
            </a:fld>
            <a:endParaRPr kumimoji="1" lang="zh-CN" altLang="en-US"/>
          </a:p>
        </p:txBody>
      </p:sp>
    </p:spTree>
    <p:extLst>
      <p:ext uri="{BB962C8B-B14F-4D97-AF65-F5344CB8AC3E}">
        <p14:creationId xmlns:p14="http://schemas.microsoft.com/office/powerpoint/2010/main" val="1567838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12725" y="1441450"/>
            <a:ext cx="6908800" cy="3886200"/>
          </a:xfrm>
        </p:spPr>
      </p:sp>
      <p:sp>
        <p:nvSpPr>
          <p:cNvPr id="3" name="备注占位符 2"/>
          <p:cNvSpPr>
            <a:spLocks noGrp="1"/>
          </p:cNvSpPr>
          <p:nvPr>
            <p:ph type="body" idx="1"/>
          </p:nvPr>
        </p:nvSpPr>
        <p:spPr/>
        <p:txBody>
          <a:bodyPr/>
          <a:lstStyle/>
          <a:p>
            <a:r>
              <a:rPr kumimoji="1" lang="zh-CN" altLang="en-US" dirty="0"/>
              <a:t>居左版式</a:t>
            </a:r>
          </a:p>
        </p:txBody>
      </p:sp>
      <p:sp>
        <p:nvSpPr>
          <p:cNvPr id="4" name="幻灯片编号占位符 3"/>
          <p:cNvSpPr>
            <a:spLocks noGrp="1"/>
          </p:cNvSpPr>
          <p:nvPr>
            <p:ph type="sldNum" sz="quarter" idx="10"/>
          </p:nvPr>
        </p:nvSpPr>
        <p:spPr/>
        <p:txBody>
          <a:bodyPr/>
          <a:lstStyle/>
          <a:p>
            <a:fld id="{6B78EF9F-B588-B24B-930E-31842037362E}" type="slidenum">
              <a:rPr kumimoji="1" lang="zh-CN" altLang="en-US" smtClean="0"/>
              <a:t>5</a:t>
            </a:fld>
            <a:endParaRPr kumimoji="1" lang="zh-CN" altLang="en-US"/>
          </a:p>
        </p:txBody>
      </p:sp>
    </p:spTree>
    <p:extLst>
      <p:ext uri="{BB962C8B-B14F-4D97-AF65-F5344CB8AC3E}">
        <p14:creationId xmlns:p14="http://schemas.microsoft.com/office/powerpoint/2010/main" val="15353762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12725" y="1441450"/>
            <a:ext cx="6908800" cy="3886200"/>
          </a:xfrm>
        </p:spPr>
      </p:sp>
      <p:sp>
        <p:nvSpPr>
          <p:cNvPr id="3" name="备注占位符 2"/>
          <p:cNvSpPr>
            <a:spLocks noGrp="1"/>
          </p:cNvSpPr>
          <p:nvPr>
            <p:ph type="body" idx="1"/>
          </p:nvPr>
        </p:nvSpPr>
        <p:spPr/>
        <p:txBody>
          <a:bodyPr/>
          <a:lstStyle/>
          <a:p>
            <a:r>
              <a:rPr kumimoji="1" lang="zh-CN" altLang="en-US" dirty="0"/>
              <a:t>居中版式</a:t>
            </a:r>
            <a:endParaRPr kumimoji="1" lang="en-US" altLang="zh-CN" dirty="0"/>
          </a:p>
          <a:p>
            <a:endParaRPr kumimoji="1" lang="zh-CN" altLang="en-US" dirty="0"/>
          </a:p>
        </p:txBody>
      </p:sp>
      <p:sp>
        <p:nvSpPr>
          <p:cNvPr id="4" name="幻灯片编号占位符 3"/>
          <p:cNvSpPr>
            <a:spLocks noGrp="1"/>
          </p:cNvSpPr>
          <p:nvPr>
            <p:ph type="sldNum" sz="quarter" idx="10"/>
          </p:nvPr>
        </p:nvSpPr>
        <p:spPr/>
        <p:txBody>
          <a:bodyPr/>
          <a:lstStyle/>
          <a:p>
            <a:fld id="{6B78EF9F-B588-B24B-930E-31842037362E}" type="slidenum">
              <a:rPr kumimoji="1" lang="zh-CN" altLang="en-US" smtClean="0"/>
              <a:t>6</a:t>
            </a:fld>
            <a:endParaRPr kumimoji="1" lang="zh-CN" altLang="en-US"/>
          </a:p>
        </p:txBody>
      </p:sp>
    </p:spTree>
    <p:extLst>
      <p:ext uri="{BB962C8B-B14F-4D97-AF65-F5344CB8AC3E}">
        <p14:creationId xmlns:p14="http://schemas.microsoft.com/office/powerpoint/2010/main" val="9197598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12725" y="1441450"/>
            <a:ext cx="6908800" cy="38862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B78EF9F-B588-B24B-930E-31842037362E}" type="slidenum">
              <a:rPr kumimoji="1" lang="zh-CN" altLang="en-US" smtClean="0"/>
              <a:t>25</a:t>
            </a:fld>
            <a:endParaRPr kumimoji="1" lang="zh-CN" altLang="en-US"/>
          </a:p>
        </p:txBody>
      </p:sp>
    </p:spTree>
    <p:extLst>
      <p:ext uri="{BB962C8B-B14F-4D97-AF65-F5344CB8AC3E}">
        <p14:creationId xmlns:p14="http://schemas.microsoft.com/office/powerpoint/2010/main" val="10527268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AE3BCF-41C0-5748-9B76-76E477C0830E}" type="slidenum">
              <a:rPr lang="en-US" altLang="zh-CN"/>
              <a:pPr/>
              <a:t>28</a:t>
            </a:fld>
            <a:endParaRPr lang="en-US" altLang="zh-CN"/>
          </a:p>
        </p:txBody>
      </p:sp>
      <p:sp>
        <p:nvSpPr>
          <p:cNvPr id="259074" name="Rectangle 2"/>
          <p:cNvSpPr>
            <a:spLocks noGrp="1" noRot="1" noChangeAspect="1" noChangeArrowheads="1" noTextEdit="1"/>
          </p:cNvSpPr>
          <p:nvPr>
            <p:ph type="sldImg"/>
          </p:nvPr>
        </p:nvSpPr>
        <p:spPr>
          <a:xfrm>
            <a:off x="-212725" y="1441450"/>
            <a:ext cx="6908800" cy="3886200"/>
          </a:xfrm>
          <a:ln/>
        </p:spPr>
      </p:sp>
      <p:sp>
        <p:nvSpPr>
          <p:cNvPr id="259075" name="Rectangle 3"/>
          <p:cNvSpPr>
            <a:spLocks noGrp="1" noChangeArrowheads="1"/>
          </p:cNvSpPr>
          <p:nvPr>
            <p:ph type="body" idx="1"/>
          </p:nvPr>
        </p:nvSpPr>
        <p:spPr/>
        <p:txBody>
          <a:bodyPr/>
          <a:lstStyle/>
          <a:p>
            <a:endParaRPr lang="zh-CN" altLang="zh-CN"/>
          </a:p>
        </p:txBody>
      </p:sp>
    </p:spTree>
    <p:extLst>
      <p:ext uri="{BB962C8B-B14F-4D97-AF65-F5344CB8AC3E}">
        <p14:creationId xmlns:p14="http://schemas.microsoft.com/office/powerpoint/2010/main" val="1418269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212725" y="1441450"/>
            <a:ext cx="6908800" cy="3886200"/>
          </a:xfrm>
        </p:spPr>
      </p:sp>
      <p:sp>
        <p:nvSpPr>
          <p:cNvPr id="3" name="备注占位符 2"/>
          <p:cNvSpPr>
            <a:spLocks noGrp="1"/>
          </p:cNvSpPr>
          <p:nvPr>
            <p:ph type="body" idx="1"/>
          </p:nvPr>
        </p:nvSpPr>
        <p:spPr/>
        <p:txBody>
          <a:bodyPr/>
          <a:lstStyle/>
          <a:p>
            <a:endParaRPr kumimoji="1" lang="zh-CN" altLang="en-US" dirty="0"/>
          </a:p>
        </p:txBody>
      </p:sp>
      <p:sp>
        <p:nvSpPr>
          <p:cNvPr id="4" name="幻灯片编号占位符 3"/>
          <p:cNvSpPr>
            <a:spLocks noGrp="1"/>
          </p:cNvSpPr>
          <p:nvPr>
            <p:ph type="sldNum" sz="quarter" idx="10"/>
          </p:nvPr>
        </p:nvSpPr>
        <p:spPr/>
        <p:txBody>
          <a:bodyPr/>
          <a:lstStyle/>
          <a:p>
            <a:fld id="{6B78EF9F-B588-B24B-930E-31842037362E}" type="slidenum">
              <a:rPr kumimoji="1" lang="zh-CN" altLang="en-US" smtClean="0"/>
              <a:t>44</a:t>
            </a:fld>
            <a:endParaRPr kumimoji="1" lang="zh-CN" altLang="en-US"/>
          </a:p>
        </p:txBody>
      </p:sp>
    </p:spTree>
    <p:extLst>
      <p:ext uri="{BB962C8B-B14F-4D97-AF65-F5344CB8AC3E}">
        <p14:creationId xmlns:p14="http://schemas.microsoft.com/office/powerpoint/2010/main" val="2051500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0-背景设计-全画幅">
    <p:spTree>
      <p:nvGrpSpPr>
        <p:cNvPr id="1" name=""/>
        <p:cNvGrpSpPr/>
        <p:nvPr/>
      </p:nvGrpSpPr>
      <p:grpSpPr>
        <a:xfrm>
          <a:off x="0" y="0"/>
          <a:ext cx="0" cy="0"/>
          <a:chOff x="0" y="0"/>
          <a:chExt cx="0" cy="0"/>
        </a:xfrm>
      </p:grpSpPr>
      <p:sp>
        <p:nvSpPr>
          <p:cNvPr id="5" name="矩形 23"/>
          <p:cNvSpPr>
            <a:spLocks noChangeArrowheads="1"/>
          </p:cNvSpPr>
          <p:nvPr userDrawn="1"/>
        </p:nvSpPr>
        <p:spPr bwMode="auto">
          <a:xfrm>
            <a:off x="-4069" y="0"/>
            <a:ext cx="12196069" cy="6858000"/>
          </a:xfrm>
          <a:prstGeom prst="rect">
            <a:avLst/>
          </a:prstGeom>
          <a:gradFill>
            <a:gsLst>
              <a:gs pos="99000">
                <a:srgbClr val="1E389F">
                  <a:alpha val="75000"/>
                </a:srgbClr>
              </a:gs>
              <a:gs pos="0">
                <a:srgbClr val="4372C4"/>
              </a:gs>
            </a:gsLst>
            <a:lin ang="2700000" scaled="0"/>
          </a:gradFill>
          <a:ln w="9525">
            <a:noFill/>
            <a:miter lim="800000"/>
          </a:ln>
        </p:spPr>
        <p:txBody>
          <a:bodyPr anchor="ctr"/>
          <a:lstStyle/>
          <a:p>
            <a:pPr algn="ctr" eaLnBrk="1" hangingPunct="1">
              <a:buFont typeface="Arial" panose="020B0604020202020204" pitchFamily="34" charset="0"/>
              <a:buNone/>
            </a:pPr>
            <a:endParaRPr lang="zh-CN" altLang="en-US" sz="1800">
              <a:solidFill>
                <a:srgbClr val="FFFFFF"/>
              </a:solidFill>
              <a:latin typeface="Arial Narrow" panose="020B0606020202030204" pitchFamily="34" charset="0"/>
              <a:ea typeface="微软雅黑" panose="020B0503020204020204" pitchFamily="34" charset="-122"/>
            </a:endParaRP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0-背景设计-全画幅+留边">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3" name="图片 12"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B90544B5-BBBF-4ECA-8615-25BCDAA57D6F}"/>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40000" contrast="-20000"/>
                    </a14:imgEffect>
                  </a14:imgLayer>
                </a14:imgProps>
              </a:ext>
              <a:ext uri="{28A0092B-C50C-407E-A947-70E740481C1C}">
                <a14:useLocalDpi xmlns:a14="http://schemas.microsoft.com/office/drawing/2010/main" val="0"/>
              </a:ext>
            </a:extLst>
          </a:blip>
          <a:srcRect r="47974" b="60600"/>
          <a:stretch/>
        </p:blipFill>
        <p:spPr>
          <a:xfrm>
            <a:off x="119060" y="116632"/>
            <a:ext cx="11953877" cy="6144834"/>
          </a:xfrm>
          <a:prstGeom prst="rect">
            <a:avLst/>
          </a:prstGeom>
        </p:spPr>
      </p:pic>
      <p:pic>
        <p:nvPicPr>
          <p:cNvPr id="2" name="图片 1"/>
          <p:cNvPicPr>
            <a:picLocks noChangeAspect="1"/>
          </p:cNvPicPr>
          <p:nvPr userDrawn="1"/>
        </p:nvPicPr>
        <p:blipFill>
          <a:blip r:embed="rId4">
            <a:alphaModFix amt="35000"/>
          </a:blip>
          <a:stretch>
            <a:fillRect/>
          </a:stretch>
        </p:blipFill>
        <p:spPr>
          <a:xfrm>
            <a:off x="191345" y="6458975"/>
            <a:ext cx="1426454" cy="138683"/>
          </a:xfrm>
          <a:prstGeom prst="rect">
            <a:avLst/>
          </a:prstGeom>
        </p:spPr>
      </p:pic>
      <p:pic>
        <p:nvPicPr>
          <p:cNvPr id="9" name="图片 8"/>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10776520" y="6408783"/>
            <a:ext cx="1167112" cy="251022"/>
          </a:xfrm>
          <a:prstGeom prst="rect">
            <a:avLst/>
          </a:prstGeom>
        </p:spPr>
      </p:pic>
      <p:sp>
        <p:nvSpPr>
          <p:cNvPr id="11" name="TextBox 19"/>
          <p:cNvSpPr txBox="1">
            <a:spLocks noChangeArrowheads="1"/>
          </p:cNvSpPr>
          <p:nvPr userDrawn="1"/>
        </p:nvSpPr>
        <p:spPr bwMode="auto">
          <a:xfrm>
            <a:off x="5668094" y="6399228"/>
            <a:ext cx="855816" cy="270132"/>
          </a:xfrm>
          <a:prstGeom prst="rect">
            <a:avLst/>
          </a:prstGeom>
          <a:noFill/>
          <a:ln>
            <a:noFill/>
          </a:ln>
        </p:spPr>
        <p:txBody>
          <a:bodyPr lIns="96763" tIns="48381" rIns="96763" bIns="48381">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defRPr/>
            </a:pPr>
            <a:r>
              <a:rPr lang="en-US" altLang="zh-CN" sz="1060" dirty="0">
                <a:solidFill>
                  <a:schemeClr val="bg1">
                    <a:lumMod val="65000"/>
                  </a:schemeClr>
                </a:solidFill>
                <a:latin typeface="微软雅黑" panose="020B0503020204020204" pitchFamily="34" charset="-122"/>
                <a:ea typeface="微软雅黑" panose="020B0503020204020204" pitchFamily="34" charset="-122"/>
              </a:rPr>
              <a:t>- </a:t>
            </a:r>
            <a:fld id="{18D74B52-E40F-46A8-B170-1CFDDD2E0F59}" type="slidenum">
              <a:rPr lang="en-US" altLang="zh-CN" sz="1060" dirty="0" smtClean="0">
                <a:solidFill>
                  <a:schemeClr val="bg1">
                    <a:lumMod val="65000"/>
                  </a:schemeClr>
                </a:solidFill>
                <a:latin typeface="微软雅黑" panose="020B0503020204020204" pitchFamily="34" charset="-122"/>
                <a:ea typeface="微软雅黑" panose="020B0503020204020204" pitchFamily="34" charset="-122"/>
              </a:rPr>
              <a:t>‹#›</a:t>
            </a:fld>
            <a:r>
              <a:rPr lang="en-US" altLang="zh-CN" sz="1060" dirty="0">
                <a:solidFill>
                  <a:schemeClr val="bg1">
                    <a:lumMod val="65000"/>
                  </a:schemeClr>
                </a:solidFill>
                <a:latin typeface="微软雅黑" panose="020B0503020204020204" pitchFamily="34" charset="-122"/>
                <a:ea typeface="微软雅黑" panose="020B0503020204020204" pitchFamily="34" charset="-122"/>
              </a:rPr>
              <a:t> -</a:t>
            </a:r>
            <a:endParaRPr lang="zh-CN" altLang="en-US" sz="106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10" name="矩形 23"/>
          <p:cNvSpPr>
            <a:spLocks noChangeArrowheads="1"/>
          </p:cNvSpPr>
          <p:nvPr userDrawn="1"/>
        </p:nvSpPr>
        <p:spPr bwMode="auto">
          <a:xfrm>
            <a:off x="119060" y="116632"/>
            <a:ext cx="11953877" cy="6144834"/>
          </a:xfrm>
          <a:prstGeom prst="rect">
            <a:avLst/>
          </a:prstGeom>
          <a:gradFill>
            <a:gsLst>
              <a:gs pos="99000">
                <a:srgbClr val="1E389F">
                  <a:alpha val="75000"/>
                </a:srgbClr>
              </a:gs>
              <a:gs pos="0">
                <a:srgbClr val="4372C4"/>
              </a:gs>
            </a:gsLst>
            <a:lin ang="2700000" scaled="0"/>
          </a:gradFill>
          <a:ln w="9525">
            <a:noFill/>
            <a:miter lim="800000"/>
          </a:ln>
        </p:spPr>
        <p:txBody>
          <a:bodyPr anchor="ctr"/>
          <a:lstStyle/>
          <a:p>
            <a:pPr algn="ctr" eaLnBrk="1" hangingPunct="1">
              <a:buFont typeface="Arial" panose="020B0604020202020204" pitchFamily="34" charset="0"/>
              <a:buNone/>
            </a:pPr>
            <a:endParaRPr lang="zh-CN" altLang="en-US" sz="1800">
              <a:solidFill>
                <a:srgbClr val="FFFFFF"/>
              </a:solidFill>
              <a:latin typeface="Arial Narrow" panose="020B0606020202030204" pitchFamily="34" charset="0"/>
              <a:ea typeface="微软雅黑" panose="020B0503020204020204" pitchFamily="34" charset="-122"/>
            </a:endParaRPr>
          </a:p>
        </p:txBody>
      </p:sp>
      <p:sp>
        <p:nvSpPr>
          <p:cNvPr id="15" name="椭圆 14"/>
          <p:cNvSpPr/>
          <p:nvPr userDrawn="1"/>
        </p:nvSpPr>
        <p:spPr>
          <a:xfrm rot="9900000">
            <a:off x="-445366" y="-232047"/>
            <a:ext cx="2664296" cy="2664296"/>
          </a:xfrm>
          <a:prstGeom prst="ellipse">
            <a:avLst/>
          </a:prstGeom>
          <a:gradFill flip="none" rotWithShape="1">
            <a:gsLst>
              <a:gs pos="61000">
                <a:schemeClr val="tx1">
                  <a:lumMod val="95000"/>
                  <a:lumOff val="5000"/>
                  <a:alpha val="0"/>
                </a:schemeClr>
              </a:gs>
              <a:gs pos="0">
                <a:schemeClr val="tx1">
                  <a:lumMod val="95000"/>
                  <a:lumOff val="5000"/>
                  <a:alpha val="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177322887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0-背景设计-全画幅+留边1">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pic>
        <p:nvPicPr>
          <p:cNvPr id="13" name="图片 12"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B90544B5-BBBF-4ECA-8615-25BCDAA57D6F}"/>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40000" contrast="-20000"/>
                    </a14:imgEffect>
                  </a14:imgLayer>
                </a14:imgProps>
              </a:ext>
              <a:ext uri="{28A0092B-C50C-407E-A947-70E740481C1C}">
                <a14:useLocalDpi xmlns:a14="http://schemas.microsoft.com/office/drawing/2010/main" val="0"/>
              </a:ext>
            </a:extLst>
          </a:blip>
          <a:srcRect r="47974" b="60600"/>
          <a:stretch/>
        </p:blipFill>
        <p:spPr>
          <a:xfrm>
            <a:off x="119060" y="116632"/>
            <a:ext cx="11953877" cy="6624736"/>
          </a:xfrm>
          <a:prstGeom prst="rect">
            <a:avLst/>
          </a:prstGeom>
        </p:spPr>
      </p:pic>
      <p:sp>
        <p:nvSpPr>
          <p:cNvPr id="15" name="椭圆 14"/>
          <p:cNvSpPr/>
          <p:nvPr userDrawn="1"/>
        </p:nvSpPr>
        <p:spPr>
          <a:xfrm rot="9900000">
            <a:off x="-445366" y="-232047"/>
            <a:ext cx="2664296" cy="2664296"/>
          </a:xfrm>
          <a:prstGeom prst="ellipse">
            <a:avLst/>
          </a:prstGeom>
          <a:gradFill flip="none" rotWithShape="1">
            <a:gsLst>
              <a:gs pos="61000">
                <a:schemeClr val="tx1">
                  <a:lumMod val="95000"/>
                  <a:lumOff val="5000"/>
                  <a:alpha val="0"/>
                </a:schemeClr>
              </a:gs>
              <a:gs pos="0">
                <a:schemeClr val="tx1">
                  <a:lumMod val="95000"/>
                  <a:lumOff val="5000"/>
                  <a:alpha val="13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6" name="椭圆 15"/>
          <p:cNvSpPr/>
          <p:nvPr userDrawn="1"/>
        </p:nvSpPr>
        <p:spPr>
          <a:xfrm>
            <a:off x="479376" y="2132856"/>
            <a:ext cx="1296144" cy="1296144"/>
          </a:xfrm>
          <a:prstGeom prst="ellipse">
            <a:avLst/>
          </a:prstGeom>
          <a:gradFill flip="none" rotWithShape="1">
            <a:gsLst>
              <a:gs pos="44000">
                <a:schemeClr val="bg1">
                  <a:alpha val="0"/>
                </a:schemeClr>
              </a:gs>
              <a:gs pos="0">
                <a:schemeClr val="bg1">
                  <a:alpha val="1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23"/>
          <p:cNvSpPr>
            <a:spLocks noChangeArrowheads="1"/>
          </p:cNvSpPr>
          <p:nvPr userDrawn="1"/>
        </p:nvSpPr>
        <p:spPr bwMode="auto">
          <a:xfrm>
            <a:off x="119060" y="116632"/>
            <a:ext cx="11953877" cy="6624736"/>
          </a:xfrm>
          <a:prstGeom prst="rect">
            <a:avLst/>
          </a:prstGeom>
          <a:gradFill>
            <a:gsLst>
              <a:gs pos="99000">
                <a:srgbClr val="1E389F">
                  <a:alpha val="75000"/>
                </a:srgbClr>
              </a:gs>
              <a:gs pos="0">
                <a:srgbClr val="4372C4"/>
              </a:gs>
            </a:gsLst>
            <a:lin ang="2700000" scaled="0"/>
          </a:gradFill>
          <a:ln w="9525">
            <a:noFill/>
            <a:miter lim="800000"/>
          </a:ln>
        </p:spPr>
        <p:txBody>
          <a:bodyPr anchor="ctr"/>
          <a:lstStyle/>
          <a:p>
            <a:pPr algn="ctr" eaLnBrk="1" hangingPunct="1">
              <a:buFont typeface="Arial" panose="020B0604020202020204" pitchFamily="34" charset="0"/>
              <a:buNone/>
            </a:pPr>
            <a:endParaRPr lang="zh-CN" altLang="en-US" sz="1800">
              <a:solidFill>
                <a:srgbClr val="FFFFFF"/>
              </a:solidFill>
              <a:latin typeface="Arial Narrow" panose="020B0606020202030204" pitchFamily="34" charset="0"/>
              <a:ea typeface="微软雅黑" panose="020B0503020204020204" pitchFamily="34" charset="-122"/>
            </a:endParaRPr>
          </a:p>
        </p:txBody>
      </p:sp>
    </p:spTree>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0-背景设计-左右平分1">
    <p:spTree>
      <p:nvGrpSpPr>
        <p:cNvPr id="1" name=""/>
        <p:cNvGrpSpPr/>
        <p:nvPr/>
      </p:nvGrpSpPr>
      <p:grpSpPr>
        <a:xfrm>
          <a:off x="0" y="0"/>
          <a:ext cx="0" cy="0"/>
          <a:chOff x="0" y="0"/>
          <a:chExt cx="0" cy="0"/>
        </a:xfrm>
      </p:grpSpPr>
      <p:sp>
        <p:nvSpPr>
          <p:cNvPr id="8" name="矩形 23"/>
          <p:cNvSpPr>
            <a:spLocks noChangeArrowheads="1"/>
          </p:cNvSpPr>
          <p:nvPr userDrawn="1"/>
        </p:nvSpPr>
        <p:spPr bwMode="auto">
          <a:xfrm>
            <a:off x="0" y="0"/>
            <a:ext cx="12196069" cy="6858000"/>
          </a:xfrm>
          <a:prstGeom prst="rect">
            <a:avLst/>
          </a:prstGeom>
          <a:gradFill>
            <a:gsLst>
              <a:gs pos="100000">
                <a:srgbClr val="1E389F">
                  <a:alpha val="75000"/>
                </a:srgbClr>
              </a:gs>
              <a:gs pos="0">
                <a:srgbClr val="4372C4"/>
              </a:gs>
            </a:gsLst>
            <a:lin ang="2700000" scaled="0"/>
          </a:gradFill>
          <a:ln w="9525">
            <a:noFill/>
            <a:miter lim="800000"/>
          </a:ln>
        </p:spPr>
        <p:txBody>
          <a:bodyPr anchor="ctr"/>
          <a:lstStyle/>
          <a:p>
            <a:pPr algn="ctr" eaLnBrk="1" hangingPunct="1">
              <a:buFont typeface="Arial" panose="020B0604020202020204" pitchFamily="34" charset="0"/>
              <a:buNone/>
            </a:pPr>
            <a:endParaRPr lang="zh-CN" altLang="en-US" sz="1800">
              <a:solidFill>
                <a:srgbClr val="FFFFFF"/>
              </a:solidFill>
              <a:latin typeface="Arial Narrow" panose="020B0606020202030204" pitchFamily="34" charset="0"/>
              <a:ea typeface="微软雅黑" panose="020B0503020204020204" pitchFamily="34" charset="-122"/>
            </a:endParaRPr>
          </a:p>
        </p:txBody>
      </p:sp>
      <p:sp>
        <p:nvSpPr>
          <p:cNvPr id="9" name="矩形 8"/>
          <p:cNvSpPr/>
          <p:nvPr userDrawn="1"/>
        </p:nvSpPr>
        <p:spPr>
          <a:xfrm>
            <a:off x="-1868" y="0"/>
            <a:ext cx="609786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905"/>
          </a:p>
        </p:txBody>
      </p:sp>
    </p:spTree>
  </p:cSld>
  <p:clrMapOvr>
    <a:masterClrMapping/>
  </p:clrMapOvr>
  <p:timing>
    <p:tnLst>
      <p:par>
        <p:cTn id="1" dur="indefinite" restart="never" nodeType="tmRoot"/>
      </p:par>
    </p:tnLst>
  </p:timing>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文字-居中">
    <p:spTree>
      <p:nvGrpSpPr>
        <p:cNvPr id="1" name=""/>
        <p:cNvGrpSpPr/>
        <p:nvPr/>
      </p:nvGrpSpPr>
      <p:grpSpPr>
        <a:xfrm>
          <a:off x="0" y="0"/>
          <a:ext cx="0" cy="0"/>
          <a:chOff x="0" y="0"/>
          <a:chExt cx="0" cy="0"/>
        </a:xfrm>
      </p:grpSpPr>
      <p:sp>
        <p:nvSpPr>
          <p:cNvPr id="10" name="TextBox 19"/>
          <p:cNvSpPr txBox="1">
            <a:spLocks noChangeArrowheads="1"/>
          </p:cNvSpPr>
          <p:nvPr userDrawn="1"/>
        </p:nvSpPr>
        <p:spPr bwMode="auto">
          <a:xfrm>
            <a:off x="5668094" y="6399228"/>
            <a:ext cx="855816" cy="270132"/>
          </a:xfrm>
          <a:prstGeom prst="rect">
            <a:avLst/>
          </a:prstGeom>
          <a:noFill/>
          <a:ln>
            <a:noFill/>
          </a:ln>
        </p:spPr>
        <p:txBody>
          <a:bodyPr lIns="96763" tIns="48381" rIns="96763" bIns="48381">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defRPr/>
            </a:pPr>
            <a:r>
              <a:rPr lang="en-US" altLang="zh-CN" sz="1060" dirty="0">
                <a:solidFill>
                  <a:schemeClr val="bg1">
                    <a:lumMod val="65000"/>
                  </a:schemeClr>
                </a:solidFill>
                <a:latin typeface="微软雅黑" panose="020B0503020204020204" pitchFamily="34" charset="-122"/>
                <a:ea typeface="微软雅黑" panose="020B0503020204020204" pitchFamily="34" charset="-122"/>
              </a:rPr>
              <a:t>- </a:t>
            </a:r>
            <a:fld id="{18D74B52-E40F-46A8-B170-1CFDDD2E0F59}" type="slidenum">
              <a:rPr lang="en-US" altLang="zh-CN" sz="1060" dirty="0" smtClean="0">
                <a:solidFill>
                  <a:schemeClr val="bg1">
                    <a:lumMod val="65000"/>
                  </a:schemeClr>
                </a:solidFill>
                <a:latin typeface="微软雅黑" panose="020B0503020204020204" pitchFamily="34" charset="-122"/>
                <a:ea typeface="微软雅黑" panose="020B0503020204020204" pitchFamily="34" charset="-122"/>
              </a:rPr>
              <a:t>‹#›</a:t>
            </a:fld>
            <a:r>
              <a:rPr lang="en-US" altLang="zh-CN" sz="1060" dirty="0">
                <a:solidFill>
                  <a:schemeClr val="bg1">
                    <a:lumMod val="65000"/>
                  </a:schemeClr>
                </a:solidFill>
                <a:latin typeface="微软雅黑" panose="020B0503020204020204" pitchFamily="34" charset="-122"/>
                <a:ea typeface="微软雅黑" panose="020B0503020204020204" pitchFamily="34" charset="-122"/>
              </a:rPr>
              <a:t> -</a:t>
            </a:r>
            <a:endParaRPr lang="zh-CN" altLang="en-US" sz="1060" dirty="0">
              <a:solidFill>
                <a:schemeClr val="bg1">
                  <a:lumMod val="65000"/>
                </a:schemeClr>
              </a:solidFill>
              <a:latin typeface="微软雅黑" panose="020B0503020204020204" pitchFamily="34" charset="-122"/>
              <a:ea typeface="微软雅黑" panose="020B0503020204020204" pitchFamily="34" charset="-122"/>
            </a:endParaRPr>
          </a:p>
        </p:txBody>
      </p:sp>
      <p:sp>
        <p:nvSpPr>
          <p:cNvPr id="4" name="矩形 23"/>
          <p:cNvSpPr>
            <a:spLocks noChangeArrowheads="1"/>
          </p:cNvSpPr>
          <p:nvPr userDrawn="1"/>
        </p:nvSpPr>
        <p:spPr bwMode="auto">
          <a:xfrm>
            <a:off x="0" y="0"/>
            <a:ext cx="12196069" cy="6858000"/>
          </a:xfrm>
          <a:prstGeom prst="rect">
            <a:avLst/>
          </a:prstGeom>
          <a:gradFill>
            <a:gsLst>
              <a:gs pos="100000">
                <a:srgbClr val="1E389F">
                  <a:alpha val="75000"/>
                </a:srgbClr>
              </a:gs>
              <a:gs pos="0">
                <a:srgbClr val="4372C4"/>
              </a:gs>
            </a:gsLst>
            <a:lin ang="2700000" scaled="0"/>
          </a:gradFill>
          <a:ln w="9525">
            <a:noFill/>
            <a:miter lim="800000"/>
          </a:ln>
        </p:spPr>
        <p:txBody>
          <a:bodyPr anchor="ctr"/>
          <a:lstStyle/>
          <a:p>
            <a:pPr algn="ctr" eaLnBrk="1" hangingPunct="1">
              <a:buFont typeface="Arial" panose="020B0604020202020204" pitchFamily="34" charset="0"/>
              <a:buNone/>
            </a:pPr>
            <a:endParaRPr lang="zh-CN" altLang="en-US" sz="1800">
              <a:solidFill>
                <a:srgbClr val="FFFFFF"/>
              </a:solidFill>
              <a:latin typeface="Arial Narrow" panose="020B0606020202030204" pitchFamily="34" charset="0"/>
              <a:ea typeface="微软雅黑" panose="020B0503020204020204" pitchFamily="34" charset="-122"/>
            </a:endParaRPr>
          </a:p>
        </p:txBody>
      </p:sp>
      <p:sp>
        <p:nvSpPr>
          <p:cNvPr id="5" name="矩形 4"/>
          <p:cNvSpPr/>
          <p:nvPr userDrawn="1"/>
        </p:nvSpPr>
        <p:spPr>
          <a:xfrm>
            <a:off x="-3851" y="0"/>
            <a:ext cx="8128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905"/>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左右布局（4）">
    <p:spTree>
      <p:nvGrpSpPr>
        <p:cNvPr id="1" name=""/>
        <p:cNvGrpSpPr/>
        <p:nvPr/>
      </p:nvGrpSpPr>
      <p:grpSpPr>
        <a:xfrm>
          <a:off x="0" y="0"/>
          <a:ext cx="0" cy="0"/>
          <a:chOff x="0" y="0"/>
          <a:chExt cx="0" cy="0"/>
        </a:xfrm>
      </p:grpSpPr>
      <p:sp>
        <p:nvSpPr>
          <p:cNvPr id="5" name="矩形 23"/>
          <p:cNvSpPr>
            <a:spLocks noChangeArrowheads="1"/>
          </p:cNvSpPr>
          <p:nvPr userDrawn="1"/>
        </p:nvSpPr>
        <p:spPr bwMode="auto">
          <a:xfrm>
            <a:off x="0" y="0"/>
            <a:ext cx="12196069" cy="6858000"/>
          </a:xfrm>
          <a:prstGeom prst="rect">
            <a:avLst/>
          </a:prstGeom>
          <a:gradFill>
            <a:gsLst>
              <a:gs pos="100000">
                <a:srgbClr val="1E389F">
                  <a:alpha val="75000"/>
                </a:srgbClr>
              </a:gs>
              <a:gs pos="0">
                <a:srgbClr val="4372C4"/>
              </a:gs>
            </a:gsLst>
            <a:lin ang="2700000" scaled="0"/>
          </a:gradFill>
          <a:ln w="9525">
            <a:noFill/>
            <a:miter lim="800000"/>
          </a:ln>
        </p:spPr>
        <p:txBody>
          <a:bodyPr anchor="ctr"/>
          <a:lstStyle/>
          <a:p>
            <a:pPr algn="ctr" eaLnBrk="1" hangingPunct="1">
              <a:buFont typeface="Arial" panose="020B0604020202020204" pitchFamily="34" charset="0"/>
              <a:buNone/>
            </a:pPr>
            <a:endParaRPr lang="zh-CN" altLang="en-US" sz="1800">
              <a:solidFill>
                <a:srgbClr val="FFFFFF"/>
              </a:solidFill>
              <a:latin typeface="Arial Narrow" panose="020B0606020202030204" pitchFamily="34" charset="0"/>
              <a:ea typeface="微软雅黑" panose="020B0503020204020204" pitchFamily="34" charset="-122"/>
            </a:endParaRPr>
          </a:p>
        </p:txBody>
      </p:sp>
      <p:sp>
        <p:nvSpPr>
          <p:cNvPr id="3" name="矩形 2"/>
          <p:cNvSpPr/>
          <p:nvPr userDrawn="1"/>
        </p:nvSpPr>
        <p:spPr>
          <a:xfrm>
            <a:off x="-3852" y="0"/>
            <a:ext cx="962824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905"/>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标题文字-居左">
    <p:spTree>
      <p:nvGrpSpPr>
        <p:cNvPr id="1" name=""/>
        <p:cNvGrpSpPr/>
        <p:nvPr/>
      </p:nvGrpSpPr>
      <p:grpSpPr>
        <a:xfrm>
          <a:off x="0" y="0"/>
          <a:ext cx="0" cy="0"/>
          <a:chOff x="0" y="0"/>
          <a:chExt cx="0" cy="0"/>
        </a:xfrm>
      </p:grpSpPr>
      <p:sp>
        <p:nvSpPr>
          <p:cNvPr id="2" name="矩形 23"/>
          <p:cNvSpPr>
            <a:spLocks noChangeArrowheads="1"/>
          </p:cNvSpPr>
          <p:nvPr userDrawn="1"/>
        </p:nvSpPr>
        <p:spPr bwMode="auto">
          <a:xfrm>
            <a:off x="-4069" y="0"/>
            <a:ext cx="12196069" cy="6858000"/>
          </a:xfrm>
          <a:prstGeom prst="rect">
            <a:avLst/>
          </a:prstGeom>
          <a:gradFill>
            <a:gsLst>
              <a:gs pos="99000">
                <a:srgbClr val="1E389F">
                  <a:alpha val="75000"/>
                </a:srgbClr>
              </a:gs>
              <a:gs pos="0">
                <a:srgbClr val="4372C4"/>
              </a:gs>
            </a:gsLst>
            <a:lin ang="2700000" scaled="0"/>
          </a:gradFill>
          <a:ln w="9525">
            <a:noFill/>
            <a:miter lim="800000"/>
          </a:ln>
        </p:spPr>
        <p:txBody>
          <a:bodyPr anchor="ctr"/>
          <a:lstStyle/>
          <a:p>
            <a:pPr algn="ctr" eaLnBrk="1" hangingPunct="1">
              <a:buFont typeface="Arial" panose="020B0604020202020204" pitchFamily="34" charset="0"/>
              <a:buNone/>
            </a:pPr>
            <a:endParaRPr lang="zh-CN" altLang="en-US" sz="1800">
              <a:solidFill>
                <a:srgbClr val="FFFFFF"/>
              </a:solidFill>
              <a:latin typeface="Arial Narrow" panose="020B0606020202030204" pitchFamily="34" charset="0"/>
              <a:ea typeface="微软雅黑" panose="020B0503020204020204" pitchFamily="34" charset="-122"/>
            </a:endParaRPr>
          </a:p>
        </p:txBody>
      </p:sp>
      <p:sp>
        <p:nvSpPr>
          <p:cNvPr id="4" name="矩形 3"/>
          <p:cNvSpPr/>
          <p:nvPr userDrawn="1"/>
        </p:nvSpPr>
        <p:spPr>
          <a:xfrm>
            <a:off x="-3851" y="0"/>
            <a:ext cx="7756036" cy="6874706"/>
          </a:xfrm>
          <a:custGeom>
            <a:avLst/>
            <a:gdLst>
              <a:gd name="connsiteX0" fmla="*/ 0 w 9628243"/>
              <a:gd name="connsiteY0" fmla="*/ 0 h 6874706"/>
              <a:gd name="connsiteX1" fmla="*/ 9628243 w 9628243"/>
              <a:gd name="connsiteY1" fmla="*/ 0 h 6874706"/>
              <a:gd name="connsiteX2" fmla="*/ 9628243 w 9628243"/>
              <a:gd name="connsiteY2" fmla="*/ 6874706 h 6874706"/>
              <a:gd name="connsiteX3" fmla="*/ 0 w 9628243"/>
              <a:gd name="connsiteY3" fmla="*/ 6874706 h 6874706"/>
              <a:gd name="connsiteX4" fmla="*/ 0 w 9628243"/>
              <a:gd name="connsiteY4" fmla="*/ 0 h 6874706"/>
              <a:gd name="connsiteX0" fmla="*/ 0 w 12167048"/>
              <a:gd name="connsiteY0" fmla="*/ 0 h 6885463"/>
              <a:gd name="connsiteX1" fmla="*/ 9628243 w 12167048"/>
              <a:gd name="connsiteY1" fmla="*/ 0 h 6885463"/>
              <a:gd name="connsiteX2" fmla="*/ 12167048 w 12167048"/>
              <a:gd name="connsiteY2" fmla="*/ 6885463 h 6885463"/>
              <a:gd name="connsiteX3" fmla="*/ 0 w 12167048"/>
              <a:gd name="connsiteY3" fmla="*/ 6874706 h 6885463"/>
              <a:gd name="connsiteX4" fmla="*/ 0 w 12167048"/>
              <a:gd name="connsiteY4" fmla="*/ 0 h 6885463"/>
              <a:gd name="connsiteX0" fmla="*/ 0 w 12167048"/>
              <a:gd name="connsiteY0" fmla="*/ 0 h 6885463"/>
              <a:gd name="connsiteX1" fmla="*/ 5497307 w 12167048"/>
              <a:gd name="connsiteY1" fmla="*/ 10758 h 6885463"/>
              <a:gd name="connsiteX2" fmla="*/ 12167048 w 12167048"/>
              <a:gd name="connsiteY2" fmla="*/ 6885463 h 6885463"/>
              <a:gd name="connsiteX3" fmla="*/ 0 w 12167048"/>
              <a:gd name="connsiteY3" fmla="*/ 6874706 h 6885463"/>
              <a:gd name="connsiteX4" fmla="*/ 0 w 12167048"/>
              <a:gd name="connsiteY4" fmla="*/ 0 h 6885463"/>
              <a:gd name="connsiteX0" fmla="*/ 0 w 8165203"/>
              <a:gd name="connsiteY0" fmla="*/ 0 h 6874706"/>
              <a:gd name="connsiteX1" fmla="*/ 5497307 w 8165203"/>
              <a:gd name="connsiteY1" fmla="*/ 10758 h 6874706"/>
              <a:gd name="connsiteX2" fmla="*/ 8165203 w 8165203"/>
              <a:gd name="connsiteY2" fmla="*/ 6863947 h 6874706"/>
              <a:gd name="connsiteX3" fmla="*/ 0 w 8165203"/>
              <a:gd name="connsiteY3" fmla="*/ 6874706 h 6874706"/>
              <a:gd name="connsiteX4" fmla="*/ 0 w 8165203"/>
              <a:gd name="connsiteY4" fmla="*/ 0 h 68747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65203" h="6874706">
                <a:moveTo>
                  <a:pt x="0" y="0"/>
                </a:moveTo>
                <a:lnTo>
                  <a:pt x="5497307" y="10758"/>
                </a:lnTo>
                <a:lnTo>
                  <a:pt x="8165203" y="6863947"/>
                </a:lnTo>
                <a:lnTo>
                  <a:pt x="0" y="6874706"/>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905"/>
          </a:p>
        </p:txBody>
      </p:sp>
    </p:spTree>
    <p:extLst>
      <p:ext uri="{BB962C8B-B14F-4D97-AF65-F5344CB8AC3E}">
        <p14:creationId xmlns:p14="http://schemas.microsoft.com/office/powerpoint/2010/main" val="198400595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左右布局（2）">
    <p:spTree>
      <p:nvGrpSpPr>
        <p:cNvPr id="1" name=""/>
        <p:cNvGrpSpPr/>
        <p:nvPr/>
      </p:nvGrpSpPr>
      <p:grpSpPr>
        <a:xfrm>
          <a:off x="0" y="0"/>
          <a:ext cx="0" cy="0"/>
          <a:chOff x="0" y="0"/>
          <a:chExt cx="0" cy="0"/>
        </a:xfrm>
      </p:grpSpPr>
      <p:sp>
        <p:nvSpPr>
          <p:cNvPr id="7" name="矩形 23"/>
          <p:cNvSpPr>
            <a:spLocks noChangeArrowheads="1"/>
          </p:cNvSpPr>
          <p:nvPr userDrawn="1"/>
        </p:nvSpPr>
        <p:spPr bwMode="auto">
          <a:xfrm>
            <a:off x="-4069" y="0"/>
            <a:ext cx="12196069" cy="6858000"/>
          </a:xfrm>
          <a:prstGeom prst="rect">
            <a:avLst/>
          </a:prstGeom>
          <a:gradFill>
            <a:gsLst>
              <a:gs pos="0">
                <a:srgbClr val="1E389F">
                  <a:alpha val="75000"/>
                </a:srgbClr>
              </a:gs>
              <a:gs pos="73000">
                <a:srgbClr val="4372C4"/>
              </a:gs>
            </a:gsLst>
            <a:lin ang="2700000" scaled="0"/>
          </a:gradFill>
          <a:ln w="9525">
            <a:noFill/>
            <a:miter lim="800000"/>
          </a:ln>
        </p:spPr>
        <p:txBody>
          <a:bodyPr anchor="ctr"/>
          <a:lstStyle/>
          <a:p>
            <a:pPr algn="ctr" eaLnBrk="1" hangingPunct="1">
              <a:buFont typeface="Arial" panose="020B0604020202020204" pitchFamily="34" charset="0"/>
              <a:buNone/>
            </a:pPr>
            <a:endParaRPr lang="zh-CN" altLang="en-US" sz="1800">
              <a:solidFill>
                <a:srgbClr val="FFFFFF"/>
              </a:solidFill>
              <a:latin typeface="Arial Narrow" panose="020B0606020202030204" pitchFamily="34" charset="0"/>
              <a:ea typeface="微软雅黑" panose="020B0503020204020204" pitchFamily="34" charset="-122"/>
            </a:endParaRPr>
          </a:p>
        </p:txBody>
      </p:sp>
      <p:sp>
        <p:nvSpPr>
          <p:cNvPr id="5" name="矩形 4"/>
          <p:cNvSpPr/>
          <p:nvPr userDrawn="1"/>
        </p:nvSpPr>
        <p:spPr>
          <a:xfrm>
            <a:off x="6095997" y="0"/>
            <a:ext cx="609600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905"/>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7" name="矩形 23"/>
          <p:cNvSpPr>
            <a:spLocks noChangeArrowheads="1"/>
          </p:cNvSpPr>
          <p:nvPr userDrawn="1"/>
        </p:nvSpPr>
        <p:spPr bwMode="auto">
          <a:xfrm>
            <a:off x="-4069" y="16212"/>
            <a:ext cx="12196069" cy="6858000"/>
          </a:xfrm>
          <a:prstGeom prst="rect">
            <a:avLst/>
          </a:prstGeom>
          <a:gradFill>
            <a:gsLst>
              <a:gs pos="0">
                <a:srgbClr val="1E389F">
                  <a:alpha val="75000"/>
                </a:srgbClr>
              </a:gs>
              <a:gs pos="73000">
                <a:srgbClr val="4372C4"/>
              </a:gs>
            </a:gsLst>
            <a:lin ang="2700000" scaled="0"/>
          </a:gradFill>
          <a:ln w="9525">
            <a:noFill/>
            <a:miter lim="800000"/>
          </a:ln>
        </p:spPr>
        <p:txBody>
          <a:bodyPr anchor="ctr"/>
          <a:lstStyle/>
          <a:p>
            <a:pPr algn="ctr" eaLnBrk="1" hangingPunct="1">
              <a:buFont typeface="Arial" panose="020B0604020202020204" pitchFamily="34" charset="0"/>
              <a:buNone/>
            </a:pPr>
            <a:endParaRPr lang="zh-CN" altLang="en-US" sz="1800">
              <a:solidFill>
                <a:srgbClr val="FFFFFF"/>
              </a:solidFill>
              <a:latin typeface="Arial Narrow" panose="020B0606020202030204" pitchFamily="34" charset="0"/>
              <a:ea typeface="微软雅黑" panose="020B0503020204020204" pitchFamily="34" charset="-122"/>
            </a:endParaRPr>
          </a:p>
        </p:txBody>
      </p:sp>
      <p:sp>
        <p:nvSpPr>
          <p:cNvPr id="8" name="矩形 7"/>
          <p:cNvSpPr/>
          <p:nvPr userDrawn="1"/>
        </p:nvSpPr>
        <p:spPr>
          <a:xfrm>
            <a:off x="3791744" y="-1"/>
            <a:ext cx="8400255" cy="68742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905"/>
          </a:p>
        </p:txBody>
      </p:sp>
    </p:spTree>
    <p:extLst>
      <p:ext uri="{BB962C8B-B14F-4D97-AF65-F5344CB8AC3E}">
        <p14:creationId xmlns:p14="http://schemas.microsoft.com/office/powerpoint/2010/main" val="650380459"/>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背景页（有边框）">
    <p:spTree>
      <p:nvGrpSpPr>
        <p:cNvPr id="1" name=""/>
        <p:cNvGrpSpPr/>
        <p:nvPr/>
      </p:nvGrpSpPr>
      <p:grpSpPr>
        <a:xfrm>
          <a:off x="0" y="0"/>
          <a:ext cx="0" cy="0"/>
          <a:chOff x="0" y="0"/>
          <a:chExt cx="0" cy="0"/>
        </a:xfrm>
      </p:grpSpPr>
      <p:sp>
        <p:nvSpPr>
          <p:cNvPr id="2" name="矩形 23"/>
          <p:cNvSpPr>
            <a:spLocks noChangeArrowheads="1"/>
          </p:cNvSpPr>
          <p:nvPr userDrawn="1"/>
        </p:nvSpPr>
        <p:spPr bwMode="auto">
          <a:xfrm>
            <a:off x="-4069" y="0"/>
            <a:ext cx="12196069" cy="6858000"/>
          </a:xfrm>
          <a:prstGeom prst="rect">
            <a:avLst/>
          </a:prstGeom>
          <a:gradFill>
            <a:gsLst>
              <a:gs pos="0">
                <a:srgbClr val="1E389F">
                  <a:alpha val="75000"/>
                </a:srgbClr>
              </a:gs>
              <a:gs pos="73000">
                <a:srgbClr val="4372C4"/>
              </a:gs>
            </a:gsLst>
            <a:lin ang="2700000" scaled="0"/>
          </a:gradFill>
          <a:ln w="9525">
            <a:noFill/>
            <a:miter lim="800000"/>
          </a:ln>
        </p:spPr>
        <p:txBody>
          <a:bodyPr anchor="ctr"/>
          <a:lstStyle/>
          <a:p>
            <a:pPr algn="ctr" eaLnBrk="1" hangingPunct="1">
              <a:buFont typeface="Arial" panose="020B0604020202020204" pitchFamily="34" charset="0"/>
              <a:buNone/>
            </a:pPr>
            <a:endParaRPr lang="zh-CN" altLang="en-US" sz="1800">
              <a:solidFill>
                <a:srgbClr val="FFFFFF"/>
              </a:solidFill>
              <a:latin typeface="Arial Narrow" panose="020B0606020202030204" pitchFamily="34" charset="0"/>
              <a:ea typeface="微软雅黑" panose="020B0503020204020204" pitchFamily="34" charset="-122"/>
            </a:endParaRPr>
          </a:p>
        </p:txBody>
      </p:sp>
      <p:sp>
        <p:nvSpPr>
          <p:cNvPr id="3" name="矩形 2"/>
          <p:cNvSpPr/>
          <p:nvPr userDrawn="1"/>
        </p:nvSpPr>
        <p:spPr>
          <a:xfrm>
            <a:off x="3215680" y="0"/>
            <a:ext cx="897631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905"/>
          </a:p>
        </p:txBody>
      </p:sp>
    </p:spTree>
    <p:extLst>
      <p:ext uri="{BB962C8B-B14F-4D97-AF65-F5344CB8AC3E}">
        <p14:creationId xmlns:p14="http://schemas.microsoft.com/office/powerpoint/2010/main" val="202704867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纯灰背景">
    <p:spTree>
      <p:nvGrpSpPr>
        <p:cNvPr id="1" name=""/>
        <p:cNvGrpSpPr/>
        <p:nvPr/>
      </p:nvGrpSpPr>
      <p:grpSpPr>
        <a:xfrm>
          <a:off x="0" y="0"/>
          <a:ext cx="0" cy="0"/>
          <a:chOff x="0" y="0"/>
          <a:chExt cx="0" cy="0"/>
        </a:xfrm>
      </p:grpSpPr>
      <p:sp>
        <p:nvSpPr>
          <p:cNvPr id="2" name="矩形 1"/>
          <p:cNvSpPr/>
          <p:nvPr userDrawn="1"/>
        </p:nvSpPr>
        <p:spPr>
          <a:xfrm>
            <a:off x="1" y="0"/>
            <a:ext cx="12192000" cy="6858000"/>
          </a:xfrm>
          <a:prstGeom prst="rect">
            <a:avLst/>
          </a:prstGeom>
          <a:solidFill>
            <a:srgbClr val="F5F6FA"/>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endParaRPr>
          </a:p>
        </p:txBody>
      </p:sp>
    </p:spTree>
    <p:extLst>
      <p:ext uri="{BB962C8B-B14F-4D97-AF65-F5344CB8AC3E}">
        <p14:creationId xmlns:p14="http://schemas.microsoft.com/office/powerpoint/2010/main" val="128179816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目录-3个-01">
    <p:spTree>
      <p:nvGrpSpPr>
        <p:cNvPr id="1" name=""/>
        <p:cNvGrpSpPr/>
        <p:nvPr/>
      </p:nvGrpSpPr>
      <p:grpSpPr>
        <a:xfrm>
          <a:off x="0" y="0"/>
          <a:ext cx="0" cy="0"/>
          <a:chOff x="0" y="0"/>
          <a:chExt cx="0" cy="0"/>
        </a:xfrm>
      </p:grpSpPr>
      <p:cxnSp>
        <p:nvCxnSpPr>
          <p:cNvPr id="3" name="直接连接符 15">
            <a:extLst>
              <a:ext uri="{FF2B5EF4-FFF2-40B4-BE49-F238E27FC236}">
                <a16:creationId xmlns:a16="http://schemas.microsoft.com/office/drawing/2014/main" xmlns="" id="{A42DA280-60AE-4AA1-AF8A-EDCC1B5336EE}"/>
              </a:ext>
            </a:extLst>
          </p:cNvPr>
          <p:cNvCxnSpPr>
            <a:cxnSpLocks noChangeShapeType="1"/>
          </p:cNvCxnSpPr>
          <p:nvPr userDrawn="1"/>
        </p:nvCxnSpPr>
        <p:spPr bwMode="auto">
          <a:xfrm>
            <a:off x="5798692" y="950093"/>
            <a:ext cx="0" cy="4824536"/>
          </a:xfrm>
          <a:prstGeom prst="line">
            <a:avLst/>
          </a:prstGeom>
          <a:noFill/>
          <a:ln w="6350" algn="ctr">
            <a:gradFill>
              <a:gsLst>
                <a:gs pos="0">
                  <a:srgbClr val="C4C9D4">
                    <a:alpha val="0"/>
                  </a:srgbClr>
                </a:gs>
                <a:gs pos="49000">
                  <a:srgbClr val="858A9E"/>
                </a:gs>
                <a:gs pos="100000">
                  <a:srgbClr val="C3C8D3">
                    <a:alpha val="0"/>
                  </a:srgbClr>
                </a:gs>
              </a:gsLst>
              <a:lin ang="5400000" scaled="1"/>
            </a:gradFill>
            <a:miter lim="800000"/>
            <a:headEnd/>
            <a:tailEnd/>
          </a:ln>
        </p:spPr>
      </p:cxnSp>
      <p:sp>
        <p:nvSpPr>
          <p:cNvPr id="4" name="任意多边形 3">
            <a:extLst>
              <a:ext uri="{FF2B5EF4-FFF2-40B4-BE49-F238E27FC236}">
                <a16:creationId xmlns:a16="http://schemas.microsoft.com/office/drawing/2014/main" xmlns="" id="{B0C36E80-D7F4-46D1-BB56-F732BF850618}"/>
              </a:ext>
            </a:extLst>
          </p:cNvPr>
          <p:cNvSpPr/>
          <p:nvPr userDrawn="1"/>
        </p:nvSpPr>
        <p:spPr>
          <a:xfrm>
            <a:off x="5566917" y="2017855"/>
            <a:ext cx="464185"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1</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5" name="任意多边形 4">
            <a:extLst>
              <a:ext uri="{FF2B5EF4-FFF2-40B4-BE49-F238E27FC236}">
                <a16:creationId xmlns:a16="http://schemas.microsoft.com/office/drawing/2014/main" xmlns="" id="{B6D9B684-340F-4C10-A3EA-DAD84CB12A48}"/>
              </a:ext>
            </a:extLst>
          </p:cNvPr>
          <p:cNvSpPr/>
          <p:nvPr userDrawn="1"/>
        </p:nvSpPr>
        <p:spPr>
          <a:xfrm>
            <a:off x="5566917" y="3004551"/>
            <a:ext cx="469900" cy="544513"/>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2</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6" name="任意多边形 5">
            <a:extLst>
              <a:ext uri="{FF2B5EF4-FFF2-40B4-BE49-F238E27FC236}">
                <a16:creationId xmlns:a16="http://schemas.microsoft.com/office/drawing/2014/main" xmlns="" id="{71A371B1-CF95-436B-A4C4-2E18EEF77B1A}"/>
              </a:ext>
            </a:extLst>
          </p:cNvPr>
          <p:cNvSpPr/>
          <p:nvPr userDrawn="1"/>
        </p:nvSpPr>
        <p:spPr>
          <a:xfrm>
            <a:off x="5566917" y="4019884"/>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3</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10" name="文本框 9">
            <a:extLst>
              <a:ext uri="{FF2B5EF4-FFF2-40B4-BE49-F238E27FC236}">
                <a16:creationId xmlns:a16="http://schemas.microsoft.com/office/drawing/2014/main" xmlns="" id="{2CEE1562-56AC-44EF-95C3-4DD1422CA7FE}"/>
              </a:ext>
            </a:extLst>
          </p:cNvPr>
          <p:cNvSpPr txBox="1"/>
          <p:nvPr userDrawn="1"/>
        </p:nvSpPr>
        <p:spPr>
          <a:xfrm>
            <a:off x="1860687" y="2769401"/>
            <a:ext cx="1370888" cy="461665"/>
          </a:xfrm>
          <a:prstGeom prst="rect">
            <a:avLst/>
          </a:prstGeom>
          <a:noFill/>
        </p:spPr>
        <p:txBody>
          <a:bodyPr wrap="none">
            <a:spAutoFit/>
          </a:bodyPr>
          <a:lstStyle/>
          <a:p>
            <a:pPr>
              <a:defRPr/>
            </a:pPr>
            <a:r>
              <a:rPr lang="en-US" altLang="zh-CN" sz="2400" kern="0" dirty="0" smtClean="0">
                <a:solidFill>
                  <a:srgbClr val="84899E"/>
                </a:solidFill>
                <a:latin typeface="Microsoft YaHei Light" charset="-122"/>
                <a:ea typeface="Microsoft YaHei Light" charset="-122"/>
                <a:cs typeface="Microsoft YaHei Light" charset="-122"/>
              </a:rPr>
              <a:t>contents</a:t>
            </a:r>
            <a:endParaRPr lang="zh-CN" altLang="en-US" sz="2400" kern="0" dirty="0">
              <a:solidFill>
                <a:srgbClr val="84899E"/>
              </a:solidFill>
              <a:latin typeface="Microsoft YaHei Light" charset="-122"/>
              <a:ea typeface="Microsoft YaHei Light" charset="-122"/>
              <a:cs typeface="Microsoft YaHei Light" charset="-122"/>
            </a:endParaRPr>
          </a:p>
        </p:txBody>
      </p:sp>
      <p:sp>
        <p:nvSpPr>
          <p:cNvPr id="11" name="任意形状 10"/>
          <p:cNvSpPr/>
          <p:nvPr userDrawn="1"/>
        </p:nvSpPr>
        <p:spPr>
          <a:xfrm>
            <a:off x="1928568" y="2129306"/>
            <a:ext cx="1235126" cy="638479"/>
          </a:xfrm>
          <a:custGeom>
            <a:avLst/>
            <a:gdLst>
              <a:gd name="connsiteX0" fmla="*/ 85039 w 1235126"/>
              <a:gd name="connsiteY0" fmla="*/ 392277 h 638479"/>
              <a:gd name="connsiteX1" fmla="*/ 85039 w 1235126"/>
              <a:gd name="connsiteY1" fmla="*/ 517093 h 638479"/>
              <a:gd name="connsiteX2" fmla="*/ 357988 w 1235126"/>
              <a:gd name="connsiteY2" fmla="*/ 517093 h 638479"/>
              <a:gd name="connsiteX3" fmla="*/ 357988 w 1235126"/>
              <a:gd name="connsiteY3" fmla="*/ 392277 h 638479"/>
              <a:gd name="connsiteX4" fmla="*/ 677571 w 1235126"/>
              <a:gd name="connsiteY4" fmla="*/ 293522 h 638479"/>
              <a:gd name="connsiteX5" fmla="*/ 769811 w 1235126"/>
              <a:gd name="connsiteY5" fmla="*/ 313753 h 638479"/>
              <a:gd name="connsiteX6" fmla="*/ 806501 w 1235126"/>
              <a:gd name="connsiteY6" fmla="*/ 368960 h 638479"/>
              <a:gd name="connsiteX7" fmla="*/ 792099 w 1235126"/>
              <a:gd name="connsiteY7" fmla="*/ 402221 h 638479"/>
              <a:gd name="connsiteX8" fmla="*/ 760552 w 1235126"/>
              <a:gd name="connsiteY8" fmla="*/ 416280 h 638479"/>
              <a:gd name="connsiteX9" fmla="*/ 731406 w 1235126"/>
              <a:gd name="connsiteY9" fmla="*/ 404965 h 638479"/>
              <a:gd name="connsiteX10" fmla="*/ 719404 w 1235126"/>
              <a:gd name="connsiteY10" fmla="*/ 371703 h 638479"/>
              <a:gd name="connsiteX11" fmla="*/ 710489 w 1235126"/>
              <a:gd name="connsiteY11" fmla="*/ 327469 h 638479"/>
              <a:gd name="connsiteX12" fmla="*/ 672084 w 1235126"/>
              <a:gd name="connsiteY12" fmla="*/ 301066 h 638479"/>
              <a:gd name="connsiteX13" fmla="*/ 665912 w 1235126"/>
              <a:gd name="connsiteY13" fmla="*/ 295922 h 638479"/>
              <a:gd name="connsiteX14" fmla="*/ 677571 w 1235126"/>
              <a:gd name="connsiteY14" fmla="*/ 293522 h 638479"/>
              <a:gd name="connsiteX15" fmla="*/ 85039 w 1235126"/>
              <a:gd name="connsiteY15" fmla="*/ 240030 h 638479"/>
              <a:gd name="connsiteX16" fmla="*/ 85039 w 1235126"/>
              <a:gd name="connsiteY16" fmla="*/ 369646 h 638479"/>
              <a:gd name="connsiteX17" fmla="*/ 357988 w 1235126"/>
              <a:gd name="connsiteY17" fmla="*/ 369646 h 638479"/>
              <a:gd name="connsiteX18" fmla="*/ 357988 w 1235126"/>
              <a:gd name="connsiteY18" fmla="*/ 240030 h 638479"/>
              <a:gd name="connsiteX19" fmla="*/ 93269 w 1235126"/>
              <a:gd name="connsiteY19" fmla="*/ 90525 h 638479"/>
              <a:gd name="connsiteX20" fmla="*/ 85039 w 1235126"/>
              <a:gd name="connsiteY20" fmla="*/ 98069 h 638479"/>
              <a:gd name="connsiteX21" fmla="*/ 85039 w 1235126"/>
              <a:gd name="connsiteY21" fmla="*/ 217398 h 638479"/>
              <a:gd name="connsiteX22" fmla="*/ 357988 w 1235126"/>
              <a:gd name="connsiteY22" fmla="*/ 217398 h 638479"/>
              <a:gd name="connsiteX23" fmla="*/ 357988 w 1235126"/>
              <a:gd name="connsiteY23" fmla="*/ 90525 h 638479"/>
              <a:gd name="connsiteX24" fmla="*/ 372389 w 1235126"/>
              <a:gd name="connsiteY24" fmla="*/ 25374 h 638479"/>
              <a:gd name="connsiteX25" fmla="*/ 422110 w 1235126"/>
              <a:gd name="connsiteY25" fmla="*/ 49034 h 638479"/>
              <a:gd name="connsiteX26" fmla="*/ 468059 w 1235126"/>
              <a:gd name="connsiteY26" fmla="*/ 79210 h 638479"/>
              <a:gd name="connsiteX27" fmla="*/ 475260 w 1235126"/>
              <a:gd name="connsiteY27" fmla="*/ 90525 h 638479"/>
              <a:gd name="connsiteX28" fmla="*/ 449199 w 1235126"/>
              <a:gd name="connsiteY28" fmla="*/ 110413 h 638479"/>
              <a:gd name="connsiteX29" fmla="*/ 449199 w 1235126"/>
              <a:gd name="connsiteY29" fmla="*/ 510921 h 638479"/>
              <a:gd name="connsiteX30" fmla="*/ 449885 w 1235126"/>
              <a:gd name="connsiteY30" fmla="*/ 554812 h 638479"/>
              <a:gd name="connsiteX31" fmla="*/ 450571 w 1235126"/>
              <a:gd name="connsiteY31" fmla="*/ 578129 h 638479"/>
              <a:gd name="connsiteX32" fmla="*/ 448513 w 1235126"/>
              <a:gd name="connsiteY32" fmla="*/ 585330 h 638479"/>
              <a:gd name="connsiteX33" fmla="*/ 430683 w 1235126"/>
              <a:gd name="connsiteY33" fmla="*/ 595960 h 638479"/>
              <a:gd name="connsiteX34" fmla="*/ 391592 w 1235126"/>
              <a:gd name="connsiteY34" fmla="*/ 606933 h 638479"/>
              <a:gd name="connsiteX35" fmla="*/ 363131 w 1235126"/>
              <a:gd name="connsiteY35" fmla="*/ 611047 h 638479"/>
              <a:gd name="connsiteX36" fmla="*/ 357988 w 1235126"/>
              <a:gd name="connsiteY36" fmla="*/ 599389 h 638479"/>
              <a:gd name="connsiteX37" fmla="*/ 357988 w 1235126"/>
              <a:gd name="connsiteY37" fmla="*/ 539724 h 638479"/>
              <a:gd name="connsiteX38" fmla="*/ 85039 w 1235126"/>
              <a:gd name="connsiteY38" fmla="*/ 539724 h 638479"/>
              <a:gd name="connsiteX39" fmla="*/ 85039 w 1235126"/>
              <a:gd name="connsiteY39" fmla="*/ 591159 h 638479"/>
              <a:gd name="connsiteX40" fmla="*/ 82982 w 1235126"/>
              <a:gd name="connsiteY40" fmla="*/ 599732 h 638479"/>
              <a:gd name="connsiteX41" fmla="*/ 67894 w 1235126"/>
              <a:gd name="connsiteY41" fmla="*/ 606933 h 638479"/>
              <a:gd name="connsiteX42" fmla="*/ 33947 w 1235126"/>
              <a:gd name="connsiteY42" fmla="*/ 615505 h 638479"/>
              <a:gd name="connsiteX43" fmla="*/ 4115 w 1235126"/>
              <a:gd name="connsiteY43" fmla="*/ 619277 h 638479"/>
              <a:gd name="connsiteX44" fmla="*/ 0 w 1235126"/>
              <a:gd name="connsiteY44" fmla="*/ 613791 h 638479"/>
              <a:gd name="connsiteX45" fmla="*/ 1372 w 1235126"/>
              <a:gd name="connsiteY45" fmla="*/ 581558 h 638479"/>
              <a:gd name="connsiteX46" fmla="*/ 2743 w 1235126"/>
              <a:gd name="connsiteY46" fmla="*/ 520522 h 638479"/>
              <a:gd name="connsiteX47" fmla="*/ 2743 w 1235126"/>
              <a:gd name="connsiteY47" fmla="*/ 106299 h 638479"/>
              <a:gd name="connsiteX48" fmla="*/ 1372 w 1235126"/>
              <a:gd name="connsiteY48" fmla="*/ 34975 h 638479"/>
              <a:gd name="connsiteX49" fmla="*/ 88468 w 1235126"/>
              <a:gd name="connsiteY49" fmla="*/ 67894 h 638479"/>
              <a:gd name="connsiteX50" fmla="*/ 340843 w 1235126"/>
              <a:gd name="connsiteY50" fmla="*/ 67894 h 638479"/>
              <a:gd name="connsiteX51" fmla="*/ 359359 w 1235126"/>
              <a:gd name="connsiteY51" fmla="*/ 34290 h 638479"/>
              <a:gd name="connsiteX52" fmla="*/ 372389 w 1235126"/>
              <a:gd name="connsiteY52" fmla="*/ 25374 h 638479"/>
              <a:gd name="connsiteX53" fmla="*/ 1016356 w 1235126"/>
              <a:gd name="connsiteY53" fmla="*/ 0 h 638479"/>
              <a:gd name="connsiteX54" fmla="*/ 1050646 w 1235126"/>
              <a:gd name="connsiteY54" fmla="*/ 16116 h 638479"/>
              <a:gd name="connsiteX55" fmla="*/ 1093851 w 1235126"/>
              <a:gd name="connsiteY55" fmla="*/ 43205 h 638479"/>
              <a:gd name="connsiteX56" fmla="*/ 1108253 w 1235126"/>
              <a:gd name="connsiteY56" fmla="*/ 60350 h 638479"/>
              <a:gd name="connsiteX57" fmla="*/ 1079449 w 1235126"/>
              <a:gd name="connsiteY57" fmla="*/ 78181 h 638479"/>
              <a:gd name="connsiteX58" fmla="*/ 1079449 w 1235126"/>
              <a:gd name="connsiteY58" fmla="*/ 245516 h 638479"/>
              <a:gd name="connsiteX59" fmla="*/ 1098652 w 1235126"/>
              <a:gd name="connsiteY59" fmla="*/ 245516 h 638479"/>
              <a:gd name="connsiteX60" fmla="*/ 1116483 w 1235126"/>
              <a:gd name="connsiteY60" fmla="*/ 211226 h 638479"/>
              <a:gd name="connsiteX61" fmla="*/ 1129513 w 1235126"/>
              <a:gd name="connsiteY61" fmla="*/ 192024 h 638479"/>
              <a:gd name="connsiteX62" fmla="*/ 1137742 w 1235126"/>
              <a:gd name="connsiteY62" fmla="*/ 188595 h 638479"/>
              <a:gd name="connsiteX63" fmla="*/ 1186091 w 1235126"/>
              <a:gd name="connsiteY63" fmla="*/ 219456 h 638479"/>
              <a:gd name="connsiteX64" fmla="*/ 1226211 w 1235126"/>
              <a:gd name="connsiteY64" fmla="*/ 259232 h 638479"/>
              <a:gd name="connsiteX65" fmla="*/ 1213180 w 1235126"/>
              <a:gd name="connsiteY65" fmla="*/ 268147 h 638479"/>
              <a:gd name="connsiteX66" fmla="*/ 953948 w 1235126"/>
              <a:gd name="connsiteY66" fmla="*/ 268147 h 638479"/>
              <a:gd name="connsiteX67" fmla="*/ 949833 w 1235126"/>
              <a:gd name="connsiteY67" fmla="*/ 273634 h 638479"/>
              <a:gd name="connsiteX68" fmla="*/ 1009498 w 1235126"/>
              <a:gd name="connsiteY68" fmla="*/ 394335 h 638479"/>
              <a:gd name="connsiteX69" fmla="*/ 1067791 w 1235126"/>
              <a:gd name="connsiteY69" fmla="*/ 283921 h 638479"/>
              <a:gd name="connsiteX70" fmla="*/ 1132599 w 1235126"/>
              <a:gd name="connsiteY70" fmla="*/ 315468 h 638479"/>
              <a:gd name="connsiteX71" fmla="*/ 1163803 w 1235126"/>
              <a:gd name="connsiteY71" fmla="*/ 335013 h 638479"/>
              <a:gd name="connsiteX72" fmla="*/ 1168603 w 1235126"/>
              <a:gd name="connsiteY72" fmla="*/ 343585 h 638479"/>
              <a:gd name="connsiteX73" fmla="*/ 1151116 w 1235126"/>
              <a:gd name="connsiteY73" fmla="*/ 350101 h 638479"/>
              <a:gd name="connsiteX74" fmla="*/ 1108596 w 1235126"/>
              <a:gd name="connsiteY74" fmla="*/ 363817 h 638479"/>
              <a:gd name="connsiteX75" fmla="*/ 1023900 w 1235126"/>
              <a:gd name="connsiteY75" fmla="*/ 410794 h 638479"/>
              <a:gd name="connsiteX76" fmla="*/ 1095909 w 1235126"/>
              <a:gd name="connsiteY76" fmla="*/ 464629 h 638479"/>
              <a:gd name="connsiteX77" fmla="*/ 1228268 w 1235126"/>
              <a:gd name="connsiteY77" fmla="*/ 511606 h 638479"/>
              <a:gd name="connsiteX78" fmla="*/ 1235126 w 1235126"/>
              <a:gd name="connsiteY78" fmla="*/ 516064 h 638479"/>
              <a:gd name="connsiteX79" fmla="*/ 1227582 w 1235126"/>
              <a:gd name="connsiteY79" fmla="*/ 520522 h 638479"/>
              <a:gd name="connsiteX80" fmla="*/ 1148029 w 1235126"/>
              <a:gd name="connsiteY80" fmla="*/ 593217 h 638479"/>
              <a:gd name="connsiteX81" fmla="*/ 1140486 w 1235126"/>
              <a:gd name="connsiteY81" fmla="*/ 598017 h 638479"/>
              <a:gd name="connsiteX82" fmla="*/ 1077735 w 1235126"/>
              <a:gd name="connsiteY82" fmla="*/ 560298 h 638479"/>
              <a:gd name="connsiteX83" fmla="*/ 992696 w 1235126"/>
              <a:gd name="connsiteY83" fmla="*/ 458800 h 638479"/>
              <a:gd name="connsiteX84" fmla="*/ 944347 w 1235126"/>
              <a:gd name="connsiteY84" fmla="*/ 286664 h 638479"/>
              <a:gd name="connsiteX85" fmla="*/ 944347 w 1235126"/>
              <a:gd name="connsiteY85" fmla="*/ 561670 h 638479"/>
              <a:gd name="connsiteX86" fmla="*/ 933717 w 1235126"/>
              <a:gd name="connsiteY86" fmla="*/ 606590 h 638479"/>
              <a:gd name="connsiteX87" fmla="*/ 896341 w 1235126"/>
              <a:gd name="connsiteY87" fmla="*/ 630250 h 638479"/>
              <a:gd name="connsiteX88" fmla="*/ 847649 w 1235126"/>
              <a:gd name="connsiteY88" fmla="*/ 638479 h 638479"/>
              <a:gd name="connsiteX89" fmla="*/ 833933 w 1235126"/>
              <a:gd name="connsiteY89" fmla="*/ 626821 h 638479"/>
              <a:gd name="connsiteX90" fmla="*/ 821932 w 1235126"/>
              <a:gd name="connsiteY90" fmla="*/ 595617 h 638479"/>
              <a:gd name="connsiteX91" fmla="*/ 801357 w 1235126"/>
              <a:gd name="connsiteY91" fmla="*/ 579843 h 638479"/>
              <a:gd name="connsiteX92" fmla="*/ 755752 w 1235126"/>
              <a:gd name="connsiteY92" fmla="*/ 567156 h 638479"/>
              <a:gd name="connsiteX93" fmla="*/ 748208 w 1235126"/>
              <a:gd name="connsiteY93" fmla="*/ 563727 h 638479"/>
              <a:gd name="connsiteX94" fmla="*/ 766039 w 1235126"/>
              <a:gd name="connsiteY94" fmla="*/ 561670 h 638479"/>
              <a:gd name="connsiteX95" fmla="*/ 841477 w 1235126"/>
              <a:gd name="connsiteY95" fmla="*/ 553440 h 638479"/>
              <a:gd name="connsiteX96" fmla="*/ 859993 w 1235126"/>
              <a:gd name="connsiteY96" fmla="*/ 522579 h 638479"/>
              <a:gd name="connsiteX97" fmla="*/ 859993 w 1235126"/>
              <a:gd name="connsiteY97" fmla="*/ 413537 h 638479"/>
              <a:gd name="connsiteX98" fmla="*/ 732777 w 1235126"/>
              <a:gd name="connsiteY98" fmla="*/ 504063 h 638479"/>
              <a:gd name="connsiteX99" fmla="*/ 659054 w 1235126"/>
              <a:gd name="connsiteY99" fmla="*/ 566470 h 638479"/>
              <a:gd name="connsiteX100" fmla="*/ 651510 w 1235126"/>
              <a:gd name="connsiteY100" fmla="*/ 571957 h 638479"/>
              <a:gd name="connsiteX101" fmla="*/ 646367 w 1235126"/>
              <a:gd name="connsiteY101" fmla="*/ 569214 h 638479"/>
              <a:gd name="connsiteX102" fmla="*/ 628879 w 1235126"/>
              <a:gd name="connsiteY102" fmla="*/ 540753 h 638479"/>
              <a:gd name="connsiteX103" fmla="*/ 597332 w 1235126"/>
              <a:gd name="connsiteY103" fmla="*/ 482117 h 638479"/>
              <a:gd name="connsiteX104" fmla="*/ 859993 w 1235126"/>
              <a:gd name="connsiteY104" fmla="*/ 403936 h 638479"/>
              <a:gd name="connsiteX105" fmla="*/ 859993 w 1235126"/>
              <a:gd name="connsiteY105" fmla="*/ 268147 h 638479"/>
              <a:gd name="connsiteX106" fmla="*/ 635737 w 1235126"/>
              <a:gd name="connsiteY106" fmla="*/ 268147 h 638479"/>
              <a:gd name="connsiteX107" fmla="*/ 611048 w 1235126"/>
              <a:gd name="connsiteY107" fmla="*/ 275691 h 638479"/>
              <a:gd name="connsiteX108" fmla="*/ 593217 w 1235126"/>
              <a:gd name="connsiteY108" fmla="*/ 243459 h 638479"/>
              <a:gd name="connsiteX109" fmla="*/ 627507 w 1235126"/>
              <a:gd name="connsiteY109" fmla="*/ 245516 h 638479"/>
              <a:gd name="connsiteX110" fmla="*/ 997153 w 1235126"/>
              <a:gd name="connsiteY110" fmla="*/ 245516 h 638479"/>
              <a:gd name="connsiteX111" fmla="*/ 997153 w 1235126"/>
              <a:gd name="connsiteY111" fmla="*/ 165963 h 638479"/>
              <a:gd name="connsiteX112" fmla="*/ 731749 w 1235126"/>
              <a:gd name="connsiteY112" fmla="*/ 165963 h 638479"/>
              <a:gd name="connsiteX113" fmla="*/ 705003 w 1235126"/>
              <a:gd name="connsiteY113" fmla="*/ 174193 h 638479"/>
              <a:gd name="connsiteX114" fmla="*/ 687172 w 1235126"/>
              <a:gd name="connsiteY114" fmla="*/ 141274 h 638479"/>
              <a:gd name="connsiteX115" fmla="*/ 721462 w 1235126"/>
              <a:gd name="connsiteY115" fmla="*/ 143332 h 638479"/>
              <a:gd name="connsiteX116" fmla="*/ 997153 w 1235126"/>
              <a:gd name="connsiteY116" fmla="*/ 143332 h 638479"/>
              <a:gd name="connsiteX117" fmla="*/ 997153 w 1235126"/>
              <a:gd name="connsiteY117" fmla="*/ 67208 h 638479"/>
              <a:gd name="connsiteX118" fmla="*/ 706374 w 1235126"/>
              <a:gd name="connsiteY118" fmla="*/ 67208 h 638479"/>
              <a:gd name="connsiteX119" fmla="*/ 679628 w 1235126"/>
              <a:gd name="connsiteY119" fmla="*/ 75438 h 638479"/>
              <a:gd name="connsiteX120" fmla="*/ 661797 w 1235126"/>
              <a:gd name="connsiteY120" fmla="*/ 42519 h 638479"/>
              <a:gd name="connsiteX121" fmla="*/ 696087 w 1235126"/>
              <a:gd name="connsiteY121" fmla="*/ 44577 h 638479"/>
              <a:gd name="connsiteX122" fmla="*/ 984123 w 1235126"/>
              <a:gd name="connsiteY122" fmla="*/ 44577 h 638479"/>
              <a:gd name="connsiteX123" fmla="*/ 1006069 w 1235126"/>
              <a:gd name="connsiteY123" fmla="*/ 5829 h 638479"/>
              <a:gd name="connsiteX124" fmla="*/ 1016356 w 1235126"/>
              <a:gd name="connsiteY124" fmla="*/ 0 h 63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35126" h="638479">
                <a:moveTo>
                  <a:pt x="85039" y="392277"/>
                </a:moveTo>
                <a:lnTo>
                  <a:pt x="85039" y="517093"/>
                </a:lnTo>
                <a:lnTo>
                  <a:pt x="357988" y="517093"/>
                </a:lnTo>
                <a:lnTo>
                  <a:pt x="357988" y="392277"/>
                </a:lnTo>
                <a:close/>
                <a:moveTo>
                  <a:pt x="677571" y="293522"/>
                </a:moveTo>
                <a:cubicBezTo>
                  <a:pt x="714604" y="293522"/>
                  <a:pt x="745350" y="300266"/>
                  <a:pt x="769811" y="313753"/>
                </a:cubicBezTo>
                <a:cubicBezTo>
                  <a:pt x="794271" y="327241"/>
                  <a:pt x="806501" y="345643"/>
                  <a:pt x="806501" y="368960"/>
                </a:cubicBezTo>
                <a:cubicBezTo>
                  <a:pt x="806501" y="381762"/>
                  <a:pt x="801700" y="392849"/>
                  <a:pt x="792099" y="402221"/>
                </a:cubicBezTo>
                <a:cubicBezTo>
                  <a:pt x="782498" y="411594"/>
                  <a:pt x="771982" y="416280"/>
                  <a:pt x="760552" y="416280"/>
                </a:cubicBezTo>
                <a:cubicBezTo>
                  <a:pt x="749122" y="416280"/>
                  <a:pt x="739407" y="412508"/>
                  <a:pt x="731406" y="404965"/>
                </a:cubicBezTo>
                <a:cubicBezTo>
                  <a:pt x="723405" y="397421"/>
                  <a:pt x="719404" y="386334"/>
                  <a:pt x="719404" y="371703"/>
                </a:cubicBezTo>
                <a:cubicBezTo>
                  <a:pt x="719404" y="351586"/>
                  <a:pt x="716433" y="336842"/>
                  <a:pt x="710489" y="327469"/>
                </a:cubicBezTo>
                <a:cubicBezTo>
                  <a:pt x="704545" y="318097"/>
                  <a:pt x="691744" y="309295"/>
                  <a:pt x="672084" y="301066"/>
                </a:cubicBezTo>
                <a:cubicBezTo>
                  <a:pt x="667969" y="299237"/>
                  <a:pt x="665912" y="297523"/>
                  <a:pt x="665912" y="295922"/>
                </a:cubicBezTo>
                <a:cubicBezTo>
                  <a:pt x="665912" y="294322"/>
                  <a:pt x="669798" y="293522"/>
                  <a:pt x="677571" y="293522"/>
                </a:cubicBezTo>
                <a:close/>
                <a:moveTo>
                  <a:pt x="85039" y="240030"/>
                </a:moveTo>
                <a:lnTo>
                  <a:pt x="85039" y="369646"/>
                </a:lnTo>
                <a:lnTo>
                  <a:pt x="357988" y="369646"/>
                </a:lnTo>
                <a:lnTo>
                  <a:pt x="357988" y="240030"/>
                </a:lnTo>
                <a:close/>
                <a:moveTo>
                  <a:pt x="93269" y="90525"/>
                </a:moveTo>
                <a:cubicBezTo>
                  <a:pt x="92354" y="93268"/>
                  <a:pt x="89611" y="95783"/>
                  <a:pt x="85039" y="98069"/>
                </a:cubicBezTo>
                <a:lnTo>
                  <a:pt x="85039" y="217398"/>
                </a:lnTo>
                <a:lnTo>
                  <a:pt x="357988" y="217398"/>
                </a:lnTo>
                <a:lnTo>
                  <a:pt x="357988" y="90525"/>
                </a:lnTo>
                <a:close/>
                <a:moveTo>
                  <a:pt x="372389" y="25374"/>
                </a:moveTo>
                <a:cubicBezTo>
                  <a:pt x="379705" y="25374"/>
                  <a:pt x="396278" y="33261"/>
                  <a:pt x="422110" y="49034"/>
                </a:cubicBezTo>
                <a:cubicBezTo>
                  <a:pt x="447942" y="64808"/>
                  <a:pt x="463258" y="74866"/>
                  <a:pt x="468059" y="79210"/>
                </a:cubicBezTo>
                <a:cubicBezTo>
                  <a:pt x="472859" y="83553"/>
                  <a:pt x="475260" y="87325"/>
                  <a:pt x="475260" y="90525"/>
                </a:cubicBezTo>
                <a:cubicBezTo>
                  <a:pt x="475260" y="96926"/>
                  <a:pt x="466573" y="103555"/>
                  <a:pt x="449199" y="110413"/>
                </a:cubicBezTo>
                <a:lnTo>
                  <a:pt x="449199" y="510921"/>
                </a:lnTo>
                <a:cubicBezTo>
                  <a:pt x="449199" y="531952"/>
                  <a:pt x="449428" y="546582"/>
                  <a:pt x="449885" y="554812"/>
                </a:cubicBezTo>
                <a:lnTo>
                  <a:pt x="450571" y="578129"/>
                </a:lnTo>
                <a:cubicBezTo>
                  <a:pt x="450571" y="580415"/>
                  <a:pt x="449885" y="582815"/>
                  <a:pt x="448513" y="585330"/>
                </a:cubicBezTo>
                <a:cubicBezTo>
                  <a:pt x="447142" y="587845"/>
                  <a:pt x="441198" y="591388"/>
                  <a:pt x="430683" y="595960"/>
                </a:cubicBezTo>
                <a:cubicBezTo>
                  <a:pt x="420167" y="600532"/>
                  <a:pt x="407137" y="604189"/>
                  <a:pt x="391592" y="606933"/>
                </a:cubicBezTo>
                <a:cubicBezTo>
                  <a:pt x="376047" y="609676"/>
                  <a:pt x="366560" y="611047"/>
                  <a:pt x="363131" y="611047"/>
                </a:cubicBezTo>
                <a:cubicBezTo>
                  <a:pt x="359702" y="611047"/>
                  <a:pt x="357988" y="607161"/>
                  <a:pt x="357988" y="599389"/>
                </a:cubicBezTo>
                <a:lnTo>
                  <a:pt x="357988" y="539724"/>
                </a:lnTo>
                <a:lnTo>
                  <a:pt x="85039" y="539724"/>
                </a:lnTo>
                <a:lnTo>
                  <a:pt x="85039" y="591159"/>
                </a:lnTo>
                <a:cubicBezTo>
                  <a:pt x="85039" y="595274"/>
                  <a:pt x="84353" y="598132"/>
                  <a:pt x="82982" y="599732"/>
                </a:cubicBezTo>
                <a:cubicBezTo>
                  <a:pt x="81610" y="601332"/>
                  <a:pt x="76581" y="603732"/>
                  <a:pt x="67894" y="606933"/>
                </a:cubicBezTo>
                <a:cubicBezTo>
                  <a:pt x="59208" y="610133"/>
                  <a:pt x="47892" y="612991"/>
                  <a:pt x="33947" y="615505"/>
                </a:cubicBezTo>
                <a:cubicBezTo>
                  <a:pt x="20003" y="618020"/>
                  <a:pt x="10058" y="619277"/>
                  <a:pt x="4115" y="619277"/>
                </a:cubicBezTo>
                <a:cubicBezTo>
                  <a:pt x="1372" y="619277"/>
                  <a:pt x="0" y="617448"/>
                  <a:pt x="0" y="613791"/>
                </a:cubicBezTo>
                <a:lnTo>
                  <a:pt x="1372" y="581558"/>
                </a:lnTo>
                <a:cubicBezTo>
                  <a:pt x="2286" y="559155"/>
                  <a:pt x="2743" y="538810"/>
                  <a:pt x="2743" y="520522"/>
                </a:cubicBezTo>
                <a:lnTo>
                  <a:pt x="2743" y="106299"/>
                </a:lnTo>
                <a:cubicBezTo>
                  <a:pt x="2743" y="78409"/>
                  <a:pt x="2286" y="54635"/>
                  <a:pt x="1372" y="34975"/>
                </a:cubicBezTo>
                <a:cubicBezTo>
                  <a:pt x="29261" y="41376"/>
                  <a:pt x="58293" y="52349"/>
                  <a:pt x="88468" y="67894"/>
                </a:cubicBezTo>
                <a:lnTo>
                  <a:pt x="340843" y="67894"/>
                </a:lnTo>
                <a:cubicBezTo>
                  <a:pt x="349072" y="51435"/>
                  <a:pt x="355244" y="40233"/>
                  <a:pt x="359359" y="34290"/>
                </a:cubicBezTo>
                <a:cubicBezTo>
                  <a:pt x="363474" y="28346"/>
                  <a:pt x="367817" y="25374"/>
                  <a:pt x="372389" y="25374"/>
                </a:cubicBezTo>
                <a:close/>
                <a:moveTo>
                  <a:pt x="1016356" y="0"/>
                </a:moveTo>
                <a:cubicBezTo>
                  <a:pt x="1020013" y="0"/>
                  <a:pt x="1031443" y="5372"/>
                  <a:pt x="1050646" y="16116"/>
                </a:cubicBezTo>
                <a:cubicBezTo>
                  <a:pt x="1069848" y="26860"/>
                  <a:pt x="1084250" y="35890"/>
                  <a:pt x="1093851" y="43205"/>
                </a:cubicBezTo>
                <a:cubicBezTo>
                  <a:pt x="1103452" y="50520"/>
                  <a:pt x="1108253" y="56235"/>
                  <a:pt x="1108253" y="60350"/>
                </a:cubicBezTo>
                <a:cubicBezTo>
                  <a:pt x="1108253" y="66751"/>
                  <a:pt x="1098652" y="72694"/>
                  <a:pt x="1079449" y="78181"/>
                </a:cubicBezTo>
                <a:lnTo>
                  <a:pt x="1079449" y="245516"/>
                </a:lnTo>
                <a:lnTo>
                  <a:pt x="1098652" y="245516"/>
                </a:lnTo>
                <a:cubicBezTo>
                  <a:pt x="1104138" y="233172"/>
                  <a:pt x="1110082" y="221742"/>
                  <a:pt x="1116483" y="211226"/>
                </a:cubicBezTo>
                <a:cubicBezTo>
                  <a:pt x="1122883" y="200710"/>
                  <a:pt x="1127227" y="194310"/>
                  <a:pt x="1129513" y="192024"/>
                </a:cubicBezTo>
                <a:cubicBezTo>
                  <a:pt x="1131799" y="189738"/>
                  <a:pt x="1134542" y="188595"/>
                  <a:pt x="1137742" y="188595"/>
                </a:cubicBezTo>
                <a:cubicBezTo>
                  <a:pt x="1143229" y="188595"/>
                  <a:pt x="1159345" y="198882"/>
                  <a:pt x="1186091" y="219456"/>
                </a:cubicBezTo>
                <a:cubicBezTo>
                  <a:pt x="1212837" y="240030"/>
                  <a:pt x="1226211" y="253288"/>
                  <a:pt x="1226211" y="259232"/>
                </a:cubicBezTo>
                <a:cubicBezTo>
                  <a:pt x="1226211" y="265176"/>
                  <a:pt x="1221867" y="268147"/>
                  <a:pt x="1213180" y="268147"/>
                </a:cubicBezTo>
                <a:lnTo>
                  <a:pt x="953948" y="268147"/>
                </a:lnTo>
                <a:cubicBezTo>
                  <a:pt x="953491" y="269519"/>
                  <a:pt x="952119" y="271348"/>
                  <a:pt x="949833" y="273634"/>
                </a:cubicBezTo>
                <a:cubicBezTo>
                  <a:pt x="966292" y="323926"/>
                  <a:pt x="986181" y="364159"/>
                  <a:pt x="1009498" y="394335"/>
                </a:cubicBezTo>
                <a:cubicBezTo>
                  <a:pt x="1026871" y="371475"/>
                  <a:pt x="1046302" y="334670"/>
                  <a:pt x="1067791" y="283921"/>
                </a:cubicBezTo>
                <a:cubicBezTo>
                  <a:pt x="1093394" y="294894"/>
                  <a:pt x="1114997" y="305409"/>
                  <a:pt x="1132599" y="315468"/>
                </a:cubicBezTo>
                <a:cubicBezTo>
                  <a:pt x="1150201" y="325526"/>
                  <a:pt x="1160602" y="332041"/>
                  <a:pt x="1163803" y="335013"/>
                </a:cubicBezTo>
                <a:cubicBezTo>
                  <a:pt x="1167003" y="337985"/>
                  <a:pt x="1168603" y="340842"/>
                  <a:pt x="1168603" y="343585"/>
                </a:cubicBezTo>
                <a:cubicBezTo>
                  <a:pt x="1168603" y="346329"/>
                  <a:pt x="1162774" y="348500"/>
                  <a:pt x="1151116" y="350101"/>
                </a:cubicBezTo>
                <a:cubicBezTo>
                  <a:pt x="1139457" y="351701"/>
                  <a:pt x="1125284" y="356273"/>
                  <a:pt x="1108596" y="363817"/>
                </a:cubicBezTo>
                <a:cubicBezTo>
                  <a:pt x="1091908" y="371360"/>
                  <a:pt x="1063676" y="387019"/>
                  <a:pt x="1023900" y="410794"/>
                </a:cubicBezTo>
                <a:cubicBezTo>
                  <a:pt x="1042188" y="430911"/>
                  <a:pt x="1066191" y="448856"/>
                  <a:pt x="1095909" y="464629"/>
                </a:cubicBezTo>
                <a:cubicBezTo>
                  <a:pt x="1125627" y="480403"/>
                  <a:pt x="1169746" y="496062"/>
                  <a:pt x="1228268" y="511606"/>
                </a:cubicBezTo>
                <a:cubicBezTo>
                  <a:pt x="1232840" y="512978"/>
                  <a:pt x="1235126" y="514464"/>
                  <a:pt x="1235126" y="516064"/>
                </a:cubicBezTo>
                <a:cubicBezTo>
                  <a:pt x="1235126" y="517664"/>
                  <a:pt x="1232611" y="519150"/>
                  <a:pt x="1227582" y="520522"/>
                </a:cubicBezTo>
                <a:cubicBezTo>
                  <a:pt x="1197407" y="529209"/>
                  <a:pt x="1170889" y="553440"/>
                  <a:pt x="1148029" y="593217"/>
                </a:cubicBezTo>
                <a:cubicBezTo>
                  <a:pt x="1145743" y="596417"/>
                  <a:pt x="1143229" y="598017"/>
                  <a:pt x="1140486" y="598017"/>
                </a:cubicBezTo>
                <a:cubicBezTo>
                  <a:pt x="1133170" y="598017"/>
                  <a:pt x="1112253" y="585444"/>
                  <a:pt x="1077735" y="560298"/>
                </a:cubicBezTo>
                <a:cubicBezTo>
                  <a:pt x="1043216" y="535152"/>
                  <a:pt x="1014870" y="501319"/>
                  <a:pt x="992696" y="458800"/>
                </a:cubicBezTo>
                <a:cubicBezTo>
                  <a:pt x="970522" y="416280"/>
                  <a:pt x="954405" y="358902"/>
                  <a:pt x="944347" y="286664"/>
                </a:cubicBezTo>
                <a:lnTo>
                  <a:pt x="944347" y="561670"/>
                </a:lnTo>
                <a:cubicBezTo>
                  <a:pt x="944347" y="581329"/>
                  <a:pt x="940803" y="596303"/>
                  <a:pt x="933717" y="606590"/>
                </a:cubicBezTo>
                <a:cubicBezTo>
                  <a:pt x="926630" y="616877"/>
                  <a:pt x="914172" y="624763"/>
                  <a:pt x="896341" y="630250"/>
                </a:cubicBezTo>
                <a:cubicBezTo>
                  <a:pt x="878510" y="635736"/>
                  <a:pt x="862279" y="638479"/>
                  <a:pt x="847649" y="638479"/>
                </a:cubicBezTo>
                <a:cubicBezTo>
                  <a:pt x="840791" y="638479"/>
                  <a:pt x="836219" y="634593"/>
                  <a:pt x="833933" y="626821"/>
                </a:cubicBezTo>
                <a:cubicBezTo>
                  <a:pt x="830275" y="612648"/>
                  <a:pt x="826275" y="602246"/>
                  <a:pt x="821932" y="595617"/>
                </a:cubicBezTo>
                <a:cubicBezTo>
                  <a:pt x="817588" y="588988"/>
                  <a:pt x="810730" y="583730"/>
                  <a:pt x="801357" y="579843"/>
                </a:cubicBezTo>
                <a:cubicBezTo>
                  <a:pt x="791985" y="575957"/>
                  <a:pt x="776783" y="571728"/>
                  <a:pt x="755752" y="567156"/>
                </a:cubicBezTo>
                <a:cubicBezTo>
                  <a:pt x="750723" y="566242"/>
                  <a:pt x="748208" y="565099"/>
                  <a:pt x="748208" y="563727"/>
                </a:cubicBezTo>
                <a:cubicBezTo>
                  <a:pt x="748208" y="562356"/>
                  <a:pt x="754152" y="561670"/>
                  <a:pt x="766039" y="561670"/>
                </a:cubicBezTo>
                <a:cubicBezTo>
                  <a:pt x="803986" y="561670"/>
                  <a:pt x="829132" y="558927"/>
                  <a:pt x="841477" y="553440"/>
                </a:cubicBezTo>
                <a:cubicBezTo>
                  <a:pt x="853821" y="547954"/>
                  <a:pt x="859993" y="537667"/>
                  <a:pt x="859993" y="522579"/>
                </a:cubicBezTo>
                <a:lnTo>
                  <a:pt x="859993" y="413537"/>
                </a:lnTo>
                <a:cubicBezTo>
                  <a:pt x="811530" y="445998"/>
                  <a:pt x="769125" y="476173"/>
                  <a:pt x="732777" y="504063"/>
                </a:cubicBezTo>
                <a:cubicBezTo>
                  <a:pt x="696430" y="531952"/>
                  <a:pt x="671856" y="552754"/>
                  <a:pt x="659054" y="566470"/>
                </a:cubicBezTo>
                <a:cubicBezTo>
                  <a:pt x="655854" y="570128"/>
                  <a:pt x="653339" y="571957"/>
                  <a:pt x="651510" y="571957"/>
                </a:cubicBezTo>
                <a:cubicBezTo>
                  <a:pt x="649681" y="571957"/>
                  <a:pt x="647967" y="571042"/>
                  <a:pt x="646367" y="569214"/>
                </a:cubicBezTo>
                <a:cubicBezTo>
                  <a:pt x="644766" y="567385"/>
                  <a:pt x="638937" y="557898"/>
                  <a:pt x="628879" y="540753"/>
                </a:cubicBezTo>
                <a:cubicBezTo>
                  <a:pt x="618820" y="523608"/>
                  <a:pt x="608305" y="504063"/>
                  <a:pt x="597332" y="482117"/>
                </a:cubicBezTo>
                <a:cubicBezTo>
                  <a:pt x="702031" y="454685"/>
                  <a:pt x="789585" y="428625"/>
                  <a:pt x="859993" y="403936"/>
                </a:cubicBezTo>
                <a:lnTo>
                  <a:pt x="859993" y="268147"/>
                </a:lnTo>
                <a:lnTo>
                  <a:pt x="635737" y="268147"/>
                </a:lnTo>
                <a:cubicBezTo>
                  <a:pt x="626593" y="268147"/>
                  <a:pt x="618363" y="270662"/>
                  <a:pt x="611048" y="275691"/>
                </a:cubicBezTo>
                <a:lnTo>
                  <a:pt x="593217" y="243459"/>
                </a:lnTo>
                <a:cubicBezTo>
                  <a:pt x="604190" y="244830"/>
                  <a:pt x="615620" y="245516"/>
                  <a:pt x="627507" y="245516"/>
                </a:cubicBezTo>
                <a:lnTo>
                  <a:pt x="997153" y="245516"/>
                </a:lnTo>
                <a:lnTo>
                  <a:pt x="997153" y="165963"/>
                </a:lnTo>
                <a:lnTo>
                  <a:pt x="731749" y="165963"/>
                </a:lnTo>
                <a:cubicBezTo>
                  <a:pt x="722148" y="165963"/>
                  <a:pt x="713232" y="168706"/>
                  <a:pt x="705003" y="174193"/>
                </a:cubicBezTo>
                <a:lnTo>
                  <a:pt x="687172" y="141274"/>
                </a:lnTo>
                <a:cubicBezTo>
                  <a:pt x="698145" y="142646"/>
                  <a:pt x="709575" y="143332"/>
                  <a:pt x="721462" y="143332"/>
                </a:cubicBezTo>
                <a:lnTo>
                  <a:pt x="997153" y="143332"/>
                </a:lnTo>
                <a:lnTo>
                  <a:pt x="997153" y="67208"/>
                </a:lnTo>
                <a:lnTo>
                  <a:pt x="706374" y="67208"/>
                </a:lnTo>
                <a:cubicBezTo>
                  <a:pt x="696773" y="67208"/>
                  <a:pt x="687858" y="69951"/>
                  <a:pt x="679628" y="75438"/>
                </a:cubicBezTo>
                <a:lnTo>
                  <a:pt x="661797" y="42519"/>
                </a:lnTo>
                <a:cubicBezTo>
                  <a:pt x="672770" y="43891"/>
                  <a:pt x="684200" y="44577"/>
                  <a:pt x="696087" y="44577"/>
                </a:cubicBezTo>
                <a:lnTo>
                  <a:pt x="984123" y="44577"/>
                </a:lnTo>
                <a:cubicBezTo>
                  <a:pt x="995553" y="22631"/>
                  <a:pt x="1002868" y="9715"/>
                  <a:pt x="1006069" y="5829"/>
                </a:cubicBezTo>
                <a:cubicBezTo>
                  <a:pt x="1009269" y="1943"/>
                  <a:pt x="1012698" y="0"/>
                  <a:pt x="1016356" y="0"/>
                </a:cubicBezTo>
                <a:close/>
              </a:path>
            </a:pathLst>
          </a:custGeom>
          <a:solidFill>
            <a:srgbClr val="1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p:cNvCxnSpPr/>
          <p:nvPr userDrawn="1"/>
        </p:nvCxnSpPr>
        <p:spPr>
          <a:xfrm>
            <a:off x="1991544" y="4433432"/>
            <a:ext cx="423016" cy="0"/>
          </a:xfrm>
          <a:prstGeom prst="line">
            <a:avLst/>
          </a:prstGeom>
          <a:ln w="38100" cap="rnd">
            <a:solidFill>
              <a:srgbClr val="C2C8D4"/>
            </a:solidFill>
            <a:round/>
          </a:ln>
        </p:spPr>
        <p:style>
          <a:lnRef idx="1">
            <a:schemeClr val="accent1"/>
          </a:lnRef>
          <a:fillRef idx="0">
            <a:schemeClr val="accent1"/>
          </a:fillRef>
          <a:effectRef idx="0">
            <a:schemeClr val="accent1"/>
          </a:effectRef>
          <a:fontRef idx="minor">
            <a:schemeClr val="tx1"/>
          </a:fontRef>
        </p:style>
      </p:cxnSp>
      <p:sp>
        <p:nvSpPr>
          <p:cNvPr id="13" name="文本占位符 20"/>
          <p:cNvSpPr>
            <a:spLocks noGrp="1"/>
          </p:cNvSpPr>
          <p:nvPr>
            <p:ph type="body" sz="quarter" idx="10"/>
          </p:nvPr>
        </p:nvSpPr>
        <p:spPr>
          <a:xfrm>
            <a:off x="6262877" y="2028890"/>
            <a:ext cx="5256261" cy="504775"/>
          </a:xfrm>
          <a:prstGeom prst="rect">
            <a:avLst/>
          </a:prstGeom>
        </p:spPr>
        <p:txBody>
          <a:bodyPr/>
          <a:lstStyle>
            <a:lvl1pPr marL="0" indent="0" algn="l" defTabSz="685800" rtl="0" eaLnBrk="1" latinLnBrk="0" hangingPunct="1">
              <a:lnSpc>
                <a:spcPct val="100000"/>
              </a:lnSpc>
              <a:spcBef>
                <a:spcPct val="0"/>
              </a:spcBef>
              <a:buFont typeface="Arial" panose="020B0604020202020204" pitchFamily="34" charset="0"/>
              <a:buNone/>
              <a:defRPr lang="zh-CN" altLang="en-US" sz="2800" b="0" i="0" kern="1200" smtClean="0">
                <a:solidFill>
                  <a:srgbClr val="141735"/>
                </a:solidFill>
                <a:latin typeface="Microsoft YaHei Light" charset="-122"/>
                <a:ea typeface="Microsoft YaHei Light" charset="-122"/>
                <a:cs typeface="Microsoft YaHei Light" charset="-122"/>
              </a:defRPr>
            </a:lvl1pPr>
          </a:lstStyle>
          <a:p>
            <a:pPr lvl="0"/>
            <a:r>
              <a:rPr kumimoji="1" lang="zh-CN" altLang="en-US" dirty="0" smtClean="0"/>
              <a:t>单击此处编辑母版文本样式</a:t>
            </a:r>
          </a:p>
        </p:txBody>
      </p:sp>
      <p:sp>
        <p:nvSpPr>
          <p:cNvPr id="14" name="文本占位符 20"/>
          <p:cNvSpPr>
            <a:spLocks noGrp="1"/>
          </p:cNvSpPr>
          <p:nvPr>
            <p:ph type="body" sz="quarter" idx="11"/>
          </p:nvPr>
        </p:nvSpPr>
        <p:spPr>
          <a:xfrm>
            <a:off x="6262877" y="3000233"/>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800" b="0" i="0" kern="1200" dirty="0" smtClean="0">
                <a:solidFill>
                  <a:srgbClr val="141735"/>
                </a:solidFill>
                <a:latin typeface="Microsoft YaHei Light" charset="-122"/>
                <a:ea typeface="Microsoft YaHei Light" charset="-122"/>
                <a:cs typeface="Microsoft YaHei Light" charset="-122"/>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
        <p:nvSpPr>
          <p:cNvPr id="15" name="文本占位符 20"/>
          <p:cNvSpPr>
            <a:spLocks noGrp="1"/>
          </p:cNvSpPr>
          <p:nvPr>
            <p:ph type="body" sz="quarter" idx="12"/>
          </p:nvPr>
        </p:nvSpPr>
        <p:spPr>
          <a:xfrm>
            <a:off x="6262877" y="4059621"/>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800" b="0" i="0" kern="1200" dirty="0" smtClean="0">
                <a:solidFill>
                  <a:srgbClr val="141735"/>
                </a:solidFill>
                <a:latin typeface="Microsoft YaHei Light" charset="-122"/>
                <a:ea typeface="Microsoft YaHei Light" charset="-122"/>
                <a:cs typeface="Microsoft YaHei Light" charset="-122"/>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Tree>
    <p:extLst>
      <p:ext uri="{BB962C8B-B14F-4D97-AF65-F5344CB8AC3E}">
        <p14:creationId xmlns:p14="http://schemas.microsoft.com/office/powerpoint/2010/main" val="1953374363"/>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录-3个-02">
    <p:spTree>
      <p:nvGrpSpPr>
        <p:cNvPr id="1" name=""/>
        <p:cNvGrpSpPr/>
        <p:nvPr/>
      </p:nvGrpSpPr>
      <p:grpSpPr>
        <a:xfrm>
          <a:off x="0" y="0"/>
          <a:ext cx="0" cy="0"/>
          <a:chOff x="0" y="0"/>
          <a:chExt cx="0" cy="0"/>
        </a:xfrm>
      </p:grpSpPr>
      <p:cxnSp>
        <p:nvCxnSpPr>
          <p:cNvPr id="3" name="直接连接符 15">
            <a:extLst>
              <a:ext uri="{FF2B5EF4-FFF2-40B4-BE49-F238E27FC236}">
                <a16:creationId xmlns:a16="http://schemas.microsoft.com/office/drawing/2014/main" xmlns="" id="{A42DA280-60AE-4AA1-AF8A-EDCC1B5336EE}"/>
              </a:ext>
            </a:extLst>
          </p:cNvPr>
          <p:cNvCxnSpPr>
            <a:cxnSpLocks noChangeShapeType="1"/>
          </p:cNvCxnSpPr>
          <p:nvPr userDrawn="1"/>
        </p:nvCxnSpPr>
        <p:spPr bwMode="auto">
          <a:xfrm>
            <a:off x="5568044" y="620688"/>
            <a:ext cx="0" cy="5328592"/>
          </a:xfrm>
          <a:prstGeom prst="line">
            <a:avLst/>
          </a:prstGeom>
          <a:noFill/>
          <a:ln w="6350" algn="ctr">
            <a:gradFill>
              <a:gsLst>
                <a:gs pos="0">
                  <a:srgbClr val="C4C9D4">
                    <a:alpha val="0"/>
                  </a:srgbClr>
                </a:gs>
                <a:gs pos="49000">
                  <a:srgbClr val="858A9E"/>
                </a:gs>
                <a:gs pos="100000">
                  <a:srgbClr val="C3C8D3">
                    <a:alpha val="0"/>
                  </a:srgbClr>
                </a:gs>
              </a:gsLst>
              <a:lin ang="5400000" scaled="1"/>
            </a:gradFill>
            <a:miter lim="800000"/>
            <a:headEnd/>
            <a:tailEnd/>
          </a:ln>
        </p:spPr>
      </p:cxnSp>
      <p:sp>
        <p:nvSpPr>
          <p:cNvPr id="4" name="任意多边形 3">
            <a:extLst>
              <a:ext uri="{FF2B5EF4-FFF2-40B4-BE49-F238E27FC236}">
                <a16:creationId xmlns:a16="http://schemas.microsoft.com/office/drawing/2014/main" xmlns="" id="{B0C36E80-D7F4-46D1-BB56-F732BF850618}"/>
              </a:ext>
            </a:extLst>
          </p:cNvPr>
          <p:cNvSpPr/>
          <p:nvPr userDrawn="1"/>
        </p:nvSpPr>
        <p:spPr>
          <a:xfrm>
            <a:off x="5326532" y="1778451"/>
            <a:ext cx="464185"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1</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5" name="任意多边形 4">
            <a:extLst>
              <a:ext uri="{FF2B5EF4-FFF2-40B4-BE49-F238E27FC236}">
                <a16:creationId xmlns:a16="http://schemas.microsoft.com/office/drawing/2014/main" xmlns="" id="{B6D9B684-340F-4C10-A3EA-DAD84CB12A48}"/>
              </a:ext>
            </a:extLst>
          </p:cNvPr>
          <p:cNvSpPr/>
          <p:nvPr userDrawn="1"/>
        </p:nvSpPr>
        <p:spPr>
          <a:xfrm>
            <a:off x="5320817" y="2617177"/>
            <a:ext cx="469900" cy="544513"/>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2</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6" name="任意多边形 5">
            <a:extLst>
              <a:ext uri="{FF2B5EF4-FFF2-40B4-BE49-F238E27FC236}">
                <a16:creationId xmlns:a16="http://schemas.microsoft.com/office/drawing/2014/main" xmlns="" id="{71A371B1-CF95-436B-A4C4-2E18EEF77B1A}"/>
              </a:ext>
            </a:extLst>
          </p:cNvPr>
          <p:cNvSpPr/>
          <p:nvPr userDrawn="1"/>
        </p:nvSpPr>
        <p:spPr>
          <a:xfrm>
            <a:off x="5326993" y="3455904"/>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3</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10" name="文本框 9">
            <a:extLst>
              <a:ext uri="{FF2B5EF4-FFF2-40B4-BE49-F238E27FC236}">
                <a16:creationId xmlns:a16="http://schemas.microsoft.com/office/drawing/2014/main" xmlns="" id="{2CEE1562-56AC-44EF-95C3-4DD1422CA7FE}"/>
              </a:ext>
            </a:extLst>
          </p:cNvPr>
          <p:cNvSpPr txBox="1"/>
          <p:nvPr userDrawn="1"/>
        </p:nvSpPr>
        <p:spPr>
          <a:xfrm>
            <a:off x="1620763" y="2556927"/>
            <a:ext cx="1370888" cy="461665"/>
          </a:xfrm>
          <a:prstGeom prst="rect">
            <a:avLst/>
          </a:prstGeom>
          <a:noFill/>
        </p:spPr>
        <p:txBody>
          <a:bodyPr wrap="none">
            <a:spAutoFit/>
          </a:bodyPr>
          <a:lstStyle/>
          <a:p>
            <a:pPr>
              <a:defRPr/>
            </a:pPr>
            <a:r>
              <a:rPr lang="en-US" altLang="zh-CN" sz="2400" kern="0" dirty="0" smtClean="0">
                <a:solidFill>
                  <a:srgbClr val="84899E"/>
                </a:solidFill>
                <a:latin typeface="Microsoft YaHei Light" charset="-122"/>
                <a:ea typeface="Microsoft YaHei Light" charset="-122"/>
                <a:cs typeface="Microsoft YaHei Light" charset="-122"/>
              </a:rPr>
              <a:t>contents</a:t>
            </a:r>
            <a:endParaRPr lang="zh-CN" altLang="en-US" sz="2400" kern="0" dirty="0">
              <a:solidFill>
                <a:srgbClr val="84899E"/>
              </a:solidFill>
              <a:latin typeface="Microsoft YaHei Light" charset="-122"/>
              <a:ea typeface="Microsoft YaHei Light" charset="-122"/>
              <a:cs typeface="Microsoft YaHei Light" charset="-122"/>
            </a:endParaRPr>
          </a:p>
        </p:txBody>
      </p:sp>
      <p:sp>
        <p:nvSpPr>
          <p:cNvPr id="11" name="任意形状 10"/>
          <p:cNvSpPr/>
          <p:nvPr userDrawn="1"/>
        </p:nvSpPr>
        <p:spPr>
          <a:xfrm>
            <a:off x="1688644" y="1916832"/>
            <a:ext cx="1235126" cy="638479"/>
          </a:xfrm>
          <a:custGeom>
            <a:avLst/>
            <a:gdLst>
              <a:gd name="connsiteX0" fmla="*/ 85039 w 1235126"/>
              <a:gd name="connsiteY0" fmla="*/ 392277 h 638479"/>
              <a:gd name="connsiteX1" fmla="*/ 85039 w 1235126"/>
              <a:gd name="connsiteY1" fmla="*/ 517093 h 638479"/>
              <a:gd name="connsiteX2" fmla="*/ 357988 w 1235126"/>
              <a:gd name="connsiteY2" fmla="*/ 517093 h 638479"/>
              <a:gd name="connsiteX3" fmla="*/ 357988 w 1235126"/>
              <a:gd name="connsiteY3" fmla="*/ 392277 h 638479"/>
              <a:gd name="connsiteX4" fmla="*/ 677571 w 1235126"/>
              <a:gd name="connsiteY4" fmla="*/ 293522 h 638479"/>
              <a:gd name="connsiteX5" fmla="*/ 769811 w 1235126"/>
              <a:gd name="connsiteY5" fmla="*/ 313753 h 638479"/>
              <a:gd name="connsiteX6" fmla="*/ 806501 w 1235126"/>
              <a:gd name="connsiteY6" fmla="*/ 368960 h 638479"/>
              <a:gd name="connsiteX7" fmla="*/ 792099 w 1235126"/>
              <a:gd name="connsiteY7" fmla="*/ 402221 h 638479"/>
              <a:gd name="connsiteX8" fmla="*/ 760552 w 1235126"/>
              <a:gd name="connsiteY8" fmla="*/ 416280 h 638479"/>
              <a:gd name="connsiteX9" fmla="*/ 731406 w 1235126"/>
              <a:gd name="connsiteY9" fmla="*/ 404965 h 638479"/>
              <a:gd name="connsiteX10" fmla="*/ 719404 w 1235126"/>
              <a:gd name="connsiteY10" fmla="*/ 371703 h 638479"/>
              <a:gd name="connsiteX11" fmla="*/ 710489 w 1235126"/>
              <a:gd name="connsiteY11" fmla="*/ 327469 h 638479"/>
              <a:gd name="connsiteX12" fmla="*/ 672084 w 1235126"/>
              <a:gd name="connsiteY12" fmla="*/ 301066 h 638479"/>
              <a:gd name="connsiteX13" fmla="*/ 665912 w 1235126"/>
              <a:gd name="connsiteY13" fmla="*/ 295922 h 638479"/>
              <a:gd name="connsiteX14" fmla="*/ 677571 w 1235126"/>
              <a:gd name="connsiteY14" fmla="*/ 293522 h 638479"/>
              <a:gd name="connsiteX15" fmla="*/ 85039 w 1235126"/>
              <a:gd name="connsiteY15" fmla="*/ 240030 h 638479"/>
              <a:gd name="connsiteX16" fmla="*/ 85039 w 1235126"/>
              <a:gd name="connsiteY16" fmla="*/ 369646 h 638479"/>
              <a:gd name="connsiteX17" fmla="*/ 357988 w 1235126"/>
              <a:gd name="connsiteY17" fmla="*/ 369646 h 638479"/>
              <a:gd name="connsiteX18" fmla="*/ 357988 w 1235126"/>
              <a:gd name="connsiteY18" fmla="*/ 240030 h 638479"/>
              <a:gd name="connsiteX19" fmla="*/ 93269 w 1235126"/>
              <a:gd name="connsiteY19" fmla="*/ 90525 h 638479"/>
              <a:gd name="connsiteX20" fmla="*/ 85039 w 1235126"/>
              <a:gd name="connsiteY20" fmla="*/ 98069 h 638479"/>
              <a:gd name="connsiteX21" fmla="*/ 85039 w 1235126"/>
              <a:gd name="connsiteY21" fmla="*/ 217398 h 638479"/>
              <a:gd name="connsiteX22" fmla="*/ 357988 w 1235126"/>
              <a:gd name="connsiteY22" fmla="*/ 217398 h 638479"/>
              <a:gd name="connsiteX23" fmla="*/ 357988 w 1235126"/>
              <a:gd name="connsiteY23" fmla="*/ 90525 h 638479"/>
              <a:gd name="connsiteX24" fmla="*/ 372389 w 1235126"/>
              <a:gd name="connsiteY24" fmla="*/ 25374 h 638479"/>
              <a:gd name="connsiteX25" fmla="*/ 422110 w 1235126"/>
              <a:gd name="connsiteY25" fmla="*/ 49034 h 638479"/>
              <a:gd name="connsiteX26" fmla="*/ 468059 w 1235126"/>
              <a:gd name="connsiteY26" fmla="*/ 79210 h 638479"/>
              <a:gd name="connsiteX27" fmla="*/ 475260 w 1235126"/>
              <a:gd name="connsiteY27" fmla="*/ 90525 h 638479"/>
              <a:gd name="connsiteX28" fmla="*/ 449199 w 1235126"/>
              <a:gd name="connsiteY28" fmla="*/ 110413 h 638479"/>
              <a:gd name="connsiteX29" fmla="*/ 449199 w 1235126"/>
              <a:gd name="connsiteY29" fmla="*/ 510921 h 638479"/>
              <a:gd name="connsiteX30" fmla="*/ 449885 w 1235126"/>
              <a:gd name="connsiteY30" fmla="*/ 554812 h 638479"/>
              <a:gd name="connsiteX31" fmla="*/ 450571 w 1235126"/>
              <a:gd name="connsiteY31" fmla="*/ 578129 h 638479"/>
              <a:gd name="connsiteX32" fmla="*/ 448513 w 1235126"/>
              <a:gd name="connsiteY32" fmla="*/ 585330 h 638479"/>
              <a:gd name="connsiteX33" fmla="*/ 430683 w 1235126"/>
              <a:gd name="connsiteY33" fmla="*/ 595960 h 638479"/>
              <a:gd name="connsiteX34" fmla="*/ 391592 w 1235126"/>
              <a:gd name="connsiteY34" fmla="*/ 606933 h 638479"/>
              <a:gd name="connsiteX35" fmla="*/ 363131 w 1235126"/>
              <a:gd name="connsiteY35" fmla="*/ 611047 h 638479"/>
              <a:gd name="connsiteX36" fmla="*/ 357988 w 1235126"/>
              <a:gd name="connsiteY36" fmla="*/ 599389 h 638479"/>
              <a:gd name="connsiteX37" fmla="*/ 357988 w 1235126"/>
              <a:gd name="connsiteY37" fmla="*/ 539724 h 638479"/>
              <a:gd name="connsiteX38" fmla="*/ 85039 w 1235126"/>
              <a:gd name="connsiteY38" fmla="*/ 539724 h 638479"/>
              <a:gd name="connsiteX39" fmla="*/ 85039 w 1235126"/>
              <a:gd name="connsiteY39" fmla="*/ 591159 h 638479"/>
              <a:gd name="connsiteX40" fmla="*/ 82982 w 1235126"/>
              <a:gd name="connsiteY40" fmla="*/ 599732 h 638479"/>
              <a:gd name="connsiteX41" fmla="*/ 67894 w 1235126"/>
              <a:gd name="connsiteY41" fmla="*/ 606933 h 638479"/>
              <a:gd name="connsiteX42" fmla="*/ 33947 w 1235126"/>
              <a:gd name="connsiteY42" fmla="*/ 615505 h 638479"/>
              <a:gd name="connsiteX43" fmla="*/ 4115 w 1235126"/>
              <a:gd name="connsiteY43" fmla="*/ 619277 h 638479"/>
              <a:gd name="connsiteX44" fmla="*/ 0 w 1235126"/>
              <a:gd name="connsiteY44" fmla="*/ 613791 h 638479"/>
              <a:gd name="connsiteX45" fmla="*/ 1372 w 1235126"/>
              <a:gd name="connsiteY45" fmla="*/ 581558 h 638479"/>
              <a:gd name="connsiteX46" fmla="*/ 2743 w 1235126"/>
              <a:gd name="connsiteY46" fmla="*/ 520522 h 638479"/>
              <a:gd name="connsiteX47" fmla="*/ 2743 w 1235126"/>
              <a:gd name="connsiteY47" fmla="*/ 106299 h 638479"/>
              <a:gd name="connsiteX48" fmla="*/ 1372 w 1235126"/>
              <a:gd name="connsiteY48" fmla="*/ 34975 h 638479"/>
              <a:gd name="connsiteX49" fmla="*/ 88468 w 1235126"/>
              <a:gd name="connsiteY49" fmla="*/ 67894 h 638479"/>
              <a:gd name="connsiteX50" fmla="*/ 340843 w 1235126"/>
              <a:gd name="connsiteY50" fmla="*/ 67894 h 638479"/>
              <a:gd name="connsiteX51" fmla="*/ 359359 w 1235126"/>
              <a:gd name="connsiteY51" fmla="*/ 34290 h 638479"/>
              <a:gd name="connsiteX52" fmla="*/ 372389 w 1235126"/>
              <a:gd name="connsiteY52" fmla="*/ 25374 h 638479"/>
              <a:gd name="connsiteX53" fmla="*/ 1016356 w 1235126"/>
              <a:gd name="connsiteY53" fmla="*/ 0 h 638479"/>
              <a:gd name="connsiteX54" fmla="*/ 1050646 w 1235126"/>
              <a:gd name="connsiteY54" fmla="*/ 16116 h 638479"/>
              <a:gd name="connsiteX55" fmla="*/ 1093851 w 1235126"/>
              <a:gd name="connsiteY55" fmla="*/ 43205 h 638479"/>
              <a:gd name="connsiteX56" fmla="*/ 1108253 w 1235126"/>
              <a:gd name="connsiteY56" fmla="*/ 60350 h 638479"/>
              <a:gd name="connsiteX57" fmla="*/ 1079449 w 1235126"/>
              <a:gd name="connsiteY57" fmla="*/ 78181 h 638479"/>
              <a:gd name="connsiteX58" fmla="*/ 1079449 w 1235126"/>
              <a:gd name="connsiteY58" fmla="*/ 245516 h 638479"/>
              <a:gd name="connsiteX59" fmla="*/ 1098652 w 1235126"/>
              <a:gd name="connsiteY59" fmla="*/ 245516 h 638479"/>
              <a:gd name="connsiteX60" fmla="*/ 1116483 w 1235126"/>
              <a:gd name="connsiteY60" fmla="*/ 211226 h 638479"/>
              <a:gd name="connsiteX61" fmla="*/ 1129513 w 1235126"/>
              <a:gd name="connsiteY61" fmla="*/ 192024 h 638479"/>
              <a:gd name="connsiteX62" fmla="*/ 1137742 w 1235126"/>
              <a:gd name="connsiteY62" fmla="*/ 188595 h 638479"/>
              <a:gd name="connsiteX63" fmla="*/ 1186091 w 1235126"/>
              <a:gd name="connsiteY63" fmla="*/ 219456 h 638479"/>
              <a:gd name="connsiteX64" fmla="*/ 1226211 w 1235126"/>
              <a:gd name="connsiteY64" fmla="*/ 259232 h 638479"/>
              <a:gd name="connsiteX65" fmla="*/ 1213180 w 1235126"/>
              <a:gd name="connsiteY65" fmla="*/ 268147 h 638479"/>
              <a:gd name="connsiteX66" fmla="*/ 953948 w 1235126"/>
              <a:gd name="connsiteY66" fmla="*/ 268147 h 638479"/>
              <a:gd name="connsiteX67" fmla="*/ 949833 w 1235126"/>
              <a:gd name="connsiteY67" fmla="*/ 273634 h 638479"/>
              <a:gd name="connsiteX68" fmla="*/ 1009498 w 1235126"/>
              <a:gd name="connsiteY68" fmla="*/ 394335 h 638479"/>
              <a:gd name="connsiteX69" fmla="*/ 1067791 w 1235126"/>
              <a:gd name="connsiteY69" fmla="*/ 283921 h 638479"/>
              <a:gd name="connsiteX70" fmla="*/ 1132599 w 1235126"/>
              <a:gd name="connsiteY70" fmla="*/ 315468 h 638479"/>
              <a:gd name="connsiteX71" fmla="*/ 1163803 w 1235126"/>
              <a:gd name="connsiteY71" fmla="*/ 335013 h 638479"/>
              <a:gd name="connsiteX72" fmla="*/ 1168603 w 1235126"/>
              <a:gd name="connsiteY72" fmla="*/ 343585 h 638479"/>
              <a:gd name="connsiteX73" fmla="*/ 1151116 w 1235126"/>
              <a:gd name="connsiteY73" fmla="*/ 350101 h 638479"/>
              <a:gd name="connsiteX74" fmla="*/ 1108596 w 1235126"/>
              <a:gd name="connsiteY74" fmla="*/ 363817 h 638479"/>
              <a:gd name="connsiteX75" fmla="*/ 1023900 w 1235126"/>
              <a:gd name="connsiteY75" fmla="*/ 410794 h 638479"/>
              <a:gd name="connsiteX76" fmla="*/ 1095909 w 1235126"/>
              <a:gd name="connsiteY76" fmla="*/ 464629 h 638479"/>
              <a:gd name="connsiteX77" fmla="*/ 1228268 w 1235126"/>
              <a:gd name="connsiteY77" fmla="*/ 511606 h 638479"/>
              <a:gd name="connsiteX78" fmla="*/ 1235126 w 1235126"/>
              <a:gd name="connsiteY78" fmla="*/ 516064 h 638479"/>
              <a:gd name="connsiteX79" fmla="*/ 1227582 w 1235126"/>
              <a:gd name="connsiteY79" fmla="*/ 520522 h 638479"/>
              <a:gd name="connsiteX80" fmla="*/ 1148029 w 1235126"/>
              <a:gd name="connsiteY80" fmla="*/ 593217 h 638479"/>
              <a:gd name="connsiteX81" fmla="*/ 1140486 w 1235126"/>
              <a:gd name="connsiteY81" fmla="*/ 598017 h 638479"/>
              <a:gd name="connsiteX82" fmla="*/ 1077735 w 1235126"/>
              <a:gd name="connsiteY82" fmla="*/ 560298 h 638479"/>
              <a:gd name="connsiteX83" fmla="*/ 992696 w 1235126"/>
              <a:gd name="connsiteY83" fmla="*/ 458800 h 638479"/>
              <a:gd name="connsiteX84" fmla="*/ 944347 w 1235126"/>
              <a:gd name="connsiteY84" fmla="*/ 286664 h 638479"/>
              <a:gd name="connsiteX85" fmla="*/ 944347 w 1235126"/>
              <a:gd name="connsiteY85" fmla="*/ 561670 h 638479"/>
              <a:gd name="connsiteX86" fmla="*/ 933717 w 1235126"/>
              <a:gd name="connsiteY86" fmla="*/ 606590 h 638479"/>
              <a:gd name="connsiteX87" fmla="*/ 896341 w 1235126"/>
              <a:gd name="connsiteY87" fmla="*/ 630250 h 638479"/>
              <a:gd name="connsiteX88" fmla="*/ 847649 w 1235126"/>
              <a:gd name="connsiteY88" fmla="*/ 638479 h 638479"/>
              <a:gd name="connsiteX89" fmla="*/ 833933 w 1235126"/>
              <a:gd name="connsiteY89" fmla="*/ 626821 h 638479"/>
              <a:gd name="connsiteX90" fmla="*/ 821932 w 1235126"/>
              <a:gd name="connsiteY90" fmla="*/ 595617 h 638479"/>
              <a:gd name="connsiteX91" fmla="*/ 801357 w 1235126"/>
              <a:gd name="connsiteY91" fmla="*/ 579843 h 638479"/>
              <a:gd name="connsiteX92" fmla="*/ 755752 w 1235126"/>
              <a:gd name="connsiteY92" fmla="*/ 567156 h 638479"/>
              <a:gd name="connsiteX93" fmla="*/ 748208 w 1235126"/>
              <a:gd name="connsiteY93" fmla="*/ 563727 h 638479"/>
              <a:gd name="connsiteX94" fmla="*/ 766039 w 1235126"/>
              <a:gd name="connsiteY94" fmla="*/ 561670 h 638479"/>
              <a:gd name="connsiteX95" fmla="*/ 841477 w 1235126"/>
              <a:gd name="connsiteY95" fmla="*/ 553440 h 638479"/>
              <a:gd name="connsiteX96" fmla="*/ 859993 w 1235126"/>
              <a:gd name="connsiteY96" fmla="*/ 522579 h 638479"/>
              <a:gd name="connsiteX97" fmla="*/ 859993 w 1235126"/>
              <a:gd name="connsiteY97" fmla="*/ 413537 h 638479"/>
              <a:gd name="connsiteX98" fmla="*/ 732777 w 1235126"/>
              <a:gd name="connsiteY98" fmla="*/ 504063 h 638479"/>
              <a:gd name="connsiteX99" fmla="*/ 659054 w 1235126"/>
              <a:gd name="connsiteY99" fmla="*/ 566470 h 638479"/>
              <a:gd name="connsiteX100" fmla="*/ 651510 w 1235126"/>
              <a:gd name="connsiteY100" fmla="*/ 571957 h 638479"/>
              <a:gd name="connsiteX101" fmla="*/ 646367 w 1235126"/>
              <a:gd name="connsiteY101" fmla="*/ 569214 h 638479"/>
              <a:gd name="connsiteX102" fmla="*/ 628879 w 1235126"/>
              <a:gd name="connsiteY102" fmla="*/ 540753 h 638479"/>
              <a:gd name="connsiteX103" fmla="*/ 597332 w 1235126"/>
              <a:gd name="connsiteY103" fmla="*/ 482117 h 638479"/>
              <a:gd name="connsiteX104" fmla="*/ 859993 w 1235126"/>
              <a:gd name="connsiteY104" fmla="*/ 403936 h 638479"/>
              <a:gd name="connsiteX105" fmla="*/ 859993 w 1235126"/>
              <a:gd name="connsiteY105" fmla="*/ 268147 h 638479"/>
              <a:gd name="connsiteX106" fmla="*/ 635737 w 1235126"/>
              <a:gd name="connsiteY106" fmla="*/ 268147 h 638479"/>
              <a:gd name="connsiteX107" fmla="*/ 611048 w 1235126"/>
              <a:gd name="connsiteY107" fmla="*/ 275691 h 638479"/>
              <a:gd name="connsiteX108" fmla="*/ 593217 w 1235126"/>
              <a:gd name="connsiteY108" fmla="*/ 243459 h 638479"/>
              <a:gd name="connsiteX109" fmla="*/ 627507 w 1235126"/>
              <a:gd name="connsiteY109" fmla="*/ 245516 h 638479"/>
              <a:gd name="connsiteX110" fmla="*/ 997153 w 1235126"/>
              <a:gd name="connsiteY110" fmla="*/ 245516 h 638479"/>
              <a:gd name="connsiteX111" fmla="*/ 997153 w 1235126"/>
              <a:gd name="connsiteY111" fmla="*/ 165963 h 638479"/>
              <a:gd name="connsiteX112" fmla="*/ 731749 w 1235126"/>
              <a:gd name="connsiteY112" fmla="*/ 165963 h 638479"/>
              <a:gd name="connsiteX113" fmla="*/ 705003 w 1235126"/>
              <a:gd name="connsiteY113" fmla="*/ 174193 h 638479"/>
              <a:gd name="connsiteX114" fmla="*/ 687172 w 1235126"/>
              <a:gd name="connsiteY114" fmla="*/ 141274 h 638479"/>
              <a:gd name="connsiteX115" fmla="*/ 721462 w 1235126"/>
              <a:gd name="connsiteY115" fmla="*/ 143332 h 638479"/>
              <a:gd name="connsiteX116" fmla="*/ 997153 w 1235126"/>
              <a:gd name="connsiteY116" fmla="*/ 143332 h 638479"/>
              <a:gd name="connsiteX117" fmla="*/ 997153 w 1235126"/>
              <a:gd name="connsiteY117" fmla="*/ 67208 h 638479"/>
              <a:gd name="connsiteX118" fmla="*/ 706374 w 1235126"/>
              <a:gd name="connsiteY118" fmla="*/ 67208 h 638479"/>
              <a:gd name="connsiteX119" fmla="*/ 679628 w 1235126"/>
              <a:gd name="connsiteY119" fmla="*/ 75438 h 638479"/>
              <a:gd name="connsiteX120" fmla="*/ 661797 w 1235126"/>
              <a:gd name="connsiteY120" fmla="*/ 42519 h 638479"/>
              <a:gd name="connsiteX121" fmla="*/ 696087 w 1235126"/>
              <a:gd name="connsiteY121" fmla="*/ 44577 h 638479"/>
              <a:gd name="connsiteX122" fmla="*/ 984123 w 1235126"/>
              <a:gd name="connsiteY122" fmla="*/ 44577 h 638479"/>
              <a:gd name="connsiteX123" fmla="*/ 1006069 w 1235126"/>
              <a:gd name="connsiteY123" fmla="*/ 5829 h 638479"/>
              <a:gd name="connsiteX124" fmla="*/ 1016356 w 1235126"/>
              <a:gd name="connsiteY124" fmla="*/ 0 h 63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35126" h="638479">
                <a:moveTo>
                  <a:pt x="85039" y="392277"/>
                </a:moveTo>
                <a:lnTo>
                  <a:pt x="85039" y="517093"/>
                </a:lnTo>
                <a:lnTo>
                  <a:pt x="357988" y="517093"/>
                </a:lnTo>
                <a:lnTo>
                  <a:pt x="357988" y="392277"/>
                </a:lnTo>
                <a:close/>
                <a:moveTo>
                  <a:pt x="677571" y="293522"/>
                </a:moveTo>
                <a:cubicBezTo>
                  <a:pt x="714604" y="293522"/>
                  <a:pt x="745350" y="300266"/>
                  <a:pt x="769811" y="313753"/>
                </a:cubicBezTo>
                <a:cubicBezTo>
                  <a:pt x="794271" y="327241"/>
                  <a:pt x="806501" y="345643"/>
                  <a:pt x="806501" y="368960"/>
                </a:cubicBezTo>
                <a:cubicBezTo>
                  <a:pt x="806501" y="381762"/>
                  <a:pt x="801700" y="392849"/>
                  <a:pt x="792099" y="402221"/>
                </a:cubicBezTo>
                <a:cubicBezTo>
                  <a:pt x="782498" y="411594"/>
                  <a:pt x="771982" y="416280"/>
                  <a:pt x="760552" y="416280"/>
                </a:cubicBezTo>
                <a:cubicBezTo>
                  <a:pt x="749122" y="416280"/>
                  <a:pt x="739407" y="412508"/>
                  <a:pt x="731406" y="404965"/>
                </a:cubicBezTo>
                <a:cubicBezTo>
                  <a:pt x="723405" y="397421"/>
                  <a:pt x="719404" y="386334"/>
                  <a:pt x="719404" y="371703"/>
                </a:cubicBezTo>
                <a:cubicBezTo>
                  <a:pt x="719404" y="351586"/>
                  <a:pt x="716433" y="336842"/>
                  <a:pt x="710489" y="327469"/>
                </a:cubicBezTo>
                <a:cubicBezTo>
                  <a:pt x="704545" y="318097"/>
                  <a:pt x="691744" y="309295"/>
                  <a:pt x="672084" y="301066"/>
                </a:cubicBezTo>
                <a:cubicBezTo>
                  <a:pt x="667969" y="299237"/>
                  <a:pt x="665912" y="297523"/>
                  <a:pt x="665912" y="295922"/>
                </a:cubicBezTo>
                <a:cubicBezTo>
                  <a:pt x="665912" y="294322"/>
                  <a:pt x="669798" y="293522"/>
                  <a:pt x="677571" y="293522"/>
                </a:cubicBezTo>
                <a:close/>
                <a:moveTo>
                  <a:pt x="85039" y="240030"/>
                </a:moveTo>
                <a:lnTo>
                  <a:pt x="85039" y="369646"/>
                </a:lnTo>
                <a:lnTo>
                  <a:pt x="357988" y="369646"/>
                </a:lnTo>
                <a:lnTo>
                  <a:pt x="357988" y="240030"/>
                </a:lnTo>
                <a:close/>
                <a:moveTo>
                  <a:pt x="93269" y="90525"/>
                </a:moveTo>
                <a:cubicBezTo>
                  <a:pt x="92354" y="93268"/>
                  <a:pt x="89611" y="95783"/>
                  <a:pt x="85039" y="98069"/>
                </a:cubicBezTo>
                <a:lnTo>
                  <a:pt x="85039" y="217398"/>
                </a:lnTo>
                <a:lnTo>
                  <a:pt x="357988" y="217398"/>
                </a:lnTo>
                <a:lnTo>
                  <a:pt x="357988" y="90525"/>
                </a:lnTo>
                <a:close/>
                <a:moveTo>
                  <a:pt x="372389" y="25374"/>
                </a:moveTo>
                <a:cubicBezTo>
                  <a:pt x="379705" y="25374"/>
                  <a:pt x="396278" y="33261"/>
                  <a:pt x="422110" y="49034"/>
                </a:cubicBezTo>
                <a:cubicBezTo>
                  <a:pt x="447942" y="64808"/>
                  <a:pt x="463258" y="74866"/>
                  <a:pt x="468059" y="79210"/>
                </a:cubicBezTo>
                <a:cubicBezTo>
                  <a:pt x="472859" y="83553"/>
                  <a:pt x="475260" y="87325"/>
                  <a:pt x="475260" y="90525"/>
                </a:cubicBezTo>
                <a:cubicBezTo>
                  <a:pt x="475260" y="96926"/>
                  <a:pt x="466573" y="103555"/>
                  <a:pt x="449199" y="110413"/>
                </a:cubicBezTo>
                <a:lnTo>
                  <a:pt x="449199" y="510921"/>
                </a:lnTo>
                <a:cubicBezTo>
                  <a:pt x="449199" y="531952"/>
                  <a:pt x="449428" y="546582"/>
                  <a:pt x="449885" y="554812"/>
                </a:cubicBezTo>
                <a:lnTo>
                  <a:pt x="450571" y="578129"/>
                </a:lnTo>
                <a:cubicBezTo>
                  <a:pt x="450571" y="580415"/>
                  <a:pt x="449885" y="582815"/>
                  <a:pt x="448513" y="585330"/>
                </a:cubicBezTo>
                <a:cubicBezTo>
                  <a:pt x="447142" y="587845"/>
                  <a:pt x="441198" y="591388"/>
                  <a:pt x="430683" y="595960"/>
                </a:cubicBezTo>
                <a:cubicBezTo>
                  <a:pt x="420167" y="600532"/>
                  <a:pt x="407137" y="604189"/>
                  <a:pt x="391592" y="606933"/>
                </a:cubicBezTo>
                <a:cubicBezTo>
                  <a:pt x="376047" y="609676"/>
                  <a:pt x="366560" y="611047"/>
                  <a:pt x="363131" y="611047"/>
                </a:cubicBezTo>
                <a:cubicBezTo>
                  <a:pt x="359702" y="611047"/>
                  <a:pt x="357988" y="607161"/>
                  <a:pt x="357988" y="599389"/>
                </a:cubicBezTo>
                <a:lnTo>
                  <a:pt x="357988" y="539724"/>
                </a:lnTo>
                <a:lnTo>
                  <a:pt x="85039" y="539724"/>
                </a:lnTo>
                <a:lnTo>
                  <a:pt x="85039" y="591159"/>
                </a:lnTo>
                <a:cubicBezTo>
                  <a:pt x="85039" y="595274"/>
                  <a:pt x="84353" y="598132"/>
                  <a:pt x="82982" y="599732"/>
                </a:cubicBezTo>
                <a:cubicBezTo>
                  <a:pt x="81610" y="601332"/>
                  <a:pt x="76581" y="603732"/>
                  <a:pt x="67894" y="606933"/>
                </a:cubicBezTo>
                <a:cubicBezTo>
                  <a:pt x="59208" y="610133"/>
                  <a:pt x="47892" y="612991"/>
                  <a:pt x="33947" y="615505"/>
                </a:cubicBezTo>
                <a:cubicBezTo>
                  <a:pt x="20003" y="618020"/>
                  <a:pt x="10058" y="619277"/>
                  <a:pt x="4115" y="619277"/>
                </a:cubicBezTo>
                <a:cubicBezTo>
                  <a:pt x="1372" y="619277"/>
                  <a:pt x="0" y="617448"/>
                  <a:pt x="0" y="613791"/>
                </a:cubicBezTo>
                <a:lnTo>
                  <a:pt x="1372" y="581558"/>
                </a:lnTo>
                <a:cubicBezTo>
                  <a:pt x="2286" y="559155"/>
                  <a:pt x="2743" y="538810"/>
                  <a:pt x="2743" y="520522"/>
                </a:cubicBezTo>
                <a:lnTo>
                  <a:pt x="2743" y="106299"/>
                </a:lnTo>
                <a:cubicBezTo>
                  <a:pt x="2743" y="78409"/>
                  <a:pt x="2286" y="54635"/>
                  <a:pt x="1372" y="34975"/>
                </a:cubicBezTo>
                <a:cubicBezTo>
                  <a:pt x="29261" y="41376"/>
                  <a:pt x="58293" y="52349"/>
                  <a:pt x="88468" y="67894"/>
                </a:cubicBezTo>
                <a:lnTo>
                  <a:pt x="340843" y="67894"/>
                </a:lnTo>
                <a:cubicBezTo>
                  <a:pt x="349072" y="51435"/>
                  <a:pt x="355244" y="40233"/>
                  <a:pt x="359359" y="34290"/>
                </a:cubicBezTo>
                <a:cubicBezTo>
                  <a:pt x="363474" y="28346"/>
                  <a:pt x="367817" y="25374"/>
                  <a:pt x="372389" y="25374"/>
                </a:cubicBezTo>
                <a:close/>
                <a:moveTo>
                  <a:pt x="1016356" y="0"/>
                </a:moveTo>
                <a:cubicBezTo>
                  <a:pt x="1020013" y="0"/>
                  <a:pt x="1031443" y="5372"/>
                  <a:pt x="1050646" y="16116"/>
                </a:cubicBezTo>
                <a:cubicBezTo>
                  <a:pt x="1069848" y="26860"/>
                  <a:pt x="1084250" y="35890"/>
                  <a:pt x="1093851" y="43205"/>
                </a:cubicBezTo>
                <a:cubicBezTo>
                  <a:pt x="1103452" y="50520"/>
                  <a:pt x="1108253" y="56235"/>
                  <a:pt x="1108253" y="60350"/>
                </a:cubicBezTo>
                <a:cubicBezTo>
                  <a:pt x="1108253" y="66751"/>
                  <a:pt x="1098652" y="72694"/>
                  <a:pt x="1079449" y="78181"/>
                </a:cubicBezTo>
                <a:lnTo>
                  <a:pt x="1079449" y="245516"/>
                </a:lnTo>
                <a:lnTo>
                  <a:pt x="1098652" y="245516"/>
                </a:lnTo>
                <a:cubicBezTo>
                  <a:pt x="1104138" y="233172"/>
                  <a:pt x="1110082" y="221742"/>
                  <a:pt x="1116483" y="211226"/>
                </a:cubicBezTo>
                <a:cubicBezTo>
                  <a:pt x="1122883" y="200710"/>
                  <a:pt x="1127227" y="194310"/>
                  <a:pt x="1129513" y="192024"/>
                </a:cubicBezTo>
                <a:cubicBezTo>
                  <a:pt x="1131799" y="189738"/>
                  <a:pt x="1134542" y="188595"/>
                  <a:pt x="1137742" y="188595"/>
                </a:cubicBezTo>
                <a:cubicBezTo>
                  <a:pt x="1143229" y="188595"/>
                  <a:pt x="1159345" y="198882"/>
                  <a:pt x="1186091" y="219456"/>
                </a:cubicBezTo>
                <a:cubicBezTo>
                  <a:pt x="1212837" y="240030"/>
                  <a:pt x="1226211" y="253288"/>
                  <a:pt x="1226211" y="259232"/>
                </a:cubicBezTo>
                <a:cubicBezTo>
                  <a:pt x="1226211" y="265176"/>
                  <a:pt x="1221867" y="268147"/>
                  <a:pt x="1213180" y="268147"/>
                </a:cubicBezTo>
                <a:lnTo>
                  <a:pt x="953948" y="268147"/>
                </a:lnTo>
                <a:cubicBezTo>
                  <a:pt x="953491" y="269519"/>
                  <a:pt x="952119" y="271348"/>
                  <a:pt x="949833" y="273634"/>
                </a:cubicBezTo>
                <a:cubicBezTo>
                  <a:pt x="966292" y="323926"/>
                  <a:pt x="986181" y="364159"/>
                  <a:pt x="1009498" y="394335"/>
                </a:cubicBezTo>
                <a:cubicBezTo>
                  <a:pt x="1026871" y="371475"/>
                  <a:pt x="1046302" y="334670"/>
                  <a:pt x="1067791" y="283921"/>
                </a:cubicBezTo>
                <a:cubicBezTo>
                  <a:pt x="1093394" y="294894"/>
                  <a:pt x="1114997" y="305409"/>
                  <a:pt x="1132599" y="315468"/>
                </a:cubicBezTo>
                <a:cubicBezTo>
                  <a:pt x="1150201" y="325526"/>
                  <a:pt x="1160602" y="332041"/>
                  <a:pt x="1163803" y="335013"/>
                </a:cubicBezTo>
                <a:cubicBezTo>
                  <a:pt x="1167003" y="337985"/>
                  <a:pt x="1168603" y="340842"/>
                  <a:pt x="1168603" y="343585"/>
                </a:cubicBezTo>
                <a:cubicBezTo>
                  <a:pt x="1168603" y="346329"/>
                  <a:pt x="1162774" y="348500"/>
                  <a:pt x="1151116" y="350101"/>
                </a:cubicBezTo>
                <a:cubicBezTo>
                  <a:pt x="1139457" y="351701"/>
                  <a:pt x="1125284" y="356273"/>
                  <a:pt x="1108596" y="363817"/>
                </a:cubicBezTo>
                <a:cubicBezTo>
                  <a:pt x="1091908" y="371360"/>
                  <a:pt x="1063676" y="387019"/>
                  <a:pt x="1023900" y="410794"/>
                </a:cubicBezTo>
                <a:cubicBezTo>
                  <a:pt x="1042188" y="430911"/>
                  <a:pt x="1066191" y="448856"/>
                  <a:pt x="1095909" y="464629"/>
                </a:cubicBezTo>
                <a:cubicBezTo>
                  <a:pt x="1125627" y="480403"/>
                  <a:pt x="1169746" y="496062"/>
                  <a:pt x="1228268" y="511606"/>
                </a:cubicBezTo>
                <a:cubicBezTo>
                  <a:pt x="1232840" y="512978"/>
                  <a:pt x="1235126" y="514464"/>
                  <a:pt x="1235126" y="516064"/>
                </a:cubicBezTo>
                <a:cubicBezTo>
                  <a:pt x="1235126" y="517664"/>
                  <a:pt x="1232611" y="519150"/>
                  <a:pt x="1227582" y="520522"/>
                </a:cubicBezTo>
                <a:cubicBezTo>
                  <a:pt x="1197407" y="529209"/>
                  <a:pt x="1170889" y="553440"/>
                  <a:pt x="1148029" y="593217"/>
                </a:cubicBezTo>
                <a:cubicBezTo>
                  <a:pt x="1145743" y="596417"/>
                  <a:pt x="1143229" y="598017"/>
                  <a:pt x="1140486" y="598017"/>
                </a:cubicBezTo>
                <a:cubicBezTo>
                  <a:pt x="1133170" y="598017"/>
                  <a:pt x="1112253" y="585444"/>
                  <a:pt x="1077735" y="560298"/>
                </a:cubicBezTo>
                <a:cubicBezTo>
                  <a:pt x="1043216" y="535152"/>
                  <a:pt x="1014870" y="501319"/>
                  <a:pt x="992696" y="458800"/>
                </a:cubicBezTo>
                <a:cubicBezTo>
                  <a:pt x="970522" y="416280"/>
                  <a:pt x="954405" y="358902"/>
                  <a:pt x="944347" y="286664"/>
                </a:cubicBezTo>
                <a:lnTo>
                  <a:pt x="944347" y="561670"/>
                </a:lnTo>
                <a:cubicBezTo>
                  <a:pt x="944347" y="581329"/>
                  <a:pt x="940803" y="596303"/>
                  <a:pt x="933717" y="606590"/>
                </a:cubicBezTo>
                <a:cubicBezTo>
                  <a:pt x="926630" y="616877"/>
                  <a:pt x="914172" y="624763"/>
                  <a:pt x="896341" y="630250"/>
                </a:cubicBezTo>
                <a:cubicBezTo>
                  <a:pt x="878510" y="635736"/>
                  <a:pt x="862279" y="638479"/>
                  <a:pt x="847649" y="638479"/>
                </a:cubicBezTo>
                <a:cubicBezTo>
                  <a:pt x="840791" y="638479"/>
                  <a:pt x="836219" y="634593"/>
                  <a:pt x="833933" y="626821"/>
                </a:cubicBezTo>
                <a:cubicBezTo>
                  <a:pt x="830275" y="612648"/>
                  <a:pt x="826275" y="602246"/>
                  <a:pt x="821932" y="595617"/>
                </a:cubicBezTo>
                <a:cubicBezTo>
                  <a:pt x="817588" y="588988"/>
                  <a:pt x="810730" y="583730"/>
                  <a:pt x="801357" y="579843"/>
                </a:cubicBezTo>
                <a:cubicBezTo>
                  <a:pt x="791985" y="575957"/>
                  <a:pt x="776783" y="571728"/>
                  <a:pt x="755752" y="567156"/>
                </a:cubicBezTo>
                <a:cubicBezTo>
                  <a:pt x="750723" y="566242"/>
                  <a:pt x="748208" y="565099"/>
                  <a:pt x="748208" y="563727"/>
                </a:cubicBezTo>
                <a:cubicBezTo>
                  <a:pt x="748208" y="562356"/>
                  <a:pt x="754152" y="561670"/>
                  <a:pt x="766039" y="561670"/>
                </a:cubicBezTo>
                <a:cubicBezTo>
                  <a:pt x="803986" y="561670"/>
                  <a:pt x="829132" y="558927"/>
                  <a:pt x="841477" y="553440"/>
                </a:cubicBezTo>
                <a:cubicBezTo>
                  <a:pt x="853821" y="547954"/>
                  <a:pt x="859993" y="537667"/>
                  <a:pt x="859993" y="522579"/>
                </a:cubicBezTo>
                <a:lnTo>
                  <a:pt x="859993" y="413537"/>
                </a:lnTo>
                <a:cubicBezTo>
                  <a:pt x="811530" y="445998"/>
                  <a:pt x="769125" y="476173"/>
                  <a:pt x="732777" y="504063"/>
                </a:cubicBezTo>
                <a:cubicBezTo>
                  <a:pt x="696430" y="531952"/>
                  <a:pt x="671856" y="552754"/>
                  <a:pt x="659054" y="566470"/>
                </a:cubicBezTo>
                <a:cubicBezTo>
                  <a:pt x="655854" y="570128"/>
                  <a:pt x="653339" y="571957"/>
                  <a:pt x="651510" y="571957"/>
                </a:cubicBezTo>
                <a:cubicBezTo>
                  <a:pt x="649681" y="571957"/>
                  <a:pt x="647967" y="571042"/>
                  <a:pt x="646367" y="569214"/>
                </a:cubicBezTo>
                <a:cubicBezTo>
                  <a:pt x="644766" y="567385"/>
                  <a:pt x="638937" y="557898"/>
                  <a:pt x="628879" y="540753"/>
                </a:cubicBezTo>
                <a:cubicBezTo>
                  <a:pt x="618820" y="523608"/>
                  <a:pt x="608305" y="504063"/>
                  <a:pt x="597332" y="482117"/>
                </a:cubicBezTo>
                <a:cubicBezTo>
                  <a:pt x="702031" y="454685"/>
                  <a:pt x="789585" y="428625"/>
                  <a:pt x="859993" y="403936"/>
                </a:cubicBezTo>
                <a:lnTo>
                  <a:pt x="859993" y="268147"/>
                </a:lnTo>
                <a:lnTo>
                  <a:pt x="635737" y="268147"/>
                </a:lnTo>
                <a:cubicBezTo>
                  <a:pt x="626593" y="268147"/>
                  <a:pt x="618363" y="270662"/>
                  <a:pt x="611048" y="275691"/>
                </a:cubicBezTo>
                <a:lnTo>
                  <a:pt x="593217" y="243459"/>
                </a:lnTo>
                <a:cubicBezTo>
                  <a:pt x="604190" y="244830"/>
                  <a:pt x="615620" y="245516"/>
                  <a:pt x="627507" y="245516"/>
                </a:cubicBezTo>
                <a:lnTo>
                  <a:pt x="997153" y="245516"/>
                </a:lnTo>
                <a:lnTo>
                  <a:pt x="997153" y="165963"/>
                </a:lnTo>
                <a:lnTo>
                  <a:pt x="731749" y="165963"/>
                </a:lnTo>
                <a:cubicBezTo>
                  <a:pt x="722148" y="165963"/>
                  <a:pt x="713232" y="168706"/>
                  <a:pt x="705003" y="174193"/>
                </a:cubicBezTo>
                <a:lnTo>
                  <a:pt x="687172" y="141274"/>
                </a:lnTo>
                <a:cubicBezTo>
                  <a:pt x="698145" y="142646"/>
                  <a:pt x="709575" y="143332"/>
                  <a:pt x="721462" y="143332"/>
                </a:cubicBezTo>
                <a:lnTo>
                  <a:pt x="997153" y="143332"/>
                </a:lnTo>
                <a:lnTo>
                  <a:pt x="997153" y="67208"/>
                </a:lnTo>
                <a:lnTo>
                  <a:pt x="706374" y="67208"/>
                </a:lnTo>
                <a:cubicBezTo>
                  <a:pt x="696773" y="67208"/>
                  <a:pt x="687858" y="69951"/>
                  <a:pt x="679628" y="75438"/>
                </a:cubicBezTo>
                <a:lnTo>
                  <a:pt x="661797" y="42519"/>
                </a:lnTo>
                <a:cubicBezTo>
                  <a:pt x="672770" y="43891"/>
                  <a:pt x="684200" y="44577"/>
                  <a:pt x="696087" y="44577"/>
                </a:cubicBezTo>
                <a:lnTo>
                  <a:pt x="984123" y="44577"/>
                </a:lnTo>
                <a:cubicBezTo>
                  <a:pt x="995553" y="22631"/>
                  <a:pt x="1002868" y="9715"/>
                  <a:pt x="1006069" y="5829"/>
                </a:cubicBezTo>
                <a:cubicBezTo>
                  <a:pt x="1009269" y="1943"/>
                  <a:pt x="1012698" y="0"/>
                  <a:pt x="1016356" y="0"/>
                </a:cubicBezTo>
                <a:close/>
              </a:path>
            </a:pathLst>
          </a:custGeom>
          <a:solidFill>
            <a:srgbClr val="1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p:cNvCxnSpPr/>
          <p:nvPr userDrawn="1"/>
        </p:nvCxnSpPr>
        <p:spPr>
          <a:xfrm>
            <a:off x="1751620" y="4653136"/>
            <a:ext cx="423016" cy="0"/>
          </a:xfrm>
          <a:prstGeom prst="line">
            <a:avLst/>
          </a:prstGeom>
          <a:ln w="38100" cap="rnd">
            <a:solidFill>
              <a:srgbClr val="C2C8D4"/>
            </a:solidFill>
            <a:round/>
          </a:ln>
        </p:spPr>
        <p:style>
          <a:lnRef idx="1">
            <a:schemeClr val="accent1"/>
          </a:lnRef>
          <a:fillRef idx="0">
            <a:schemeClr val="accent1"/>
          </a:fillRef>
          <a:effectRef idx="0">
            <a:schemeClr val="accent1"/>
          </a:effectRef>
          <a:fontRef idx="minor">
            <a:schemeClr val="tx1"/>
          </a:fontRef>
        </p:style>
      </p:cxnSp>
      <p:sp>
        <p:nvSpPr>
          <p:cNvPr id="14" name="任意多边形 5">
            <a:extLst>
              <a:ext uri="{FF2B5EF4-FFF2-40B4-BE49-F238E27FC236}">
                <a16:creationId xmlns:a16="http://schemas.microsoft.com/office/drawing/2014/main" xmlns="" id="{71A371B1-CF95-436B-A4C4-2E18EEF77B1A}"/>
              </a:ext>
            </a:extLst>
          </p:cNvPr>
          <p:cNvSpPr/>
          <p:nvPr userDrawn="1"/>
        </p:nvSpPr>
        <p:spPr>
          <a:xfrm>
            <a:off x="5320817" y="4294629"/>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smtClean="0">
                <a:ln>
                  <a:noFill/>
                </a:ln>
                <a:solidFill>
                  <a:schemeClr val="bg1"/>
                </a:solidFill>
                <a:effectLst/>
                <a:uLnTx/>
                <a:uFillTx/>
                <a:latin typeface="Arial Black" panose="020B0A04020102020204" pitchFamily="34" charset="0"/>
                <a:ea typeface="幼圆"/>
              </a:rPr>
              <a:t>4</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21" name="文本占位符 20"/>
          <p:cNvSpPr>
            <a:spLocks noGrp="1"/>
          </p:cNvSpPr>
          <p:nvPr>
            <p:ph type="body" sz="quarter" idx="10"/>
          </p:nvPr>
        </p:nvSpPr>
        <p:spPr>
          <a:xfrm>
            <a:off x="6023992" y="1789056"/>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800" b="0" i="0" kern="1200" dirty="0" smtClean="0">
                <a:solidFill>
                  <a:srgbClr val="141735"/>
                </a:solidFill>
                <a:latin typeface="Microsoft YaHei Light" charset="-122"/>
                <a:ea typeface="Microsoft YaHei Light" charset="-122"/>
                <a:cs typeface="Microsoft YaHei Light" charset="-122"/>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
        <p:nvSpPr>
          <p:cNvPr id="22" name="文本占位符 20"/>
          <p:cNvSpPr>
            <a:spLocks noGrp="1"/>
          </p:cNvSpPr>
          <p:nvPr>
            <p:ph type="body" sz="quarter" idx="11"/>
          </p:nvPr>
        </p:nvSpPr>
        <p:spPr>
          <a:xfrm>
            <a:off x="6023992" y="2617177"/>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800" b="0" i="0" kern="1200" dirty="0" smtClean="0">
                <a:solidFill>
                  <a:srgbClr val="141735"/>
                </a:solidFill>
                <a:latin typeface="Microsoft YaHei Light" charset="-122"/>
                <a:ea typeface="Microsoft YaHei Light" charset="-122"/>
                <a:cs typeface="Microsoft YaHei Light" charset="-122"/>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
        <p:nvSpPr>
          <p:cNvPr id="23" name="文本占位符 20"/>
          <p:cNvSpPr>
            <a:spLocks noGrp="1"/>
          </p:cNvSpPr>
          <p:nvPr>
            <p:ph type="body" sz="quarter" idx="12"/>
          </p:nvPr>
        </p:nvSpPr>
        <p:spPr>
          <a:xfrm>
            <a:off x="6023992" y="3455904"/>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800" b="0" i="0" kern="1200" dirty="0" smtClean="0">
                <a:solidFill>
                  <a:srgbClr val="141735"/>
                </a:solidFill>
                <a:latin typeface="Microsoft YaHei Light" charset="-122"/>
                <a:ea typeface="Microsoft YaHei Light" charset="-122"/>
                <a:cs typeface="Microsoft YaHei Light" charset="-122"/>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
        <p:nvSpPr>
          <p:cNvPr id="24" name="文本占位符 20"/>
          <p:cNvSpPr>
            <a:spLocks noGrp="1"/>
          </p:cNvSpPr>
          <p:nvPr>
            <p:ph type="body" sz="quarter" idx="13"/>
          </p:nvPr>
        </p:nvSpPr>
        <p:spPr>
          <a:xfrm>
            <a:off x="6023992" y="4294629"/>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800" b="0" i="0" kern="1200" dirty="0" smtClean="0">
                <a:solidFill>
                  <a:srgbClr val="141735"/>
                </a:solidFill>
                <a:latin typeface="Microsoft YaHei Light" charset="-122"/>
                <a:ea typeface="Microsoft YaHei Light" charset="-122"/>
                <a:cs typeface="Microsoft YaHei Light" charset="-122"/>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转场-3个-01">
    <p:spTree>
      <p:nvGrpSpPr>
        <p:cNvPr id="1" name=""/>
        <p:cNvGrpSpPr/>
        <p:nvPr/>
      </p:nvGrpSpPr>
      <p:grpSpPr>
        <a:xfrm>
          <a:off x="0" y="0"/>
          <a:ext cx="0" cy="0"/>
          <a:chOff x="0" y="0"/>
          <a:chExt cx="0" cy="0"/>
        </a:xfrm>
      </p:grpSpPr>
      <p:cxnSp>
        <p:nvCxnSpPr>
          <p:cNvPr id="3" name="直接连接符 15">
            <a:extLst>
              <a:ext uri="{FF2B5EF4-FFF2-40B4-BE49-F238E27FC236}">
                <a16:creationId xmlns:a16="http://schemas.microsoft.com/office/drawing/2014/main" xmlns="" id="{A42DA280-60AE-4AA1-AF8A-EDCC1B5336EE}"/>
              </a:ext>
            </a:extLst>
          </p:cNvPr>
          <p:cNvCxnSpPr>
            <a:cxnSpLocks noChangeShapeType="1"/>
          </p:cNvCxnSpPr>
          <p:nvPr userDrawn="1"/>
        </p:nvCxnSpPr>
        <p:spPr bwMode="auto">
          <a:xfrm>
            <a:off x="5798692" y="950093"/>
            <a:ext cx="0" cy="4824536"/>
          </a:xfrm>
          <a:prstGeom prst="line">
            <a:avLst/>
          </a:prstGeom>
          <a:noFill/>
          <a:ln w="6350" algn="ctr">
            <a:gradFill>
              <a:gsLst>
                <a:gs pos="0">
                  <a:srgbClr val="C4C9D4">
                    <a:alpha val="0"/>
                  </a:srgbClr>
                </a:gs>
                <a:gs pos="49000">
                  <a:srgbClr val="858A9E"/>
                </a:gs>
                <a:gs pos="100000">
                  <a:srgbClr val="C3C8D3">
                    <a:alpha val="0"/>
                  </a:srgbClr>
                </a:gs>
              </a:gsLst>
              <a:lin ang="5400000" scaled="1"/>
            </a:gradFill>
            <a:miter lim="800000"/>
            <a:headEnd/>
            <a:tailEnd/>
          </a:ln>
        </p:spPr>
      </p:cxnSp>
      <p:sp>
        <p:nvSpPr>
          <p:cNvPr id="4" name="任意多边形 3">
            <a:extLst>
              <a:ext uri="{FF2B5EF4-FFF2-40B4-BE49-F238E27FC236}">
                <a16:creationId xmlns:a16="http://schemas.microsoft.com/office/drawing/2014/main" xmlns="" id="{B0C36E80-D7F4-46D1-BB56-F732BF850618}"/>
              </a:ext>
            </a:extLst>
          </p:cNvPr>
          <p:cNvSpPr/>
          <p:nvPr userDrawn="1"/>
        </p:nvSpPr>
        <p:spPr>
          <a:xfrm>
            <a:off x="5566917" y="2017855"/>
            <a:ext cx="464185"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1</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5" name="任意多边形 4">
            <a:extLst>
              <a:ext uri="{FF2B5EF4-FFF2-40B4-BE49-F238E27FC236}">
                <a16:creationId xmlns:a16="http://schemas.microsoft.com/office/drawing/2014/main" xmlns="" id="{B6D9B684-340F-4C10-A3EA-DAD84CB12A48}"/>
              </a:ext>
            </a:extLst>
          </p:cNvPr>
          <p:cNvSpPr/>
          <p:nvPr userDrawn="1"/>
        </p:nvSpPr>
        <p:spPr>
          <a:xfrm>
            <a:off x="5566917" y="3004551"/>
            <a:ext cx="469900" cy="544513"/>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3C8D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2</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6" name="任意多边形 5">
            <a:extLst>
              <a:ext uri="{FF2B5EF4-FFF2-40B4-BE49-F238E27FC236}">
                <a16:creationId xmlns:a16="http://schemas.microsoft.com/office/drawing/2014/main" xmlns="" id="{71A371B1-CF95-436B-A4C4-2E18EEF77B1A}"/>
              </a:ext>
            </a:extLst>
          </p:cNvPr>
          <p:cNvSpPr/>
          <p:nvPr userDrawn="1"/>
        </p:nvSpPr>
        <p:spPr>
          <a:xfrm>
            <a:off x="5566917" y="4019884"/>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3C8D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3</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10" name="文本框 9">
            <a:extLst>
              <a:ext uri="{FF2B5EF4-FFF2-40B4-BE49-F238E27FC236}">
                <a16:creationId xmlns:a16="http://schemas.microsoft.com/office/drawing/2014/main" xmlns="" id="{2CEE1562-56AC-44EF-95C3-4DD1422CA7FE}"/>
              </a:ext>
            </a:extLst>
          </p:cNvPr>
          <p:cNvSpPr txBox="1"/>
          <p:nvPr userDrawn="1"/>
        </p:nvSpPr>
        <p:spPr>
          <a:xfrm>
            <a:off x="1860687" y="2769401"/>
            <a:ext cx="1370888" cy="461665"/>
          </a:xfrm>
          <a:prstGeom prst="rect">
            <a:avLst/>
          </a:prstGeom>
          <a:noFill/>
        </p:spPr>
        <p:txBody>
          <a:bodyPr wrap="none">
            <a:spAutoFit/>
          </a:bodyPr>
          <a:lstStyle/>
          <a:p>
            <a:pPr>
              <a:defRPr/>
            </a:pPr>
            <a:r>
              <a:rPr lang="en-US" altLang="zh-CN" sz="2400" kern="0" dirty="0" smtClean="0">
                <a:solidFill>
                  <a:srgbClr val="84899E"/>
                </a:solidFill>
                <a:latin typeface="Microsoft YaHei Light" charset="-122"/>
                <a:ea typeface="Microsoft YaHei Light" charset="-122"/>
                <a:cs typeface="Microsoft YaHei Light" charset="-122"/>
              </a:rPr>
              <a:t>contents</a:t>
            </a:r>
            <a:endParaRPr lang="zh-CN" altLang="en-US" sz="2400" kern="0" dirty="0">
              <a:solidFill>
                <a:srgbClr val="84899E"/>
              </a:solidFill>
              <a:latin typeface="Microsoft YaHei Light" charset="-122"/>
              <a:ea typeface="Microsoft YaHei Light" charset="-122"/>
              <a:cs typeface="Microsoft YaHei Light" charset="-122"/>
            </a:endParaRPr>
          </a:p>
        </p:txBody>
      </p:sp>
      <p:sp>
        <p:nvSpPr>
          <p:cNvPr id="11" name="任意形状 10"/>
          <p:cNvSpPr/>
          <p:nvPr userDrawn="1"/>
        </p:nvSpPr>
        <p:spPr>
          <a:xfrm>
            <a:off x="1928568" y="2129306"/>
            <a:ext cx="1235126" cy="638479"/>
          </a:xfrm>
          <a:custGeom>
            <a:avLst/>
            <a:gdLst>
              <a:gd name="connsiteX0" fmla="*/ 85039 w 1235126"/>
              <a:gd name="connsiteY0" fmla="*/ 392277 h 638479"/>
              <a:gd name="connsiteX1" fmla="*/ 85039 w 1235126"/>
              <a:gd name="connsiteY1" fmla="*/ 517093 h 638479"/>
              <a:gd name="connsiteX2" fmla="*/ 357988 w 1235126"/>
              <a:gd name="connsiteY2" fmla="*/ 517093 h 638479"/>
              <a:gd name="connsiteX3" fmla="*/ 357988 w 1235126"/>
              <a:gd name="connsiteY3" fmla="*/ 392277 h 638479"/>
              <a:gd name="connsiteX4" fmla="*/ 677571 w 1235126"/>
              <a:gd name="connsiteY4" fmla="*/ 293522 h 638479"/>
              <a:gd name="connsiteX5" fmla="*/ 769811 w 1235126"/>
              <a:gd name="connsiteY5" fmla="*/ 313753 h 638479"/>
              <a:gd name="connsiteX6" fmla="*/ 806501 w 1235126"/>
              <a:gd name="connsiteY6" fmla="*/ 368960 h 638479"/>
              <a:gd name="connsiteX7" fmla="*/ 792099 w 1235126"/>
              <a:gd name="connsiteY7" fmla="*/ 402221 h 638479"/>
              <a:gd name="connsiteX8" fmla="*/ 760552 w 1235126"/>
              <a:gd name="connsiteY8" fmla="*/ 416280 h 638479"/>
              <a:gd name="connsiteX9" fmla="*/ 731406 w 1235126"/>
              <a:gd name="connsiteY9" fmla="*/ 404965 h 638479"/>
              <a:gd name="connsiteX10" fmla="*/ 719404 w 1235126"/>
              <a:gd name="connsiteY10" fmla="*/ 371703 h 638479"/>
              <a:gd name="connsiteX11" fmla="*/ 710489 w 1235126"/>
              <a:gd name="connsiteY11" fmla="*/ 327469 h 638479"/>
              <a:gd name="connsiteX12" fmla="*/ 672084 w 1235126"/>
              <a:gd name="connsiteY12" fmla="*/ 301066 h 638479"/>
              <a:gd name="connsiteX13" fmla="*/ 665912 w 1235126"/>
              <a:gd name="connsiteY13" fmla="*/ 295922 h 638479"/>
              <a:gd name="connsiteX14" fmla="*/ 677571 w 1235126"/>
              <a:gd name="connsiteY14" fmla="*/ 293522 h 638479"/>
              <a:gd name="connsiteX15" fmla="*/ 85039 w 1235126"/>
              <a:gd name="connsiteY15" fmla="*/ 240030 h 638479"/>
              <a:gd name="connsiteX16" fmla="*/ 85039 w 1235126"/>
              <a:gd name="connsiteY16" fmla="*/ 369646 h 638479"/>
              <a:gd name="connsiteX17" fmla="*/ 357988 w 1235126"/>
              <a:gd name="connsiteY17" fmla="*/ 369646 h 638479"/>
              <a:gd name="connsiteX18" fmla="*/ 357988 w 1235126"/>
              <a:gd name="connsiteY18" fmla="*/ 240030 h 638479"/>
              <a:gd name="connsiteX19" fmla="*/ 93269 w 1235126"/>
              <a:gd name="connsiteY19" fmla="*/ 90525 h 638479"/>
              <a:gd name="connsiteX20" fmla="*/ 85039 w 1235126"/>
              <a:gd name="connsiteY20" fmla="*/ 98069 h 638479"/>
              <a:gd name="connsiteX21" fmla="*/ 85039 w 1235126"/>
              <a:gd name="connsiteY21" fmla="*/ 217398 h 638479"/>
              <a:gd name="connsiteX22" fmla="*/ 357988 w 1235126"/>
              <a:gd name="connsiteY22" fmla="*/ 217398 h 638479"/>
              <a:gd name="connsiteX23" fmla="*/ 357988 w 1235126"/>
              <a:gd name="connsiteY23" fmla="*/ 90525 h 638479"/>
              <a:gd name="connsiteX24" fmla="*/ 372389 w 1235126"/>
              <a:gd name="connsiteY24" fmla="*/ 25374 h 638479"/>
              <a:gd name="connsiteX25" fmla="*/ 422110 w 1235126"/>
              <a:gd name="connsiteY25" fmla="*/ 49034 h 638479"/>
              <a:gd name="connsiteX26" fmla="*/ 468059 w 1235126"/>
              <a:gd name="connsiteY26" fmla="*/ 79210 h 638479"/>
              <a:gd name="connsiteX27" fmla="*/ 475260 w 1235126"/>
              <a:gd name="connsiteY27" fmla="*/ 90525 h 638479"/>
              <a:gd name="connsiteX28" fmla="*/ 449199 w 1235126"/>
              <a:gd name="connsiteY28" fmla="*/ 110413 h 638479"/>
              <a:gd name="connsiteX29" fmla="*/ 449199 w 1235126"/>
              <a:gd name="connsiteY29" fmla="*/ 510921 h 638479"/>
              <a:gd name="connsiteX30" fmla="*/ 449885 w 1235126"/>
              <a:gd name="connsiteY30" fmla="*/ 554812 h 638479"/>
              <a:gd name="connsiteX31" fmla="*/ 450571 w 1235126"/>
              <a:gd name="connsiteY31" fmla="*/ 578129 h 638479"/>
              <a:gd name="connsiteX32" fmla="*/ 448513 w 1235126"/>
              <a:gd name="connsiteY32" fmla="*/ 585330 h 638479"/>
              <a:gd name="connsiteX33" fmla="*/ 430683 w 1235126"/>
              <a:gd name="connsiteY33" fmla="*/ 595960 h 638479"/>
              <a:gd name="connsiteX34" fmla="*/ 391592 w 1235126"/>
              <a:gd name="connsiteY34" fmla="*/ 606933 h 638479"/>
              <a:gd name="connsiteX35" fmla="*/ 363131 w 1235126"/>
              <a:gd name="connsiteY35" fmla="*/ 611047 h 638479"/>
              <a:gd name="connsiteX36" fmla="*/ 357988 w 1235126"/>
              <a:gd name="connsiteY36" fmla="*/ 599389 h 638479"/>
              <a:gd name="connsiteX37" fmla="*/ 357988 w 1235126"/>
              <a:gd name="connsiteY37" fmla="*/ 539724 h 638479"/>
              <a:gd name="connsiteX38" fmla="*/ 85039 w 1235126"/>
              <a:gd name="connsiteY38" fmla="*/ 539724 h 638479"/>
              <a:gd name="connsiteX39" fmla="*/ 85039 w 1235126"/>
              <a:gd name="connsiteY39" fmla="*/ 591159 h 638479"/>
              <a:gd name="connsiteX40" fmla="*/ 82982 w 1235126"/>
              <a:gd name="connsiteY40" fmla="*/ 599732 h 638479"/>
              <a:gd name="connsiteX41" fmla="*/ 67894 w 1235126"/>
              <a:gd name="connsiteY41" fmla="*/ 606933 h 638479"/>
              <a:gd name="connsiteX42" fmla="*/ 33947 w 1235126"/>
              <a:gd name="connsiteY42" fmla="*/ 615505 h 638479"/>
              <a:gd name="connsiteX43" fmla="*/ 4115 w 1235126"/>
              <a:gd name="connsiteY43" fmla="*/ 619277 h 638479"/>
              <a:gd name="connsiteX44" fmla="*/ 0 w 1235126"/>
              <a:gd name="connsiteY44" fmla="*/ 613791 h 638479"/>
              <a:gd name="connsiteX45" fmla="*/ 1372 w 1235126"/>
              <a:gd name="connsiteY45" fmla="*/ 581558 h 638479"/>
              <a:gd name="connsiteX46" fmla="*/ 2743 w 1235126"/>
              <a:gd name="connsiteY46" fmla="*/ 520522 h 638479"/>
              <a:gd name="connsiteX47" fmla="*/ 2743 w 1235126"/>
              <a:gd name="connsiteY47" fmla="*/ 106299 h 638479"/>
              <a:gd name="connsiteX48" fmla="*/ 1372 w 1235126"/>
              <a:gd name="connsiteY48" fmla="*/ 34975 h 638479"/>
              <a:gd name="connsiteX49" fmla="*/ 88468 w 1235126"/>
              <a:gd name="connsiteY49" fmla="*/ 67894 h 638479"/>
              <a:gd name="connsiteX50" fmla="*/ 340843 w 1235126"/>
              <a:gd name="connsiteY50" fmla="*/ 67894 h 638479"/>
              <a:gd name="connsiteX51" fmla="*/ 359359 w 1235126"/>
              <a:gd name="connsiteY51" fmla="*/ 34290 h 638479"/>
              <a:gd name="connsiteX52" fmla="*/ 372389 w 1235126"/>
              <a:gd name="connsiteY52" fmla="*/ 25374 h 638479"/>
              <a:gd name="connsiteX53" fmla="*/ 1016356 w 1235126"/>
              <a:gd name="connsiteY53" fmla="*/ 0 h 638479"/>
              <a:gd name="connsiteX54" fmla="*/ 1050646 w 1235126"/>
              <a:gd name="connsiteY54" fmla="*/ 16116 h 638479"/>
              <a:gd name="connsiteX55" fmla="*/ 1093851 w 1235126"/>
              <a:gd name="connsiteY55" fmla="*/ 43205 h 638479"/>
              <a:gd name="connsiteX56" fmla="*/ 1108253 w 1235126"/>
              <a:gd name="connsiteY56" fmla="*/ 60350 h 638479"/>
              <a:gd name="connsiteX57" fmla="*/ 1079449 w 1235126"/>
              <a:gd name="connsiteY57" fmla="*/ 78181 h 638479"/>
              <a:gd name="connsiteX58" fmla="*/ 1079449 w 1235126"/>
              <a:gd name="connsiteY58" fmla="*/ 245516 h 638479"/>
              <a:gd name="connsiteX59" fmla="*/ 1098652 w 1235126"/>
              <a:gd name="connsiteY59" fmla="*/ 245516 h 638479"/>
              <a:gd name="connsiteX60" fmla="*/ 1116483 w 1235126"/>
              <a:gd name="connsiteY60" fmla="*/ 211226 h 638479"/>
              <a:gd name="connsiteX61" fmla="*/ 1129513 w 1235126"/>
              <a:gd name="connsiteY61" fmla="*/ 192024 h 638479"/>
              <a:gd name="connsiteX62" fmla="*/ 1137742 w 1235126"/>
              <a:gd name="connsiteY62" fmla="*/ 188595 h 638479"/>
              <a:gd name="connsiteX63" fmla="*/ 1186091 w 1235126"/>
              <a:gd name="connsiteY63" fmla="*/ 219456 h 638479"/>
              <a:gd name="connsiteX64" fmla="*/ 1226211 w 1235126"/>
              <a:gd name="connsiteY64" fmla="*/ 259232 h 638479"/>
              <a:gd name="connsiteX65" fmla="*/ 1213180 w 1235126"/>
              <a:gd name="connsiteY65" fmla="*/ 268147 h 638479"/>
              <a:gd name="connsiteX66" fmla="*/ 953948 w 1235126"/>
              <a:gd name="connsiteY66" fmla="*/ 268147 h 638479"/>
              <a:gd name="connsiteX67" fmla="*/ 949833 w 1235126"/>
              <a:gd name="connsiteY67" fmla="*/ 273634 h 638479"/>
              <a:gd name="connsiteX68" fmla="*/ 1009498 w 1235126"/>
              <a:gd name="connsiteY68" fmla="*/ 394335 h 638479"/>
              <a:gd name="connsiteX69" fmla="*/ 1067791 w 1235126"/>
              <a:gd name="connsiteY69" fmla="*/ 283921 h 638479"/>
              <a:gd name="connsiteX70" fmla="*/ 1132599 w 1235126"/>
              <a:gd name="connsiteY70" fmla="*/ 315468 h 638479"/>
              <a:gd name="connsiteX71" fmla="*/ 1163803 w 1235126"/>
              <a:gd name="connsiteY71" fmla="*/ 335013 h 638479"/>
              <a:gd name="connsiteX72" fmla="*/ 1168603 w 1235126"/>
              <a:gd name="connsiteY72" fmla="*/ 343585 h 638479"/>
              <a:gd name="connsiteX73" fmla="*/ 1151116 w 1235126"/>
              <a:gd name="connsiteY73" fmla="*/ 350101 h 638479"/>
              <a:gd name="connsiteX74" fmla="*/ 1108596 w 1235126"/>
              <a:gd name="connsiteY74" fmla="*/ 363817 h 638479"/>
              <a:gd name="connsiteX75" fmla="*/ 1023900 w 1235126"/>
              <a:gd name="connsiteY75" fmla="*/ 410794 h 638479"/>
              <a:gd name="connsiteX76" fmla="*/ 1095909 w 1235126"/>
              <a:gd name="connsiteY76" fmla="*/ 464629 h 638479"/>
              <a:gd name="connsiteX77" fmla="*/ 1228268 w 1235126"/>
              <a:gd name="connsiteY77" fmla="*/ 511606 h 638479"/>
              <a:gd name="connsiteX78" fmla="*/ 1235126 w 1235126"/>
              <a:gd name="connsiteY78" fmla="*/ 516064 h 638479"/>
              <a:gd name="connsiteX79" fmla="*/ 1227582 w 1235126"/>
              <a:gd name="connsiteY79" fmla="*/ 520522 h 638479"/>
              <a:gd name="connsiteX80" fmla="*/ 1148029 w 1235126"/>
              <a:gd name="connsiteY80" fmla="*/ 593217 h 638479"/>
              <a:gd name="connsiteX81" fmla="*/ 1140486 w 1235126"/>
              <a:gd name="connsiteY81" fmla="*/ 598017 h 638479"/>
              <a:gd name="connsiteX82" fmla="*/ 1077735 w 1235126"/>
              <a:gd name="connsiteY82" fmla="*/ 560298 h 638479"/>
              <a:gd name="connsiteX83" fmla="*/ 992696 w 1235126"/>
              <a:gd name="connsiteY83" fmla="*/ 458800 h 638479"/>
              <a:gd name="connsiteX84" fmla="*/ 944347 w 1235126"/>
              <a:gd name="connsiteY84" fmla="*/ 286664 h 638479"/>
              <a:gd name="connsiteX85" fmla="*/ 944347 w 1235126"/>
              <a:gd name="connsiteY85" fmla="*/ 561670 h 638479"/>
              <a:gd name="connsiteX86" fmla="*/ 933717 w 1235126"/>
              <a:gd name="connsiteY86" fmla="*/ 606590 h 638479"/>
              <a:gd name="connsiteX87" fmla="*/ 896341 w 1235126"/>
              <a:gd name="connsiteY87" fmla="*/ 630250 h 638479"/>
              <a:gd name="connsiteX88" fmla="*/ 847649 w 1235126"/>
              <a:gd name="connsiteY88" fmla="*/ 638479 h 638479"/>
              <a:gd name="connsiteX89" fmla="*/ 833933 w 1235126"/>
              <a:gd name="connsiteY89" fmla="*/ 626821 h 638479"/>
              <a:gd name="connsiteX90" fmla="*/ 821932 w 1235126"/>
              <a:gd name="connsiteY90" fmla="*/ 595617 h 638479"/>
              <a:gd name="connsiteX91" fmla="*/ 801357 w 1235126"/>
              <a:gd name="connsiteY91" fmla="*/ 579843 h 638479"/>
              <a:gd name="connsiteX92" fmla="*/ 755752 w 1235126"/>
              <a:gd name="connsiteY92" fmla="*/ 567156 h 638479"/>
              <a:gd name="connsiteX93" fmla="*/ 748208 w 1235126"/>
              <a:gd name="connsiteY93" fmla="*/ 563727 h 638479"/>
              <a:gd name="connsiteX94" fmla="*/ 766039 w 1235126"/>
              <a:gd name="connsiteY94" fmla="*/ 561670 h 638479"/>
              <a:gd name="connsiteX95" fmla="*/ 841477 w 1235126"/>
              <a:gd name="connsiteY95" fmla="*/ 553440 h 638479"/>
              <a:gd name="connsiteX96" fmla="*/ 859993 w 1235126"/>
              <a:gd name="connsiteY96" fmla="*/ 522579 h 638479"/>
              <a:gd name="connsiteX97" fmla="*/ 859993 w 1235126"/>
              <a:gd name="connsiteY97" fmla="*/ 413537 h 638479"/>
              <a:gd name="connsiteX98" fmla="*/ 732777 w 1235126"/>
              <a:gd name="connsiteY98" fmla="*/ 504063 h 638479"/>
              <a:gd name="connsiteX99" fmla="*/ 659054 w 1235126"/>
              <a:gd name="connsiteY99" fmla="*/ 566470 h 638479"/>
              <a:gd name="connsiteX100" fmla="*/ 651510 w 1235126"/>
              <a:gd name="connsiteY100" fmla="*/ 571957 h 638479"/>
              <a:gd name="connsiteX101" fmla="*/ 646367 w 1235126"/>
              <a:gd name="connsiteY101" fmla="*/ 569214 h 638479"/>
              <a:gd name="connsiteX102" fmla="*/ 628879 w 1235126"/>
              <a:gd name="connsiteY102" fmla="*/ 540753 h 638479"/>
              <a:gd name="connsiteX103" fmla="*/ 597332 w 1235126"/>
              <a:gd name="connsiteY103" fmla="*/ 482117 h 638479"/>
              <a:gd name="connsiteX104" fmla="*/ 859993 w 1235126"/>
              <a:gd name="connsiteY104" fmla="*/ 403936 h 638479"/>
              <a:gd name="connsiteX105" fmla="*/ 859993 w 1235126"/>
              <a:gd name="connsiteY105" fmla="*/ 268147 h 638479"/>
              <a:gd name="connsiteX106" fmla="*/ 635737 w 1235126"/>
              <a:gd name="connsiteY106" fmla="*/ 268147 h 638479"/>
              <a:gd name="connsiteX107" fmla="*/ 611048 w 1235126"/>
              <a:gd name="connsiteY107" fmla="*/ 275691 h 638479"/>
              <a:gd name="connsiteX108" fmla="*/ 593217 w 1235126"/>
              <a:gd name="connsiteY108" fmla="*/ 243459 h 638479"/>
              <a:gd name="connsiteX109" fmla="*/ 627507 w 1235126"/>
              <a:gd name="connsiteY109" fmla="*/ 245516 h 638479"/>
              <a:gd name="connsiteX110" fmla="*/ 997153 w 1235126"/>
              <a:gd name="connsiteY110" fmla="*/ 245516 h 638479"/>
              <a:gd name="connsiteX111" fmla="*/ 997153 w 1235126"/>
              <a:gd name="connsiteY111" fmla="*/ 165963 h 638479"/>
              <a:gd name="connsiteX112" fmla="*/ 731749 w 1235126"/>
              <a:gd name="connsiteY112" fmla="*/ 165963 h 638479"/>
              <a:gd name="connsiteX113" fmla="*/ 705003 w 1235126"/>
              <a:gd name="connsiteY113" fmla="*/ 174193 h 638479"/>
              <a:gd name="connsiteX114" fmla="*/ 687172 w 1235126"/>
              <a:gd name="connsiteY114" fmla="*/ 141274 h 638479"/>
              <a:gd name="connsiteX115" fmla="*/ 721462 w 1235126"/>
              <a:gd name="connsiteY115" fmla="*/ 143332 h 638479"/>
              <a:gd name="connsiteX116" fmla="*/ 997153 w 1235126"/>
              <a:gd name="connsiteY116" fmla="*/ 143332 h 638479"/>
              <a:gd name="connsiteX117" fmla="*/ 997153 w 1235126"/>
              <a:gd name="connsiteY117" fmla="*/ 67208 h 638479"/>
              <a:gd name="connsiteX118" fmla="*/ 706374 w 1235126"/>
              <a:gd name="connsiteY118" fmla="*/ 67208 h 638479"/>
              <a:gd name="connsiteX119" fmla="*/ 679628 w 1235126"/>
              <a:gd name="connsiteY119" fmla="*/ 75438 h 638479"/>
              <a:gd name="connsiteX120" fmla="*/ 661797 w 1235126"/>
              <a:gd name="connsiteY120" fmla="*/ 42519 h 638479"/>
              <a:gd name="connsiteX121" fmla="*/ 696087 w 1235126"/>
              <a:gd name="connsiteY121" fmla="*/ 44577 h 638479"/>
              <a:gd name="connsiteX122" fmla="*/ 984123 w 1235126"/>
              <a:gd name="connsiteY122" fmla="*/ 44577 h 638479"/>
              <a:gd name="connsiteX123" fmla="*/ 1006069 w 1235126"/>
              <a:gd name="connsiteY123" fmla="*/ 5829 h 638479"/>
              <a:gd name="connsiteX124" fmla="*/ 1016356 w 1235126"/>
              <a:gd name="connsiteY124" fmla="*/ 0 h 63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35126" h="638479">
                <a:moveTo>
                  <a:pt x="85039" y="392277"/>
                </a:moveTo>
                <a:lnTo>
                  <a:pt x="85039" y="517093"/>
                </a:lnTo>
                <a:lnTo>
                  <a:pt x="357988" y="517093"/>
                </a:lnTo>
                <a:lnTo>
                  <a:pt x="357988" y="392277"/>
                </a:lnTo>
                <a:close/>
                <a:moveTo>
                  <a:pt x="677571" y="293522"/>
                </a:moveTo>
                <a:cubicBezTo>
                  <a:pt x="714604" y="293522"/>
                  <a:pt x="745350" y="300266"/>
                  <a:pt x="769811" y="313753"/>
                </a:cubicBezTo>
                <a:cubicBezTo>
                  <a:pt x="794271" y="327241"/>
                  <a:pt x="806501" y="345643"/>
                  <a:pt x="806501" y="368960"/>
                </a:cubicBezTo>
                <a:cubicBezTo>
                  <a:pt x="806501" y="381762"/>
                  <a:pt x="801700" y="392849"/>
                  <a:pt x="792099" y="402221"/>
                </a:cubicBezTo>
                <a:cubicBezTo>
                  <a:pt x="782498" y="411594"/>
                  <a:pt x="771982" y="416280"/>
                  <a:pt x="760552" y="416280"/>
                </a:cubicBezTo>
                <a:cubicBezTo>
                  <a:pt x="749122" y="416280"/>
                  <a:pt x="739407" y="412508"/>
                  <a:pt x="731406" y="404965"/>
                </a:cubicBezTo>
                <a:cubicBezTo>
                  <a:pt x="723405" y="397421"/>
                  <a:pt x="719404" y="386334"/>
                  <a:pt x="719404" y="371703"/>
                </a:cubicBezTo>
                <a:cubicBezTo>
                  <a:pt x="719404" y="351586"/>
                  <a:pt x="716433" y="336842"/>
                  <a:pt x="710489" y="327469"/>
                </a:cubicBezTo>
                <a:cubicBezTo>
                  <a:pt x="704545" y="318097"/>
                  <a:pt x="691744" y="309295"/>
                  <a:pt x="672084" y="301066"/>
                </a:cubicBezTo>
                <a:cubicBezTo>
                  <a:pt x="667969" y="299237"/>
                  <a:pt x="665912" y="297523"/>
                  <a:pt x="665912" y="295922"/>
                </a:cubicBezTo>
                <a:cubicBezTo>
                  <a:pt x="665912" y="294322"/>
                  <a:pt x="669798" y="293522"/>
                  <a:pt x="677571" y="293522"/>
                </a:cubicBezTo>
                <a:close/>
                <a:moveTo>
                  <a:pt x="85039" y="240030"/>
                </a:moveTo>
                <a:lnTo>
                  <a:pt x="85039" y="369646"/>
                </a:lnTo>
                <a:lnTo>
                  <a:pt x="357988" y="369646"/>
                </a:lnTo>
                <a:lnTo>
                  <a:pt x="357988" y="240030"/>
                </a:lnTo>
                <a:close/>
                <a:moveTo>
                  <a:pt x="93269" y="90525"/>
                </a:moveTo>
                <a:cubicBezTo>
                  <a:pt x="92354" y="93268"/>
                  <a:pt x="89611" y="95783"/>
                  <a:pt x="85039" y="98069"/>
                </a:cubicBezTo>
                <a:lnTo>
                  <a:pt x="85039" y="217398"/>
                </a:lnTo>
                <a:lnTo>
                  <a:pt x="357988" y="217398"/>
                </a:lnTo>
                <a:lnTo>
                  <a:pt x="357988" y="90525"/>
                </a:lnTo>
                <a:close/>
                <a:moveTo>
                  <a:pt x="372389" y="25374"/>
                </a:moveTo>
                <a:cubicBezTo>
                  <a:pt x="379705" y="25374"/>
                  <a:pt x="396278" y="33261"/>
                  <a:pt x="422110" y="49034"/>
                </a:cubicBezTo>
                <a:cubicBezTo>
                  <a:pt x="447942" y="64808"/>
                  <a:pt x="463258" y="74866"/>
                  <a:pt x="468059" y="79210"/>
                </a:cubicBezTo>
                <a:cubicBezTo>
                  <a:pt x="472859" y="83553"/>
                  <a:pt x="475260" y="87325"/>
                  <a:pt x="475260" y="90525"/>
                </a:cubicBezTo>
                <a:cubicBezTo>
                  <a:pt x="475260" y="96926"/>
                  <a:pt x="466573" y="103555"/>
                  <a:pt x="449199" y="110413"/>
                </a:cubicBezTo>
                <a:lnTo>
                  <a:pt x="449199" y="510921"/>
                </a:lnTo>
                <a:cubicBezTo>
                  <a:pt x="449199" y="531952"/>
                  <a:pt x="449428" y="546582"/>
                  <a:pt x="449885" y="554812"/>
                </a:cubicBezTo>
                <a:lnTo>
                  <a:pt x="450571" y="578129"/>
                </a:lnTo>
                <a:cubicBezTo>
                  <a:pt x="450571" y="580415"/>
                  <a:pt x="449885" y="582815"/>
                  <a:pt x="448513" y="585330"/>
                </a:cubicBezTo>
                <a:cubicBezTo>
                  <a:pt x="447142" y="587845"/>
                  <a:pt x="441198" y="591388"/>
                  <a:pt x="430683" y="595960"/>
                </a:cubicBezTo>
                <a:cubicBezTo>
                  <a:pt x="420167" y="600532"/>
                  <a:pt x="407137" y="604189"/>
                  <a:pt x="391592" y="606933"/>
                </a:cubicBezTo>
                <a:cubicBezTo>
                  <a:pt x="376047" y="609676"/>
                  <a:pt x="366560" y="611047"/>
                  <a:pt x="363131" y="611047"/>
                </a:cubicBezTo>
                <a:cubicBezTo>
                  <a:pt x="359702" y="611047"/>
                  <a:pt x="357988" y="607161"/>
                  <a:pt x="357988" y="599389"/>
                </a:cubicBezTo>
                <a:lnTo>
                  <a:pt x="357988" y="539724"/>
                </a:lnTo>
                <a:lnTo>
                  <a:pt x="85039" y="539724"/>
                </a:lnTo>
                <a:lnTo>
                  <a:pt x="85039" y="591159"/>
                </a:lnTo>
                <a:cubicBezTo>
                  <a:pt x="85039" y="595274"/>
                  <a:pt x="84353" y="598132"/>
                  <a:pt x="82982" y="599732"/>
                </a:cubicBezTo>
                <a:cubicBezTo>
                  <a:pt x="81610" y="601332"/>
                  <a:pt x="76581" y="603732"/>
                  <a:pt x="67894" y="606933"/>
                </a:cubicBezTo>
                <a:cubicBezTo>
                  <a:pt x="59208" y="610133"/>
                  <a:pt x="47892" y="612991"/>
                  <a:pt x="33947" y="615505"/>
                </a:cubicBezTo>
                <a:cubicBezTo>
                  <a:pt x="20003" y="618020"/>
                  <a:pt x="10058" y="619277"/>
                  <a:pt x="4115" y="619277"/>
                </a:cubicBezTo>
                <a:cubicBezTo>
                  <a:pt x="1372" y="619277"/>
                  <a:pt x="0" y="617448"/>
                  <a:pt x="0" y="613791"/>
                </a:cubicBezTo>
                <a:lnTo>
                  <a:pt x="1372" y="581558"/>
                </a:lnTo>
                <a:cubicBezTo>
                  <a:pt x="2286" y="559155"/>
                  <a:pt x="2743" y="538810"/>
                  <a:pt x="2743" y="520522"/>
                </a:cubicBezTo>
                <a:lnTo>
                  <a:pt x="2743" y="106299"/>
                </a:lnTo>
                <a:cubicBezTo>
                  <a:pt x="2743" y="78409"/>
                  <a:pt x="2286" y="54635"/>
                  <a:pt x="1372" y="34975"/>
                </a:cubicBezTo>
                <a:cubicBezTo>
                  <a:pt x="29261" y="41376"/>
                  <a:pt x="58293" y="52349"/>
                  <a:pt x="88468" y="67894"/>
                </a:cubicBezTo>
                <a:lnTo>
                  <a:pt x="340843" y="67894"/>
                </a:lnTo>
                <a:cubicBezTo>
                  <a:pt x="349072" y="51435"/>
                  <a:pt x="355244" y="40233"/>
                  <a:pt x="359359" y="34290"/>
                </a:cubicBezTo>
                <a:cubicBezTo>
                  <a:pt x="363474" y="28346"/>
                  <a:pt x="367817" y="25374"/>
                  <a:pt x="372389" y="25374"/>
                </a:cubicBezTo>
                <a:close/>
                <a:moveTo>
                  <a:pt x="1016356" y="0"/>
                </a:moveTo>
                <a:cubicBezTo>
                  <a:pt x="1020013" y="0"/>
                  <a:pt x="1031443" y="5372"/>
                  <a:pt x="1050646" y="16116"/>
                </a:cubicBezTo>
                <a:cubicBezTo>
                  <a:pt x="1069848" y="26860"/>
                  <a:pt x="1084250" y="35890"/>
                  <a:pt x="1093851" y="43205"/>
                </a:cubicBezTo>
                <a:cubicBezTo>
                  <a:pt x="1103452" y="50520"/>
                  <a:pt x="1108253" y="56235"/>
                  <a:pt x="1108253" y="60350"/>
                </a:cubicBezTo>
                <a:cubicBezTo>
                  <a:pt x="1108253" y="66751"/>
                  <a:pt x="1098652" y="72694"/>
                  <a:pt x="1079449" y="78181"/>
                </a:cubicBezTo>
                <a:lnTo>
                  <a:pt x="1079449" y="245516"/>
                </a:lnTo>
                <a:lnTo>
                  <a:pt x="1098652" y="245516"/>
                </a:lnTo>
                <a:cubicBezTo>
                  <a:pt x="1104138" y="233172"/>
                  <a:pt x="1110082" y="221742"/>
                  <a:pt x="1116483" y="211226"/>
                </a:cubicBezTo>
                <a:cubicBezTo>
                  <a:pt x="1122883" y="200710"/>
                  <a:pt x="1127227" y="194310"/>
                  <a:pt x="1129513" y="192024"/>
                </a:cubicBezTo>
                <a:cubicBezTo>
                  <a:pt x="1131799" y="189738"/>
                  <a:pt x="1134542" y="188595"/>
                  <a:pt x="1137742" y="188595"/>
                </a:cubicBezTo>
                <a:cubicBezTo>
                  <a:pt x="1143229" y="188595"/>
                  <a:pt x="1159345" y="198882"/>
                  <a:pt x="1186091" y="219456"/>
                </a:cubicBezTo>
                <a:cubicBezTo>
                  <a:pt x="1212837" y="240030"/>
                  <a:pt x="1226211" y="253288"/>
                  <a:pt x="1226211" y="259232"/>
                </a:cubicBezTo>
                <a:cubicBezTo>
                  <a:pt x="1226211" y="265176"/>
                  <a:pt x="1221867" y="268147"/>
                  <a:pt x="1213180" y="268147"/>
                </a:cubicBezTo>
                <a:lnTo>
                  <a:pt x="953948" y="268147"/>
                </a:lnTo>
                <a:cubicBezTo>
                  <a:pt x="953491" y="269519"/>
                  <a:pt x="952119" y="271348"/>
                  <a:pt x="949833" y="273634"/>
                </a:cubicBezTo>
                <a:cubicBezTo>
                  <a:pt x="966292" y="323926"/>
                  <a:pt x="986181" y="364159"/>
                  <a:pt x="1009498" y="394335"/>
                </a:cubicBezTo>
                <a:cubicBezTo>
                  <a:pt x="1026871" y="371475"/>
                  <a:pt x="1046302" y="334670"/>
                  <a:pt x="1067791" y="283921"/>
                </a:cubicBezTo>
                <a:cubicBezTo>
                  <a:pt x="1093394" y="294894"/>
                  <a:pt x="1114997" y="305409"/>
                  <a:pt x="1132599" y="315468"/>
                </a:cubicBezTo>
                <a:cubicBezTo>
                  <a:pt x="1150201" y="325526"/>
                  <a:pt x="1160602" y="332041"/>
                  <a:pt x="1163803" y="335013"/>
                </a:cubicBezTo>
                <a:cubicBezTo>
                  <a:pt x="1167003" y="337985"/>
                  <a:pt x="1168603" y="340842"/>
                  <a:pt x="1168603" y="343585"/>
                </a:cubicBezTo>
                <a:cubicBezTo>
                  <a:pt x="1168603" y="346329"/>
                  <a:pt x="1162774" y="348500"/>
                  <a:pt x="1151116" y="350101"/>
                </a:cubicBezTo>
                <a:cubicBezTo>
                  <a:pt x="1139457" y="351701"/>
                  <a:pt x="1125284" y="356273"/>
                  <a:pt x="1108596" y="363817"/>
                </a:cubicBezTo>
                <a:cubicBezTo>
                  <a:pt x="1091908" y="371360"/>
                  <a:pt x="1063676" y="387019"/>
                  <a:pt x="1023900" y="410794"/>
                </a:cubicBezTo>
                <a:cubicBezTo>
                  <a:pt x="1042188" y="430911"/>
                  <a:pt x="1066191" y="448856"/>
                  <a:pt x="1095909" y="464629"/>
                </a:cubicBezTo>
                <a:cubicBezTo>
                  <a:pt x="1125627" y="480403"/>
                  <a:pt x="1169746" y="496062"/>
                  <a:pt x="1228268" y="511606"/>
                </a:cubicBezTo>
                <a:cubicBezTo>
                  <a:pt x="1232840" y="512978"/>
                  <a:pt x="1235126" y="514464"/>
                  <a:pt x="1235126" y="516064"/>
                </a:cubicBezTo>
                <a:cubicBezTo>
                  <a:pt x="1235126" y="517664"/>
                  <a:pt x="1232611" y="519150"/>
                  <a:pt x="1227582" y="520522"/>
                </a:cubicBezTo>
                <a:cubicBezTo>
                  <a:pt x="1197407" y="529209"/>
                  <a:pt x="1170889" y="553440"/>
                  <a:pt x="1148029" y="593217"/>
                </a:cubicBezTo>
                <a:cubicBezTo>
                  <a:pt x="1145743" y="596417"/>
                  <a:pt x="1143229" y="598017"/>
                  <a:pt x="1140486" y="598017"/>
                </a:cubicBezTo>
                <a:cubicBezTo>
                  <a:pt x="1133170" y="598017"/>
                  <a:pt x="1112253" y="585444"/>
                  <a:pt x="1077735" y="560298"/>
                </a:cubicBezTo>
                <a:cubicBezTo>
                  <a:pt x="1043216" y="535152"/>
                  <a:pt x="1014870" y="501319"/>
                  <a:pt x="992696" y="458800"/>
                </a:cubicBezTo>
                <a:cubicBezTo>
                  <a:pt x="970522" y="416280"/>
                  <a:pt x="954405" y="358902"/>
                  <a:pt x="944347" y="286664"/>
                </a:cubicBezTo>
                <a:lnTo>
                  <a:pt x="944347" y="561670"/>
                </a:lnTo>
                <a:cubicBezTo>
                  <a:pt x="944347" y="581329"/>
                  <a:pt x="940803" y="596303"/>
                  <a:pt x="933717" y="606590"/>
                </a:cubicBezTo>
                <a:cubicBezTo>
                  <a:pt x="926630" y="616877"/>
                  <a:pt x="914172" y="624763"/>
                  <a:pt x="896341" y="630250"/>
                </a:cubicBezTo>
                <a:cubicBezTo>
                  <a:pt x="878510" y="635736"/>
                  <a:pt x="862279" y="638479"/>
                  <a:pt x="847649" y="638479"/>
                </a:cubicBezTo>
                <a:cubicBezTo>
                  <a:pt x="840791" y="638479"/>
                  <a:pt x="836219" y="634593"/>
                  <a:pt x="833933" y="626821"/>
                </a:cubicBezTo>
                <a:cubicBezTo>
                  <a:pt x="830275" y="612648"/>
                  <a:pt x="826275" y="602246"/>
                  <a:pt x="821932" y="595617"/>
                </a:cubicBezTo>
                <a:cubicBezTo>
                  <a:pt x="817588" y="588988"/>
                  <a:pt x="810730" y="583730"/>
                  <a:pt x="801357" y="579843"/>
                </a:cubicBezTo>
                <a:cubicBezTo>
                  <a:pt x="791985" y="575957"/>
                  <a:pt x="776783" y="571728"/>
                  <a:pt x="755752" y="567156"/>
                </a:cubicBezTo>
                <a:cubicBezTo>
                  <a:pt x="750723" y="566242"/>
                  <a:pt x="748208" y="565099"/>
                  <a:pt x="748208" y="563727"/>
                </a:cubicBezTo>
                <a:cubicBezTo>
                  <a:pt x="748208" y="562356"/>
                  <a:pt x="754152" y="561670"/>
                  <a:pt x="766039" y="561670"/>
                </a:cubicBezTo>
                <a:cubicBezTo>
                  <a:pt x="803986" y="561670"/>
                  <a:pt x="829132" y="558927"/>
                  <a:pt x="841477" y="553440"/>
                </a:cubicBezTo>
                <a:cubicBezTo>
                  <a:pt x="853821" y="547954"/>
                  <a:pt x="859993" y="537667"/>
                  <a:pt x="859993" y="522579"/>
                </a:cubicBezTo>
                <a:lnTo>
                  <a:pt x="859993" y="413537"/>
                </a:lnTo>
                <a:cubicBezTo>
                  <a:pt x="811530" y="445998"/>
                  <a:pt x="769125" y="476173"/>
                  <a:pt x="732777" y="504063"/>
                </a:cubicBezTo>
                <a:cubicBezTo>
                  <a:pt x="696430" y="531952"/>
                  <a:pt x="671856" y="552754"/>
                  <a:pt x="659054" y="566470"/>
                </a:cubicBezTo>
                <a:cubicBezTo>
                  <a:pt x="655854" y="570128"/>
                  <a:pt x="653339" y="571957"/>
                  <a:pt x="651510" y="571957"/>
                </a:cubicBezTo>
                <a:cubicBezTo>
                  <a:pt x="649681" y="571957"/>
                  <a:pt x="647967" y="571042"/>
                  <a:pt x="646367" y="569214"/>
                </a:cubicBezTo>
                <a:cubicBezTo>
                  <a:pt x="644766" y="567385"/>
                  <a:pt x="638937" y="557898"/>
                  <a:pt x="628879" y="540753"/>
                </a:cubicBezTo>
                <a:cubicBezTo>
                  <a:pt x="618820" y="523608"/>
                  <a:pt x="608305" y="504063"/>
                  <a:pt x="597332" y="482117"/>
                </a:cubicBezTo>
                <a:cubicBezTo>
                  <a:pt x="702031" y="454685"/>
                  <a:pt x="789585" y="428625"/>
                  <a:pt x="859993" y="403936"/>
                </a:cubicBezTo>
                <a:lnTo>
                  <a:pt x="859993" y="268147"/>
                </a:lnTo>
                <a:lnTo>
                  <a:pt x="635737" y="268147"/>
                </a:lnTo>
                <a:cubicBezTo>
                  <a:pt x="626593" y="268147"/>
                  <a:pt x="618363" y="270662"/>
                  <a:pt x="611048" y="275691"/>
                </a:cubicBezTo>
                <a:lnTo>
                  <a:pt x="593217" y="243459"/>
                </a:lnTo>
                <a:cubicBezTo>
                  <a:pt x="604190" y="244830"/>
                  <a:pt x="615620" y="245516"/>
                  <a:pt x="627507" y="245516"/>
                </a:cubicBezTo>
                <a:lnTo>
                  <a:pt x="997153" y="245516"/>
                </a:lnTo>
                <a:lnTo>
                  <a:pt x="997153" y="165963"/>
                </a:lnTo>
                <a:lnTo>
                  <a:pt x="731749" y="165963"/>
                </a:lnTo>
                <a:cubicBezTo>
                  <a:pt x="722148" y="165963"/>
                  <a:pt x="713232" y="168706"/>
                  <a:pt x="705003" y="174193"/>
                </a:cubicBezTo>
                <a:lnTo>
                  <a:pt x="687172" y="141274"/>
                </a:lnTo>
                <a:cubicBezTo>
                  <a:pt x="698145" y="142646"/>
                  <a:pt x="709575" y="143332"/>
                  <a:pt x="721462" y="143332"/>
                </a:cubicBezTo>
                <a:lnTo>
                  <a:pt x="997153" y="143332"/>
                </a:lnTo>
                <a:lnTo>
                  <a:pt x="997153" y="67208"/>
                </a:lnTo>
                <a:lnTo>
                  <a:pt x="706374" y="67208"/>
                </a:lnTo>
                <a:cubicBezTo>
                  <a:pt x="696773" y="67208"/>
                  <a:pt x="687858" y="69951"/>
                  <a:pt x="679628" y="75438"/>
                </a:cubicBezTo>
                <a:lnTo>
                  <a:pt x="661797" y="42519"/>
                </a:lnTo>
                <a:cubicBezTo>
                  <a:pt x="672770" y="43891"/>
                  <a:pt x="684200" y="44577"/>
                  <a:pt x="696087" y="44577"/>
                </a:cubicBezTo>
                <a:lnTo>
                  <a:pt x="984123" y="44577"/>
                </a:lnTo>
                <a:cubicBezTo>
                  <a:pt x="995553" y="22631"/>
                  <a:pt x="1002868" y="9715"/>
                  <a:pt x="1006069" y="5829"/>
                </a:cubicBezTo>
                <a:cubicBezTo>
                  <a:pt x="1009269" y="1943"/>
                  <a:pt x="1012698" y="0"/>
                  <a:pt x="1016356" y="0"/>
                </a:cubicBezTo>
                <a:close/>
              </a:path>
            </a:pathLst>
          </a:custGeom>
          <a:solidFill>
            <a:srgbClr val="1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p:cNvCxnSpPr/>
          <p:nvPr userDrawn="1"/>
        </p:nvCxnSpPr>
        <p:spPr>
          <a:xfrm>
            <a:off x="1991544" y="4433432"/>
            <a:ext cx="423016" cy="0"/>
          </a:xfrm>
          <a:prstGeom prst="line">
            <a:avLst/>
          </a:prstGeom>
          <a:ln w="38100" cap="rnd">
            <a:solidFill>
              <a:srgbClr val="4372C4"/>
            </a:solidFill>
            <a:round/>
          </a:ln>
        </p:spPr>
        <p:style>
          <a:lnRef idx="1">
            <a:schemeClr val="accent1"/>
          </a:lnRef>
          <a:fillRef idx="0">
            <a:schemeClr val="accent1"/>
          </a:fillRef>
          <a:effectRef idx="0">
            <a:schemeClr val="accent1"/>
          </a:effectRef>
          <a:fontRef idx="minor">
            <a:schemeClr val="tx1"/>
          </a:fontRef>
        </p:style>
      </p:cxnSp>
      <p:sp>
        <p:nvSpPr>
          <p:cNvPr id="13" name="文本占位符 20"/>
          <p:cNvSpPr>
            <a:spLocks noGrp="1"/>
          </p:cNvSpPr>
          <p:nvPr>
            <p:ph type="body" sz="quarter" idx="10"/>
          </p:nvPr>
        </p:nvSpPr>
        <p:spPr>
          <a:xfrm>
            <a:off x="6262877" y="2028890"/>
            <a:ext cx="5256261" cy="504775"/>
          </a:xfrm>
          <a:prstGeom prst="rect">
            <a:avLst/>
          </a:prstGeom>
        </p:spPr>
        <p:txBody>
          <a:bodyPr/>
          <a:lstStyle>
            <a:lvl1pPr marL="0" indent="0" algn="l" defTabSz="685800" rtl="0" eaLnBrk="1" latinLnBrk="0" hangingPunct="1">
              <a:lnSpc>
                <a:spcPct val="100000"/>
              </a:lnSpc>
              <a:spcBef>
                <a:spcPct val="0"/>
              </a:spcBef>
              <a:buFont typeface="Arial" panose="020B0604020202020204" pitchFamily="34" charset="0"/>
              <a:buNone/>
              <a:defRPr lang="zh-CN" altLang="en-US" sz="2800" b="1" kern="1200" smtClean="0">
                <a:solidFill>
                  <a:srgbClr val="4372C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
        <p:nvSpPr>
          <p:cNvPr id="14" name="文本占位符 20"/>
          <p:cNvSpPr>
            <a:spLocks noGrp="1"/>
          </p:cNvSpPr>
          <p:nvPr>
            <p:ph type="body" sz="quarter" idx="11"/>
          </p:nvPr>
        </p:nvSpPr>
        <p:spPr>
          <a:xfrm>
            <a:off x="6262877" y="3000233"/>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
        <p:nvSpPr>
          <p:cNvPr id="15" name="文本占位符 20"/>
          <p:cNvSpPr>
            <a:spLocks noGrp="1"/>
          </p:cNvSpPr>
          <p:nvPr>
            <p:ph type="body" sz="quarter" idx="12"/>
          </p:nvPr>
        </p:nvSpPr>
        <p:spPr>
          <a:xfrm>
            <a:off x="6262877" y="4059621"/>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转场-3个-02">
    <p:spTree>
      <p:nvGrpSpPr>
        <p:cNvPr id="1" name=""/>
        <p:cNvGrpSpPr/>
        <p:nvPr/>
      </p:nvGrpSpPr>
      <p:grpSpPr>
        <a:xfrm>
          <a:off x="0" y="0"/>
          <a:ext cx="0" cy="0"/>
          <a:chOff x="0" y="0"/>
          <a:chExt cx="0" cy="0"/>
        </a:xfrm>
      </p:grpSpPr>
      <p:cxnSp>
        <p:nvCxnSpPr>
          <p:cNvPr id="3" name="直接连接符 15">
            <a:extLst>
              <a:ext uri="{FF2B5EF4-FFF2-40B4-BE49-F238E27FC236}">
                <a16:creationId xmlns:a16="http://schemas.microsoft.com/office/drawing/2014/main" xmlns="" id="{A42DA280-60AE-4AA1-AF8A-EDCC1B5336EE}"/>
              </a:ext>
            </a:extLst>
          </p:cNvPr>
          <p:cNvCxnSpPr>
            <a:cxnSpLocks noChangeShapeType="1"/>
          </p:cNvCxnSpPr>
          <p:nvPr userDrawn="1"/>
        </p:nvCxnSpPr>
        <p:spPr bwMode="auto">
          <a:xfrm>
            <a:off x="5798692" y="950093"/>
            <a:ext cx="0" cy="4824536"/>
          </a:xfrm>
          <a:prstGeom prst="line">
            <a:avLst/>
          </a:prstGeom>
          <a:noFill/>
          <a:ln w="6350" algn="ctr">
            <a:gradFill>
              <a:gsLst>
                <a:gs pos="0">
                  <a:srgbClr val="C4C9D4">
                    <a:alpha val="0"/>
                  </a:srgbClr>
                </a:gs>
                <a:gs pos="49000">
                  <a:srgbClr val="858A9E"/>
                </a:gs>
                <a:gs pos="100000">
                  <a:srgbClr val="C3C8D3">
                    <a:alpha val="0"/>
                  </a:srgbClr>
                </a:gs>
              </a:gsLst>
              <a:lin ang="5400000" scaled="1"/>
            </a:gradFill>
            <a:miter lim="800000"/>
            <a:headEnd/>
            <a:tailEnd/>
          </a:ln>
        </p:spPr>
      </p:cxnSp>
      <p:sp>
        <p:nvSpPr>
          <p:cNvPr id="4" name="任意多边形 3">
            <a:extLst>
              <a:ext uri="{FF2B5EF4-FFF2-40B4-BE49-F238E27FC236}">
                <a16:creationId xmlns:a16="http://schemas.microsoft.com/office/drawing/2014/main" xmlns="" id="{B0C36E80-D7F4-46D1-BB56-F732BF850618}"/>
              </a:ext>
            </a:extLst>
          </p:cNvPr>
          <p:cNvSpPr/>
          <p:nvPr userDrawn="1"/>
        </p:nvSpPr>
        <p:spPr>
          <a:xfrm>
            <a:off x="5566917" y="2017855"/>
            <a:ext cx="464185"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4C9D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1</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5" name="任意多边形 4">
            <a:extLst>
              <a:ext uri="{FF2B5EF4-FFF2-40B4-BE49-F238E27FC236}">
                <a16:creationId xmlns:a16="http://schemas.microsoft.com/office/drawing/2014/main" xmlns="" id="{B6D9B684-340F-4C10-A3EA-DAD84CB12A48}"/>
              </a:ext>
            </a:extLst>
          </p:cNvPr>
          <p:cNvSpPr/>
          <p:nvPr userDrawn="1"/>
        </p:nvSpPr>
        <p:spPr>
          <a:xfrm>
            <a:off x="5566917" y="3004551"/>
            <a:ext cx="469900" cy="544513"/>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2</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6" name="任意多边形 5">
            <a:extLst>
              <a:ext uri="{FF2B5EF4-FFF2-40B4-BE49-F238E27FC236}">
                <a16:creationId xmlns:a16="http://schemas.microsoft.com/office/drawing/2014/main" xmlns="" id="{71A371B1-CF95-436B-A4C4-2E18EEF77B1A}"/>
              </a:ext>
            </a:extLst>
          </p:cNvPr>
          <p:cNvSpPr/>
          <p:nvPr userDrawn="1"/>
        </p:nvSpPr>
        <p:spPr>
          <a:xfrm>
            <a:off x="5566917" y="4019884"/>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3C8D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3</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10" name="文本框 9">
            <a:extLst>
              <a:ext uri="{FF2B5EF4-FFF2-40B4-BE49-F238E27FC236}">
                <a16:creationId xmlns:a16="http://schemas.microsoft.com/office/drawing/2014/main" xmlns="" id="{2CEE1562-56AC-44EF-95C3-4DD1422CA7FE}"/>
              </a:ext>
            </a:extLst>
          </p:cNvPr>
          <p:cNvSpPr txBox="1"/>
          <p:nvPr userDrawn="1"/>
        </p:nvSpPr>
        <p:spPr>
          <a:xfrm>
            <a:off x="1860687" y="2769401"/>
            <a:ext cx="1370888" cy="461665"/>
          </a:xfrm>
          <a:prstGeom prst="rect">
            <a:avLst/>
          </a:prstGeom>
          <a:noFill/>
        </p:spPr>
        <p:txBody>
          <a:bodyPr wrap="none">
            <a:spAutoFit/>
          </a:bodyPr>
          <a:lstStyle/>
          <a:p>
            <a:pPr>
              <a:defRPr/>
            </a:pPr>
            <a:r>
              <a:rPr lang="en-US" altLang="zh-CN" sz="2400" kern="0" dirty="0" smtClean="0">
                <a:solidFill>
                  <a:srgbClr val="84899E"/>
                </a:solidFill>
                <a:latin typeface="Microsoft YaHei Light" charset="-122"/>
                <a:ea typeface="Microsoft YaHei Light" charset="-122"/>
                <a:cs typeface="Microsoft YaHei Light" charset="-122"/>
              </a:rPr>
              <a:t>contents</a:t>
            </a:r>
            <a:endParaRPr lang="zh-CN" altLang="en-US" sz="2400" kern="0" dirty="0">
              <a:solidFill>
                <a:srgbClr val="84899E"/>
              </a:solidFill>
              <a:latin typeface="Microsoft YaHei Light" charset="-122"/>
              <a:ea typeface="Microsoft YaHei Light" charset="-122"/>
              <a:cs typeface="Microsoft YaHei Light" charset="-122"/>
            </a:endParaRPr>
          </a:p>
        </p:txBody>
      </p:sp>
      <p:sp>
        <p:nvSpPr>
          <p:cNvPr id="11" name="任意形状 10"/>
          <p:cNvSpPr/>
          <p:nvPr userDrawn="1"/>
        </p:nvSpPr>
        <p:spPr>
          <a:xfrm>
            <a:off x="1928568" y="2129306"/>
            <a:ext cx="1235126" cy="638479"/>
          </a:xfrm>
          <a:custGeom>
            <a:avLst/>
            <a:gdLst>
              <a:gd name="connsiteX0" fmla="*/ 85039 w 1235126"/>
              <a:gd name="connsiteY0" fmla="*/ 392277 h 638479"/>
              <a:gd name="connsiteX1" fmla="*/ 85039 w 1235126"/>
              <a:gd name="connsiteY1" fmla="*/ 517093 h 638479"/>
              <a:gd name="connsiteX2" fmla="*/ 357988 w 1235126"/>
              <a:gd name="connsiteY2" fmla="*/ 517093 h 638479"/>
              <a:gd name="connsiteX3" fmla="*/ 357988 w 1235126"/>
              <a:gd name="connsiteY3" fmla="*/ 392277 h 638479"/>
              <a:gd name="connsiteX4" fmla="*/ 677571 w 1235126"/>
              <a:gd name="connsiteY4" fmla="*/ 293522 h 638479"/>
              <a:gd name="connsiteX5" fmla="*/ 769811 w 1235126"/>
              <a:gd name="connsiteY5" fmla="*/ 313753 h 638479"/>
              <a:gd name="connsiteX6" fmla="*/ 806501 w 1235126"/>
              <a:gd name="connsiteY6" fmla="*/ 368960 h 638479"/>
              <a:gd name="connsiteX7" fmla="*/ 792099 w 1235126"/>
              <a:gd name="connsiteY7" fmla="*/ 402221 h 638479"/>
              <a:gd name="connsiteX8" fmla="*/ 760552 w 1235126"/>
              <a:gd name="connsiteY8" fmla="*/ 416280 h 638479"/>
              <a:gd name="connsiteX9" fmla="*/ 731406 w 1235126"/>
              <a:gd name="connsiteY9" fmla="*/ 404965 h 638479"/>
              <a:gd name="connsiteX10" fmla="*/ 719404 w 1235126"/>
              <a:gd name="connsiteY10" fmla="*/ 371703 h 638479"/>
              <a:gd name="connsiteX11" fmla="*/ 710489 w 1235126"/>
              <a:gd name="connsiteY11" fmla="*/ 327469 h 638479"/>
              <a:gd name="connsiteX12" fmla="*/ 672084 w 1235126"/>
              <a:gd name="connsiteY12" fmla="*/ 301066 h 638479"/>
              <a:gd name="connsiteX13" fmla="*/ 665912 w 1235126"/>
              <a:gd name="connsiteY13" fmla="*/ 295922 h 638479"/>
              <a:gd name="connsiteX14" fmla="*/ 677571 w 1235126"/>
              <a:gd name="connsiteY14" fmla="*/ 293522 h 638479"/>
              <a:gd name="connsiteX15" fmla="*/ 85039 w 1235126"/>
              <a:gd name="connsiteY15" fmla="*/ 240030 h 638479"/>
              <a:gd name="connsiteX16" fmla="*/ 85039 w 1235126"/>
              <a:gd name="connsiteY16" fmla="*/ 369646 h 638479"/>
              <a:gd name="connsiteX17" fmla="*/ 357988 w 1235126"/>
              <a:gd name="connsiteY17" fmla="*/ 369646 h 638479"/>
              <a:gd name="connsiteX18" fmla="*/ 357988 w 1235126"/>
              <a:gd name="connsiteY18" fmla="*/ 240030 h 638479"/>
              <a:gd name="connsiteX19" fmla="*/ 93269 w 1235126"/>
              <a:gd name="connsiteY19" fmla="*/ 90525 h 638479"/>
              <a:gd name="connsiteX20" fmla="*/ 85039 w 1235126"/>
              <a:gd name="connsiteY20" fmla="*/ 98069 h 638479"/>
              <a:gd name="connsiteX21" fmla="*/ 85039 w 1235126"/>
              <a:gd name="connsiteY21" fmla="*/ 217398 h 638479"/>
              <a:gd name="connsiteX22" fmla="*/ 357988 w 1235126"/>
              <a:gd name="connsiteY22" fmla="*/ 217398 h 638479"/>
              <a:gd name="connsiteX23" fmla="*/ 357988 w 1235126"/>
              <a:gd name="connsiteY23" fmla="*/ 90525 h 638479"/>
              <a:gd name="connsiteX24" fmla="*/ 372389 w 1235126"/>
              <a:gd name="connsiteY24" fmla="*/ 25374 h 638479"/>
              <a:gd name="connsiteX25" fmla="*/ 422110 w 1235126"/>
              <a:gd name="connsiteY25" fmla="*/ 49034 h 638479"/>
              <a:gd name="connsiteX26" fmla="*/ 468059 w 1235126"/>
              <a:gd name="connsiteY26" fmla="*/ 79210 h 638479"/>
              <a:gd name="connsiteX27" fmla="*/ 475260 w 1235126"/>
              <a:gd name="connsiteY27" fmla="*/ 90525 h 638479"/>
              <a:gd name="connsiteX28" fmla="*/ 449199 w 1235126"/>
              <a:gd name="connsiteY28" fmla="*/ 110413 h 638479"/>
              <a:gd name="connsiteX29" fmla="*/ 449199 w 1235126"/>
              <a:gd name="connsiteY29" fmla="*/ 510921 h 638479"/>
              <a:gd name="connsiteX30" fmla="*/ 449885 w 1235126"/>
              <a:gd name="connsiteY30" fmla="*/ 554812 h 638479"/>
              <a:gd name="connsiteX31" fmla="*/ 450571 w 1235126"/>
              <a:gd name="connsiteY31" fmla="*/ 578129 h 638479"/>
              <a:gd name="connsiteX32" fmla="*/ 448513 w 1235126"/>
              <a:gd name="connsiteY32" fmla="*/ 585330 h 638479"/>
              <a:gd name="connsiteX33" fmla="*/ 430683 w 1235126"/>
              <a:gd name="connsiteY33" fmla="*/ 595960 h 638479"/>
              <a:gd name="connsiteX34" fmla="*/ 391592 w 1235126"/>
              <a:gd name="connsiteY34" fmla="*/ 606933 h 638479"/>
              <a:gd name="connsiteX35" fmla="*/ 363131 w 1235126"/>
              <a:gd name="connsiteY35" fmla="*/ 611047 h 638479"/>
              <a:gd name="connsiteX36" fmla="*/ 357988 w 1235126"/>
              <a:gd name="connsiteY36" fmla="*/ 599389 h 638479"/>
              <a:gd name="connsiteX37" fmla="*/ 357988 w 1235126"/>
              <a:gd name="connsiteY37" fmla="*/ 539724 h 638479"/>
              <a:gd name="connsiteX38" fmla="*/ 85039 w 1235126"/>
              <a:gd name="connsiteY38" fmla="*/ 539724 h 638479"/>
              <a:gd name="connsiteX39" fmla="*/ 85039 w 1235126"/>
              <a:gd name="connsiteY39" fmla="*/ 591159 h 638479"/>
              <a:gd name="connsiteX40" fmla="*/ 82982 w 1235126"/>
              <a:gd name="connsiteY40" fmla="*/ 599732 h 638479"/>
              <a:gd name="connsiteX41" fmla="*/ 67894 w 1235126"/>
              <a:gd name="connsiteY41" fmla="*/ 606933 h 638479"/>
              <a:gd name="connsiteX42" fmla="*/ 33947 w 1235126"/>
              <a:gd name="connsiteY42" fmla="*/ 615505 h 638479"/>
              <a:gd name="connsiteX43" fmla="*/ 4115 w 1235126"/>
              <a:gd name="connsiteY43" fmla="*/ 619277 h 638479"/>
              <a:gd name="connsiteX44" fmla="*/ 0 w 1235126"/>
              <a:gd name="connsiteY44" fmla="*/ 613791 h 638479"/>
              <a:gd name="connsiteX45" fmla="*/ 1372 w 1235126"/>
              <a:gd name="connsiteY45" fmla="*/ 581558 h 638479"/>
              <a:gd name="connsiteX46" fmla="*/ 2743 w 1235126"/>
              <a:gd name="connsiteY46" fmla="*/ 520522 h 638479"/>
              <a:gd name="connsiteX47" fmla="*/ 2743 w 1235126"/>
              <a:gd name="connsiteY47" fmla="*/ 106299 h 638479"/>
              <a:gd name="connsiteX48" fmla="*/ 1372 w 1235126"/>
              <a:gd name="connsiteY48" fmla="*/ 34975 h 638479"/>
              <a:gd name="connsiteX49" fmla="*/ 88468 w 1235126"/>
              <a:gd name="connsiteY49" fmla="*/ 67894 h 638479"/>
              <a:gd name="connsiteX50" fmla="*/ 340843 w 1235126"/>
              <a:gd name="connsiteY50" fmla="*/ 67894 h 638479"/>
              <a:gd name="connsiteX51" fmla="*/ 359359 w 1235126"/>
              <a:gd name="connsiteY51" fmla="*/ 34290 h 638479"/>
              <a:gd name="connsiteX52" fmla="*/ 372389 w 1235126"/>
              <a:gd name="connsiteY52" fmla="*/ 25374 h 638479"/>
              <a:gd name="connsiteX53" fmla="*/ 1016356 w 1235126"/>
              <a:gd name="connsiteY53" fmla="*/ 0 h 638479"/>
              <a:gd name="connsiteX54" fmla="*/ 1050646 w 1235126"/>
              <a:gd name="connsiteY54" fmla="*/ 16116 h 638479"/>
              <a:gd name="connsiteX55" fmla="*/ 1093851 w 1235126"/>
              <a:gd name="connsiteY55" fmla="*/ 43205 h 638479"/>
              <a:gd name="connsiteX56" fmla="*/ 1108253 w 1235126"/>
              <a:gd name="connsiteY56" fmla="*/ 60350 h 638479"/>
              <a:gd name="connsiteX57" fmla="*/ 1079449 w 1235126"/>
              <a:gd name="connsiteY57" fmla="*/ 78181 h 638479"/>
              <a:gd name="connsiteX58" fmla="*/ 1079449 w 1235126"/>
              <a:gd name="connsiteY58" fmla="*/ 245516 h 638479"/>
              <a:gd name="connsiteX59" fmla="*/ 1098652 w 1235126"/>
              <a:gd name="connsiteY59" fmla="*/ 245516 h 638479"/>
              <a:gd name="connsiteX60" fmla="*/ 1116483 w 1235126"/>
              <a:gd name="connsiteY60" fmla="*/ 211226 h 638479"/>
              <a:gd name="connsiteX61" fmla="*/ 1129513 w 1235126"/>
              <a:gd name="connsiteY61" fmla="*/ 192024 h 638479"/>
              <a:gd name="connsiteX62" fmla="*/ 1137742 w 1235126"/>
              <a:gd name="connsiteY62" fmla="*/ 188595 h 638479"/>
              <a:gd name="connsiteX63" fmla="*/ 1186091 w 1235126"/>
              <a:gd name="connsiteY63" fmla="*/ 219456 h 638479"/>
              <a:gd name="connsiteX64" fmla="*/ 1226211 w 1235126"/>
              <a:gd name="connsiteY64" fmla="*/ 259232 h 638479"/>
              <a:gd name="connsiteX65" fmla="*/ 1213180 w 1235126"/>
              <a:gd name="connsiteY65" fmla="*/ 268147 h 638479"/>
              <a:gd name="connsiteX66" fmla="*/ 953948 w 1235126"/>
              <a:gd name="connsiteY66" fmla="*/ 268147 h 638479"/>
              <a:gd name="connsiteX67" fmla="*/ 949833 w 1235126"/>
              <a:gd name="connsiteY67" fmla="*/ 273634 h 638479"/>
              <a:gd name="connsiteX68" fmla="*/ 1009498 w 1235126"/>
              <a:gd name="connsiteY68" fmla="*/ 394335 h 638479"/>
              <a:gd name="connsiteX69" fmla="*/ 1067791 w 1235126"/>
              <a:gd name="connsiteY69" fmla="*/ 283921 h 638479"/>
              <a:gd name="connsiteX70" fmla="*/ 1132599 w 1235126"/>
              <a:gd name="connsiteY70" fmla="*/ 315468 h 638479"/>
              <a:gd name="connsiteX71" fmla="*/ 1163803 w 1235126"/>
              <a:gd name="connsiteY71" fmla="*/ 335013 h 638479"/>
              <a:gd name="connsiteX72" fmla="*/ 1168603 w 1235126"/>
              <a:gd name="connsiteY72" fmla="*/ 343585 h 638479"/>
              <a:gd name="connsiteX73" fmla="*/ 1151116 w 1235126"/>
              <a:gd name="connsiteY73" fmla="*/ 350101 h 638479"/>
              <a:gd name="connsiteX74" fmla="*/ 1108596 w 1235126"/>
              <a:gd name="connsiteY74" fmla="*/ 363817 h 638479"/>
              <a:gd name="connsiteX75" fmla="*/ 1023900 w 1235126"/>
              <a:gd name="connsiteY75" fmla="*/ 410794 h 638479"/>
              <a:gd name="connsiteX76" fmla="*/ 1095909 w 1235126"/>
              <a:gd name="connsiteY76" fmla="*/ 464629 h 638479"/>
              <a:gd name="connsiteX77" fmla="*/ 1228268 w 1235126"/>
              <a:gd name="connsiteY77" fmla="*/ 511606 h 638479"/>
              <a:gd name="connsiteX78" fmla="*/ 1235126 w 1235126"/>
              <a:gd name="connsiteY78" fmla="*/ 516064 h 638479"/>
              <a:gd name="connsiteX79" fmla="*/ 1227582 w 1235126"/>
              <a:gd name="connsiteY79" fmla="*/ 520522 h 638479"/>
              <a:gd name="connsiteX80" fmla="*/ 1148029 w 1235126"/>
              <a:gd name="connsiteY80" fmla="*/ 593217 h 638479"/>
              <a:gd name="connsiteX81" fmla="*/ 1140486 w 1235126"/>
              <a:gd name="connsiteY81" fmla="*/ 598017 h 638479"/>
              <a:gd name="connsiteX82" fmla="*/ 1077735 w 1235126"/>
              <a:gd name="connsiteY82" fmla="*/ 560298 h 638479"/>
              <a:gd name="connsiteX83" fmla="*/ 992696 w 1235126"/>
              <a:gd name="connsiteY83" fmla="*/ 458800 h 638479"/>
              <a:gd name="connsiteX84" fmla="*/ 944347 w 1235126"/>
              <a:gd name="connsiteY84" fmla="*/ 286664 h 638479"/>
              <a:gd name="connsiteX85" fmla="*/ 944347 w 1235126"/>
              <a:gd name="connsiteY85" fmla="*/ 561670 h 638479"/>
              <a:gd name="connsiteX86" fmla="*/ 933717 w 1235126"/>
              <a:gd name="connsiteY86" fmla="*/ 606590 h 638479"/>
              <a:gd name="connsiteX87" fmla="*/ 896341 w 1235126"/>
              <a:gd name="connsiteY87" fmla="*/ 630250 h 638479"/>
              <a:gd name="connsiteX88" fmla="*/ 847649 w 1235126"/>
              <a:gd name="connsiteY88" fmla="*/ 638479 h 638479"/>
              <a:gd name="connsiteX89" fmla="*/ 833933 w 1235126"/>
              <a:gd name="connsiteY89" fmla="*/ 626821 h 638479"/>
              <a:gd name="connsiteX90" fmla="*/ 821932 w 1235126"/>
              <a:gd name="connsiteY90" fmla="*/ 595617 h 638479"/>
              <a:gd name="connsiteX91" fmla="*/ 801357 w 1235126"/>
              <a:gd name="connsiteY91" fmla="*/ 579843 h 638479"/>
              <a:gd name="connsiteX92" fmla="*/ 755752 w 1235126"/>
              <a:gd name="connsiteY92" fmla="*/ 567156 h 638479"/>
              <a:gd name="connsiteX93" fmla="*/ 748208 w 1235126"/>
              <a:gd name="connsiteY93" fmla="*/ 563727 h 638479"/>
              <a:gd name="connsiteX94" fmla="*/ 766039 w 1235126"/>
              <a:gd name="connsiteY94" fmla="*/ 561670 h 638479"/>
              <a:gd name="connsiteX95" fmla="*/ 841477 w 1235126"/>
              <a:gd name="connsiteY95" fmla="*/ 553440 h 638479"/>
              <a:gd name="connsiteX96" fmla="*/ 859993 w 1235126"/>
              <a:gd name="connsiteY96" fmla="*/ 522579 h 638479"/>
              <a:gd name="connsiteX97" fmla="*/ 859993 w 1235126"/>
              <a:gd name="connsiteY97" fmla="*/ 413537 h 638479"/>
              <a:gd name="connsiteX98" fmla="*/ 732777 w 1235126"/>
              <a:gd name="connsiteY98" fmla="*/ 504063 h 638479"/>
              <a:gd name="connsiteX99" fmla="*/ 659054 w 1235126"/>
              <a:gd name="connsiteY99" fmla="*/ 566470 h 638479"/>
              <a:gd name="connsiteX100" fmla="*/ 651510 w 1235126"/>
              <a:gd name="connsiteY100" fmla="*/ 571957 h 638479"/>
              <a:gd name="connsiteX101" fmla="*/ 646367 w 1235126"/>
              <a:gd name="connsiteY101" fmla="*/ 569214 h 638479"/>
              <a:gd name="connsiteX102" fmla="*/ 628879 w 1235126"/>
              <a:gd name="connsiteY102" fmla="*/ 540753 h 638479"/>
              <a:gd name="connsiteX103" fmla="*/ 597332 w 1235126"/>
              <a:gd name="connsiteY103" fmla="*/ 482117 h 638479"/>
              <a:gd name="connsiteX104" fmla="*/ 859993 w 1235126"/>
              <a:gd name="connsiteY104" fmla="*/ 403936 h 638479"/>
              <a:gd name="connsiteX105" fmla="*/ 859993 w 1235126"/>
              <a:gd name="connsiteY105" fmla="*/ 268147 h 638479"/>
              <a:gd name="connsiteX106" fmla="*/ 635737 w 1235126"/>
              <a:gd name="connsiteY106" fmla="*/ 268147 h 638479"/>
              <a:gd name="connsiteX107" fmla="*/ 611048 w 1235126"/>
              <a:gd name="connsiteY107" fmla="*/ 275691 h 638479"/>
              <a:gd name="connsiteX108" fmla="*/ 593217 w 1235126"/>
              <a:gd name="connsiteY108" fmla="*/ 243459 h 638479"/>
              <a:gd name="connsiteX109" fmla="*/ 627507 w 1235126"/>
              <a:gd name="connsiteY109" fmla="*/ 245516 h 638479"/>
              <a:gd name="connsiteX110" fmla="*/ 997153 w 1235126"/>
              <a:gd name="connsiteY110" fmla="*/ 245516 h 638479"/>
              <a:gd name="connsiteX111" fmla="*/ 997153 w 1235126"/>
              <a:gd name="connsiteY111" fmla="*/ 165963 h 638479"/>
              <a:gd name="connsiteX112" fmla="*/ 731749 w 1235126"/>
              <a:gd name="connsiteY112" fmla="*/ 165963 h 638479"/>
              <a:gd name="connsiteX113" fmla="*/ 705003 w 1235126"/>
              <a:gd name="connsiteY113" fmla="*/ 174193 h 638479"/>
              <a:gd name="connsiteX114" fmla="*/ 687172 w 1235126"/>
              <a:gd name="connsiteY114" fmla="*/ 141274 h 638479"/>
              <a:gd name="connsiteX115" fmla="*/ 721462 w 1235126"/>
              <a:gd name="connsiteY115" fmla="*/ 143332 h 638479"/>
              <a:gd name="connsiteX116" fmla="*/ 997153 w 1235126"/>
              <a:gd name="connsiteY116" fmla="*/ 143332 h 638479"/>
              <a:gd name="connsiteX117" fmla="*/ 997153 w 1235126"/>
              <a:gd name="connsiteY117" fmla="*/ 67208 h 638479"/>
              <a:gd name="connsiteX118" fmla="*/ 706374 w 1235126"/>
              <a:gd name="connsiteY118" fmla="*/ 67208 h 638479"/>
              <a:gd name="connsiteX119" fmla="*/ 679628 w 1235126"/>
              <a:gd name="connsiteY119" fmla="*/ 75438 h 638479"/>
              <a:gd name="connsiteX120" fmla="*/ 661797 w 1235126"/>
              <a:gd name="connsiteY120" fmla="*/ 42519 h 638479"/>
              <a:gd name="connsiteX121" fmla="*/ 696087 w 1235126"/>
              <a:gd name="connsiteY121" fmla="*/ 44577 h 638479"/>
              <a:gd name="connsiteX122" fmla="*/ 984123 w 1235126"/>
              <a:gd name="connsiteY122" fmla="*/ 44577 h 638479"/>
              <a:gd name="connsiteX123" fmla="*/ 1006069 w 1235126"/>
              <a:gd name="connsiteY123" fmla="*/ 5829 h 638479"/>
              <a:gd name="connsiteX124" fmla="*/ 1016356 w 1235126"/>
              <a:gd name="connsiteY124" fmla="*/ 0 h 63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35126" h="638479">
                <a:moveTo>
                  <a:pt x="85039" y="392277"/>
                </a:moveTo>
                <a:lnTo>
                  <a:pt x="85039" y="517093"/>
                </a:lnTo>
                <a:lnTo>
                  <a:pt x="357988" y="517093"/>
                </a:lnTo>
                <a:lnTo>
                  <a:pt x="357988" y="392277"/>
                </a:lnTo>
                <a:close/>
                <a:moveTo>
                  <a:pt x="677571" y="293522"/>
                </a:moveTo>
                <a:cubicBezTo>
                  <a:pt x="714604" y="293522"/>
                  <a:pt x="745350" y="300266"/>
                  <a:pt x="769811" y="313753"/>
                </a:cubicBezTo>
                <a:cubicBezTo>
                  <a:pt x="794271" y="327241"/>
                  <a:pt x="806501" y="345643"/>
                  <a:pt x="806501" y="368960"/>
                </a:cubicBezTo>
                <a:cubicBezTo>
                  <a:pt x="806501" y="381762"/>
                  <a:pt x="801700" y="392849"/>
                  <a:pt x="792099" y="402221"/>
                </a:cubicBezTo>
                <a:cubicBezTo>
                  <a:pt x="782498" y="411594"/>
                  <a:pt x="771982" y="416280"/>
                  <a:pt x="760552" y="416280"/>
                </a:cubicBezTo>
                <a:cubicBezTo>
                  <a:pt x="749122" y="416280"/>
                  <a:pt x="739407" y="412508"/>
                  <a:pt x="731406" y="404965"/>
                </a:cubicBezTo>
                <a:cubicBezTo>
                  <a:pt x="723405" y="397421"/>
                  <a:pt x="719404" y="386334"/>
                  <a:pt x="719404" y="371703"/>
                </a:cubicBezTo>
                <a:cubicBezTo>
                  <a:pt x="719404" y="351586"/>
                  <a:pt x="716433" y="336842"/>
                  <a:pt x="710489" y="327469"/>
                </a:cubicBezTo>
                <a:cubicBezTo>
                  <a:pt x="704545" y="318097"/>
                  <a:pt x="691744" y="309295"/>
                  <a:pt x="672084" y="301066"/>
                </a:cubicBezTo>
                <a:cubicBezTo>
                  <a:pt x="667969" y="299237"/>
                  <a:pt x="665912" y="297523"/>
                  <a:pt x="665912" y="295922"/>
                </a:cubicBezTo>
                <a:cubicBezTo>
                  <a:pt x="665912" y="294322"/>
                  <a:pt x="669798" y="293522"/>
                  <a:pt x="677571" y="293522"/>
                </a:cubicBezTo>
                <a:close/>
                <a:moveTo>
                  <a:pt x="85039" y="240030"/>
                </a:moveTo>
                <a:lnTo>
                  <a:pt x="85039" y="369646"/>
                </a:lnTo>
                <a:lnTo>
                  <a:pt x="357988" y="369646"/>
                </a:lnTo>
                <a:lnTo>
                  <a:pt x="357988" y="240030"/>
                </a:lnTo>
                <a:close/>
                <a:moveTo>
                  <a:pt x="93269" y="90525"/>
                </a:moveTo>
                <a:cubicBezTo>
                  <a:pt x="92354" y="93268"/>
                  <a:pt x="89611" y="95783"/>
                  <a:pt x="85039" y="98069"/>
                </a:cubicBezTo>
                <a:lnTo>
                  <a:pt x="85039" y="217398"/>
                </a:lnTo>
                <a:lnTo>
                  <a:pt x="357988" y="217398"/>
                </a:lnTo>
                <a:lnTo>
                  <a:pt x="357988" y="90525"/>
                </a:lnTo>
                <a:close/>
                <a:moveTo>
                  <a:pt x="372389" y="25374"/>
                </a:moveTo>
                <a:cubicBezTo>
                  <a:pt x="379705" y="25374"/>
                  <a:pt x="396278" y="33261"/>
                  <a:pt x="422110" y="49034"/>
                </a:cubicBezTo>
                <a:cubicBezTo>
                  <a:pt x="447942" y="64808"/>
                  <a:pt x="463258" y="74866"/>
                  <a:pt x="468059" y="79210"/>
                </a:cubicBezTo>
                <a:cubicBezTo>
                  <a:pt x="472859" y="83553"/>
                  <a:pt x="475260" y="87325"/>
                  <a:pt x="475260" y="90525"/>
                </a:cubicBezTo>
                <a:cubicBezTo>
                  <a:pt x="475260" y="96926"/>
                  <a:pt x="466573" y="103555"/>
                  <a:pt x="449199" y="110413"/>
                </a:cubicBezTo>
                <a:lnTo>
                  <a:pt x="449199" y="510921"/>
                </a:lnTo>
                <a:cubicBezTo>
                  <a:pt x="449199" y="531952"/>
                  <a:pt x="449428" y="546582"/>
                  <a:pt x="449885" y="554812"/>
                </a:cubicBezTo>
                <a:lnTo>
                  <a:pt x="450571" y="578129"/>
                </a:lnTo>
                <a:cubicBezTo>
                  <a:pt x="450571" y="580415"/>
                  <a:pt x="449885" y="582815"/>
                  <a:pt x="448513" y="585330"/>
                </a:cubicBezTo>
                <a:cubicBezTo>
                  <a:pt x="447142" y="587845"/>
                  <a:pt x="441198" y="591388"/>
                  <a:pt x="430683" y="595960"/>
                </a:cubicBezTo>
                <a:cubicBezTo>
                  <a:pt x="420167" y="600532"/>
                  <a:pt x="407137" y="604189"/>
                  <a:pt x="391592" y="606933"/>
                </a:cubicBezTo>
                <a:cubicBezTo>
                  <a:pt x="376047" y="609676"/>
                  <a:pt x="366560" y="611047"/>
                  <a:pt x="363131" y="611047"/>
                </a:cubicBezTo>
                <a:cubicBezTo>
                  <a:pt x="359702" y="611047"/>
                  <a:pt x="357988" y="607161"/>
                  <a:pt x="357988" y="599389"/>
                </a:cubicBezTo>
                <a:lnTo>
                  <a:pt x="357988" y="539724"/>
                </a:lnTo>
                <a:lnTo>
                  <a:pt x="85039" y="539724"/>
                </a:lnTo>
                <a:lnTo>
                  <a:pt x="85039" y="591159"/>
                </a:lnTo>
                <a:cubicBezTo>
                  <a:pt x="85039" y="595274"/>
                  <a:pt x="84353" y="598132"/>
                  <a:pt x="82982" y="599732"/>
                </a:cubicBezTo>
                <a:cubicBezTo>
                  <a:pt x="81610" y="601332"/>
                  <a:pt x="76581" y="603732"/>
                  <a:pt x="67894" y="606933"/>
                </a:cubicBezTo>
                <a:cubicBezTo>
                  <a:pt x="59208" y="610133"/>
                  <a:pt x="47892" y="612991"/>
                  <a:pt x="33947" y="615505"/>
                </a:cubicBezTo>
                <a:cubicBezTo>
                  <a:pt x="20003" y="618020"/>
                  <a:pt x="10058" y="619277"/>
                  <a:pt x="4115" y="619277"/>
                </a:cubicBezTo>
                <a:cubicBezTo>
                  <a:pt x="1372" y="619277"/>
                  <a:pt x="0" y="617448"/>
                  <a:pt x="0" y="613791"/>
                </a:cubicBezTo>
                <a:lnTo>
                  <a:pt x="1372" y="581558"/>
                </a:lnTo>
                <a:cubicBezTo>
                  <a:pt x="2286" y="559155"/>
                  <a:pt x="2743" y="538810"/>
                  <a:pt x="2743" y="520522"/>
                </a:cubicBezTo>
                <a:lnTo>
                  <a:pt x="2743" y="106299"/>
                </a:lnTo>
                <a:cubicBezTo>
                  <a:pt x="2743" y="78409"/>
                  <a:pt x="2286" y="54635"/>
                  <a:pt x="1372" y="34975"/>
                </a:cubicBezTo>
                <a:cubicBezTo>
                  <a:pt x="29261" y="41376"/>
                  <a:pt x="58293" y="52349"/>
                  <a:pt x="88468" y="67894"/>
                </a:cubicBezTo>
                <a:lnTo>
                  <a:pt x="340843" y="67894"/>
                </a:lnTo>
                <a:cubicBezTo>
                  <a:pt x="349072" y="51435"/>
                  <a:pt x="355244" y="40233"/>
                  <a:pt x="359359" y="34290"/>
                </a:cubicBezTo>
                <a:cubicBezTo>
                  <a:pt x="363474" y="28346"/>
                  <a:pt x="367817" y="25374"/>
                  <a:pt x="372389" y="25374"/>
                </a:cubicBezTo>
                <a:close/>
                <a:moveTo>
                  <a:pt x="1016356" y="0"/>
                </a:moveTo>
                <a:cubicBezTo>
                  <a:pt x="1020013" y="0"/>
                  <a:pt x="1031443" y="5372"/>
                  <a:pt x="1050646" y="16116"/>
                </a:cubicBezTo>
                <a:cubicBezTo>
                  <a:pt x="1069848" y="26860"/>
                  <a:pt x="1084250" y="35890"/>
                  <a:pt x="1093851" y="43205"/>
                </a:cubicBezTo>
                <a:cubicBezTo>
                  <a:pt x="1103452" y="50520"/>
                  <a:pt x="1108253" y="56235"/>
                  <a:pt x="1108253" y="60350"/>
                </a:cubicBezTo>
                <a:cubicBezTo>
                  <a:pt x="1108253" y="66751"/>
                  <a:pt x="1098652" y="72694"/>
                  <a:pt x="1079449" y="78181"/>
                </a:cubicBezTo>
                <a:lnTo>
                  <a:pt x="1079449" y="245516"/>
                </a:lnTo>
                <a:lnTo>
                  <a:pt x="1098652" y="245516"/>
                </a:lnTo>
                <a:cubicBezTo>
                  <a:pt x="1104138" y="233172"/>
                  <a:pt x="1110082" y="221742"/>
                  <a:pt x="1116483" y="211226"/>
                </a:cubicBezTo>
                <a:cubicBezTo>
                  <a:pt x="1122883" y="200710"/>
                  <a:pt x="1127227" y="194310"/>
                  <a:pt x="1129513" y="192024"/>
                </a:cubicBezTo>
                <a:cubicBezTo>
                  <a:pt x="1131799" y="189738"/>
                  <a:pt x="1134542" y="188595"/>
                  <a:pt x="1137742" y="188595"/>
                </a:cubicBezTo>
                <a:cubicBezTo>
                  <a:pt x="1143229" y="188595"/>
                  <a:pt x="1159345" y="198882"/>
                  <a:pt x="1186091" y="219456"/>
                </a:cubicBezTo>
                <a:cubicBezTo>
                  <a:pt x="1212837" y="240030"/>
                  <a:pt x="1226211" y="253288"/>
                  <a:pt x="1226211" y="259232"/>
                </a:cubicBezTo>
                <a:cubicBezTo>
                  <a:pt x="1226211" y="265176"/>
                  <a:pt x="1221867" y="268147"/>
                  <a:pt x="1213180" y="268147"/>
                </a:cubicBezTo>
                <a:lnTo>
                  <a:pt x="953948" y="268147"/>
                </a:lnTo>
                <a:cubicBezTo>
                  <a:pt x="953491" y="269519"/>
                  <a:pt x="952119" y="271348"/>
                  <a:pt x="949833" y="273634"/>
                </a:cubicBezTo>
                <a:cubicBezTo>
                  <a:pt x="966292" y="323926"/>
                  <a:pt x="986181" y="364159"/>
                  <a:pt x="1009498" y="394335"/>
                </a:cubicBezTo>
                <a:cubicBezTo>
                  <a:pt x="1026871" y="371475"/>
                  <a:pt x="1046302" y="334670"/>
                  <a:pt x="1067791" y="283921"/>
                </a:cubicBezTo>
                <a:cubicBezTo>
                  <a:pt x="1093394" y="294894"/>
                  <a:pt x="1114997" y="305409"/>
                  <a:pt x="1132599" y="315468"/>
                </a:cubicBezTo>
                <a:cubicBezTo>
                  <a:pt x="1150201" y="325526"/>
                  <a:pt x="1160602" y="332041"/>
                  <a:pt x="1163803" y="335013"/>
                </a:cubicBezTo>
                <a:cubicBezTo>
                  <a:pt x="1167003" y="337985"/>
                  <a:pt x="1168603" y="340842"/>
                  <a:pt x="1168603" y="343585"/>
                </a:cubicBezTo>
                <a:cubicBezTo>
                  <a:pt x="1168603" y="346329"/>
                  <a:pt x="1162774" y="348500"/>
                  <a:pt x="1151116" y="350101"/>
                </a:cubicBezTo>
                <a:cubicBezTo>
                  <a:pt x="1139457" y="351701"/>
                  <a:pt x="1125284" y="356273"/>
                  <a:pt x="1108596" y="363817"/>
                </a:cubicBezTo>
                <a:cubicBezTo>
                  <a:pt x="1091908" y="371360"/>
                  <a:pt x="1063676" y="387019"/>
                  <a:pt x="1023900" y="410794"/>
                </a:cubicBezTo>
                <a:cubicBezTo>
                  <a:pt x="1042188" y="430911"/>
                  <a:pt x="1066191" y="448856"/>
                  <a:pt x="1095909" y="464629"/>
                </a:cubicBezTo>
                <a:cubicBezTo>
                  <a:pt x="1125627" y="480403"/>
                  <a:pt x="1169746" y="496062"/>
                  <a:pt x="1228268" y="511606"/>
                </a:cubicBezTo>
                <a:cubicBezTo>
                  <a:pt x="1232840" y="512978"/>
                  <a:pt x="1235126" y="514464"/>
                  <a:pt x="1235126" y="516064"/>
                </a:cubicBezTo>
                <a:cubicBezTo>
                  <a:pt x="1235126" y="517664"/>
                  <a:pt x="1232611" y="519150"/>
                  <a:pt x="1227582" y="520522"/>
                </a:cubicBezTo>
                <a:cubicBezTo>
                  <a:pt x="1197407" y="529209"/>
                  <a:pt x="1170889" y="553440"/>
                  <a:pt x="1148029" y="593217"/>
                </a:cubicBezTo>
                <a:cubicBezTo>
                  <a:pt x="1145743" y="596417"/>
                  <a:pt x="1143229" y="598017"/>
                  <a:pt x="1140486" y="598017"/>
                </a:cubicBezTo>
                <a:cubicBezTo>
                  <a:pt x="1133170" y="598017"/>
                  <a:pt x="1112253" y="585444"/>
                  <a:pt x="1077735" y="560298"/>
                </a:cubicBezTo>
                <a:cubicBezTo>
                  <a:pt x="1043216" y="535152"/>
                  <a:pt x="1014870" y="501319"/>
                  <a:pt x="992696" y="458800"/>
                </a:cubicBezTo>
                <a:cubicBezTo>
                  <a:pt x="970522" y="416280"/>
                  <a:pt x="954405" y="358902"/>
                  <a:pt x="944347" y="286664"/>
                </a:cubicBezTo>
                <a:lnTo>
                  <a:pt x="944347" y="561670"/>
                </a:lnTo>
                <a:cubicBezTo>
                  <a:pt x="944347" y="581329"/>
                  <a:pt x="940803" y="596303"/>
                  <a:pt x="933717" y="606590"/>
                </a:cubicBezTo>
                <a:cubicBezTo>
                  <a:pt x="926630" y="616877"/>
                  <a:pt x="914172" y="624763"/>
                  <a:pt x="896341" y="630250"/>
                </a:cubicBezTo>
                <a:cubicBezTo>
                  <a:pt x="878510" y="635736"/>
                  <a:pt x="862279" y="638479"/>
                  <a:pt x="847649" y="638479"/>
                </a:cubicBezTo>
                <a:cubicBezTo>
                  <a:pt x="840791" y="638479"/>
                  <a:pt x="836219" y="634593"/>
                  <a:pt x="833933" y="626821"/>
                </a:cubicBezTo>
                <a:cubicBezTo>
                  <a:pt x="830275" y="612648"/>
                  <a:pt x="826275" y="602246"/>
                  <a:pt x="821932" y="595617"/>
                </a:cubicBezTo>
                <a:cubicBezTo>
                  <a:pt x="817588" y="588988"/>
                  <a:pt x="810730" y="583730"/>
                  <a:pt x="801357" y="579843"/>
                </a:cubicBezTo>
                <a:cubicBezTo>
                  <a:pt x="791985" y="575957"/>
                  <a:pt x="776783" y="571728"/>
                  <a:pt x="755752" y="567156"/>
                </a:cubicBezTo>
                <a:cubicBezTo>
                  <a:pt x="750723" y="566242"/>
                  <a:pt x="748208" y="565099"/>
                  <a:pt x="748208" y="563727"/>
                </a:cubicBezTo>
                <a:cubicBezTo>
                  <a:pt x="748208" y="562356"/>
                  <a:pt x="754152" y="561670"/>
                  <a:pt x="766039" y="561670"/>
                </a:cubicBezTo>
                <a:cubicBezTo>
                  <a:pt x="803986" y="561670"/>
                  <a:pt x="829132" y="558927"/>
                  <a:pt x="841477" y="553440"/>
                </a:cubicBezTo>
                <a:cubicBezTo>
                  <a:pt x="853821" y="547954"/>
                  <a:pt x="859993" y="537667"/>
                  <a:pt x="859993" y="522579"/>
                </a:cubicBezTo>
                <a:lnTo>
                  <a:pt x="859993" y="413537"/>
                </a:lnTo>
                <a:cubicBezTo>
                  <a:pt x="811530" y="445998"/>
                  <a:pt x="769125" y="476173"/>
                  <a:pt x="732777" y="504063"/>
                </a:cubicBezTo>
                <a:cubicBezTo>
                  <a:pt x="696430" y="531952"/>
                  <a:pt x="671856" y="552754"/>
                  <a:pt x="659054" y="566470"/>
                </a:cubicBezTo>
                <a:cubicBezTo>
                  <a:pt x="655854" y="570128"/>
                  <a:pt x="653339" y="571957"/>
                  <a:pt x="651510" y="571957"/>
                </a:cubicBezTo>
                <a:cubicBezTo>
                  <a:pt x="649681" y="571957"/>
                  <a:pt x="647967" y="571042"/>
                  <a:pt x="646367" y="569214"/>
                </a:cubicBezTo>
                <a:cubicBezTo>
                  <a:pt x="644766" y="567385"/>
                  <a:pt x="638937" y="557898"/>
                  <a:pt x="628879" y="540753"/>
                </a:cubicBezTo>
                <a:cubicBezTo>
                  <a:pt x="618820" y="523608"/>
                  <a:pt x="608305" y="504063"/>
                  <a:pt x="597332" y="482117"/>
                </a:cubicBezTo>
                <a:cubicBezTo>
                  <a:pt x="702031" y="454685"/>
                  <a:pt x="789585" y="428625"/>
                  <a:pt x="859993" y="403936"/>
                </a:cubicBezTo>
                <a:lnTo>
                  <a:pt x="859993" y="268147"/>
                </a:lnTo>
                <a:lnTo>
                  <a:pt x="635737" y="268147"/>
                </a:lnTo>
                <a:cubicBezTo>
                  <a:pt x="626593" y="268147"/>
                  <a:pt x="618363" y="270662"/>
                  <a:pt x="611048" y="275691"/>
                </a:cubicBezTo>
                <a:lnTo>
                  <a:pt x="593217" y="243459"/>
                </a:lnTo>
                <a:cubicBezTo>
                  <a:pt x="604190" y="244830"/>
                  <a:pt x="615620" y="245516"/>
                  <a:pt x="627507" y="245516"/>
                </a:cubicBezTo>
                <a:lnTo>
                  <a:pt x="997153" y="245516"/>
                </a:lnTo>
                <a:lnTo>
                  <a:pt x="997153" y="165963"/>
                </a:lnTo>
                <a:lnTo>
                  <a:pt x="731749" y="165963"/>
                </a:lnTo>
                <a:cubicBezTo>
                  <a:pt x="722148" y="165963"/>
                  <a:pt x="713232" y="168706"/>
                  <a:pt x="705003" y="174193"/>
                </a:cubicBezTo>
                <a:lnTo>
                  <a:pt x="687172" y="141274"/>
                </a:lnTo>
                <a:cubicBezTo>
                  <a:pt x="698145" y="142646"/>
                  <a:pt x="709575" y="143332"/>
                  <a:pt x="721462" y="143332"/>
                </a:cubicBezTo>
                <a:lnTo>
                  <a:pt x="997153" y="143332"/>
                </a:lnTo>
                <a:lnTo>
                  <a:pt x="997153" y="67208"/>
                </a:lnTo>
                <a:lnTo>
                  <a:pt x="706374" y="67208"/>
                </a:lnTo>
                <a:cubicBezTo>
                  <a:pt x="696773" y="67208"/>
                  <a:pt x="687858" y="69951"/>
                  <a:pt x="679628" y="75438"/>
                </a:cubicBezTo>
                <a:lnTo>
                  <a:pt x="661797" y="42519"/>
                </a:lnTo>
                <a:cubicBezTo>
                  <a:pt x="672770" y="43891"/>
                  <a:pt x="684200" y="44577"/>
                  <a:pt x="696087" y="44577"/>
                </a:cubicBezTo>
                <a:lnTo>
                  <a:pt x="984123" y="44577"/>
                </a:lnTo>
                <a:cubicBezTo>
                  <a:pt x="995553" y="22631"/>
                  <a:pt x="1002868" y="9715"/>
                  <a:pt x="1006069" y="5829"/>
                </a:cubicBezTo>
                <a:cubicBezTo>
                  <a:pt x="1009269" y="1943"/>
                  <a:pt x="1012698" y="0"/>
                  <a:pt x="1016356" y="0"/>
                </a:cubicBezTo>
                <a:close/>
              </a:path>
            </a:pathLst>
          </a:custGeom>
          <a:solidFill>
            <a:srgbClr val="1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p:cNvCxnSpPr/>
          <p:nvPr userDrawn="1"/>
        </p:nvCxnSpPr>
        <p:spPr>
          <a:xfrm>
            <a:off x="1991544" y="4433432"/>
            <a:ext cx="423016" cy="0"/>
          </a:xfrm>
          <a:prstGeom prst="line">
            <a:avLst/>
          </a:prstGeom>
          <a:ln w="38100" cap="rnd">
            <a:solidFill>
              <a:srgbClr val="C2C8D4"/>
            </a:solidFill>
            <a:round/>
          </a:ln>
        </p:spPr>
        <p:style>
          <a:lnRef idx="1">
            <a:schemeClr val="accent1"/>
          </a:lnRef>
          <a:fillRef idx="0">
            <a:schemeClr val="accent1"/>
          </a:fillRef>
          <a:effectRef idx="0">
            <a:schemeClr val="accent1"/>
          </a:effectRef>
          <a:fontRef idx="minor">
            <a:schemeClr val="tx1"/>
          </a:fontRef>
        </p:style>
      </p:cxnSp>
      <p:sp>
        <p:nvSpPr>
          <p:cNvPr id="13" name="文本占位符 20"/>
          <p:cNvSpPr>
            <a:spLocks noGrp="1"/>
          </p:cNvSpPr>
          <p:nvPr>
            <p:ph type="body" sz="quarter" idx="11"/>
          </p:nvPr>
        </p:nvSpPr>
        <p:spPr>
          <a:xfrm>
            <a:off x="6262877" y="2039341"/>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
        <p:nvSpPr>
          <p:cNvPr id="14" name="文本占位符 20"/>
          <p:cNvSpPr>
            <a:spLocks noGrp="1"/>
          </p:cNvSpPr>
          <p:nvPr>
            <p:ph type="body" sz="quarter" idx="12"/>
          </p:nvPr>
        </p:nvSpPr>
        <p:spPr>
          <a:xfrm>
            <a:off x="6262877" y="4039752"/>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
        <p:nvSpPr>
          <p:cNvPr id="15" name="文本占位符 20"/>
          <p:cNvSpPr>
            <a:spLocks noGrp="1"/>
          </p:cNvSpPr>
          <p:nvPr>
            <p:ph type="body" sz="quarter" idx="10"/>
          </p:nvPr>
        </p:nvSpPr>
        <p:spPr>
          <a:xfrm>
            <a:off x="6262877" y="3024419"/>
            <a:ext cx="5256261" cy="504775"/>
          </a:xfrm>
          <a:prstGeom prst="rect">
            <a:avLst/>
          </a:prstGeom>
        </p:spPr>
        <p:txBody>
          <a:bodyPr/>
          <a:lstStyle>
            <a:lvl1pPr marL="0" indent="0" algn="l" defTabSz="685800" rtl="0" eaLnBrk="1" latinLnBrk="0" hangingPunct="1">
              <a:lnSpc>
                <a:spcPct val="100000"/>
              </a:lnSpc>
              <a:spcBef>
                <a:spcPct val="0"/>
              </a:spcBef>
              <a:buFont typeface="Arial" panose="020B0604020202020204" pitchFamily="34" charset="0"/>
              <a:buNone/>
              <a:defRPr lang="zh-CN" altLang="en-US" sz="2800" b="1" kern="1200" smtClean="0">
                <a:solidFill>
                  <a:srgbClr val="4372C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Tree>
    <p:extLst>
      <p:ext uri="{BB962C8B-B14F-4D97-AF65-F5344CB8AC3E}">
        <p14:creationId xmlns:p14="http://schemas.microsoft.com/office/powerpoint/2010/main" val="15603229"/>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转场-3个-03">
    <p:spTree>
      <p:nvGrpSpPr>
        <p:cNvPr id="1" name=""/>
        <p:cNvGrpSpPr/>
        <p:nvPr/>
      </p:nvGrpSpPr>
      <p:grpSpPr>
        <a:xfrm>
          <a:off x="0" y="0"/>
          <a:ext cx="0" cy="0"/>
          <a:chOff x="0" y="0"/>
          <a:chExt cx="0" cy="0"/>
        </a:xfrm>
      </p:grpSpPr>
      <p:cxnSp>
        <p:nvCxnSpPr>
          <p:cNvPr id="3" name="直接连接符 15">
            <a:extLst>
              <a:ext uri="{FF2B5EF4-FFF2-40B4-BE49-F238E27FC236}">
                <a16:creationId xmlns:a16="http://schemas.microsoft.com/office/drawing/2014/main" xmlns="" id="{A42DA280-60AE-4AA1-AF8A-EDCC1B5336EE}"/>
              </a:ext>
            </a:extLst>
          </p:cNvPr>
          <p:cNvCxnSpPr>
            <a:cxnSpLocks noChangeShapeType="1"/>
          </p:cNvCxnSpPr>
          <p:nvPr userDrawn="1"/>
        </p:nvCxnSpPr>
        <p:spPr bwMode="auto">
          <a:xfrm>
            <a:off x="5798692" y="950093"/>
            <a:ext cx="0" cy="4824536"/>
          </a:xfrm>
          <a:prstGeom prst="line">
            <a:avLst/>
          </a:prstGeom>
          <a:noFill/>
          <a:ln w="6350" algn="ctr">
            <a:gradFill>
              <a:gsLst>
                <a:gs pos="0">
                  <a:srgbClr val="C4C9D4">
                    <a:alpha val="0"/>
                  </a:srgbClr>
                </a:gs>
                <a:gs pos="49000">
                  <a:srgbClr val="858A9E"/>
                </a:gs>
                <a:gs pos="100000">
                  <a:srgbClr val="C3C8D3">
                    <a:alpha val="0"/>
                  </a:srgbClr>
                </a:gs>
              </a:gsLst>
              <a:lin ang="5400000" scaled="1"/>
            </a:gradFill>
            <a:miter lim="800000"/>
            <a:headEnd/>
            <a:tailEnd/>
          </a:ln>
        </p:spPr>
      </p:cxnSp>
      <p:sp>
        <p:nvSpPr>
          <p:cNvPr id="4" name="任意多边形 3">
            <a:extLst>
              <a:ext uri="{FF2B5EF4-FFF2-40B4-BE49-F238E27FC236}">
                <a16:creationId xmlns:a16="http://schemas.microsoft.com/office/drawing/2014/main" xmlns="" id="{B0C36E80-D7F4-46D1-BB56-F732BF850618}"/>
              </a:ext>
            </a:extLst>
          </p:cNvPr>
          <p:cNvSpPr/>
          <p:nvPr userDrawn="1"/>
        </p:nvSpPr>
        <p:spPr>
          <a:xfrm>
            <a:off x="5566917" y="2017855"/>
            <a:ext cx="464185"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4C9D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1</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5" name="任意多边形 4">
            <a:extLst>
              <a:ext uri="{FF2B5EF4-FFF2-40B4-BE49-F238E27FC236}">
                <a16:creationId xmlns:a16="http://schemas.microsoft.com/office/drawing/2014/main" xmlns="" id="{B6D9B684-340F-4C10-A3EA-DAD84CB12A48}"/>
              </a:ext>
            </a:extLst>
          </p:cNvPr>
          <p:cNvSpPr/>
          <p:nvPr userDrawn="1"/>
        </p:nvSpPr>
        <p:spPr>
          <a:xfrm>
            <a:off x="5566917" y="3004551"/>
            <a:ext cx="469900" cy="544513"/>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3C8D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2</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6" name="任意多边形 5">
            <a:extLst>
              <a:ext uri="{FF2B5EF4-FFF2-40B4-BE49-F238E27FC236}">
                <a16:creationId xmlns:a16="http://schemas.microsoft.com/office/drawing/2014/main" xmlns="" id="{71A371B1-CF95-436B-A4C4-2E18EEF77B1A}"/>
              </a:ext>
            </a:extLst>
          </p:cNvPr>
          <p:cNvSpPr/>
          <p:nvPr userDrawn="1"/>
        </p:nvSpPr>
        <p:spPr>
          <a:xfrm>
            <a:off x="5566917" y="4019884"/>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3</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10" name="文本框 9">
            <a:extLst>
              <a:ext uri="{FF2B5EF4-FFF2-40B4-BE49-F238E27FC236}">
                <a16:creationId xmlns:a16="http://schemas.microsoft.com/office/drawing/2014/main" xmlns="" id="{2CEE1562-56AC-44EF-95C3-4DD1422CA7FE}"/>
              </a:ext>
            </a:extLst>
          </p:cNvPr>
          <p:cNvSpPr txBox="1"/>
          <p:nvPr userDrawn="1"/>
        </p:nvSpPr>
        <p:spPr>
          <a:xfrm>
            <a:off x="1860687" y="2769401"/>
            <a:ext cx="1370888" cy="461665"/>
          </a:xfrm>
          <a:prstGeom prst="rect">
            <a:avLst/>
          </a:prstGeom>
          <a:noFill/>
        </p:spPr>
        <p:txBody>
          <a:bodyPr wrap="none">
            <a:spAutoFit/>
          </a:bodyPr>
          <a:lstStyle/>
          <a:p>
            <a:pPr>
              <a:defRPr/>
            </a:pPr>
            <a:r>
              <a:rPr lang="en-US" altLang="zh-CN" sz="2400" kern="0" dirty="0" smtClean="0">
                <a:solidFill>
                  <a:srgbClr val="84899E"/>
                </a:solidFill>
                <a:latin typeface="Microsoft YaHei Light" charset="-122"/>
                <a:ea typeface="Microsoft YaHei Light" charset="-122"/>
                <a:cs typeface="Microsoft YaHei Light" charset="-122"/>
              </a:rPr>
              <a:t>contents</a:t>
            </a:r>
            <a:endParaRPr lang="zh-CN" altLang="en-US" sz="2400" kern="0" dirty="0">
              <a:solidFill>
                <a:srgbClr val="84899E"/>
              </a:solidFill>
              <a:latin typeface="Microsoft YaHei Light" charset="-122"/>
              <a:ea typeface="Microsoft YaHei Light" charset="-122"/>
              <a:cs typeface="Microsoft YaHei Light" charset="-122"/>
            </a:endParaRPr>
          </a:p>
        </p:txBody>
      </p:sp>
      <p:sp>
        <p:nvSpPr>
          <p:cNvPr id="11" name="任意形状 10"/>
          <p:cNvSpPr/>
          <p:nvPr userDrawn="1"/>
        </p:nvSpPr>
        <p:spPr>
          <a:xfrm>
            <a:off x="1928568" y="2129306"/>
            <a:ext cx="1235126" cy="638479"/>
          </a:xfrm>
          <a:custGeom>
            <a:avLst/>
            <a:gdLst>
              <a:gd name="connsiteX0" fmla="*/ 85039 w 1235126"/>
              <a:gd name="connsiteY0" fmla="*/ 392277 h 638479"/>
              <a:gd name="connsiteX1" fmla="*/ 85039 w 1235126"/>
              <a:gd name="connsiteY1" fmla="*/ 517093 h 638479"/>
              <a:gd name="connsiteX2" fmla="*/ 357988 w 1235126"/>
              <a:gd name="connsiteY2" fmla="*/ 517093 h 638479"/>
              <a:gd name="connsiteX3" fmla="*/ 357988 w 1235126"/>
              <a:gd name="connsiteY3" fmla="*/ 392277 h 638479"/>
              <a:gd name="connsiteX4" fmla="*/ 677571 w 1235126"/>
              <a:gd name="connsiteY4" fmla="*/ 293522 h 638479"/>
              <a:gd name="connsiteX5" fmla="*/ 769811 w 1235126"/>
              <a:gd name="connsiteY5" fmla="*/ 313753 h 638479"/>
              <a:gd name="connsiteX6" fmla="*/ 806501 w 1235126"/>
              <a:gd name="connsiteY6" fmla="*/ 368960 h 638479"/>
              <a:gd name="connsiteX7" fmla="*/ 792099 w 1235126"/>
              <a:gd name="connsiteY7" fmla="*/ 402221 h 638479"/>
              <a:gd name="connsiteX8" fmla="*/ 760552 w 1235126"/>
              <a:gd name="connsiteY8" fmla="*/ 416280 h 638479"/>
              <a:gd name="connsiteX9" fmla="*/ 731406 w 1235126"/>
              <a:gd name="connsiteY9" fmla="*/ 404965 h 638479"/>
              <a:gd name="connsiteX10" fmla="*/ 719404 w 1235126"/>
              <a:gd name="connsiteY10" fmla="*/ 371703 h 638479"/>
              <a:gd name="connsiteX11" fmla="*/ 710489 w 1235126"/>
              <a:gd name="connsiteY11" fmla="*/ 327469 h 638479"/>
              <a:gd name="connsiteX12" fmla="*/ 672084 w 1235126"/>
              <a:gd name="connsiteY12" fmla="*/ 301066 h 638479"/>
              <a:gd name="connsiteX13" fmla="*/ 665912 w 1235126"/>
              <a:gd name="connsiteY13" fmla="*/ 295922 h 638479"/>
              <a:gd name="connsiteX14" fmla="*/ 677571 w 1235126"/>
              <a:gd name="connsiteY14" fmla="*/ 293522 h 638479"/>
              <a:gd name="connsiteX15" fmla="*/ 85039 w 1235126"/>
              <a:gd name="connsiteY15" fmla="*/ 240030 h 638479"/>
              <a:gd name="connsiteX16" fmla="*/ 85039 w 1235126"/>
              <a:gd name="connsiteY16" fmla="*/ 369646 h 638479"/>
              <a:gd name="connsiteX17" fmla="*/ 357988 w 1235126"/>
              <a:gd name="connsiteY17" fmla="*/ 369646 h 638479"/>
              <a:gd name="connsiteX18" fmla="*/ 357988 w 1235126"/>
              <a:gd name="connsiteY18" fmla="*/ 240030 h 638479"/>
              <a:gd name="connsiteX19" fmla="*/ 93269 w 1235126"/>
              <a:gd name="connsiteY19" fmla="*/ 90525 h 638479"/>
              <a:gd name="connsiteX20" fmla="*/ 85039 w 1235126"/>
              <a:gd name="connsiteY20" fmla="*/ 98069 h 638479"/>
              <a:gd name="connsiteX21" fmla="*/ 85039 w 1235126"/>
              <a:gd name="connsiteY21" fmla="*/ 217398 h 638479"/>
              <a:gd name="connsiteX22" fmla="*/ 357988 w 1235126"/>
              <a:gd name="connsiteY22" fmla="*/ 217398 h 638479"/>
              <a:gd name="connsiteX23" fmla="*/ 357988 w 1235126"/>
              <a:gd name="connsiteY23" fmla="*/ 90525 h 638479"/>
              <a:gd name="connsiteX24" fmla="*/ 372389 w 1235126"/>
              <a:gd name="connsiteY24" fmla="*/ 25374 h 638479"/>
              <a:gd name="connsiteX25" fmla="*/ 422110 w 1235126"/>
              <a:gd name="connsiteY25" fmla="*/ 49034 h 638479"/>
              <a:gd name="connsiteX26" fmla="*/ 468059 w 1235126"/>
              <a:gd name="connsiteY26" fmla="*/ 79210 h 638479"/>
              <a:gd name="connsiteX27" fmla="*/ 475260 w 1235126"/>
              <a:gd name="connsiteY27" fmla="*/ 90525 h 638479"/>
              <a:gd name="connsiteX28" fmla="*/ 449199 w 1235126"/>
              <a:gd name="connsiteY28" fmla="*/ 110413 h 638479"/>
              <a:gd name="connsiteX29" fmla="*/ 449199 w 1235126"/>
              <a:gd name="connsiteY29" fmla="*/ 510921 h 638479"/>
              <a:gd name="connsiteX30" fmla="*/ 449885 w 1235126"/>
              <a:gd name="connsiteY30" fmla="*/ 554812 h 638479"/>
              <a:gd name="connsiteX31" fmla="*/ 450571 w 1235126"/>
              <a:gd name="connsiteY31" fmla="*/ 578129 h 638479"/>
              <a:gd name="connsiteX32" fmla="*/ 448513 w 1235126"/>
              <a:gd name="connsiteY32" fmla="*/ 585330 h 638479"/>
              <a:gd name="connsiteX33" fmla="*/ 430683 w 1235126"/>
              <a:gd name="connsiteY33" fmla="*/ 595960 h 638479"/>
              <a:gd name="connsiteX34" fmla="*/ 391592 w 1235126"/>
              <a:gd name="connsiteY34" fmla="*/ 606933 h 638479"/>
              <a:gd name="connsiteX35" fmla="*/ 363131 w 1235126"/>
              <a:gd name="connsiteY35" fmla="*/ 611047 h 638479"/>
              <a:gd name="connsiteX36" fmla="*/ 357988 w 1235126"/>
              <a:gd name="connsiteY36" fmla="*/ 599389 h 638479"/>
              <a:gd name="connsiteX37" fmla="*/ 357988 w 1235126"/>
              <a:gd name="connsiteY37" fmla="*/ 539724 h 638479"/>
              <a:gd name="connsiteX38" fmla="*/ 85039 w 1235126"/>
              <a:gd name="connsiteY38" fmla="*/ 539724 h 638479"/>
              <a:gd name="connsiteX39" fmla="*/ 85039 w 1235126"/>
              <a:gd name="connsiteY39" fmla="*/ 591159 h 638479"/>
              <a:gd name="connsiteX40" fmla="*/ 82982 w 1235126"/>
              <a:gd name="connsiteY40" fmla="*/ 599732 h 638479"/>
              <a:gd name="connsiteX41" fmla="*/ 67894 w 1235126"/>
              <a:gd name="connsiteY41" fmla="*/ 606933 h 638479"/>
              <a:gd name="connsiteX42" fmla="*/ 33947 w 1235126"/>
              <a:gd name="connsiteY42" fmla="*/ 615505 h 638479"/>
              <a:gd name="connsiteX43" fmla="*/ 4115 w 1235126"/>
              <a:gd name="connsiteY43" fmla="*/ 619277 h 638479"/>
              <a:gd name="connsiteX44" fmla="*/ 0 w 1235126"/>
              <a:gd name="connsiteY44" fmla="*/ 613791 h 638479"/>
              <a:gd name="connsiteX45" fmla="*/ 1372 w 1235126"/>
              <a:gd name="connsiteY45" fmla="*/ 581558 h 638479"/>
              <a:gd name="connsiteX46" fmla="*/ 2743 w 1235126"/>
              <a:gd name="connsiteY46" fmla="*/ 520522 h 638479"/>
              <a:gd name="connsiteX47" fmla="*/ 2743 w 1235126"/>
              <a:gd name="connsiteY47" fmla="*/ 106299 h 638479"/>
              <a:gd name="connsiteX48" fmla="*/ 1372 w 1235126"/>
              <a:gd name="connsiteY48" fmla="*/ 34975 h 638479"/>
              <a:gd name="connsiteX49" fmla="*/ 88468 w 1235126"/>
              <a:gd name="connsiteY49" fmla="*/ 67894 h 638479"/>
              <a:gd name="connsiteX50" fmla="*/ 340843 w 1235126"/>
              <a:gd name="connsiteY50" fmla="*/ 67894 h 638479"/>
              <a:gd name="connsiteX51" fmla="*/ 359359 w 1235126"/>
              <a:gd name="connsiteY51" fmla="*/ 34290 h 638479"/>
              <a:gd name="connsiteX52" fmla="*/ 372389 w 1235126"/>
              <a:gd name="connsiteY52" fmla="*/ 25374 h 638479"/>
              <a:gd name="connsiteX53" fmla="*/ 1016356 w 1235126"/>
              <a:gd name="connsiteY53" fmla="*/ 0 h 638479"/>
              <a:gd name="connsiteX54" fmla="*/ 1050646 w 1235126"/>
              <a:gd name="connsiteY54" fmla="*/ 16116 h 638479"/>
              <a:gd name="connsiteX55" fmla="*/ 1093851 w 1235126"/>
              <a:gd name="connsiteY55" fmla="*/ 43205 h 638479"/>
              <a:gd name="connsiteX56" fmla="*/ 1108253 w 1235126"/>
              <a:gd name="connsiteY56" fmla="*/ 60350 h 638479"/>
              <a:gd name="connsiteX57" fmla="*/ 1079449 w 1235126"/>
              <a:gd name="connsiteY57" fmla="*/ 78181 h 638479"/>
              <a:gd name="connsiteX58" fmla="*/ 1079449 w 1235126"/>
              <a:gd name="connsiteY58" fmla="*/ 245516 h 638479"/>
              <a:gd name="connsiteX59" fmla="*/ 1098652 w 1235126"/>
              <a:gd name="connsiteY59" fmla="*/ 245516 h 638479"/>
              <a:gd name="connsiteX60" fmla="*/ 1116483 w 1235126"/>
              <a:gd name="connsiteY60" fmla="*/ 211226 h 638479"/>
              <a:gd name="connsiteX61" fmla="*/ 1129513 w 1235126"/>
              <a:gd name="connsiteY61" fmla="*/ 192024 h 638479"/>
              <a:gd name="connsiteX62" fmla="*/ 1137742 w 1235126"/>
              <a:gd name="connsiteY62" fmla="*/ 188595 h 638479"/>
              <a:gd name="connsiteX63" fmla="*/ 1186091 w 1235126"/>
              <a:gd name="connsiteY63" fmla="*/ 219456 h 638479"/>
              <a:gd name="connsiteX64" fmla="*/ 1226211 w 1235126"/>
              <a:gd name="connsiteY64" fmla="*/ 259232 h 638479"/>
              <a:gd name="connsiteX65" fmla="*/ 1213180 w 1235126"/>
              <a:gd name="connsiteY65" fmla="*/ 268147 h 638479"/>
              <a:gd name="connsiteX66" fmla="*/ 953948 w 1235126"/>
              <a:gd name="connsiteY66" fmla="*/ 268147 h 638479"/>
              <a:gd name="connsiteX67" fmla="*/ 949833 w 1235126"/>
              <a:gd name="connsiteY67" fmla="*/ 273634 h 638479"/>
              <a:gd name="connsiteX68" fmla="*/ 1009498 w 1235126"/>
              <a:gd name="connsiteY68" fmla="*/ 394335 h 638479"/>
              <a:gd name="connsiteX69" fmla="*/ 1067791 w 1235126"/>
              <a:gd name="connsiteY69" fmla="*/ 283921 h 638479"/>
              <a:gd name="connsiteX70" fmla="*/ 1132599 w 1235126"/>
              <a:gd name="connsiteY70" fmla="*/ 315468 h 638479"/>
              <a:gd name="connsiteX71" fmla="*/ 1163803 w 1235126"/>
              <a:gd name="connsiteY71" fmla="*/ 335013 h 638479"/>
              <a:gd name="connsiteX72" fmla="*/ 1168603 w 1235126"/>
              <a:gd name="connsiteY72" fmla="*/ 343585 h 638479"/>
              <a:gd name="connsiteX73" fmla="*/ 1151116 w 1235126"/>
              <a:gd name="connsiteY73" fmla="*/ 350101 h 638479"/>
              <a:gd name="connsiteX74" fmla="*/ 1108596 w 1235126"/>
              <a:gd name="connsiteY74" fmla="*/ 363817 h 638479"/>
              <a:gd name="connsiteX75" fmla="*/ 1023900 w 1235126"/>
              <a:gd name="connsiteY75" fmla="*/ 410794 h 638479"/>
              <a:gd name="connsiteX76" fmla="*/ 1095909 w 1235126"/>
              <a:gd name="connsiteY76" fmla="*/ 464629 h 638479"/>
              <a:gd name="connsiteX77" fmla="*/ 1228268 w 1235126"/>
              <a:gd name="connsiteY77" fmla="*/ 511606 h 638479"/>
              <a:gd name="connsiteX78" fmla="*/ 1235126 w 1235126"/>
              <a:gd name="connsiteY78" fmla="*/ 516064 h 638479"/>
              <a:gd name="connsiteX79" fmla="*/ 1227582 w 1235126"/>
              <a:gd name="connsiteY79" fmla="*/ 520522 h 638479"/>
              <a:gd name="connsiteX80" fmla="*/ 1148029 w 1235126"/>
              <a:gd name="connsiteY80" fmla="*/ 593217 h 638479"/>
              <a:gd name="connsiteX81" fmla="*/ 1140486 w 1235126"/>
              <a:gd name="connsiteY81" fmla="*/ 598017 h 638479"/>
              <a:gd name="connsiteX82" fmla="*/ 1077735 w 1235126"/>
              <a:gd name="connsiteY82" fmla="*/ 560298 h 638479"/>
              <a:gd name="connsiteX83" fmla="*/ 992696 w 1235126"/>
              <a:gd name="connsiteY83" fmla="*/ 458800 h 638479"/>
              <a:gd name="connsiteX84" fmla="*/ 944347 w 1235126"/>
              <a:gd name="connsiteY84" fmla="*/ 286664 h 638479"/>
              <a:gd name="connsiteX85" fmla="*/ 944347 w 1235126"/>
              <a:gd name="connsiteY85" fmla="*/ 561670 h 638479"/>
              <a:gd name="connsiteX86" fmla="*/ 933717 w 1235126"/>
              <a:gd name="connsiteY86" fmla="*/ 606590 h 638479"/>
              <a:gd name="connsiteX87" fmla="*/ 896341 w 1235126"/>
              <a:gd name="connsiteY87" fmla="*/ 630250 h 638479"/>
              <a:gd name="connsiteX88" fmla="*/ 847649 w 1235126"/>
              <a:gd name="connsiteY88" fmla="*/ 638479 h 638479"/>
              <a:gd name="connsiteX89" fmla="*/ 833933 w 1235126"/>
              <a:gd name="connsiteY89" fmla="*/ 626821 h 638479"/>
              <a:gd name="connsiteX90" fmla="*/ 821932 w 1235126"/>
              <a:gd name="connsiteY90" fmla="*/ 595617 h 638479"/>
              <a:gd name="connsiteX91" fmla="*/ 801357 w 1235126"/>
              <a:gd name="connsiteY91" fmla="*/ 579843 h 638479"/>
              <a:gd name="connsiteX92" fmla="*/ 755752 w 1235126"/>
              <a:gd name="connsiteY92" fmla="*/ 567156 h 638479"/>
              <a:gd name="connsiteX93" fmla="*/ 748208 w 1235126"/>
              <a:gd name="connsiteY93" fmla="*/ 563727 h 638479"/>
              <a:gd name="connsiteX94" fmla="*/ 766039 w 1235126"/>
              <a:gd name="connsiteY94" fmla="*/ 561670 h 638479"/>
              <a:gd name="connsiteX95" fmla="*/ 841477 w 1235126"/>
              <a:gd name="connsiteY95" fmla="*/ 553440 h 638479"/>
              <a:gd name="connsiteX96" fmla="*/ 859993 w 1235126"/>
              <a:gd name="connsiteY96" fmla="*/ 522579 h 638479"/>
              <a:gd name="connsiteX97" fmla="*/ 859993 w 1235126"/>
              <a:gd name="connsiteY97" fmla="*/ 413537 h 638479"/>
              <a:gd name="connsiteX98" fmla="*/ 732777 w 1235126"/>
              <a:gd name="connsiteY98" fmla="*/ 504063 h 638479"/>
              <a:gd name="connsiteX99" fmla="*/ 659054 w 1235126"/>
              <a:gd name="connsiteY99" fmla="*/ 566470 h 638479"/>
              <a:gd name="connsiteX100" fmla="*/ 651510 w 1235126"/>
              <a:gd name="connsiteY100" fmla="*/ 571957 h 638479"/>
              <a:gd name="connsiteX101" fmla="*/ 646367 w 1235126"/>
              <a:gd name="connsiteY101" fmla="*/ 569214 h 638479"/>
              <a:gd name="connsiteX102" fmla="*/ 628879 w 1235126"/>
              <a:gd name="connsiteY102" fmla="*/ 540753 h 638479"/>
              <a:gd name="connsiteX103" fmla="*/ 597332 w 1235126"/>
              <a:gd name="connsiteY103" fmla="*/ 482117 h 638479"/>
              <a:gd name="connsiteX104" fmla="*/ 859993 w 1235126"/>
              <a:gd name="connsiteY104" fmla="*/ 403936 h 638479"/>
              <a:gd name="connsiteX105" fmla="*/ 859993 w 1235126"/>
              <a:gd name="connsiteY105" fmla="*/ 268147 h 638479"/>
              <a:gd name="connsiteX106" fmla="*/ 635737 w 1235126"/>
              <a:gd name="connsiteY106" fmla="*/ 268147 h 638479"/>
              <a:gd name="connsiteX107" fmla="*/ 611048 w 1235126"/>
              <a:gd name="connsiteY107" fmla="*/ 275691 h 638479"/>
              <a:gd name="connsiteX108" fmla="*/ 593217 w 1235126"/>
              <a:gd name="connsiteY108" fmla="*/ 243459 h 638479"/>
              <a:gd name="connsiteX109" fmla="*/ 627507 w 1235126"/>
              <a:gd name="connsiteY109" fmla="*/ 245516 h 638479"/>
              <a:gd name="connsiteX110" fmla="*/ 997153 w 1235126"/>
              <a:gd name="connsiteY110" fmla="*/ 245516 h 638479"/>
              <a:gd name="connsiteX111" fmla="*/ 997153 w 1235126"/>
              <a:gd name="connsiteY111" fmla="*/ 165963 h 638479"/>
              <a:gd name="connsiteX112" fmla="*/ 731749 w 1235126"/>
              <a:gd name="connsiteY112" fmla="*/ 165963 h 638479"/>
              <a:gd name="connsiteX113" fmla="*/ 705003 w 1235126"/>
              <a:gd name="connsiteY113" fmla="*/ 174193 h 638479"/>
              <a:gd name="connsiteX114" fmla="*/ 687172 w 1235126"/>
              <a:gd name="connsiteY114" fmla="*/ 141274 h 638479"/>
              <a:gd name="connsiteX115" fmla="*/ 721462 w 1235126"/>
              <a:gd name="connsiteY115" fmla="*/ 143332 h 638479"/>
              <a:gd name="connsiteX116" fmla="*/ 997153 w 1235126"/>
              <a:gd name="connsiteY116" fmla="*/ 143332 h 638479"/>
              <a:gd name="connsiteX117" fmla="*/ 997153 w 1235126"/>
              <a:gd name="connsiteY117" fmla="*/ 67208 h 638479"/>
              <a:gd name="connsiteX118" fmla="*/ 706374 w 1235126"/>
              <a:gd name="connsiteY118" fmla="*/ 67208 h 638479"/>
              <a:gd name="connsiteX119" fmla="*/ 679628 w 1235126"/>
              <a:gd name="connsiteY119" fmla="*/ 75438 h 638479"/>
              <a:gd name="connsiteX120" fmla="*/ 661797 w 1235126"/>
              <a:gd name="connsiteY120" fmla="*/ 42519 h 638479"/>
              <a:gd name="connsiteX121" fmla="*/ 696087 w 1235126"/>
              <a:gd name="connsiteY121" fmla="*/ 44577 h 638479"/>
              <a:gd name="connsiteX122" fmla="*/ 984123 w 1235126"/>
              <a:gd name="connsiteY122" fmla="*/ 44577 h 638479"/>
              <a:gd name="connsiteX123" fmla="*/ 1006069 w 1235126"/>
              <a:gd name="connsiteY123" fmla="*/ 5829 h 638479"/>
              <a:gd name="connsiteX124" fmla="*/ 1016356 w 1235126"/>
              <a:gd name="connsiteY124" fmla="*/ 0 h 63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35126" h="638479">
                <a:moveTo>
                  <a:pt x="85039" y="392277"/>
                </a:moveTo>
                <a:lnTo>
                  <a:pt x="85039" y="517093"/>
                </a:lnTo>
                <a:lnTo>
                  <a:pt x="357988" y="517093"/>
                </a:lnTo>
                <a:lnTo>
                  <a:pt x="357988" y="392277"/>
                </a:lnTo>
                <a:close/>
                <a:moveTo>
                  <a:pt x="677571" y="293522"/>
                </a:moveTo>
                <a:cubicBezTo>
                  <a:pt x="714604" y="293522"/>
                  <a:pt x="745350" y="300266"/>
                  <a:pt x="769811" y="313753"/>
                </a:cubicBezTo>
                <a:cubicBezTo>
                  <a:pt x="794271" y="327241"/>
                  <a:pt x="806501" y="345643"/>
                  <a:pt x="806501" y="368960"/>
                </a:cubicBezTo>
                <a:cubicBezTo>
                  <a:pt x="806501" y="381762"/>
                  <a:pt x="801700" y="392849"/>
                  <a:pt x="792099" y="402221"/>
                </a:cubicBezTo>
                <a:cubicBezTo>
                  <a:pt x="782498" y="411594"/>
                  <a:pt x="771982" y="416280"/>
                  <a:pt x="760552" y="416280"/>
                </a:cubicBezTo>
                <a:cubicBezTo>
                  <a:pt x="749122" y="416280"/>
                  <a:pt x="739407" y="412508"/>
                  <a:pt x="731406" y="404965"/>
                </a:cubicBezTo>
                <a:cubicBezTo>
                  <a:pt x="723405" y="397421"/>
                  <a:pt x="719404" y="386334"/>
                  <a:pt x="719404" y="371703"/>
                </a:cubicBezTo>
                <a:cubicBezTo>
                  <a:pt x="719404" y="351586"/>
                  <a:pt x="716433" y="336842"/>
                  <a:pt x="710489" y="327469"/>
                </a:cubicBezTo>
                <a:cubicBezTo>
                  <a:pt x="704545" y="318097"/>
                  <a:pt x="691744" y="309295"/>
                  <a:pt x="672084" y="301066"/>
                </a:cubicBezTo>
                <a:cubicBezTo>
                  <a:pt x="667969" y="299237"/>
                  <a:pt x="665912" y="297523"/>
                  <a:pt x="665912" y="295922"/>
                </a:cubicBezTo>
                <a:cubicBezTo>
                  <a:pt x="665912" y="294322"/>
                  <a:pt x="669798" y="293522"/>
                  <a:pt x="677571" y="293522"/>
                </a:cubicBezTo>
                <a:close/>
                <a:moveTo>
                  <a:pt x="85039" y="240030"/>
                </a:moveTo>
                <a:lnTo>
                  <a:pt x="85039" y="369646"/>
                </a:lnTo>
                <a:lnTo>
                  <a:pt x="357988" y="369646"/>
                </a:lnTo>
                <a:lnTo>
                  <a:pt x="357988" y="240030"/>
                </a:lnTo>
                <a:close/>
                <a:moveTo>
                  <a:pt x="93269" y="90525"/>
                </a:moveTo>
                <a:cubicBezTo>
                  <a:pt x="92354" y="93268"/>
                  <a:pt x="89611" y="95783"/>
                  <a:pt x="85039" y="98069"/>
                </a:cubicBezTo>
                <a:lnTo>
                  <a:pt x="85039" y="217398"/>
                </a:lnTo>
                <a:lnTo>
                  <a:pt x="357988" y="217398"/>
                </a:lnTo>
                <a:lnTo>
                  <a:pt x="357988" y="90525"/>
                </a:lnTo>
                <a:close/>
                <a:moveTo>
                  <a:pt x="372389" y="25374"/>
                </a:moveTo>
                <a:cubicBezTo>
                  <a:pt x="379705" y="25374"/>
                  <a:pt x="396278" y="33261"/>
                  <a:pt x="422110" y="49034"/>
                </a:cubicBezTo>
                <a:cubicBezTo>
                  <a:pt x="447942" y="64808"/>
                  <a:pt x="463258" y="74866"/>
                  <a:pt x="468059" y="79210"/>
                </a:cubicBezTo>
                <a:cubicBezTo>
                  <a:pt x="472859" y="83553"/>
                  <a:pt x="475260" y="87325"/>
                  <a:pt x="475260" y="90525"/>
                </a:cubicBezTo>
                <a:cubicBezTo>
                  <a:pt x="475260" y="96926"/>
                  <a:pt x="466573" y="103555"/>
                  <a:pt x="449199" y="110413"/>
                </a:cubicBezTo>
                <a:lnTo>
                  <a:pt x="449199" y="510921"/>
                </a:lnTo>
                <a:cubicBezTo>
                  <a:pt x="449199" y="531952"/>
                  <a:pt x="449428" y="546582"/>
                  <a:pt x="449885" y="554812"/>
                </a:cubicBezTo>
                <a:lnTo>
                  <a:pt x="450571" y="578129"/>
                </a:lnTo>
                <a:cubicBezTo>
                  <a:pt x="450571" y="580415"/>
                  <a:pt x="449885" y="582815"/>
                  <a:pt x="448513" y="585330"/>
                </a:cubicBezTo>
                <a:cubicBezTo>
                  <a:pt x="447142" y="587845"/>
                  <a:pt x="441198" y="591388"/>
                  <a:pt x="430683" y="595960"/>
                </a:cubicBezTo>
                <a:cubicBezTo>
                  <a:pt x="420167" y="600532"/>
                  <a:pt x="407137" y="604189"/>
                  <a:pt x="391592" y="606933"/>
                </a:cubicBezTo>
                <a:cubicBezTo>
                  <a:pt x="376047" y="609676"/>
                  <a:pt x="366560" y="611047"/>
                  <a:pt x="363131" y="611047"/>
                </a:cubicBezTo>
                <a:cubicBezTo>
                  <a:pt x="359702" y="611047"/>
                  <a:pt x="357988" y="607161"/>
                  <a:pt x="357988" y="599389"/>
                </a:cubicBezTo>
                <a:lnTo>
                  <a:pt x="357988" y="539724"/>
                </a:lnTo>
                <a:lnTo>
                  <a:pt x="85039" y="539724"/>
                </a:lnTo>
                <a:lnTo>
                  <a:pt x="85039" y="591159"/>
                </a:lnTo>
                <a:cubicBezTo>
                  <a:pt x="85039" y="595274"/>
                  <a:pt x="84353" y="598132"/>
                  <a:pt x="82982" y="599732"/>
                </a:cubicBezTo>
                <a:cubicBezTo>
                  <a:pt x="81610" y="601332"/>
                  <a:pt x="76581" y="603732"/>
                  <a:pt x="67894" y="606933"/>
                </a:cubicBezTo>
                <a:cubicBezTo>
                  <a:pt x="59208" y="610133"/>
                  <a:pt x="47892" y="612991"/>
                  <a:pt x="33947" y="615505"/>
                </a:cubicBezTo>
                <a:cubicBezTo>
                  <a:pt x="20003" y="618020"/>
                  <a:pt x="10058" y="619277"/>
                  <a:pt x="4115" y="619277"/>
                </a:cubicBezTo>
                <a:cubicBezTo>
                  <a:pt x="1372" y="619277"/>
                  <a:pt x="0" y="617448"/>
                  <a:pt x="0" y="613791"/>
                </a:cubicBezTo>
                <a:lnTo>
                  <a:pt x="1372" y="581558"/>
                </a:lnTo>
                <a:cubicBezTo>
                  <a:pt x="2286" y="559155"/>
                  <a:pt x="2743" y="538810"/>
                  <a:pt x="2743" y="520522"/>
                </a:cubicBezTo>
                <a:lnTo>
                  <a:pt x="2743" y="106299"/>
                </a:lnTo>
                <a:cubicBezTo>
                  <a:pt x="2743" y="78409"/>
                  <a:pt x="2286" y="54635"/>
                  <a:pt x="1372" y="34975"/>
                </a:cubicBezTo>
                <a:cubicBezTo>
                  <a:pt x="29261" y="41376"/>
                  <a:pt x="58293" y="52349"/>
                  <a:pt x="88468" y="67894"/>
                </a:cubicBezTo>
                <a:lnTo>
                  <a:pt x="340843" y="67894"/>
                </a:lnTo>
                <a:cubicBezTo>
                  <a:pt x="349072" y="51435"/>
                  <a:pt x="355244" y="40233"/>
                  <a:pt x="359359" y="34290"/>
                </a:cubicBezTo>
                <a:cubicBezTo>
                  <a:pt x="363474" y="28346"/>
                  <a:pt x="367817" y="25374"/>
                  <a:pt x="372389" y="25374"/>
                </a:cubicBezTo>
                <a:close/>
                <a:moveTo>
                  <a:pt x="1016356" y="0"/>
                </a:moveTo>
                <a:cubicBezTo>
                  <a:pt x="1020013" y="0"/>
                  <a:pt x="1031443" y="5372"/>
                  <a:pt x="1050646" y="16116"/>
                </a:cubicBezTo>
                <a:cubicBezTo>
                  <a:pt x="1069848" y="26860"/>
                  <a:pt x="1084250" y="35890"/>
                  <a:pt x="1093851" y="43205"/>
                </a:cubicBezTo>
                <a:cubicBezTo>
                  <a:pt x="1103452" y="50520"/>
                  <a:pt x="1108253" y="56235"/>
                  <a:pt x="1108253" y="60350"/>
                </a:cubicBezTo>
                <a:cubicBezTo>
                  <a:pt x="1108253" y="66751"/>
                  <a:pt x="1098652" y="72694"/>
                  <a:pt x="1079449" y="78181"/>
                </a:cubicBezTo>
                <a:lnTo>
                  <a:pt x="1079449" y="245516"/>
                </a:lnTo>
                <a:lnTo>
                  <a:pt x="1098652" y="245516"/>
                </a:lnTo>
                <a:cubicBezTo>
                  <a:pt x="1104138" y="233172"/>
                  <a:pt x="1110082" y="221742"/>
                  <a:pt x="1116483" y="211226"/>
                </a:cubicBezTo>
                <a:cubicBezTo>
                  <a:pt x="1122883" y="200710"/>
                  <a:pt x="1127227" y="194310"/>
                  <a:pt x="1129513" y="192024"/>
                </a:cubicBezTo>
                <a:cubicBezTo>
                  <a:pt x="1131799" y="189738"/>
                  <a:pt x="1134542" y="188595"/>
                  <a:pt x="1137742" y="188595"/>
                </a:cubicBezTo>
                <a:cubicBezTo>
                  <a:pt x="1143229" y="188595"/>
                  <a:pt x="1159345" y="198882"/>
                  <a:pt x="1186091" y="219456"/>
                </a:cubicBezTo>
                <a:cubicBezTo>
                  <a:pt x="1212837" y="240030"/>
                  <a:pt x="1226211" y="253288"/>
                  <a:pt x="1226211" y="259232"/>
                </a:cubicBezTo>
                <a:cubicBezTo>
                  <a:pt x="1226211" y="265176"/>
                  <a:pt x="1221867" y="268147"/>
                  <a:pt x="1213180" y="268147"/>
                </a:cubicBezTo>
                <a:lnTo>
                  <a:pt x="953948" y="268147"/>
                </a:lnTo>
                <a:cubicBezTo>
                  <a:pt x="953491" y="269519"/>
                  <a:pt x="952119" y="271348"/>
                  <a:pt x="949833" y="273634"/>
                </a:cubicBezTo>
                <a:cubicBezTo>
                  <a:pt x="966292" y="323926"/>
                  <a:pt x="986181" y="364159"/>
                  <a:pt x="1009498" y="394335"/>
                </a:cubicBezTo>
                <a:cubicBezTo>
                  <a:pt x="1026871" y="371475"/>
                  <a:pt x="1046302" y="334670"/>
                  <a:pt x="1067791" y="283921"/>
                </a:cubicBezTo>
                <a:cubicBezTo>
                  <a:pt x="1093394" y="294894"/>
                  <a:pt x="1114997" y="305409"/>
                  <a:pt x="1132599" y="315468"/>
                </a:cubicBezTo>
                <a:cubicBezTo>
                  <a:pt x="1150201" y="325526"/>
                  <a:pt x="1160602" y="332041"/>
                  <a:pt x="1163803" y="335013"/>
                </a:cubicBezTo>
                <a:cubicBezTo>
                  <a:pt x="1167003" y="337985"/>
                  <a:pt x="1168603" y="340842"/>
                  <a:pt x="1168603" y="343585"/>
                </a:cubicBezTo>
                <a:cubicBezTo>
                  <a:pt x="1168603" y="346329"/>
                  <a:pt x="1162774" y="348500"/>
                  <a:pt x="1151116" y="350101"/>
                </a:cubicBezTo>
                <a:cubicBezTo>
                  <a:pt x="1139457" y="351701"/>
                  <a:pt x="1125284" y="356273"/>
                  <a:pt x="1108596" y="363817"/>
                </a:cubicBezTo>
                <a:cubicBezTo>
                  <a:pt x="1091908" y="371360"/>
                  <a:pt x="1063676" y="387019"/>
                  <a:pt x="1023900" y="410794"/>
                </a:cubicBezTo>
                <a:cubicBezTo>
                  <a:pt x="1042188" y="430911"/>
                  <a:pt x="1066191" y="448856"/>
                  <a:pt x="1095909" y="464629"/>
                </a:cubicBezTo>
                <a:cubicBezTo>
                  <a:pt x="1125627" y="480403"/>
                  <a:pt x="1169746" y="496062"/>
                  <a:pt x="1228268" y="511606"/>
                </a:cubicBezTo>
                <a:cubicBezTo>
                  <a:pt x="1232840" y="512978"/>
                  <a:pt x="1235126" y="514464"/>
                  <a:pt x="1235126" y="516064"/>
                </a:cubicBezTo>
                <a:cubicBezTo>
                  <a:pt x="1235126" y="517664"/>
                  <a:pt x="1232611" y="519150"/>
                  <a:pt x="1227582" y="520522"/>
                </a:cubicBezTo>
                <a:cubicBezTo>
                  <a:pt x="1197407" y="529209"/>
                  <a:pt x="1170889" y="553440"/>
                  <a:pt x="1148029" y="593217"/>
                </a:cubicBezTo>
                <a:cubicBezTo>
                  <a:pt x="1145743" y="596417"/>
                  <a:pt x="1143229" y="598017"/>
                  <a:pt x="1140486" y="598017"/>
                </a:cubicBezTo>
                <a:cubicBezTo>
                  <a:pt x="1133170" y="598017"/>
                  <a:pt x="1112253" y="585444"/>
                  <a:pt x="1077735" y="560298"/>
                </a:cubicBezTo>
                <a:cubicBezTo>
                  <a:pt x="1043216" y="535152"/>
                  <a:pt x="1014870" y="501319"/>
                  <a:pt x="992696" y="458800"/>
                </a:cubicBezTo>
                <a:cubicBezTo>
                  <a:pt x="970522" y="416280"/>
                  <a:pt x="954405" y="358902"/>
                  <a:pt x="944347" y="286664"/>
                </a:cubicBezTo>
                <a:lnTo>
                  <a:pt x="944347" y="561670"/>
                </a:lnTo>
                <a:cubicBezTo>
                  <a:pt x="944347" y="581329"/>
                  <a:pt x="940803" y="596303"/>
                  <a:pt x="933717" y="606590"/>
                </a:cubicBezTo>
                <a:cubicBezTo>
                  <a:pt x="926630" y="616877"/>
                  <a:pt x="914172" y="624763"/>
                  <a:pt x="896341" y="630250"/>
                </a:cubicBezTo>
                <a:cubicBezTo>
                  <a:pt x="878510" y="635736"/>
                  <a:pt x="862279" y="638479"/>
                  <a:pt x="847649" y="638479"/>
                </a:cubicBezTo>
                <a:cubicBezTo>
                  <a:pt x="840791" y="638479"/>
                  <a:pt x="836219" y="634593"/>
                  <a:pt x="833933" y="626821"/>
                </a:cubicBezTo>
                <a:cubicBezTo>
                  <a:pt x="830275" y="612648"/>
                  <a:pt x="826275" y="602246"/>
                  <a:pt x="821932" y="595617"/>
                </a:cubicBezTo>
                <a:cubicBezTo>
                  <a:pt x="817588" y="588988"/>
                  <a:pt x="810730" y="583730"/>
                  <a:pt x="801357" y="579843"/>
                </a:cubicBezTo>
                <a:cubicBezTo>
                  <a:pt x="791985" y="575957"/>
                  <a:pt x="776783" y="571728"/>
                  <a:pt x="755752" y="567156"/>
                </a:cubicBezTo>
                <a:cubicBezTo>
                  <a:pt x="750723" y="566242"/>
                  <a:pt x="748208" y="565099"/>
                  <a:pt x="748208" y="563727"/>
                </a:cubicBezTo>
                <a:cubicBezTo>
                  <a:pt x="748208" y="562356"/>
                  <a:pt x="754152" y="561670"/>
                  <a:pt x="766039" y="561670"/>
                </a:cubicBezTo>
                <a:cubicBezTo>
                  <a:pt x="803986" y="561670"/>
                  <a:pt x="829132" y="558927"/>
                  <a:pt x="841477" y="553440"/>
                </a:cubicBezTo>
                <a:cubicBezTo>
                  <a:pt x="853821" y="547954"/>
                  <a:pt x="859993" y="537667"/>
                  <a:pt x="859993" y="522579"/>
                </a:cubicBezTo>
                <a:lnTo>
                  <a:pt x="859993" y="413537"/>
                </a:lnTo>
                <a:cubicBezTo>
                  <a:pt x="811530" y="445998"/>
                  <a:pt x="769125" y="476173"/>
                  <a:pt x="732777" y="504063"/>
                </a:cubicBezTo>
                <a:cubicBezTo>
                  <a:pt x="696430" y="531952"/>
                  <a:pt x="671856" y="552754"/>
                  <a:pt x="659054" y="566470"/>
                </a:cubicBezTo>
                <a:cubicBezTo>
                  <a:pt x="655854" y="570128"/>
                  <a:pt x="653339" y="571957"/>
                  <a:pt x="651510" y="571957"/>
                </a:cubicBezTo>
                <a:cubicBezTo>
                  <a:pt x="649681" y="571957"/>
                  <a:pt x="647967" y="571042"/>
                  <a:pt x="646367" y="569214"/>
                </a:cubicBezTo>
                <a:cubicBezTo>
                  <a:pt x="644766" y="567385"/>
                  <a:pt x="638937" y="557898"/>
                  <a:pt x="628879" y="540753"/>
                </a:cubicBezTo>
                <a:cubicBezTo>
                  <a:pt x="618820" y="523608"/>
                  <a:pt x="608305" y="504063"/>
                  <a:pt x="597332" y="482117"/>
                </a:cubicBezTo>
                <a:cubicBezTo>
                  <a:pt x="702031" y="454685"/>
                  <a:pt x="789585" y="428625"/>
                  <a:pt x="859993" y="403936"/>
                </a:cubicBezTo>
                <a:lnTo>
                  <a:pt x="859993" y="268147"/>
                </a:lnTo>
                <a:lnTo>
                  <a:pt x="635737" y="268147"/>
                </a:lnTo>
                <a:cubicBezTo>
                  <a:pt x="626593" y="268147"/>
                  <a:pt x="618363" y="270662"/>
                  <a:pt x="611048" y="275691"/>
                </a:cubicBezTo>
                <a:lnTo>
                  <a:pt x="593217" y="243459"/>
                </a:lnTo>
                <a:cubicBezTo>
                  <a:pt x="604190" y="244830"/>
                  <a:pt x="615620" y="245516"/>
                  <a:pt x="627507" y="245516"/>
                </a:cubicBezTo>
                <a:lnTo>
                  <a:pt x="997153" y="245516"/>
                </a:lnTo>
                <a:lnTo>
                  <a:pt x="997153" y="165963"/>
                </a:lnTo>
                <a:lnTo>
                  <a:pt x="731749" y="165963"/>
                </a:lnTo>
                <a:cubicBezTo>
                  <a:pt x="722148" y="165963"/>
                  <a:pt x="713232" y="168706"/>
                  <a:pt x="705003" y="174193"/>
                </a:cubicBezTo>
                <a:lnTo>
                  <a:pt x="687172" y="141274"/>
                </a:lnTo>
                <a:cubicBezTo>
                  <a:pt x="698145" y="142646"/>
                  <a:pt x="709575" y="143332"/>
                  <a:pt x="721462" y="143332"/>
                </a:cubicBezTo>
                <a:lnTo>
                  <a:pt x="997153" y="143332"/>
                </a:lnTo>
                <a:lnTo>
                  <a:pt x="997153" y="67208"/>
                </a:lnTo>
                <a:lnTo>
                  <a:pt x="706374" y="67208"/>
                </a:lnTo>
                <a:cubicBezTo>
                  <a:pt x="696773" y="67208"/>
                  <a:pt x="687858" y="69951"/>
                  <a:pt x="679628" y="75438"/>
                </a:cubicBezTo>
                <a:lnTo>
                  <a:pt x="661797" y="42519"/>
                </a:lnTo>
                <a:cubicBezTo>
                  <a:pt x="672770" y="43891"/>
                  <a:pt x="684200" y="44577"/>
                  <a:pt x="696087" y="44577"/>
                </a:cubicBezTo>
                <a:lnTo>
                  <a:pt x="984123" y="44577"/>
                </a:lnTo>
                <a:cubicBezTo>
                  <a:pt x="995553" y="22631"/>
                  <a:pt x="1002868" y="9715"/>
                  <a:pt x="1006069" y="5829"/>
                </a:cubicBezTo>
                <a:cubicBezTo>
                  <a:pt x="1009269" y="1943"/>
                  <a:pt x="1012698" y="0"/>
                  <a:pt x="1016356" y="0"/>
                </a:cubicBezTo>
                <a:close/>
              </a:path>
            </a:pathLst>
          </a:custGeom>
          <a:solidFill>
            <a:srgbClr val="1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p:cNvCxnSpPr/>
          <p:nvPr userDrawn="1"/>
        </p:nvCxnSpPr>
        <p:spPr>
          <a:xfrm>
            <a:off x="1991544" y="4433432"/>
            <a:ext cx="423016" cy="0"/>
          </a:xfrm>
          <a:prstGeom prst="line">
            <a:avLst/>
          </a:prstGeom>
          <a:ln w="38100" cap="rnd">
            <a:solidFill>
              <a:srgbClr val="C2C8D4"/>
            </a:solidFill>
            <a:round/>
          </a:ln>
        </p:spPr>
        <p:style>
          <a:lnRef idx="1">
            <a:schemeClr val="accent1"/>
          </a:lnRef>
          <a:fillRef idx="0">
            <a:schemeClr val="accent1"/>
          </a:fillRef>
          <a:effectRef idx="0">
            <a:schemeClr val="accent1"/>
          </a:effectRef>
          <a:fontRef idx="minor">
            <a:schemeClr val="tx1"/>
          </a:fontRef>
        </p:style>
      </p:cxnSp>
      <p:sp>
        <p:nvSpPr>
          <p:cNvPr id="13" name="文本占位符 20"/>
          <p:cNvSpPr>
            <a:spLocks noGrp="1"/>
          </p:cNvSpPr>
          <p:nvPr>
            <p:ph type="body" sz="quarter" idx="10"/>
          </p:nvPr>
        </p:nvSpPr>
        <p:spPr>
          <a:xfrm>
            <a:off x="6262877" y="4039752"/>
            <a:ext cx="5256261" cy="504775"/>
          </a:xfrm>
          <a:prstGeom prst="rect">
            <a:avLst/>
          </a:prstGeom>
        </p:spPr>
        <p:txBody>
          <a:bodyPr/>
          <a:lstStyle>
            <a:lvl1pPr marL="0" indent="0" algn="l" defTabSz="685800" rtl="0" eaLnBrk="1" latinLnBrk="0" hangingPunct="1">
              <a:lnSpc>
                <a:spcPct val="100000"/>
              </a:lnSpc>
              <a:spcBef>
                <a:spcPct val="0"/>
              </a:spcBef>
              <a:buFont typeface="Arial" panose="020B0604020202020204" pitchFamily="34" charset="0"/>
              <a:buNone/>
              <a:defRPr lang="zh-CN" altLang="en-US" sz="2800" b="1" kern="1200" smtClean="0">
                <a:solidFill>
                  <a:srgbClr val="4372C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
        <p:nvSpPr>
          <p:cNvPr id="14" name="文本占位符 20"/>
          <p:cNvSpPr>
            <a:spLocks noGrp="1"/>
          </p:cNvSpPr>
          <p:nvPr>
            <p:ph type="body" sz="quarter" idx="11"/>
          </p:nvPr>
        </p:nvSpPr>
        <p:spPr>
          <a:xfrm>
            <a:off x="6262877" y="2039341"/>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
        <p:nvSpPr>
          <p:cNvPr id="15" name="文本占位符 20"/>
          <p:cNvSpPr>
            <a:spLocks noGrp="1"/>
          </p:cNvSpPr>
          <p:nvPr>
            <p:ph type="body" sz="quarter" idx="12"/>
          </p:nvPr>
        </p:nvSpPr>
        <p:spPr>
          <a:xfrm>
            <a:off x="6262877" y="3000233"/>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Tree>
    <p:extLst>
      <p:ext uri="{BB962C8B-B14F-4D97-AF65-F5344CB8AC3E}">
        <p14:creationId xmlns:p14="http://schemas.microsoft.com/office/powerpoint/2010/main" val="495105163"/>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转场-4个-01">
    <p:spTree>
      <p:nvGrpSpPr>
        <p:cNvPr id="1" name=""/>
        <p:cNvGrpSpPr/>
        <p:nvPr/>
      </p:nvGrpSpPr>
      <p:grpSpPr>
        <a:xfrm>
          <a:off x="0" y="0"/>
          <a:ext cx="0" cy="0"/>
          <a:chOff x="0" y="0"/>
          <a:chExt cx="0" cy="0"/>
        </a:xfrm>
      </p:grpSpPr>
      <p:cxnSp>
        <p:nvCxnSpPr>
          <p:cNvPr id="3" name="直接连接符 15">
            <a:extLst>
              <a:ext uri="{FF2B5EF4-FFF2-40B4-BE49-F238E27FC236}">
                <a16:creationId xmlns:a16="http://schemas.microsoft.com/office/drawing/2014/main" xmlns="" id="{A42DA280-60AE-4AA1-AF8A-EDCC1B5336EE}"/>
              </a:ext>
            </a:extLst>
          </p:cNvPr>
          <p:cNvCxnSpPr>
            <a:cxnSpLocks noChangeShapeType="1"/>
          </p:cNvCxnSpPr>
          <p:nvPr userDrawn="1"/>
        </p:nvCxnSpPr>
        <p:spPr bwMode="auto">
          <a:xfrm>
            <a:off x="5568044" y="620688"/>
            <a:ext cx="0" cy="5328592"/>
          </a:xfrm>
          <a:prstGeom prst="line">
            <a:avLst/>
          </a:prstGeom>
          <a:noFill/>
          <a:ln w="6350" algn="ctr">
            <a:gradFill>
              <a:gsLst>
                <a:gs pos="0">
                  <a:srgbClr val="C4C9D4">
                    <a:alpha val="0"/>
                  </a:srgbClr>
                </a:gs>
                <a:gs pos="49000">
                  <a:srgbClr val="858A9E"/>
                </a:gs>
                <a:gs pos="100000">
                  <a:srgbClr val="C3C8D3">
                    <a:alpha val="0"/>
                  </a:srgbClr>
                </a:gs>
              </a:gsLst>
              <a:lin ang="5400000" scaled="1"/>
            </a:gradFill>
            <a:miter lim="800000"/>
            <a:headEnd/>
            <a:tailEnd/>
          </a:ln>
        </p:spPr>
      </p:cxnSp>
      <p:sp>
        <p:nvSpPr>
          <p:cNvPr id="4" name="任意多边形 3">
            <a:extLst>
              <a:ext uri="{FF2B5EF4-FFF2-40B4-BE49-F238E27FC236}">
                <a16:creationId xmlns:a16="http://schemas.microsoft.com/office/drawing/2014/main" xmlns="" id="{B0C36E80-D7F4-46D1-BB56-F732BF850618}"/>
              </a:ext>
            </a:extLst>
          </p:cNvPr>
          <p:cNvSpPr/>
          <p:nvPr userDrawn="1"/>
        </p:nvSpPr>
        <p:spPr>
          <a:xfrm>
            <a:off x="5326532" y="1778451"/>
            <a:ext cx="464185"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1</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5" name="任意多边形 4">
            <a:extLst>
              <a:ext uri="{FF2B5EF4-FFF2-40B4-BE49-F238E27FC236}">
                <a16:creationId xmlns:a16="http://schemas.microsoft.com/office/drawing/2014/main" xmlns="" id="{B6D9B684-340F-4C10-A3EA-DAD84CB12A48}"/>
              </a:ext>
            </a:extLst>
          </p:cNvPr>
          <p:cNvSpPr/>
          <p:nvPr userDrawn="1"/>
        </p:nvSpPr>
        <p:spPr>
          <a:xfrm>
            <a:off x="5320817" y="2617177"/>
            <a:ext cx="469900" cy="544513"/>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3C8D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2</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6" name="任意多边形 5">
            <a:extLst>
              <a:ext uri="{FF2B5EF4-FFF2-40B4-BE49-F238E27FC236}">
                <a16:creationId xmlns:a16="http://schemas.microsoft.com/office/drawing/2014/main" xmlns="" id="{71A371B1-CF95-436B-A4C4-2E18EEF77B1A}"/>
              </a:ext>
            </a:extLst>
          </p:cNvPr>
          <p:cNvSpPr/>
          <p:nvPr userDrawn="1"/>
        </p:nvSpPr>
        <p:spPr>
          <a:xfrm>
            <a:off x="5326993" y="3455904"/>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3C8D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3</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10" name="文本框 9">
            <a:extLst>
              <a:ext uri="{FF2B5EF4-FFF2-40B4-BE49-F238E27FC236}">
                <a16:creationId xmlns:a16="http://schemas.microsoft.com/office/drawing/2014/main" xmlns="" id="{2CEE1562-56AC-44EF-95C3-4DD1422CA7FE}"/>
              </a:ext>
            </a:extLst>
          </p:cNvPr>
          <p:cNvSpPr txBox="1"/>
          <p:nvPr userDrawn="1"/>
        </p:nvSpPr>
        <p:spPr>
          <a:xfrm>
            <a:off x="1620763" y="2556927"/>
            <a:ext cx="1370888" cy="461665"/>
          </a:xfrm>
          <a:prstGeom prst="rect">
            <a:avLst/>
          </a:prstGeom>
          <a:noFill/>
        </p:spPr>
        <p:txBody>
          <a:bodyPr wrap="none">
            <a:spAutoFit/>
          </a:bodyPr>
          <a:lstStyle/>
          <a:p>
            <a:pPr>
              <a:defRPr/>
            </a:pPr>
            <a:r>
              <a:rPr lang="en-US" altLang="zh-CN" sz="2400" kern="0" dirty="0" smtClean="0">
                <a:solidFill>
                  <a:srgbClr val="84899E"/>
                </a:solidFill>
                <a:latin typeface="Microsoft YaHei Light" charset="-122"/>
                <a:ea typeface="Microsoft YaHei Light" charset="-122"/>
                <a:cs typeface="Microsoft YaHei Light" charset="-122"/>
              </a:rPr>
              <a:t>contents</a:t>
            </a:r>
            <a:endParaRPr lang="zh-CN" altLang="en-US" sz="2400" kern="0" dirty="0">
              <a:solidFill>
                <a:srgbClr val="84899E"/>
              </a:solidFill>
              <a:latin typeface="Microsoft YaHei Light" charset="-122"/>
              <a:ea typeface="Microsoft YaHei Light" charset="-122"/>
              <a:cs typeface="Microsoft YaHei Light" charset="-122"/>
            </a:endParaRPr>
          </a:p>
        </p:txBody>
      </p:sp>
      <p:sp>
        <p:nvSpPr>
          <p:cNvPr id="11" name="任意形状 10"/>
          <p:cNvSpPr/>
          <p:nvPr userDrawn="1"/>
        </p:nvSpPr>
        <p:spPr>
          <a:xfrm>
            <a:off x="1688644" y="1916832"/>
            <a:ext cx="1235126" cy="638479"/>
          </a:xfrm>
          <a:custGeom>
            <a:avLst/>
            <a:gdLst>
              <a:gd name="connsiteX0" fmla="*/ 85039 w 1235126"/>
              <a:gd name="connsiteY0" fmla="*/ 392277 h 638479"/>
              <a:gd name="connsiteX1" fmla="*/ 85039 w 1235126"/>
              <a:gd name="connsiteY1" fmla="*/ 517093 h 638479"/>
              <a:gd name="connsiteX2" fmla="*/ 357988 w 1235126"/>
              <a:gd name="connsiteY2" fmla="*/ 517093 h 638479"/>
              <a:gd name="connsiteX3" fmla="*/ 357988 w 1235126"/>
              <a:gd name="connsiteY3" fmla="*/ 392277 h 638479"/>
              <a:gd name="connsiteX4" fmla="*/ 677571 w 1235126"/>
              <a:gd name="connsiteY4" fmla="*/ 293522 h 638479"/>
              <a:gd name="connsiteX5" fmla="*/ 769811 w 1235126"/>
              <a:gd name="connsiteY5" fmla="*/ 313753 h 638479"/>
              <a:gd name="connsiteX6" fmla="*/ 806501 w 1235126"/>
              <a:gd name="connsiteY6" fmla="*/ 368960 h 638479"/>
              <a:gd name="connsiteX7" fmla="*/ 792099 w 1235126"/>
              <a:gd name="connsiteY7" fmla="*/ 402221 h 638479"/>
              <a:gd name="connsiteX8" fmla="*/ 760552 w 1235126"/>
              <a:gd name="connsiteY8" fmla="*/ 416280 h 638479"/>
              <a:gd name="connsiteX9" fmla="*/ 731406 w 1235126"/>
              <a:gd name="connsiteY9" fmla="*/ 404965 h 638479"/>
              <a:gd name="connsiteX10" fmla="*/ 719404 w 1235126"/>
              <a:gd name="connsiteY10" fmla="*/ 371703 h 638479"/>
              <a:gd name="connsiteX11" fmla="*/ 710489 w 1235126"/>
              <a:gd name="connsiteY11" fmla="*/ 327469 h 638479"/>
              <a:gd name="connsiteX12" fmla="*/ 672084 w 1235126"/>
              <a:gd name="connsiteY12" fmla="*/ 301066 h 638479"/>
              <a:gd name="connsiteX13" fmla="*/ 665912 w 1235126"/>
              <a:gd name="connsiteY13" fmla="*/ 295922 h 638479"/>
              <a:gd name="connsiteX14" fmla="*/ 677571 w 1235126"/>
              <a:gd name="connsiteY14" fmla="*/ 293522 h 638479"/>
              <a:gd name="connsiteX15" fmla="*/ 85039 w 1235126"/>
              <a:gd name="connsiteY15" fmla="*/ 240030 h 638479"/>
              <a:gd name="connsiteX16" fmla="*/ 85039 w 1235126"/>
              <a:gd name="connsiteY16" fmla="*/ 369646 h 638479"/>
              <a:gd name="connsiteX17" fmla="*/ 357988 w 1235126"/>
              <a:gd name="connsiteY17" fmla="*/ 369646 h 638479"/>
              <a:gd name="connsiteX18" fmla="*/ 357988 w 1235126"/>
              <a:gd name="connsiteY18" fmla="*/ 240030 h 638479"/>
              <a:gd name="connsiteX19" fmla="*/ 93269 w 1235126"/>
              <a:gd name="connsiteY19" fmla="*/ 90525 h 638479"/>
              <a:gd name="connsiteX20" fmla="*/ 85039 w 1235126"/>
              <a:gd name="connsiteY20" fmla="*/ 98069 h 638479"/>
              <a:gd name="connsiteX21" fmla="*/ 85039 w 1235126"/>
              <a:gd name="connsiteY21" fmla="*/ 217398 h 638479"/>
              <a:gd name="connsiteX22" fmla="*/ 357988 w 1235126"/>
              <a:gd name="connsiteY22" fmla="*/ 217398 h 638479"/>
              <a:gd name="connsiteX23" fmla="*/ 357988 w 1235126"/>
              <a:gd name="connsiteY23" fmla="*/ 90525 h 638479"/>
              <a:gd name="connsiteX24" fmla="*/ 372389 w 1235126"/>
              <a:gd name="connsiteY24" fmla="*/ 25374 h 638479"/>
              <a:gd name="connsiteX25" fmla="*/ 422110 w 1235126"/>
              <a:gd name="connsiteY25" fmla="*/ 49034 h 638479"/>
              <a:gd name="connsiteX26" fmla="*/ 468059 w 1235126"/>
              <a:gd name="connsiteY26" fmla="*/ 79210 h 638479"/>
              <a:gd name="connsiteX27" fmla="*/ 475260 w 1235126"/>
              <a:gd name="connsiteY27" fmla="*/ 90525 h 638479"/>
              <a:gd name="connsiteX28" fmla="*/ 449199 w 1235126"/>
              <a:gd name="connsiteY28" fmla="*/ 110413 h 638479"/>
              <a:gd name="connsiteX29" fmla="*/ 449199 w 1235126"/>
              <a:gd name="connsiteY29" fmla="*/ 510921 h 638479"/>
              <a:gd name="connsiteX30" fmla="*/ 449885 w 1235126"/>
              <a:gd name="connsiteY30" fmla="*/ 554812 h 638479"/>
              <a:gd name="connsiteX31" fmla="*/ 450571 w 1235126"/>
              <a:gd name="connsiteY31" fmla="*/ 578129 h 638479"/>
              <a:gd name="connsiteX32" fmla="*/ 448513 w 1235126"/>
              <a:gd name="connsiteY32" fmla="*/ 585330 h 638479"/>
              <a:gd name="connsiteX33" fmla="*/ 430683 w 1235126"/>
              <a:gd name="connsiteY33" fmla="*/ 595960 h 638479"/>
              <a:gd name="connsiteX34" fmla="*/ 391592 w 1235126"/>
              <a:gd name="connsiteY34" fmla="*/ 606933 h 638479"/>
              <a:gd name="connsiteX35" fmla="*/ 363131 w 1235126"/>
              <a:gd name="connsiteY35" fmla="*/ 611047 h 638479"/>
              <a:gd name="connsiteX36" fmla="*/ 357988 w 1235126"/>
              <a:gd name="connsiteY36" fmla="*/ 599389 h 638479"/>
              <a:gd name="connsiteX37" fmla="*/ 357988 w 1235126"/>
              <a:gd name="connsiteY37" fmla="*/ 539724 h 638479"/>
              <a:gd name="connsiteX38" fmla="*/ 85039 w 1235126"/>
              <a:gd name="connsiteY38" fmla="*/ 539724 h 638479"/>
              <a:gd name="connsiteX39" fmla="*/ 85039 w 1235126"/>
              <a:gd name="connsiteY39" fmla="*/ 591159 h 638479"/>
              <a:gd name="connsiteX40" fmla="*/ 82982 w 1235126"/>
              <a:gd name="connsiteY40" fmla="*/ 599732 h 638479"/>
              <a:gd name="connsiteX41" fmla="*/ 67894 w 1235126"/>
              <a:gd name="connsiteY41" fmla="*/ 606933 h 638479"/>
              <a:gd name="connsiteX42" fmla="*/ 33947 w 1235126"/>
              <a:gd name="connsiteY42" fmla="*/ 615505 h 638479"/>
              <a:gd name="connsiteX43" fmla="*/ 4115 w 1235126"/>
              <a:gd name="connsiteY43" fmla="*/ 619277 h 638479"/>
              <a:gd name="connsiteX44" fmla="*/ 0 w 1235126"/>
              <a:gd name="connsiteY44" fmla="*/ 613791 h 638479"/>
              <a:gd name="connsiteX45" fmla="*/ 1372 w 1235126"/>
              <a:gd name="connsiteY45" fmla="*/ 581558 h 638479"/>
              <a:gd name="connsiteX46" fmla="*/ 2743 w 1235126"/>
              <a:gd name="connsiteY46" fmla="*/ 520522 h 638479"/>
              <a:gd name="connsiteX47" fmla="*/ 2743 w 1235126"/>
              <a:gd name="connsiteY47" fmla="*/ 106299 h 638479"/>
              <a:gd name="connsiteX48" fmla="*/ 1372 w 1235126"/>
              <a:gd name="connsiteY48" fmla="*/ 34975 h 638479"/>
              <a:gd name="connsiteX49" fmla="*/ 88468 w 1235126"/>
              <a:gd name="connsiteY49" fmla="*/ 67894 h 638479"/>
              <a:gd name="connsiteX50" fmla="*/ 340843 w 1235126"/>
              <a:gd name="connsiteY50" fmla="*/ 67894 h 638479"/>
              <a:gd name="connsiteX51" fmla="*/ 359359 w 1235126"/>
              <a:gd name="connsiteY51" fmla="*/ 34290 h 638479"/>
              <a:gd name="connsiteX52" fmla="*/ 372389 w 1235126"/>
              <a:gd name="connsiteY52" fmla="*/ 25374 h 638479"/>
              <a:gd name="connsiteX53" fmla="*/ 1016356 w 1235126"/>
              <a:gd name="connsiteY53" fmla="*/ 0 h 638479"/>
              <a:gd name="connsiteX54" fmla="*/ 1050646 w 1235126"/>
              <a:gd name="connsiteY54" fmla="*/ 16116 h 638479"/>
              <a:gd name="connsiteX55" fmla="*/ 1093851 w 1235126"/>
              <a:gd name="connsiteY55" fmla="*/ 43205 h 638479"/>
              <a:gd name="connsiteX56" fmla="*/ 1108253 w 1235126"/>
              <a:gd name="connsiteY56" fmla="*/ 60350 h 638479"/>
              <a:gd name="connsiteX57" fmla="*/ 1079449 w 1235126"/>
              <a:gd name="connsiteY57" fmla="*/ 78181 h 638479"/>
              <a:gd name="connsiteX58" fmla="*/ 1079449 w 1235126"/>
              <a:gd name="connsiteY58" fmla="*/ 245516 h 638479"/>
              <a:gd name="connsiteX59" fmla="*/ 1098652 w 1235126"/>
              <a:gd name="connsiteY59" fmla="*/ 245516 h 638479"/>
              <a:gd name="connsiteX60" fmla="*/ 1116483 w 1235126"/>
              <a:gd name="connsiteY60" fmla="*/ 211226 h 638479"/>
              <a:gd name="connsiteX61" fmla="*/ 1129513 w 1235126"/>
              <a:gd name="connsiteY61" fmla="*/ 192024 h 638479"/>
              <a:gd name="connsiteX62" fmla="*/ 1137742 w 1235126"/>
              <a:gd name="connsiteY62" fmla="*/ 188595 h 638479"/>
              <a:gd name="connsiteX63" fmla="*/ 1186091 w 1235126"/>
              <a:gd name="connsiteY63" fmla="*/ 219456 h 638479"/>
              <a:gd name="connsiteX64" fmla="*/ 1226211 w 1235126"/>
              <a:gd name="connsiteY64" fmla="*/ 259232 h 638479"/>
              <a:gd name="connsiteX65" fmla="*/ 1213180 w 1235126"/>
              <a:gd name="connsiteY65" fmla="*/ 268147 h 638479"/>
              <a:gd name="connsiteX66" fmla="*/ 953948 w 1235126"/>
              <a:gd name="connsiteY66" fmla="*/ 268147 h 638479"/>
              <a:gd name="connsiteX67" fmla="*/ 949833 w 1235126"/>
              <a:gd name="connsiteY67" fmla="*/ 273634 h 638479"/>
              <a:gd name="connsiteX68" fmla="*/ 1009498 w 1235126"/>
              <a:gd name="connsiteY68" fmla="*/ 394335 h 638479"/>
              <a:gd name="connsiteX69" fmla="*/ 1067791 w 1235126"/>
              <a:gd name="connsiteY69" fmla="*/ 283921 h 638479"/>
              <a:gd name="connsiteX70" fmla="*/ 1132599 w 1235126"/>
              <a:gd name="connsiteY70" fmla="*/ 315468 h 638479"/>
              <a:gd name="connsiteX71" fmla="*/ 1163803 w 1235126"/>
              <a:gd name="connsiteY71" fmla="*/ 335013 h 638479"/>
              <a:gd name="connsiteX72" fmla="*/ 1168603 w 1235126"/>
              <a:gd name="connsiteY72" fmla="*/ 343585 h 638479"/>
              <a:gd name="connsiteX73" fmla="*/ 1151116 w 1235126"/>
              <a:gd name="connsiteY73" fmla="*/ 350101 h 638479"/>
              <a:gd name="connsiteX74" fmla="*/ 1108596 w 1235126"/>
              <a:gd name="connsiteY74" fmla="*/ 363817 h 638479"/>
              <a:gd name="connsiteX75" fmla="*/ 1023900 w 1235126"/>
              <a:gd name="connsiteY75" fmla="*/ 410794 h 638479"/>
              <a:gd name="connsiteX76" fmla="*/ 1095909 w 1235126"/>
              <a:gd name="connsiteY76" fmla="*/ 464629 h 638479"/>
              <a:gd name="connsiteX77" fmla="*/ 1228268 w 1235126"/>
              <a:gd name="connsiteY77" fmla="*/ 511606 h 638479"/>
              <a:gd name="connsiteX78" fmla="*/ 1235126 w 1235126"/>
              <a:gd name="connsiteY78" fmla="*/ 516064 h 638479"/>
              <a:gd name="connsiteX79" fmla="*/ 1227582 w 1235126"/>
              <a:gd name="connsiteY79" fmla="*/ 520522 h 638479"/>
              <a:gd name="connsiteX80" fmla="*/ 1148029 w 1235126"/>
              <a:gd name="connsiteY80" fmla="*/ 593217 h 638479"/>
              <a:gd name="connsiteX81" fmla="*/ 1140486 w 1235126"/>
              <a:gd name="connsiteY81" fmla="*/ 598017 h 638479"/>
              <a:gd name="connsiteX82" fmla="*/ 1077735 w 1235126"/>
              <a:gd name="connsiteY82" fmla="*/ 560298 h 638479"/>
              <a:gd name="connsiteX83" fmla="*/ 992696 w 1235126"/>
              <a:gd name="connsiteY83" fmla="*/ 458800 h 638479"/>
              <a:gd name="connsiteX84" fmla="*/ 944347 w 1235126"/>
              <a:gd name="connsiteY84" fmla="*/ 286664 h 638479"/>
              <a:gd name="connsiteX85" fmla="*/ 944347 w 1235126"/>
              <a:gd name="connsiteY85" fmla="*/ 561670 h 638479"/>
              <a:gd name="connsiteX86" fmla="*/ 933717 w 1235126"/>
              <a:gd name="connsiteY86" fmla="*/ 606590 h 638479"/>
              <a:gd name="connsiteX87" fmla="*/ 896341 w 1235126"/>
              <a:gd name="connsiteY87" fmla="*/ 630250 h 638479"/>
              <a:gd name="connsiteX88" fmla="*/ 847649 w 1235126"/>
              <a:gd name="connsiteY88" fmla="*/ 638479 h 638479"/>
              <a:gd name="connsiteX89" fmla="*/ 833933 w 1235126"/>
              <a:gd name="connsiteY89" fmla="*/ 626821 h 638479"/>
              <a:gd name="connsiteX90" fmla="*/ 821932 w 1235126"/>
              <a:gd name="connsiteY90" fmla="*/ 595617 h 638479"/>
              <a:gd name="connsiteX91" fmla="*/ 801357 w 1235126"/>
              <a:gd name="connsiteY91" fmla="*/ 579843 h 638479"/>
              <a:gd name="connsiteX92" fmla="*/ 755752 w 1235126"/>
              <a:gd name="connsiteY92" fmla="*/ 567156 h 638479"/>
              <a:gd name="connsiteX93" fmla="*/ 748208 w 1235126"/>
              <a:gd name="connsiteY93" fmla="*/ 563727 h 638479"/>
              <a:gd name="connsiteX94" fmla="*/ 766039 w 1235126"/>
              <a:gd name="connsiteY94" fmla="*/ 561670 h 638479"/>
              <a:gd name="connsiteX95" fmla="*/ 841477 w 1235126"/>
              <a:gd name="connsiteY95" fmla="*/ 553440 h 638479"/>
              <a:gd name="connsiteX96" fmla="*/ 859993 w 1235126"/>
              <a:gd name="connsiteY96" fmla="*/ 522579 h 638479"/>
              <a:gd name="connsiteX97" fmla="*/ 859993 w 1235126"/>
              <a:gd name="connsiteY97" fmla="*/ 413537 h 638479"/>
              <a:gd name="connsiteX98" fmla="*/ 732777 w 1235126"/>
              <a:gd name="connsiteY98" fmla="*/ 504063 h 638479"/>
              <a:gd name="connsiteX99" fmla="*/ 659054 w 1235126"/>
              <a:gd name="connsiteY99" fmla="*/ 566470 h 638479"/>
              <a:gd name="connsiteX100" fmla="*/ 651510 w 1235126"/>
              <a:gd name="connsiteY100" fmla="*/ 571957 h 638479"/>
              <a:gd name="connsiteX101" fmla="*/ 646367 w 1235126"/>
              <a:gd name="connsiteY101" fmla="*/ 569214 h 638479"/>
              <a:gd name="connsiteX102" fmla="*/ 628879 w 1235126"/>
              <a:gd name="connsiteY102" fmla="*/ 540753 h 638479"/>
              <a:gd name="connsiteX103" fmla="*/ 597332 w 1235126"/>
              <a:gd name="connsiteY103" fmla="*/ 482117 h 638479"/>
              <a:gd name="connsiteX104" fmla="*/ 859993 w 1235126"/>
              <a:gd name="connsiteY104" fmla="*/ 403936 h 638479"/>
              <a:gd name="connsiteX105" fmla="*/ 859993 w 1235126"/>
              <a:gd name="connsiteY105" fmla="*/ 268147 h 638479"/>
              <a:gd name="connsiteX106" fmla="*/ 635737 w 1235126"/>
              <a:gd name="connsiteY106" fmla="*/ 268147 h 638479"/>
              <a:gd name="connsiteX107" fmla="*/ 611048 w 1235126"/>
              <a:gd name="connsiteY107" fmla="*/ 275691 h 638479"/>
              <a:gd name="connsiteX108" fmla="*/ 593217 w 1235126"/>
              <a:gd name="connsiteY108" fmla="*/ 243459 h 638479"/>
              <a:gd name="connsiteX109" fmla="*/ 627507 w 1235126"/>
              <a:gd name="connsiteY109" fmla="*/ 245516 h 638479"/>
              <a:gd name="connsiteX110" fmla="*/ 997153 w 1235126"/>
              <a:gd name="connsiteY110" fmla="*/ 245516 h 638479"/>
              <a:gd name="connsiteX111" fmla="*/ 997153 w 1235126"/>
              <a:gd name="connsiteY111" fmla="*/ 165963 h 638479"/>
              <a:gd name="connsiteX112" fmla="*/ 731749 w 1235126"/>
              <a:gd name="connsiteY112" fmla="*/ 165963 h 638479"/>
              <a:gd name="connsiteX113" fmla="*/ 705003 w 1235126"/>
              <a:gd name="connsiteY113" fmla="*/ 174193 h 638479"/>
              <a:gd name="connsiteX114" fmla="*/ 687172 w 1235126"/>
              <a:gd name="connsiteY114" fmla="*/ 141274 h 638479"/>
              <a:gd name="connsiteX115" fmla="*/ 721462 w 1235126"/>
              <a:gd name="connsiteY115" fmla="*/ 143332 h 638479"/>
              <a:gd name="connsiteX116" fmla="*/ 997153 w 1235126"/>
              <a:gd name="connsiteY116" fmla="*/ 143332 h 638479"/>
              <a:gd name="connsiteX117" fmla="*/ 997153 w 1235126"/>
              <a:gd name="connsiteY117" fmla="*/ 67208 h 638479"/>
              <a:gd name="connsiteX118" fmla="*/ 706374 w 1235126"/>
              <a:gd name="connsiteY118" fmla="*/ 67208 h 638479"/>
              <a:gd name="connsiteX119" fmla="*/ 679628 w 1235126"/>
              <a:gd name="connsiteY119" fmla="*/ 75438 h 638479"/>
              <a:gd name="connsiteX120" fmla="*/ 661797 w 1235126"/>
              <a:gd name="connsiteY120" fmla="*/ 42519 h 638479"/>
              <a:gd name="connsiteX121" fmla="*/ 696087 w 1235126"/>
              <a:gd name="connsiteY121" fmla="*/ 44577 h 638479"/>
              <a:gd name="connsiteX122" fmla="*/ 984123 w 1235126"/>
              <a:gd name="connsiteY122" fmla="*/ 44577 h 638479"/>
              <a:gd name="connsiteX123" fmla="*/ 1006069 w 1235126"/>
              <a:gd name="connsiteY123" fmla="*/ 5829 h 638479"/>
              <a:gd name="connsiteX124" fmla="*/ 1016356 w 1235126"/>
              <a:gd name="connsiteY124" fmla="*/ 0 h 63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35126" h="638479">
                <a:moveTo>
                  <a:pt x="85039" y="392277"/>
                </a:moveTo>
                <a:lnTo>
                  <a:pt x="85039" y="517093"/>
                </a:lnTo>
                <a:lnTo>
                  <a:pt x="357988" y="517093"/>
                </a:lnTo>
                <a:lnTo>
                  <a:pt x="357988" y="392277"/>
                </a:lnTo>
                <a:close/>
                <a:moveTo>
                  <a:pt x="677571" y="293522"/>
                </a:moveTo>
                <a:cubicBezTo>
                  <a:pt x="714604" y="293522"/>
                  <a:pt x="745350" y="300266"/>
                  <a:pt x="769811" y="313753"/>
                </a:cubicBezTo>
                <a:cubicBezTo>
                  <a:pt x="794271" y="327241"/>
                  <a:pt x="806501" y="345643"/>
                  <a:pt x="806501" y="368960"/>
                </a:cubicBezTo>
                <a:cubicBezTo>
                  <a:pt x="806501" y="381762"/>
                  <a:pt x="801700" y="392849"/>
                  <a:pt x="792099" y="402221"/>
                </a:cubicBezTo>
                <a:cubicBezTo>
                  <a:pt x="782498" y="411594"/>
                  <a:pt x="771982" y="416280"/>
                  <a:pt x="760552" y="416280"/>
                </a:cubicBezTo>
                <a:cubicBezTo>
                  <a:pt x="749122" y="416280"/>
                  <a:pt x="739407" y="412508"/>
                  <a:pt x="731406" y="404965"/>
                </a:cubicBezTo>
                <a:cubicBezTo>
                  <a:pt x="723405" y="397421"/>
                  <a:pt x="719404" y="386334"/>
                  <a:pt x="719404" y="371703"/>
                </a:cubicBezTo>
                <a:cubicBezTo>
                  <a:pt x="719404" y="351586"/>
                  <a:pt x="716433" y="336842"/>
                  <a:pt x="710489" y="327469"/>
                </a:cubicBezTo>
                <a:cubicBezTo>
                  <a:pt x="704545" y="318097"/>
                  <a:pt x="691744" y="309295"/>
                  <a:pt x="672084" y="301066"/>
                </a:cubicBezTo>
                <a:cubicBezTo>
                  <a:pt x="667969" y="299237"/>
                  <a:pt x="665912" y="297523"/>
                  <a:pt x="665912" y="295922"/>
                </a:cubicBezTo>
                <a:cubicBezTo>
                  <a:pt x="665912" y="294322"/>
                  <a:pt x="669798" y="293522"/>
                  <a:pt x="677571" y="293522"/>
                </a:cubicBezTo>
                <a:close/>
                <a:moveTo>
                  <a:pt x="85039" y="240030"/>
                </a:moveTo>
                <a:lnTo>
                  <a:pt x="85039" y="369646"/>
                </a:lnTo>
                <a:lnTo>
                  <a:pt x="357988" y="369646"/>
                </a:lnTo>
                <a:lnTo>
                  <a:pt x="357988" y="240030"/>
                </a:lnTo>
                <a:close/>
                <a:moveTo>
                  <a:pt x="93269" y="90525"/>
                </a:moveTo>
                <a:cubicBezTo>
                  <a:pt x="92354" y="93268"/>
                  <a:pt x="89611" y="95783"/>
                  <a:pt x="85039" y="98069"/>
                </a:cubicBezTo>
                <a:lnTo>
                  <a:pt x="85039" y="217398"/>
                </a:lnTo>
                <a:lnTo>
                  <a:pt x="357988" y="217398"/>
                </a:lnTo>
                <a:lnTo>
                  <a:pt x="357988" y="90525"/>
                </a:lnTo>
                <a:close/>
                <a:moveTo>
                  <a:pt x="372389" y="25374"/>
                </a:moveTo>
                <a:cubicBezTo>
                  <a:pt x="379705" y="25374"/>
                  <a:pt x="396278" y="33261"/>
                  <a:pt x="422110" y="49034"/>
                </a:cubicBezTo>
                <a:cubicBezTo>
                  <a:pt x="447942" y="64808"/>
                  <a:pt x="463258" y="74866"/>
                  <a:pt x="468059" y="79210"/>
                </a:cubicBezTo>
                <a:cubicBezTo>
                  <a:pt x="472859" y="83553"/>
                  <a:pt x="475260" y="87325"/>
                  <a:pt x="475260" y="90525"/>
                </a:cubicBezTo>
                <a:cubicBezTo>
                  <a:pt x="475260" y="96926"/>
                  <a:pt x="466573" y="103555"/>
                  <a:pt x="449199" y="110413"/>
                </a:cubicBezTo>
                <a:lnTo>
                  <a:pt x="449199" y="510921"/>
                </a:lnTo>
                <a:cubicBezTo>
                  <a:pt x="449199" y="531952"/>
                  <a:pt x="449428" y="546582"/>
                  <a:pt x="449885" y="554812"/>
                </a:cubicBezTo>
                <a:lnTo>
                  <a:pt x="450571" y="578129"/>
                </a:lnTo>
                <a:cubicBezTo>
                  <a:pt x="450571" y="580415"/>
                  <a:pt x="449885" y="582815"/>
                  <a:pt x="448513" y="585330"/>
                </a:cubicBezTo>
                <a:cubicBezTo>
                  <a:pt x="447142" y="587845"/>
                  <a:pt x="441198" y="591388"/>
                  <a:pt x="430683" y="595960"/>
                </a:cubicBezTo>
                <a:cubicBezTo>
                  <a:pt x="420167" y="600532"/>
                  <a:pt x="407137" y="604189"/>
                  <a:pt x="391592" y="606933"/>
                </a:cubicBezTo>
                <a:cubicBezTo>
                  <a:pt x="376047" y="609676"/>
                  <a:pt x="366560" y="611047"/>
                  <a:pt x="363131" y="611047"/>
                </a:cubicBezTo>
                <a:cubicBezTo>
                  <a:pt x="359702" y="611047"/>
                  <a:pt x="357988" y="607161"/>
                  <a:pt x="357988" y="599389"/>
                </a:cubicBezTo>
                <a:lnTo>
                  <a:pt x="357988" y="539724"/>
                </a:lnTo>
                <a:lnTo>
                  <a:pt x="85039" y="539724"/>
                </a:lnTo>
                <a:lnTo>
                  <a:pt x="85039" y="591159"/>
                </a:lnTo>
                <a:cubicBezTo>
                  <a:pt x="85039" y="595274"/>
                  <a:pt x="84353" y="598132"/>
                  <a:pt x="82982" y="599732"/>
                </a:cubicBezTo>
                <a:cubicBezTo>
                  <a:pt x="81610" y="601332"/>
                  <a:pt x="76581" y="603732"/>
                  <a:pt x="67894" y="606933"/>
                </a:cubicBezTo>
                <a:cubicBezTo>
                  <a:pt x="59208" y="610133"/>
                  <a:pt x="47892" y="612991"/>
                  <a:pt x="33947" y="615505"/>
                </a:cubicBezTo>
                <a:cubicBezTo>
                  <a:pt x="20003" y="618020"/>
                  <a:pt x="10058" y="619277"/>
                  <a:pt x="4115" y="619277"/>
                </a:cubicBezTo>
                <a:cubicBezTo>
                  <a:pt x="1372" y="619277"/>
                  <a:pt x="0" y="617448"/>
                  <a:pt x="0" y="613791"/>
                </a:cubicBezTo>
                <a:lnTo>
                  <a:pt x="1372" y="581558"/>
                </a:lnTo>
                <a:cubicBezTo>
                  <a:pt x="2286" y="559155"/>
                  <a:pt x="2743" y="538810"/>
                  <a:pt x="2743" y="520522"/>
                </a:cubicBezTo>
                <a:lnTo>
                  <a:pt x="2743" y="106299"/>
                </a:lnTo>
                <a:cubicBezTo>
                  <a:pt x="2743" y="78409"/>
                  <a:pt x="2286" y="54635"/>
                  <a:pt x="1372" y="34975"/>
                </a:cubicBezTo>
                <a:cubicBezTo>
                  <a:pt x="29261" y="41376"/>
                  <a:pt x="58293" y="52349"/>
                  <a:pt x="88468" y="67894"/>
                </a:cubicBezTo>
                <a:lnTo>
                  <a:pt x="340843" y="67894"/>
                </a:lnTo>
                <a:cubicBezTo>
                  <a:pt x="349072" y="51435"/>
                  <a:pt x="355244" y="40233"/>
                  <a:pt x="359359" y="34290"/>
                </a:cubicBezTo>
                <a:cubicBezTo>
                  <a:pt x="363474" y="28346"/>
                  <a:pt x="367817" y="25374"/>
                  <a:pt x="372389" y="25374"/>
                </a:cubicBezTo>
                <a:close/>
                <a:moveTo>
                  <a:pt x="1016356" y="0"/>
                </a:moveTo>
                <a:cubicBezTo>
                  <a:pt x="1020013" y="0"/>
                  <a:pt x="1031443" y="5372"/>
                  <a:pt x="1050646" y="16116"/>
                </a:cubicBezTo>
                <a:cubicBezTo>
                  <a:pt x="1069848" y="26860"/>
                  <a:pt x="1084250" y="35890"/>
                  <a:pt x="1093851" y="43205"/>
                </a:cubicBezTo>
                <a:cubicBezTo>
                  <a:pt x="1103452" y="50520"/>
                  <a:pt x="1108253" y="56235"/>
                  <a:pt x="1108253" y="60350"/>
                </a:cubicBezTo>
                <a:cubicBezTo>
                  <a:pt x="1108253" y="66751"/>
                  <a:pt x="1098652" y="72694"/>
                  <a:pt x="1079449" y="78181"/>
                </a:cubicBezTo>
                <a:lnTo>
                  <a:pt x="1079449" y="245516"/>
                </a:lnTo>
                <a:lnTo>
                  <a:pt x="1098652" y="245516"/>
                </a:lnTo>
                <a:cubicBezTo>
                  <a:pt x="1104138" y="233172"/>
                  <a:pt x="1110082" y="221742"/>
                  <a:pt x="1116483" y="211226"/>
                </a:cubicBezTo>
                <a:cubicBezTo>
                  <a:pt x="1122883" y="200710"/>
                  <a:pt x="1127227" y="194310"/>
                  <a:pt x="1129513" y="192024"/>
                </a:cubicBezTo>
                <a:cubicBezTo>
                  <a:pt x="1131799" y="189738"/>
                  <a:pt x="1134542" y="188595"/>
                  <a:pt x="1137742" y="188595"/>
                </a:cubicBezTo>
                <a:cubicBezTo>
                  <a:pt x="1143229" y="188595"/>
                  <a:pt x="1159345" y="198882"/>
                  <a:pt x="1186091" y="219456"/>
                </a:cubicBezTo>
                <a:cubicBezTo>
                  <a:pt x="1212837" y="240030"/>
                  <a:pt x="1226211" y="253288"/>
                  <a:pt x="1226211" y="259232"/>
                </a:cubicBezTo>
                <a:cubicBezTo>
                  <a:pt x="1226211" y="265176"/>
                  <a:pt x="1221867" y="268147"/>
                  <a:pt x="1213180" y="268147"/>
                </a:cubicBezTo>
                <a:lnTo>
                  <a:pt x="953948" y="268147"/>
                </a:lnTo>
                <a:cubicBezTo>
                  <a:pt x="953491" y="269519"/>
                  <a:pt x="952119" y="271348"/>
                  <a:pt x="949833" y="273634"/>
                </a:cubicBezTo>
                <a:cubicBezTo>
                  <a:pt x="966292" y="323926"/>
                  <a:pt x="986181" y="364159"/>
                  <a:pt x="1009498" y="394335"/>
                </a:cubicBezTo>
                <a:cubicBezTo>
                  <a:pt x="1026871" y="371475"/>
                  <a:pt x="1046302" y="334670"/>
                  <a:pt x="1067791" y="283921"/>
                </a:cubicBezTo>
                <a:cubicBezTo>
                  <a:pt x="1093394" y="294894"/>
                  <a:pt x="1114997" y="305409"/>
                  <a:pt x="1132599" y="315468"/>
                </a:cubicBezTo>
                <a:cubicBezTo>
                  <a:pt x="1150201" y="325526"/>
                  <a:pt x="1160602" y="332041"/>
                  <a:pt x="1163803" y="335013"/>
                </a:cubicBezTo>
                <a:cubicBezTo>
                  <a:pt x="1167003" y="337985"/>
                  <a:pt x="1168603" y="340842"/>
                  <a:pt x="1168603" y="343585"/>
                </a:cubicBezTo>
                <a:cubicBezTo>
                  <a:pt x="1168603" y="346329"/>
                  <a:pt x="1162774" y="348500"/>
                  <a:pt x="1151116" y="350101"/>
                </a:cubicBezTo>
                <a:cubicBezTo>
                  <a:pt x="1139457" y="351701"/>
                  <a:pt x="1125284" y="356273"/>
                  <a:pt x="1108596" y="363817"/>
                </a:cubicBezTo>
                <a:cubicBezTo>
                  <a:pt x="1091908" y="371360"/>
                  <a:pt x="1063676" y="387019"/>
                  <a:pt x="1023900" y="410794"/>
                </a:cubicBezTo>
                <a:cubicBezTo>
                  <a:pt x="1042188" y="430911"/>
                  <a:pt x="1066191" y="448856"/>
                  <a:pt x="1095909" y="464629"/>
                </a:cubicBezTo>
                <a:cubicBezTo>
                  <a:pt x="1125627" y="480403"/>
                  <a:pt x="1169746" y="496062"/>
                  <a:pt x="1228268" y="511606"/>
                </a:cubicBezTo>
                <a:cubicBezTo>
                  <a:pt x="1232840" y="512978"/>
                  <a:pt x="1235126" y="514464"/>
                  <a:pt x="1235126" y="516064"/>
                </a:cubicBezTo>
                <a:cubicBezTo>
                  <a:pt x="1235126" y="517664"/>
                  <a:pt x="1232611" y="519150"/>
                  <a:pt x="1227582" y="520522"/>
                </a:cubicBezTo>
                <a:cubicBezTo>
                  <a:pt x="1197407" y="529209"/>
                  <a:pt x="1170889" y="553440"/>
                  <a:pt x="1148029" y="593217"/>
                </a:cubicBezTo>
                <a:cubicBezTo>
                  <a:pt x="1145743" y="596417"/>
                  <a:pt x="1143229" y="598017"/>
                  <a:pt x="1140486" y="598017"/>
                </a:cubicBezTo>
                <a:cubicBezTo>
                  <a:pt x="1133170" y="598017"/>
                  <a:pt x="1112253" y="585444"/>
                  <a:pt x="1077735" y="560298"/>
                </a:cubicBezTo>
                <a:cubicBezTo>
                  <a:pt x="1043216" y="535152"/>
                  <a:pt x="1014870" y="501319"/>
                  <a:pt x="992696" y="458800"/>
                </a:cubicBezTo>
                <a:cubicBezTo>
                  <a:pt x="970522" y="416280"/>
                  <a:pt x="954405" y="358902"/>
                  <a:pt x="944347" y="286664"/>
                </a:cubicBezTo>
                <a:lnTo>
                  <a:pt x="944347" y="561670"/>
                </a:lnTo>
                <a:cubicBezTo>
                  <a:pt x="944347" y="581329"/>
                  <a:pt x="940803" y="596303"/>
                  <a:pt x="933717" y="606590"/>
                </a:cubicBezTo>
                <a:cubicBezTo>
                  <a:pt x="926630" y="616877"/>
                  <a:pt x="914172" y="624763"/>
                  <a:pt x="896341" y="630250"/>
                </a:cubicBezTo>
                <a:cubicBezTo>
                  <a:pt x="878510" y="635736"/>
                  <a:pt x="862279" y="638479"/>
                  <a:pt x="847649" y="638479"/>
                </a:cubicBezTo>
                <a:cubicBezTo>
                  <a:pt x="840791" y="638479"/>
                  <a:pt x="836219" y="634593"/>
                  <a:pt x="833933" y="626821"/>
                </a:cubicBezTo>
                <a:cubicBezTo>
                  <a:pt x="830275" y="612648"/>
                  <a:pt x="826275" y="602246"/>
                  <a:pt x="821932" y="595617"/>
                </a:cubicBezTo>
                <a:cubicBezTo>
                  <a:pt x="817588" y="588988"/>
                  <a:pt x="810730" y="583730"/>
                  <a:pt x="801357" y="579843"/>
                </a:cubicBezTo>
                <a:cubicBezTo>
                  <a:pt x="791985" y="575957"/>
                  <a:pt x="776783" y="571728"/>
                  <a:pt x="755752" y="567156"/>
                </a:cubicBezTo>
                <a:cubicBezTo>
                  <a:pt x="750723" y="566242"/>
                  <a:pt x="748208" y="565099"/>
                  <a:pt x="748208" y="563727"/>
                </a:cubicBezTo>
                <a:cubicBezTo>
                  <a:pt x="748208" y="562356"/>
                  <a:pt x="754152" y="561670"/>
                  <a:pt x="766039" y="561670"/>
                </a:cubicBezTo>
                <a:cubicBezTo>
                  <a:pt x="803986" y="561670"/>
                  <a:pt x="829132" y="558927"/>
                  <a:pt x="841477" y="553440"/>
                </a:cubicBezTo>
                <a:cubicBezTo>
                  <a:pt x="853821" y="547954"/>
                  <a:pt x="859993" y="537667"/>
                  <a:pt x="859993" y="522579"/>
                </a:cubicBezTo>
                <a:lnTo>
                  <a:pt x="859993" y="413537"/>
                </a:lnTo>
                <a:cubicBezTo>
                  <a:pt x="811530" y="445998"/>
                  <a:pt x="769125" y="476173"/>
                  <a:pt x="732777" y="504063"/>
                </a:cubicBezTo>
                <a:cubicBezTo>
                  <a:pt x="696430" y="531952"/>
                  <a:pt x="671856" y="552754"/>
                  <a:pt x="659054" y="566470"/>
                </a:cubicBezTo>
                <a:cubicBezTo>
                  <a:pt x="655854" y="570128"/>
                  <a:pt x="653339" y="571957"/>
                  <a:pt x="651510" y="571957"/>
                </a:cubicBezTo>
                <a:cubicBezTo>
                  <a:pt x="649681" y="571957"/>
                  <a:pt x="647967" y="571042"/>
                  <a:pt x="646367" y="569214"/>
                </a:cubicBezTo>
                <a:cubicBezTo>
                  <a:pt x="644766" y="567385"/>
                  <a:pt x="638937" y="557898"/>
                  <a:pt x="628879" y="540753"/>
                </a:cubicBezTo>
                <a:cubicBezTo>
                  <a:pt x="618820" y="523608"/>
                  <a:pt x="608305" y="504063"/>
                  <a:pt x="597332" y="482117"/>
                </a:cubicBezTo>
                <a:cubicBezTo>
                  <a:pt x="702031" y="454685"/>
                  <a:pt x="789585" y="428625"/>
                  <a:pt x="859993" y="403936"/>
                </a:cubicBezTo>
                <a:lnTo>
                  <a:pt x="859993" y="268147"/>
                </a:lnTo>
                <a:lnTo>
                  <a:pt x="635737" y="268147"/>
                </a:lnTo>
                <a:cubicBezTo>
                  <a:pt x="626593" y="268147"/>
                  <a:pt x="618363" y="270662"/>
                  <a:pt x="611048" y="275691"/>
                </a:cubicBezTo>
                <a:lnTo>
                  <a:pt x="593217" y="243459"/>
                </a:lnTo>
                <a:cubicBezTo>
                  <a:pt x="604190" y="244830"/>
                  <a:pt x="615620" y="245516"/>
                  <a:pt x="627507" y="245516"/>
                </a:cubicBezTo>
                <a:lnTo>
                  <a:pt x="997153" y="245516"/>
                </a:lnTo>
                <a:lnTo>
                  <a:pt x="997153" y="165963"/>
                </a:lnTo>
                <a:lnTo>
                  <a:pt x="731749" y="165963"/>
                </a:lnTo>
                <a:cubicBezTo>
                  <a:pt x="722148" y="165963"/>
                  <a:pt x="713232" y="168706"/>
                  <a:pt x="705003" y="174193"/>
                </a:cubicBezTo>
                <a:lnTo>
                  <a:pt x="687172" y="141274"/>
                </a:lnTo>
                <a:cubicBezTo>
                  <a:pt x="698145" y="142646"/>
                  <a:pt x="709575" y="143332"/>
                  <a:pt x="721462" y="143332"/>
                </a:cubicBezTo>
                <a:lnTo>
                  <a:pt x="997153" y="143332"/>
                </a:lnTo>
                <a:lnTo>
                  <a:pt x="997153" y="67208"/>
                </a:lnTo>
                <a:lnTo>
                  <a:pt x="706374" y="67208"/>
                </a:lnTo>
                <a:cubicBezTo>
                  <a:pt x="696773" y="67208"/>
                  <a:pt x="687858" y="69951"/>
                  <a:pt x="679628" y="75438"/>
                </a:cubicBezTo>
                <a:lnTo>
                  <a:pt x="661797" y="42519"/>
                </a:lnTo>
                <a:cubicBezTo>
                  <a:pt x="672770" y="43891"/>
                  <a:pt x="684200" y="44577"/>
                  <a:pt x="696087" y="44577"/>
                </a:cubicBezTo>
                <a:lnTo>
                  <a:pt x="984123" y="44577"/>
                </a:lnTo>
                <a:cubicBezTo>
                  <a:pt x="995553" y="22631"/>
                  <a:pt x="1002868" y="9715"/>
                  <a:pt x="1006069" y="5829"/>
                </a:cubicBezTo>
                <a:cubicBezTo>
                  <a:pt x="1009269" y="1943"/>
                  <a:pt x="1012698" y="0"/>
                  <a:pt x="1016356" y="0"/>
                </a:cubicBezTo>
                <a:close/>
              </a:path>
            </a:pathLst>
          </a:custGeom>
          <a:solidFill>
            <a:srgbClr val="1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p:cNvCxnSpPr/>
          <p:nvPr userDrawn="1"/>
        </p:nvCxnSpPr>
        <p:spPr>
          <a:xfrm>
            <a:off x="1751620" y="4653136"/>
            <a:ext cx="423016" cy="0"/>
          </a:xfrm>
          <a:prstGeom prst="line">
            <a:avLst/>
          </a:prstGeom>
          <a:ln w="38100" cap="rnd">
            <a:solidFill>
              <a:srgbClr val="C2C8D4"/>
            </a:solidFill>
            <a:round/>
          </a:ln>
        </p:spPr>
        <p:style>
          <a:lnRef idx="1">
            <a:schemeClr val="accent1"/>
          </a:lnRef>
          <a:fillRef idx="0">
            <a:schemeClr val="accent1"/>
          </a:fillRef>
          <a:effectRef idx="0">
            <a:schemeClr val="accent1"/>
          </a:effectRef>
          <a:fontRef idx="minor">
            <a:schemeClr val="tx1"/>
          </a:fontRef>
        </p:style>
      </p:cxnSp>
      <p:sp>
        <p:nvSpPr>
          <p:cNvPr id="14" name="任意多边形 5">
            <a:extLst>
              <a:ext uri="{FF2B5EF4-FFF2-40B4-BE49-F238E27FC236}">
                <a16:creationId xmlns:a16="http://schemas.microsoft.com/office/drawing/2014/main" xmlns="" id="{71A371B1-CF95-436B-A4C4-2E18EEF77B1A}"/>
              </a:ext>
            </a:extLst>
          </p:cNvPr>
          <p:cNvSpPr/>
          <p:nvPr userDrawn="1"/>
        </p:nvSpPr>
        <p:spPr>
          <a:xfrm>
            <a:off x="5320817" y="4294629"/>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3C8D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smtClean="0">
                <a:ln>
                  <a:noFill/>
                </a:ln>
                <a:solidFill>
                  <a:schemeClr val="bg1"/>
                </a:solidFill>
                <a:effectLst/>
                <a:uLnTx/>
                <a:uFillTx/>
                <a:latin typeface="Arial Black" panose="020B0A04020102020204" pitchFamily="34" charset="0"/>
                <a:ea typeface="幼圆"/>
              </a:rPr>
              <a:t>4</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21" name="文本占位符 20"/>
          <p:cNvSpPr>
            <a:spLocks noGrp="1"/>
          </p:cNvSpPr>
          <p:nvPr>
            <p:ph type="body" sz="quarter" idx="10"/>
          </p:nvPr>
        </p:nvSpPr>
        <p:spPr>
          <a:xfrm>
            <a:off x="6023992" y="1789056"/>
            <a:ext cx="5256261" cy="504775"/>
          </a:xfrm>
          <a:prstGeom prst="rect">
            <a:avLst/>
          </a:prstGeom>
        </p:spPr>
        <p:txBody>
          <a:bodyPr/>
          <a:lstStyle>
            <a:lvl1pPr marL="0" indent="0" algn="l" defTabSz="685800" rtl="0" eaLnBrk="1" latinLnBrk="0" hangingPunct="1">
              <a:lnSpc>
                <a:spcPct val="100000"/>
              </a:lnSpc>
              <a:spcBef>
                <a:spcPct val="0"/>
              </a:spcBef>
              <a:buFont typeface="Arial" panose="020B0604020202020204" pitchFamily="34" charset="0"/>
              <a:buNone/>
              <a:defRPr lang="zh-CN" altLang="en-US" sz="2800" b="1" kern="1200" smtClean="0">
                <a:solidFill>
                  <a:srgbClr val="4372C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
        <p:nvSpPr>
          <p:cNvPr id="22" name="文本占位符 20"/>
          <p:cNvSpPr>
            <a:spLocks noGrp="1"/>
          </p:cNvSpPr>
          <p:nvPr>
            <p:ph type="body" sz="quarter" idx="11"/>
          </p:nvPr>
        </p:nvSpPr>
        <p:spPr>
          <a:xfrm>
            <a:off x="6023992" y="2617177"/>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
        <p:nvSpPr>
          <p:cNvPr id="23" name="文本占位符 20"/>
          <p:cNvSpPr>
            <a:spLocks noGrp="1"/>
          </p:cNvSpPr>
          <p:nvPr>
            <p:ph type="body" sz="quarter" idx="12"/>
          </p:nvPr>
        </p:nvSpPr>
        <p:spPr>
          <a:xfrm>
            <a:off x="6023992" y="3455904"/>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
        <p:nvSpPr>
          <p:cNvPr id="24" name="文本占位符 20"/>
          <p:cNvSpPr>
            <a:spLocks noGrp="1"/>
          </p:cNvSpPr>
          <p:nvPr>
            <p:ph type="body" sz="quarter" idx="13"/>
          </p:nvPr>
        </p:nvSpPr>
        <p:spPr>
          <a:xfrm>
            <a:off x="6023992" y="4294629"/>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Tree>
    <p:extLst>
      <p:ext uri="{BB962C8B-B14F-4D97-AF65-F5344CB8AC3E}">
        <p14:creationId xmlns:p14="http://schemas.microsoft.com/office/powerpoint/2010/main" val="69993119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转场-4个-02">
    <p:spTree>
      <p:nvGrpSpPr>
        <p:cNvPr id="1" name=""/>
        <p:cNvGrpSpPr/>
        <p:nvPr/>
      </p:nvGrpSpPr>
      <p:grpSpPr>
        <a:xfrm>
          <a:off x="0" y="0"/>
          <a:ext cx="0" cy="0"/>
          <a:chOff x="0" y="0"/>
          <a:chExt cx="0" cy="0"/>
        </a:xfrm>
      </p:grpSpPr>
      <p:cxnSp>
        <p:nvCxnSpPr>
          <p:cNvPr id="3" name="直接连接符 15">
            <a:extLst>
              <a:ext uri="{FF2B5EF4-FFF2-40B4-BE49-F238E27FC236}">
                <a16:creationId xmlns:a16="http://schemas.microsoft.com/office/drawing/2014/main" xmlns="" id="{A42DA280-60AE-4AA1-AF8A-EDCC1B5336EE}"/>
              </a:ext>
            </a:extLst>
          </p:cNvPr>
          <p:cNvCxnSpPr>
            <a:cxnSpLocks noChangeShapeType="1"/>
          </p:cNvCxnSpPr>
          <p:nvPr userDrawn="1"/>
        </p:nvCxnSpPr>
        <p:spPr bwMode="auto">
          <a:xfrm>
            <a:off x="5568044" y="620688"/>
            <a:ext cx="0" cy="5328592"/>
          </a:xfrm>
          <a:prstGeom prst="line">
            <a:avLst/>
          </a:prstGeom>
          <a:noFill/>
          <a:ln w="6350" algn="ctr">
            <a:gradFill>
              <a:gsLst>
                <a:gs pos="0">
                  <a:srgbClr val="C4C9D4">
                    <a:alpha val="0"/>
                  </a:srgbClr>
                </a:gs>
                <a:gs pos="49000">
                  <a:srgbClr val="858A9E"/>
                </a:gs>
                <a:gs pos="100000">
                  <a:srgbClr val="C3C8D3">
                    <a:alpha val="0"/>
                  </a:srgbClr>
                </a:gs>
              </a:gsLst>
              <a:lin ang="5400000" scaled="1"/>
            </a:gradFill>
            <a:miter lim="800000"/>
            <a:headEnd/>
            <a:tailEnd/>
          </a:ln>
        </p:spPr>
      </p:cxnSp>
      <p:sp>
        <p:nvSpPr>
          <p:cNvPr id="4" name="任意多边形 3">
            <a:extLst>
              <a:ext uri="{FF2B5EF4-FFF2-40B4-BE49-F238E27FC236}">
                <a16:creationId xmlns:a16="http://schemas.microsoft.com/office/drawing/2014/main" xmlns="" id="{B0C36E80-D7F4-46D1-BB56-F732BF850618}"/>
              </a:ext>
            </a:extLst>
          </p:cNvPr>
          <p:cNvSpPr/>
          <p:nvPr userDrawn="1"/>
        </p:nvSpPr>
        <p:spPr>
          <a:xfrm>
            <a:off x="5326532" y="1778451"/>
            <a:ext cx="464185"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4C9D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1</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5" name="任意多边形 4">
            <a:extLst>
              <a:ext uri="{FF2B5EF4-FFF2-40B4-BE49-F238E27FC236}">
                <a16:creationId xmlns:a16="http://schemas.microsoft.com/office/drawing/2014/main" xmlns="" id="{B6D9B684-340F-4C10-A3EA-DAD84CB12A48}"/>
              </a:ext>
            </a:extLst>
          </p:cNvPr>
          <p:cNvSpPr/>
          <p:nvPr userDrawn="1"/>
        </p:nvSpPr>
        <p:spPr>
          <a:xfrm>
            <a:off x="5320817" y="2617177"/>
            <a:ext cx="469900" cy="544513"/>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2</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6" name="任意多边形 5">
            <a:extLst>
              <a:ext uri="{FF2B5EF4-FFF2-40B4-BE49-F238E27FC236}">
                <a16:creationId xmlns:a16="http://schemas.microsoft.com/office/drawing/2014/main" xmlns="" id="{71A371B1-CF95-436B-A4C4-2E18EEF77B1A}"/>
              </a:ext>
            </a:extLst>
          </p:cNvPr>
          <p:cNvSpPr/>
          <p:nvPr userDrawn="1"/>
        </p:nvSpPr>
        <p:spPr>
          <a:xfrm>
            <a:off x="5326993" y="3455904"/>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3C8D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3</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10" name="文本框 9">
            <a:extLst>
              <a:ext uri="{FF2B5EF4-FFF2-40B4-BE49-F238E27FC236}">
                <a16:creationId xmlns:a16="http://schemas.microsoft.com/office/drawing/2014/main" xmlns="" id="{2CEE1562-56AC-44EF-95C3-4DD1422CA7FE}"/>
              </a:ext>
            </a:extLst>
          </p:cNvPr>
          <p:cNvSpPr txBox="1"/>
          <p:nvPr userDrawn="1"/>
        </p:nvSpPr>
        <p:spPr>
          <a:xfrm>
            <a:off x="1620763" y="2556927"/>
            <a:ext cx="1370888" cy="461665"/>
          </a:xfrm>
          <a:prstGeom prst="rect">
            <a:avLst/>
          </a:prstGeom>
          <a:noFill/>
        </p:spPr>
        <p:txBody>
          <a:bodyPr wrap="none">
            <a:spAutoFit/>
          </a:bodyPr>
          <a:lstStyle/>
          <a:p>
            <a:pPr>
              <a:defRPr/>
            </a:pPr>
            <a:r>
              <a:rPr lang="en-US" altLang="zh-CN" sz="2400" kern="0" dirty="0" smtClean="0">
                <a:solidFill>
                  <a:srgbClr val="84899E"/>
                </a:solidFill>
                <a:latin typeface="Microsoft YaHei Light" charset="-122"/>
                <a:ea typeface="Microsoft YaHei Light" charset="-122"/>
                <a:cs typeface="Microsoft YaHei Light" charset="-122"/>
              </a:rPr>
              <a:t>contents</a:t>
            </a:r>
            <a:endParaRPr lang="zh-CN" altLang="en-US" sz="2400" kern="0" dirty="0">
              <a:solidFill>
                <a:srgbClr val="84899E"/>
              </a:solidFill>
              <a:latin typeface="Microsoft YaHei Light" charset="-122"/>
              <a:ea typeface="Microsoft YaHei Light" charset="-122"/>
              <a:cs typeface="Microsoft YaHei Light" charset="-122"/>
            </a:endParaRPr>
          </a:p>
        </p:txBody>
      </p:sp>
      <p:sp>
        <p:nvSpPr>
          <p:cNvPr id="11" name="任意形状 10"/>
          <p:cNvSpPr/>
          <p:nvPr userDrawn="1"/>
        </p:nvSpPr>
        <p:spPr>
          <a:xfrm>
            <a:off x="1688644" y="1916832"/>
            <a:ext cx="1235126" cy="638479"/>
          </a:xfrm>
          <a:custGeom>
            <a:avLst/>
            <a:gdLst>
              <a:gd name="connsiteX0" fmla="*/ 85039 w 1235126"/>
              <a:gd name="connsiteY0" fmla="*/ 392277 h 638479"/>
              <a:gd name="connsiteX1" fmla="*/ 85039 w 1235126"/>
              <a:gd name="connsiteY1" fmla="*/ 517093 h 638479"/>
              <a:gd name="connsiteX2" fmla="*/ 357988 w 1235126"/>
              <a:gd name="connsiteY2" fmla="*/ 517093 h 638479"/>
              <a:gd name="connsiteX3" fmla="*/ 357988 w 1235126"/>
              <a:gd name="connsiteY3" fmla="*/ 392277 h 638479"/>
              <a:gd name="connsiteX4" fmla="*/ 677571 w 1235126"/>
              <a:gd name="connsiteY4" fmla="*/ 293522 h 638479"/>
              <a:gd name="connsiteX5" fmla="*/ 769811 w 1235126"/>
              <a:gd name="connsiteY5" fmla="*/ 313753 h 638479"/>
              <a:gd name="connsiteX6" fmla="*/ 806501 w 1235126"/>
              <a:gd name="connsiteY6" fmla="*/ 368960 h 638479"/>
              <a:gd name="connsiteX7" fmla="*/ 792099 w 1235126"/>
              <a:gd name="connsiteY7" fmla="*/ 402221 h 638479"/>
              <a:gd name="connsiteX8" fmla="*/ 760552 w 1235126"/>
              <a:gd name="connsiteY8" fmla="*/ 416280 h 638479"/>
              <a:gd name="connsiteX9" fmla="*/ 731406 w 1235126"/>
              <a:gd name="connsiteY9" fmla="*/ 404965 h 638479"/>
              <a:gd name="connsiteX10" fmla="*/ 719404 w 1235126"/>
              <a:gd name="connsiteY10" fmla="*/ 371703 h 638479"/>
              <a:gd name="connsiteX11" fmla="*/ 710489 w 1235126"/>
              <a:gd name="connsiteY11" fmla="*/ 327469 h 638479"/>
              <a:gd name="connsiteX12" fmla="*/ 672084 w 1235126"/>
              <a:gd name="connsiteY12" fmla="*/ 301066 h 638479"/>
              <a:gd name="connsiteX13" fmla="*/ 665912 w 1235126"/>
              <a:gd name="connsiteY13" fmla="*/ 295922 h 638479"/>
              <a:gd name="connsiteX14" fmla="*/ 677571 w 1235126"/>
              <a:gd name="connsiteY14" fmla="*/ 293522 h 638479"/>
              <a:gd name="connsiteX15" fmla="*/ 85039 w 1235126"/>
              <a:gd name="connsiteY15" fmla="*/ 240030 h 638479"/>
              <a:gd name="connsiteX16" fmla="*/ 85039 w 1235126"/>
              <a:gd name="connsiteY16" fmla="*/ 369646 h 638479"/>
              <a:gd name="connsiteX17" fmla="*/ 357988 w 1235126"/>
              <a:gd name="connsiteY17" fmla="*/ 369646 h 638479"/>
              <a:gd name="connsiteX18" fmla="*/ 357988 w 1235126"/>
              <a:gd name="connsiteY18" fmla="*/ 240030 h 638479"/>
              <a:gd name="connsiteX19" fmla="*/ 93269 w 1235126"/>
              <a:gd name="connsiteY19" fmla="*/ 90525 h 638479"/>
              <a:gd name="connsiteX20" fmla="*/ 85039 w 1235126"/>
              <a:gd name="connsiteY20" fmla="*/ 98069 h 638479"/>
              <a:gd name="connsiteX21" fmla="*/ 85039 w 1235126"/>
              <a:gd name="connsiteY21" fmla="*/ 217398 h 638479"/>
              <a:gd name="connsiteX22" fmla="*/ 357988 w 1235126"/>
              <a:gd name="connsiteY22" fmla="*/ 217398 h 638479"/>
              <a:gd name="connsiteX23" fmla="*/ 357988 w 1235126"/>
              <a:gd name="connsiteY23" fmla="*/ 90525 h 638479"/>
              <a:gd name="connsiteX24" fmla="*/ 372389 w 1235126"/>
              <a:gd name="connsiteY24" fmla="*/ 25374 h 638479"/>
              <a:gd name="connsiteX25" fmla="*/ 422110 w 1235126"/>
              <a:gd name="connsiteY25" fmla="*/ 49034 h 638479"/>
              <a:gd name="connsiteX26" fmla="*/ 468059 w 1235126"/>
              <a:gd name="connsiteY26" fmla="*/ 79210 h 638479"/>
              <a:gd name="connsiteX27" fmla="*/ 475260 w 1235126"/>
              <a:gd name="connsiteY27" fmla="*/ 90525 h 638479"/>
              <a:gd name="connsiteX28" fmla="*/ 449199 w 1235126"/>
              <a:gd name="connsiteY28" fmla="*/ 110413 h 638479"/>
              <a:gd name="connsiteX29" fmla="*/ 449199 w 1235126"/>
              <a:gd name="connsiteY29" fmla="*/ 510921 h 638479"/>
              <a:gd name="connsiteX30" fmla="*/ 449885 w 1235126"/>
              <a:gd name="connsiteY30" fmla="*/ 554812 h 638479"/>
              <a:gd name="connsiteX31" fmla="*/ 450571 w 1235126"/>
              <a:gd name="connsiteY31" fmla="*/ 578129 h 638479"/>
              <a:gd name="connsiteX32" fmla="*/ 448513 w 1235126"/>
              <a:gd name="connsiteY32" fmla="*/ 585330 h 638479"/>
              <a:gd name="connsiteX33" fmla="*/ 430683 w 1235126"/>
              <a:gd name="connsiteY33" fmla="*/ 595960 h 638479"/>
              <a:gd name="connsiteX34" fmla="*/ 391592 w 1235126"/>
              <a:gd name="connsiteY34" fmla="*/ 606933 h 638479"/>
              <a:gd name="connsiteX35" fmla="*/ 363131 w 1235126"/>
              <a:gd name="connsiteY35" fmla="*/ 611047 h 638479"/>
              <a:gd name="connsiteX36" fmla="*/ 357988 w 1235126"/>
              <a:gd name="connsiteY36" fmla="*/ 599389 h 638479"/>
              <a:gd name="connsiteX37" fmla="*/ 357988 w 1235126"/>
              <a:gd name="connsiteY37" fmla="*/ 539724 h 638479"/>
              <a:gd name="connsiteX38" fmla="*/ 85039 w 1235126"/>
              <a:gd name="connsiteY38" fmla="*/ 539724 h 638479"/>
              <a:gd name="connsiteX39" fmla="*/ 85039 w 1235126"/>
              <a:gd name="connsiteY39" fmla="*/ 591159 h 638479"/>
              <a:gd name="connsiteX40" fmla="*/ 82982 w 1235126"/>
              <a:gd name="connsiteY40" fmla="*/ 599732 h 638479"/>
              <a:gd name="connsiteX41" fmla="*/ 67894 w 1235126"/>
              <a:gd name="connsiteY41" fmla="*/ 606933 h 638479"/>
              <a:gd name="connsiteX42" fmla="*/ 33947 w 1235126"/>
              <a:gd name="connsiteY42" fmla="*/ 615505 h 638479"/>
              <a:gd name="connsiteX43" fmla="*/ 4115 w 1235126"/>
              <a:gd name="connsiteY43" fmla="*/ 619277 h 638479"/>
              <a:gd name="connsiteX44" fmla="*/ 0 w 1235126"/>
              <a:gd name="connsiteY44" fmla="*/ 613791 h 638479"/>
              <a:gd name="connsiteX45" fmla="*/ 1372 w 1235126"/>
              <a:gd name="connsiteY45" fmla="*/ 581558 h 638479"/>
              <a:gd name="connsiteX46" fmla="*/ 2743 w 1235126"/>
              <a:gd name="connsiteY46" fmla="*/ 520522 h 638479"/>
              <a:gd name="connsiteX47" fmla="*/ 2743 w 1235126"/>
              <a:gd name="connsiteY47" fmla="*/ 106299 h 638479"/>
              <a:gd name="connsiteX48" fmla="*/ 1372 w 1235126"/>
              <a:gd name="connsiteY48" fmla="*/ 34975 h 638479"/>
              <a:gd name="connsiteX49" fmla="*/ 88468 w 1235126"/>
              <a:gd name="connsiteY49" fmla="*/ 67894 h 638479"/>
              <a:gd name="connsiteX50" fmla="*/ 340843 w 1235126"/>
              <a:gd name="connsiteY50" fmla="*/ 67894 h 638479"/>
              <a:gd name="connsiteX51" fmla="*/ 359359 w 1235126"/>
              <a:gd name="connsiteY51" fmla="*/ 34290 h 638479"/>
              <a:gd name="connsiteX52" fmla="*/ 372389 w 1235126"/>
              <a:gd name="connsiteY52" fmla="*/ 25374 h 638479"/>
              <a:gd name="connsiteX53" fmla="*/ 1016356 w 1235126"/>
              <a:gd name="connsiteY53" fmla="*/ 0 h 638479"/>
              <a:gd name="connsiteX54" fmla="*/ 1050646 w 1235126"/>
              <a:gd name="connsiteY54" fmla="*/ 16116 h 638479"/>
              <a:gd name="connsiteX55" fmla="*/ 1093851 w 1235126"/>
              <a:gd name="connsiteY55" fmla="*/ 43205 h 638479"/>
              <a:gd name="connsiteX56" fmla="*/ 1108253 w 1235126"/>
              <a:gd name="connsiteY56" fmla="*/ 60350 h 638479"/>
              <a:gd name="connsiteX57" fmla="*/ 1079449 w 1235126"/>
              <a:gd name="connsiteY57" fmla="*/ 78181 h 638479"/>
              <a:gd name="connsiteX58" fmla="*/ 1079449 w 1235126"/>
              <a:gd name="connsiteY58" fmla="*/ 245516 h 638479"/>
              <a:gd name="connsiteX59" fmla="*/ 1098652 w 1235126"/>
              <a:gd name="connsiteY59" fmla="*/ 245516 h 638479"/>
              <a:gd name="connsiteX60" fmla="*/ 1116483 w 1235126"/>
              <a:gd name="connsiteY60" fmla="*/ 211226 h 638479"/>
              <a:gd name="connsiteX61" fmla="*/ 1129513 w 1235126"/>
              <a:gd name="connsiteY61" fmla="*/ 192024 h 638479"/>
              <a:gd name="connsiteX62" fmla="*/ 1137742 w 1235126"/>
              <a:gd name="connsiteY62" fmla="*/ 188595 h 638479"/>
              <a:gd name="connsiteX63" fmla="*/ 1186091 w 1235126"/>
              <a:gd name="connsiteY63" fmla="*/ 219456 h 638479"/>
              <a:gd name="connsiteX64" fmla="*/ 1226211 w 1235126"/>
              <a:gd name="connsiteY64" fmla="*/ 259232 h 638479"/>
              <a:gd name="connsiteX65" fmla="*/ 1213180 w 1235126"/>
              <a:gd name="connsiteY65" fmla="*/ 268147 h 638479"/>
              <a:gd name="connsiteX66" fmla="*/ 953948 w 1235126"/>
              <a:gd name="connsiteY66" fmla="*/ 268147 h 638479"/>
              <a:gd name="connsiteX67" fmla="*/ 949833 w 1235126"/>
              <a:gd name="connsiteY67" fmla="*/ 273634 h 638479"/>
              <a:gd name="connsiteX68" fmla="*/ 1009498 w 1235126"/>
              <a:gd name="connsiteY68" fmla="*/ 394335 h 638479"/>
              <a:gd name="connsiteX69" fmla="*/ 1067791 w 1235126"/>
              <a:gd name="connsiteY69" fmla="*/ 283921 h 638479"/>
              <a:gd name="connsiteX70" fmla="*/ 1132599 w 1235126"/>
              <a:gd name="connsiteY70" fmla="*/ 315468 h 638479"/>
              <a:gd name="connsiteX71" fmla="*/ 1163803 w 1235126"/>
              <a:gd name="connsiteY71" fmla="*/ 335013 h 638479"/>
              <a:gd name="connsiteX72" fmla="*/ 1168603 w 1235126"/>
              <a:gd name="connsiteY72" fmla="*/ 343585 h 638479"/>
              <a:gd name="connsiteX73" fmla="*/ 1151116 w 1235126"/>
              <a:gd name="connsiteY73" fmla="*/ 350101 h 638479"/>
              <a:gd name="connsiteX74" fmla="*/ 1108596 w 1235126"/>
              <a:gd name="connsiteY74" fmla="*/ 363817 h 638479"/>
              <a:gd name="connsiteX75" fmla="*/ 1023900 w 1235126"/>
              <a:gd name="connsiteY75" fmla="*/ 410794 h 638479"/>
              <a:gd name="connsiteX76" fmla="*/ 1095909 w 1235126"/>
              <a:gd name="connsiteY76" fmla="*/ 464629 h 638479"/>
              <a:gd name="connsiteX77" fmla="*/ 1228268 w 1235126"/>
              <a:gd name="connsiteY77" fmla="*/ 511606 h 638479"/>
              <a:gd name="connsiteX78" fmla="*/ 1235126 w 1235126"/>
              <a:gd name="connsiteY78" fmla="*/ 516064 h 638479"/>
              <a:gd name="connsiteX79" fmla="*/ 1227582 w 1235126"/>
              <a:gd name="connsiteY79" fmla="*/ 520522 h 638479"/>
              <a:gd name="connsiteX80" fmla="*/ 1148029 w 1235126"/>
              <a:gd name="connsiteY80" fmla="*/ 593217 h 638479"/>
              <a:gd name="connsiteX81" fmla="*/ 1140486 w 1235126"/>
              <a:gd name="connsiteY81" fmla="*/ 598017 h 638479"/>
              <a:gd name="connsiteX82" fmla="*/ 1077735 w 1235126"/>
              <a:gd name="connsiteY82" fmla="*/ 560298 h 638479"/>
              <a:gd name="connsiteX83" fmla="*/ 992696 w 1235126"/>
              <a:gd name="connsiteY83" fmla="*/ 458800 h 638479"/>
              <a:gd name="connsiteX84" fmla="*/ 944347 w 1235126"/>
              <a:gd name="connsiteY84" fmla="*/ 286664 h 638479"/>
              <a:gd name="connsiteX85" fmla="*/ 944347 w 1235126"/>
              <a:gd name="connsiteY85" fmla="*/ 561670 h 638479"/>
              <a:gd name="connsiteX86" fmla="*/ 933717 w 1235126"/>
              <a:gd name="connsiteY86" fmla="*/ 606590 h 638479"/>
              <a:gd name="connsiteX87" fmla="*/ 896341 w 1235126"/>
              <a:gd name="connsiteY87" fmla="*/ 630250 h 638479"/>
              <a:gd name="connsiteX88" fmla="*/ 847649 w 1235126"/>
              <a:gd name="connsiteY88" fmla="*/ 638479 h 638479"/>
              <a:gd name="connsiteX89" fmla="*/ 833933 w 1235126"/>
              <a:gd name="connsiteY89" fmla="*/ 626821 h 638479"/>
              <a:gd name="connsiteX90" fmla="*/ 821932 w 1235126"/>
              <a:gd name="connsiteY90" fmla="*/ 595617 h 638479"/>
              <a:gd name="connsiteX91" fmla="*/ 801357 w 1235126"/>
              <a:gd name="connsiteY91" fmla="*/ 579843 h 638479"/>
              <a:gd name="connsiteX92" fmla="*/ 755752 w 1235126"/>
              <a:gd name="connsiteY92" fmla="*/ 567156 h 638479"/>
              <a:gd name="connsiteX93" fmla="*/ 748208 w 1235126"/>
              <a:gd name="connsiteY93" fmla="*/ 563727 h 638479"/>
              <a:gd name="connsiteX94" fmla="*/ 766039 w 1235126"/>
              <a:gd name="connsiteY94" fmla="*/ 561670 h 638479"/>
              <a:gd name="connsiteX95" fmla="*/ 841477 w 1235126"/>
              <a:gd name="connsiteY95" fmla="*/ 553440 h 638479"/>
              <a:gd name="connsiteX96" fmla="*/ 859993 w 1235126"/>
              <a:gd name="connsiteY96" fmla="*/ 522579 h 638479"/>
              <a:gd name="connsiteX97" fmla="*/ 859993 w 1235126"/>
              <a:gd name="connsiteY97" fmla="*/ 413537 h 638479"/>
              <a:gd name="connsiteX98" fmla="*/ 732777 w 1235126"/>
              <a:gd name="connsiteY98" fmla="*/ 504063 h 638479"/>
              <a:gd name="connsiteX99" fmla="*/ 659054 w 1235126"/>
              <a:gd name="connsiteY99" fmla="*/ 566470 h 638479"/>
              <a:gd name="connsiteX100" fmla="*/ 651510 w 1235126"/>
              <a:gd name="connsiteY100" fmla="*/ 571957 h 638479"/>
              <a:gd name="connsiteX101" fmla="*/ 646367 w 1235126"/>
              <a:gd name="connsiteY101" fmla="*/ 569214 h 638479"/>
              <a:gd name="connsiteX102" fmla="*/ 628879 w 1235126"/>
              <a:gd name="connsiteY102" fmla="*/ 540753 h 638479"/>
              <a:gd name="connsiteX103" fmla="*/ 597332 w 1235126"/>
              <a:gd name="connsiteY103" fmla="*/ 482117 h 638479"/>
              <a:gd name="connsiteX104" fmla="*/ 859993 w 1235126"/>
              <a:gd name="connsiteY104" fmla="*/ 403936 h 638479"/>
              <a:gd name="connsiteX105" fmla="*/ 859993 w 1235126"/>
              <a:gd name="connsiteY105" fmla="*/ 268147 h 638479"/>
              <a:gd name="connsiteX106" fmla="*/ 635737 w 1235126"/>
              <a:gd name="connsiteY106" fmla="*/ 268147 h 638479"/>
              <a:gd name="connsiteX107" fmla="*/ 611048 w 1235126"/>
              <a:gd name="connsiteY107" fmla="*/ 275691 h 638479"/>
              <a:gd name="connsiteX108" fmla="*/ 593217 w 1235126"/>
              <a:gd name="connsiteY108" fmla="*/ 243459 h 638479"/>
              <a:gd name="connsiteX109" fmla="*/ 627507 w 1235126"/>
              <a:gd name="connsiteY109" fmla="*/ 245516 h 638479"/>
              <a:gd name="connsiteX110" fmla="*/ 997153 w 1235126"/>
              <a:gd name="connsiteY110" fmla="*/ 245516 h 638479"/>
              <a:gd name="connsiteX111" fmla="*/ 997153 w 1235126"/>
              <a:gd name="connsiteY111" fmla="*/ 165963 h 638479"/>
              <a:gd name="connsiteX112" fmla="*/ 731749 w 1235126"/>
              <a:gd name="connsiteY112" fmla="*/ 165963 h 638479"/>
              <a:gd name="connsiteX113" fmla="*/ 705003 w 1235126"/>
              <a:gd name="connsiteY113" fmla="*/ 174193 h 638479"/>
              <a:gd name="connsiteX114" fmla="*/ 687172 w 1235126"/>
              <a:gd name="connsiteY114" fmla="*/ 141274 h 638479"/>
              <a:gd name="connsiteX115" fmla="*/ 721462 w 1235126"/>
              <a:gd name="connsiteY115" fmla="*/ 143332 h 638479"/>
              <a:gd name="connsiteX116" fmla="*/ 997153 w 1235126"/>
              <a:gd name="connsiteY116" fmla="*/ 143332 h 638479"/>
              <a:gd name="connsiteX117" fmla="*/ 997153 w 1235126"/>
              <a:gd name="connsiteY117" fmla="*/ 67208 h 638479"/>
              <a:gd name="connsiteX118" fmla="*/ 706374 w 1235126"/>
              <a:gd name="connsiteY118" fmla="*/ 67208 h 638479"/>
              <a:gd name="connsiteX119" fmla="*/ 679628 w 1235126"/>
              <a:gd name="connsiteY119" fmla="*/ 75438 h 638479"/>
              <a:gd name="connsiteX120" fmla="*/ 661797 w 1235126"/>
              <a:gd name="connsiteY120" fmla="*/ 42519 h 638479"/>
              <a:gd name="connsiteX121" fmla="*/ 696087 w 1235126"/>
              <a:gd name="connsiteY121" fmla="*/ 44577 h 638479"/>
              <a:gd name="connsiteX122" fmla="*/ 984123 w 1235126"/>
              <a:gd name="connsiteY122" fmla="*/ 44577 h 638479"/>
              <a:gd name="connsiteX123" fmla="*/ 1006069 w 1235126"/>
              <a:gd name="connsiteY123" fmla="*/ 5829 h 638479"/>
              <a:gd name="connsiteX124" fmla="*/ 1016356 w 1235126"/>
              <a:gd name="connsiteY124" fmla="*/ 0 h 63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35126" h="638479">
                <a:moveTo>
                  <a:pt x="85039" y="392277"/>
                </a:moveTo>
                <a:lnTo>
                  <a:pt x="85039" y="517093"/>
                </a:lnTo>
                <a:lnTo>
                  <a:pt x="357988" y="517093"/>
                </a:lnTo>
                <a:lnTo>
                  <a:pt x="357988" y="392277"/>
                </a:lnTo>
                <a:close/>
                <a:moveTo>
                  <a:pt x="677571" y="293522"/>
                </a:moveTo>
                <a:cubicBezTo>
                  <a:pt x="714604" y="293522"/>
                  <a:pt x="745350" y="300266"/>
                  <a:pt x="769811" y="313753"/>
                </a:cubicBezTo>
                <a:cubicBezTo>
                  <a:pt x="794271" y="327241"/>
                  <a:pt x="806501" y="345643"/>
                  <a:pt x="806501" y="368960"/>
                </a:cubicBezTo>
                <a:cubicBezTo>
                  <a:pt x="806501" y="381762"/>
                  <a:pt x="801700" y="392849"/>
                  <a:pt x="792099" y="402221"/>
                </a:cubicBezTo>
                <a:cubicBezTo>
                  <a:pt x="782498" y="411594"/>
                  <a:pt x="771982" y="416280"/>
                  <a:pt x="760552" y="416280"/>
                </a:cubicBezTo>
                <a:cubicBezTo>
                  <a:pt x="749122" y="416280"/>
                  <a:pt x="739407" y="412508"/>
                  <a:pt x="731406" y="404965"/>
                </a:cubicBezTo>
                <a:cubicBezTo>
                  <a:pt x="723405" y="397421"/>
                  <a:pt x="719404" y="386334"/>
                  <a:pt x="719404" y="371703"/>
                </a:cubicBezTo>
                <a:cubicBezTo>
                  <a:pt x="719404" y="351586"/>
                  <a:pt x="716433" y="336842"/>
                  <a:pt x="710489" y="327469"/>
                </a:cubicBezTo>
                <a:cubicBezTo>
                  <a:pt x="704545" y="318097"/>
                  <a:pt x="691744" y="309295"/>
                  <a:pt x="672084" y="301066"/>
                </a:cubicBezTo>
                <a:cubicBezTo>
                  <a:pt x="667969" y="299237"/>
                  <a:pt x="665912" y="297523"/>
                  <a:pt x="665912" y="295922"/>
                </a:cubicBezTo>
                <a:cubicBezTo>
                  <a:pt x="665912" y="294322"/>
                  <a:pt x="669798" y="293522"/>
                  <a:pt x="677571" y="293522"/>
                </a:cubicBezTo>
                <a:close/>
                <a:moveTo>
                  <a:pt x="85039" y="240030"/>
                </a:moveTo>
                <a:lnTo>
                  <a:pt x="85039" y="369646"/>
                </a:lnTo>
                <a:lnTo>
                  <a:pt x="357988" y="369646"/>
                </a:lnTo>
                <a:lnTo>
                  <a:pt x="357988" y="240030"/>
                </a:lnTo>
                <a:close/>
                <a:moveTo>
                  <a:pt x="93269" y="90525"/>
                </a:moveTo>
                <a:cubicBezTo>
                  <a:pt x="92354" y="93268"/>
                  <a:pt x="89611" y="95783"/>
                  <a:pt x="85039" y="98069"/>
                </a:cubicBezTo>
                <a:lnTo>
                  <a:pt x="85039" y="217398"/>
                </a:lnTo>
                <a:lnTo>
                  <a:pt x="357988" y="217398"/>
                </a:lnTo>
                <a:lnTo>
                  <a:pt x="357988" y="90525"/>
                </a:lnTo>
                <a:close/>
                <a:moveTo>
                  <a:pt x="372389" y="25374"/>
                </a:moveTo>
                <a:cubicBezTo>
                  <a:pt x="379705" y="25374"/>
                  <a:pt x="396278" y="33261"/>
                  <a:pt x="422110" y="49034"/>
                </a:cubicBezTo>
                <a:cubicBezTo>
                  <a:pt x="447942" y="64808"/>
                  <a:pt x="463258" y="74866"/>
                  <a:pt x="468059" y="79210"/>
                </a:cubicBezTo>
                <a:cubicBezTo>
                  <a:pt x="472859" y="83553"/>
                  <a:pt x="475260" y="87325"/>
                  <a:pt x="475260" y="90525"/>
                </a:cubicBezTo>
                <a:cubicBezTo>
                  <a:pt x="475260" y="96926"/>
                  <a:pt x="466573" y="103555"/>
                  <a:pt x="449199" y="110413"/>
                </a:cubicBezTo>
                <a:lnTo>
                  <a:pt x="449199" y="510921"/>
                </a:lnTo>
                <a:cubicBezTo>
                  <a:pt x="449199" y="531952"/>
                  <a:pt x="449428" y="546582"/>
                  <a:pt x="449885" y="554812"/>
                </a:cubicBezTo>
                <a:lnTo>
                  <a:pt x="450571" y="578129"/>
                </a:lnTo>
                <a:cubicBezTo>
                  <a:pt x="450571" y="580415"/>
                  <a:pt x="449885" y="582815"/>
                  <a:pt x="448513" y="585330"/>
                </a:cubicBezTo>
                <a:cubicBezTo>
                  <a:pt x="447142" y="587845"/>
                  <a:pt x="441198" y="591388"/>
                  <a:pt x="430683" y="595960"/>
                </a:cubicBezTo>
                <a:cubicBezTo>
                  <a:pt x="420167" y="600532"/>
                  <a:pt x="407137" y="604189"/>
                  <a:pt x="391592" y="606933"/>
                </a:cubicBezTo>
                <a:cubicBezTo>
                  <a:pt x="376047" y="609676"/>
                  <a:pt x="366560" y="611047"/>
                  <a:pt x="363131" y="611047"/>
                </a:cubicBezTo>
                <a:cubicBezTo>
                  <a:pt x="359702" y="611047"/>
                  <a:pt x="357988" y="607161"/>
                  <a:pt x="357988" y="599389"/>
                </a:cubicBezTo>
                <a:lnTo>
                  <a:pt x="357988" y="539724"/>
                </a:lnTo>
                <a:lnTo>
                  <a:pt x="85039" y="539724"/>
                </a:lnTo>
                <a:lnTo>
                  <a:pt x="85039" y="591159"/>
                </a:lnTo>
                <a:cubicBezTo>
                  <a:pt x="85039" y="595274"/>
                  <a:pt x="84353" y="598132"/>
                  <a:pt x="82982" y="599732"/>
                </a:cubicBezTo>
                <a:cubicBezTo>
                  <a:pt x="81610" y="601332"/>
                  <a:pt x="76581" y="603732"/>
                  <a:pt x="67894" y="606933"/>
                </a:cubicBezTo>
                <a:cubicBezTo>
                  <a:pt x="59208" y="610133"/>
                  <a:pt x="47892" y="612991"/>
                  <a:pt x="33947" y="615505"/>
                </a:cubicBezTo>
                <a:cubicBezTo>
                  <a:pt x="20003" y="618020"/>
                  <a:pt x="10058" y="619277"/>
                  <a:pt x="4115" y="619277"/>
                </a:cubicBezTo>
                <a:cubicBezTo>
                  <a:pt x="1372" y="619277"/>
                  <a:pt x="0" y="617448"/>
                  <a:pt x="0" y="613791"/>
                </a:cubicBezTo>
                <a:lnTo>
                  <a:pt x="1372" y="581558"/>
                </a:lnTo>
                <a:cubicBezTo>
                  <a:pt x="2286" y="559155"/>
                  <a:pt x="2743" y="538810"/>
                  <a:pt x="2743" y="520522"/>
                </a:cubicBezTo>
                <a:lnTo>
                  <a:pt x="2743" y="106299"/>
                </a:lnTo>
                <a:cubicBezTo>
                  <a:pt x="2743" y="78409"/>
                  <a:pt x="2286" y="54635"/>
                  <a:pt x="1372" y="34975"/>
                </a:cubicBezTo>
                <a:cubicBezTo>
                  <a:pt x="29261" y="41376"/>
                  <a:pt x="58293" y="52349"/>
                  <a:pt x="88468" y="67894"/>
                </a:cubicBezTo>
                <a:lnTo>
                  <a:pt x="340843" y="67894"/>
                </a:lnTo>
                <a:cubicBezTo>
                  <a:pt x="349072" y="51435"/>
                  <a:pt x="355244" y="40233"/>
                  <a:pt x="359359" y="34290"/>
                </a:cubicBezTo>
                <a:cubicBezTo>
                  <a:pt x="363474" y="28346"/>
                  <a:pt x="367817" y="25374"/>
                  <a:pt x="372389" y="25374"/>
                </a:cubicBezTo>
                <a:close/>
                <a:moveTo>
                  <a:pt x="1016356" y="0"/>
                </a:moveTo>
                <a:cubicBezTo>
                  <a:pt x="1020013" y="0"/>
                  <a:pt x="1031443" y="5372"/>
                  <a:pt x="1050646" y="16116"/>
                </a:cubicBezTo>
                <a:cubicBezTo>
                  <a:pt x="1069848" y="26860"/>
                  <a:pt x="1084250" y="35890"/>
                  <a:pt x="1093851" y="43205"/>
                </a:cubicBezTo>
                <a:cubicBezTo>
                  <a:pt x="1103452" y="50520"/>
                  <a:pt x="1108253" y="56235"/>
                  <a:pt x="1108253" y="60350"/>
                </a:cubicBezTo>
                <a:cubicBezTo>
                  <a:pt x="1108253" y="66751"/>
                  <a:pt x="1098652" y="72694"/>
                  <a:pt x="1079449" y="78181"/>
                </a:cubicBezTo>
                <a:lnTo>
                  <a:pt x="1079449" y="245516"/>
                </a:lnTo>
                <a:lnTo>
                  <a:pt x="1098652" y="245516"/>
                </a:lnTo>
                <a:cubicBezTo>
                  <a:pt x="1104138" y="233172"/>
                  <a:pt x="1110082" y="221742"/>
                  <a:pt x="1116483" y="211226"/>
                </a:cubicBezTo>
                <a:cubicBezTo>
                  <a:pt x="1122883" y="200710"/>
                  <a:pt x="1127227" y="194310"/>
                  <a:pt x="1129513" y="192024"/>
                </a:cubicBezTo>
                <a:cubicBezTo>
                  <a:pt x="1131799" y="189738"/>
                  <a:pt x="1134542" y="188595"/>
                  <a:pt x="1137742" y="188595"/>
                </a:cubicBezTo>
                <a:cubicBezTo>
                  <a:pt x="1143229" y="188595"/>
                  <a:pt x="1159345" y="198882"/>
                  <a:pt x="1186091" y="219456"/>
                </a:cubicBezTo>
                <a:cubicBezTo>
                  <a:pt x="1212837" y="240030"/>
                  <a:pt x="1226211" y="253288"/>
                  <a:pt x="1226211" y="259232"/>
                </a:cubicBezTo>
                <a:cubicBezTo>
                  <a:pt x="1226211" y="265176"/>
                  <a:pt x="1221867" y="268147"/>
                  <a:pt x="1213180" y="268147"/>
                </a:cubicBezTo>
                <a:lnTo>
                  <a:pt x="953948" y="268147"/>
                </a:lnTo>
                <a:cubicBezTo>
                  <a:pt x="953491" y="269519"/>
                  <a:pt x="952119" y="271348"/>
                  <a:pt x="949833" y="273634"/>
                </a:cubicBezTo>
                <a:cubicBezTo>
                  <a:pt x="966292" y="323926"/>
                  <a:pt x="986181" y="364159"/>
                  <a:pt x="1009498" y="394335"/>
                </a:cubicBezTo>
                <a:cubicBezTo>
                  <a:pt x="1026871" y="371475"/>
                  <a:pt x="1046302" y="334670"/>
                  <a:pt x="1067791" y="283921"/>
                </a:cubicBezTo>
                <a:cubicBezTo>
                  <a:pt x="1093394" y="294894"/>
                  <a:pt x="1114997" y="305409"/>
                  <a:pt x="1132599" y="315468"/>
                </a:cubicBezTo>
                <a:cubicBezTo>
                  <a:pt x="1150201" y="325526"/>
                  <a:pt x="1160602" y="332041"/>
                  <a:pt x="1163803" y="335013"/>
                </a:cubicBezTo>
                <a:cubicBezTo>
                  <a:pt x="1167003" y="337985"/>
                  <a:pt x="1168603" y="340842"/>
                  <a:pt x="1168603" y="343585"/>
                </a:cubicBezTo>
                <a:cubicBezTo>
                  <a:pt x="1168603" y="346329"/>
                  <a:pt x="1162774" y="348500"/>
                  <a:pt x="1151116" y="350101"/>
                </a:cubicBezTo>
                <a:cubicBezTo>
                  <a:pt x="1139457" y="351701"/>
                  <a:pt x="1125284" y="356273"/>
                  <a:pt x="1108596" y="363817"/>
                </a:cubicBezTo>
                <a:cubicBezTo>
                  <a:pt x="1091908" y="371360"/>
                  <a:pt x="1063676" y="387019"/>
                  <a:pt x="1023900" y="410794"/>
                </a:cubicBezTo>
                <a:cubicBezTo>
                  <a:pt x="1042188" y="430911"/>
                  <a:pt x="1066191" y="448856"/>
                  <a:pt x="1095909" y="464629"/>
                </a:cubicBezTo>
                <a:cubicBezTo>
                  <a:pt x="1125627" y="480403"/>
                  <a:pt x="1169746" y="496062"/>
                  <a:pt x="1228268" y="511606"/>
                </a:cubicBezTo>
                <a:cubicBezTo>
                  <a:pt x="1232840" y="512978"/>
                  <a:pt x="1235126" y="514464"/>
                  <a:pt x="1235126" y="516064"/>
                </a:cubicBezTo>
                <a:cubicBezTo>
                  <a:pt x="1235126" y="517664"/>
                  <a:pt x="1232611" y="519150"/>
                  <a:pt x="1227582" y="520522"/>
                </a:cubicBezTo>
                <a:cubicBezTo>
                  <a:pt x="1197407" y="529209"/>
                  <a:pt x="1170889" y="553440"/>
                  <a:pt x="1148029" y="593217"/>
                </a:cubicBezTo>
                <a:cubicBezTo>
                  <a:pt x="1145743" y="596417"/>
                  <a:pt x="1143229" y="598017"/>
                  <a:pt x="1140486" y="598017"/>
                </a:cubicBezTo>
                <a:cubicBezTo>
                  <a:pt x="1133170" y="598017"/>
                  <a:pt x="1112253" y="585444"/>
                  <a:pt x="1077735" y="560298"/>
                </a:cubicBezTo>
                <a:cubicBezTo>
                  <a:pt x="1043216" y="535152"/>
                  <a:pt x="1014870" y="501319"/>
                  <a:pt x="992696" y="458800"/>
                </a:cubicBezTo>
                <a:cubicBezTo>
                  <a:pt x="970522" y="416280"/>
                  <a:pt x="954405" y="358902"/>
                  <a:pt x="944347" y="286664"/>
                </a:cubicBezTo>
                <a:lnTo>
                  <a:pt x="944347" y="561670"/>
                </a:lnTo>
                <a:cubicBezTo>
                  <a:pt x="944347" y="581329"/>
                  <a:pt x="940803" y="596303"/>
                  <a:pt x="933717" y="606590"/>
                </a:cubicBezTo>
                <a:cubicBezTo>
                  <a:pt x="926630" y="616877"/>
                  <a:pt x="914172" y="624763"/>
                  <a:pt x="896341" y="630250"/>
                </a:cubicBezTo>
                <a:cubicBezTo>
                  <a:pt x="878510" y="635736"/>
                  <a:pt x="862279" y="638479"/>
                  <a:pt x="847649" y="638479"/>
                </a:cubicBezTo>
                <a:cubicBezTo>
                  <a:pt x="840791" y="638479"/>
                  <a:pt x="836219" y="634593"/>
                  <a:pt x="833933" y="626821"/>
                </a:cubicBezTo>
                <a:cubicBezTo>
                  <a:pt x="830275" y="612648"/>
                  <a:pt x="826275" y="602246"/>
                  <a:pt x="821932" y="595617"/>
                </a:cubicBezTo>
                <a:cubicBezTo>
                  <a:pt x="817588" y="588988"/>
                  <a:pt x="810730" y="583730"/>
                  <a:pt x="801357" y="579843"/>
                </a:cubicBezTo>
                <a:cubicBezTo>
                  <a:pt x="791985" y="575957"/>
                  <a:pt x="776783" y="571728"/>
                  <a:pt x="755752" y="567156"/>
                </a:cubicBezTo>
                <a:cubicBezTo>
                  <a:pt x="750723" y="566242"/>
                  <a:pt x="748208" y="565099"/>
                  <a:pt x="748208" y="563727"/>
                </a:cubicBezTo>
                <a:cubicBezTo>
                  <a:pt x="748208" y="562356"/>
                  <a:pt x="754152" y="561670"/>
                  <a:pt x="766039" y="561670"/>
                </a:cubicBezTo>
                <a:cubicBezTo>
                  <a:pt x="803986" y="561670"/>
                  <a:pt x="829132" y="558927"/>
                  <a:pt x="841477" y="553440"/>
                </a:cubicBezTo>
                <a:cubicBezTo>
                  <a:pt x="853821" y="547954"/>
                  <a:pt x="859993" y="537667"/>
                  <a:pt x="859993" y="522579"/>
                </a:cubicBezTo>
                <a:lnTo>
                  <a:pt x="859993" y="413537"/>
                </a:lnTo>
                <a:cubicBezTo>
                  <a:pt x="811530" y="445998"/>
                  <a:pt x="769125" y="476173"/>
                  <a:pt x="732777" y="504063"/>
                </a:cubicBezTo>
                <a:cubicBezTo>
                  <a:pt x="696430" y="531952"/>
                  <a:pt x="671856" y="552754"/>
                  <a:pt x="659054" y="566470"/>
                </a:cubicBezTo>
                <a:cubicBezTo>
                  <a:pt x="655854" y="570128"/>
                  <a:pt x="653339" y="571957"/>
                  <a:pt x="651510" y="571957"/>
                </a:cubicBezTo>
                <a:cubicBezTo>
                  <a:pt x="649681" y="571957"/>
                  <a:pt x="647967" y="571042"/>
                  <a:pt x="646367" y="569214"/>
                </a:cubicBezTo>
                <a:cubicBezTo>
                  <a:pt x="644766" y="567385"/>
                  <a:pt x="638937" y="557898"/>
                  <a:pt x="628879" y="540753"/>
                </a:cubicBezTo>
                <a:cubicBezTo>
                  <a:pt x="618820" y="523608"/>
                  <a:pt x="608305" y="504063"/>
                  <a:pt x="597332" y="482117"/>
                </a:cubicBezTo>
                <a:cubicBezTo>
                  <a:pt x="702031" y="454685"/>
                  <a:pt x="789585" y="428625"/>
                  <a:pt x="859993" y="403936"/>
                </a:cubicBezTo>
                <a:lnTo>
                  <a:pt x="859993" y="268147"/>
                </a:lnTo>
                <a:lnTo>
                  <a:pt x="635737" y="268147"/>
                </a:lnTo>
                <a:cubicBezTo>
                  <a:pt x="626593" y="268147"/>
                  <a:pt x="618363" y="270662"/>
                  <a:pt x="611048" y="275691"/>
                </a:cubicBezTo>
                <a:lnTo>
                  <a:pt x="593217" y="243459"/>
                </a:lnTo>
                <a:cubicBezTo>
                  <a:pt x="604190" y="244830"/>
                  <a:pt x="615620" y="245516"/>
                  <a:pt x="627507" y="245516"/>
                </a:cubicBezTo>
                <a:lnTo>
                  <a:pt x="997153" y="245516"/>
                </a:lnTo>
                <a:lnTo>
                  <a:pt x="997153" y="165963"/>
                </a:lnTo>
                <a:lnTo>
                  <a:pt x="731749" y="165963"/>
                </a:lnTo>
                <a:cubicBezTo>
                  <a:pt x="722148" y="165963"/>
                  <a:pt x="713232" y="168706"/>
                  <a:pt x="705003" y="174193"/>
                </a:cubicBezTo>
                <a:lnTo>
                  <a:pt x="687172" y="141274"/>
                </a:lnTo>
                <a:cubicBezTo>
                  <a:pt x="698145" y="142646"/>
                  <a:pt x="709575" y="143332"/>
                  <a:pt x="721462" y="143332"/>
                </a:cubicBezTo>
                <a:lnTo>
                  <a:pt x="997153" y="143332"/>
                </a:lnTo>
                <a:lnTo>
                  <a:pt x="997153" y="67208"/>
                </a:lnTo>
                <a:lnTo>
                  <a:pt x="706374" y="67208"/>
                </a:lnTo>
                <a:cubicBezTo>
                  <a:pt x="696773" y="67208"/>
                  <a:pt x="687858" y="69951"/>
                  <a:pt x="679628" y="75438"/>
                </a:cubicBezTo>
                <a:lnTo>
                  <a:pt x="661797" y="42519"/>
                </a:lnTo>
                <a:cubicBezTo>
                  <a:pt x="672770" y="43891"/>
                  <a:pt x="684200" y="44577"/>
                  <a:pt x="696087" y="44577"/>
                </a:cubicBezTo>
                <a:lnTo>
                  <a:pt x="984123" y="44577"/>
                </a:lnTo>
                <a:cubicBezTo>
                  <a:pt x="995553" y="22631"/>
                  <a:pt x="1002868" y="9715"/>
                  <a:pt x="1006069" y="5829"/>
                </a:cubicBezTo>
                <a:cubicBezTo>
                  <a:pt x="1009269" y="1943"/>
                  <a:pt x="1012698" y="0"/>
                  <a:pt x="1016356" y="0"/>
                </a:cubicBezTo>
                <a:close/>
              </a:path>
            </a:pathLst>
          </a:custGeom>
          <a:solidFill>
            <a:srgbClr val="1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p:cNvCxnSpPr/>
          <p:nvPr userDrawn="1"/>
        </p:nvCxnSpPr>
        <p:spPr>
          <a:xfrm>
            <a:off x="1751620" y="4653136"/>
            <a:ext cx="423016" cy="0"/>
          </a:xfrm>
          <a:prstGeom prst="line">
            <a:avLst/>
          </a:prstGeom>
          <a:ln w="38100" cap="rnd">
            <a:solidFill>
              <a:srgbClr val="C2C8D4"/>
            </a:solidFill>
            <a:round/>
          </a:ln>
        </p:spPr>
        <p:style>
          <a:lnRef idx="1">
            <a:schemeClr val="accent1"/>
          </a:lnRef>
          <a:fillRef idx="0">
            <a:schemeClr val="accent1"/>
          </a:fillRef>
          <a:effectRef idx="0">
            <a:schemeClr val="accent1"/>
          </a:effectRef>
          <a:fontRef idx="minor">
            <a:schemeClr val="tx1"/>
          </a:fontRef>
        </p:style>
      </p:cxnSp>
      <p:sp>
        <p:nvSpPr>
          <p:cNvPr id="14" name="任意多边形 5">
            <a:extLst>
              <a:ext uri="{FF2B5EF4-FFF2-40B4-BE49-F238E27FC236}">
                <a16:creationId xmlns:a16="http://schemas.microsoft.com/office/drawing/2014/main" xmlns="" id="{71A371B1-CF95-436B-A4C4-2E18EEF77B1A}"/>
              </a:ext>
            </a:extLst>
          </p:cNvPr>
          <p:cNvSpPr/>
          <p:nvPr userDrawn="1"/>
        </p:nvSpPr>
        <p:spPr>
          <a:xfrm>
            <a:off x="5320817" y="4294629"/>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3C8D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smtClean="0">
                <a:ln>
                  <a:noFill/>
                </a:ln>
                <a:solidFill>
                  <a:schemeClr val="bg1"/>
                </a:solidFill>
                <a:effectLst/>
                <a:uLnTx/>
                <a:uFillTx/>
                <a:latin typeface="Arial Black" panose="020B0A04020102020204" pitchFamily="34" charset="0"/>
                <a:ea typeface="幼圆"/>
              </a:rPr>
              <a:t>4</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21" name="文本占位符 20"/>
          <p:cNvSpPr>
            <a:spLocks noGrp="1"/>
          </p:cNvSpPr>
          <p:nvPr>
            <p:ph type="body" sz="quarter" idx="10"/>
          </p:nvPr>
        </p:nvSpPr>
        <p:spPr>
          <a:xfrm>
            <a:off x="6023992" y="1789056"/>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
        <p:nvSpPr>
          <p:cNvPr id="22" name="文本占位符 20"/>
          <p:cNvSpPr>
            <a:spLocks noGrp="1"/>
          </p:cNvSpPr>
          <p:nvPr>
            <p:ph type="body" sz="quarter" idx="11"/>
          </p:nvPr>
        </p:nvSpPr>
        <p:spPr>
          <a:xfrm>
            <a:off x="6023992" y="2617177"/>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800" b="1" kern="1200" dirty="0" smtClean="0">
                <a:solidFill>
                  <a:srgbClr val="4372C4"/>
                </a:solidFill>
                <a:latin typeface="微软雅黑" panose="020B0503020204020204" pitchFamily="34" charset="-122"/>
                <a:ea typeface="微软雅黑" panose="020B0503020204020204" pitchFamily="34" charset="-122"/>
                <a:cs typeface="+mj-cs"/>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
        <p:nvSpPr>
          <p:cNvPr id="23" name="文本占位符 20"/>
          <p:cNvSpPr>
            <a:spLocks noGrp="1"/>
          </p:cNvSpPr>
          <p:nvPr>
            <p:ph type="body" sz="quarter" idx="12"/>
          </p:nvPr>
        </p:nvSpPr>
        <p:spPr>
          <a:xfrm>
            <a:off x="6023992" y="3455904"/>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
        <p:nvSpPr>
          <p:cNvPr id="24" name="文本占位符 20"/>
          <p:cNvSpPr>
            <a:spLocks noGrp="1"/>
          </p:cNvSpPr>
          <p:nvPr>
            <p:ph type="body" sz="quarter" idx="13"/>
          </p:nvPr>
        </p:nvSpPr>
        <p:spPr>
          <a:xfrm>
            <a:off x="6023992" y="4294629"/>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Tree>
    <p:extLst>
      <p:ext uri="{BB962C8B-B14F-4D97-AF65-F5344CB8AC3E}">
        <p14:creationId xmlns:p14="http://schemas.microsoft.com/office/powerpoint/2010/main" val="1975710167"/>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转场-4个-03">
    <p:spTree>
      <p:nvGrpSpPr>
        <p:cNvPr id="1" name=""/>
        <p:cNvGrpSpPr/>
        <p:nvPr/>
      </p:nvGrpSpPr>
      <p:grpSpPr>
        <a:xfrm>
          <a:off x="0" y="0"/>
          <a:ext cx="0" cy="0"/>
          <a:chOff x="0" y="0"/>
          <a:chExt cx="0" cy="0"/>
        </a:xfrm>
      </p:grpSpPr>
      <p:cxnSp>
        <p:nvCxnSpPr>
          <p:cNvPr id="3" name="直接连接符 15">
            <a:extLst>
              <a:ext uri="{FF2B5EF4-FFF2-40B4-BE49-F238E27FC236}">
                <a16:creationId xmlns:a16="http://schemas.microsoft.com/office/drawing/2014/main" xmlns="" id="{A42DA280-60AE-4AA1-AF8A-EDCC1B5336EE}"/>
              </a:ext>
            </a:extLst>
          </p:cNvPr>
          <p:cNvCxnSpPr>
            <a:cxnSpLocks noChangeShapeType="1"/>
          </p:cNvCxnSpPr>
          <p:nvPr userDrawn="1"/>
        </p:nvCxnSpPr>
        <p:spPr bwMode="auto">
          <a:xfrm>
            <a:off x="5568044" y="620688"/>
            <a:ext cx="0" cy="5328592"/>
          </a:xfrm>
          <a:prstGeom prst="line">
            <a:avLst/>
          </a:prstGeom>
          <a:noFill/>
          <a:ln w="6350" algn="ctr">
            <a:gradFill>
              <a:gsLst>
                <a:gs pos="0">
                  <a:srgbClr val="C4C9D4">
                    <a:alpha val="0"/>
                  </a:srgbClr>
                </a:gs>
                <a:gs pos="49000">
                  <a:srgbClr val="858A9E"/>
                </a:gs>
                <a:gs pos="100000">
                  <a:srgbClr val="C3C8D3">
                    <a:alpha val="0"/>
                  </a:srgbClr>
                </a:gs>
              </a:gsLst>
              <a:lin ang="5400000" scaled="1"/>
            </a:gradFill>
            <a:miter lim="800000"/>
            <a:headEnd/>
            <a:tailEnd/>
          </a:ln>
        </p:spPr>
      </p:cxnSp>
      <p:sp>
        <p:nvSpPr>
          <p:cNvPr id="4" name="任意多边形 3">
            <a:extLst>
              <a:ext uri="{FF2B5EF4-FFF2-40B4-BE49-F238E27FC236}">
                <a16:creationId xmlns:a16="http://schemas.microsoft.com/office/drawing/2014/main" xmlns="" id="{B0C36E80-D7F4-46D1-BB56-F732BF850618}"/>
              </a:ext>
            </a:extLst>
          </p:cNvPr>
          <p:cNvSpPr/>
          <p:nvPr userDrawn="1"/>
        </p:nvSpPr>
        <p:spPr>
          <a:xfrm>
            <a:off x="5326532" y="1778451"/>
            <a:ext cx="464185"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4C9D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1</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5" name="任意多边形 4">
            <a:extLst>
              <a:ext uri="{FF2B5EF4-FFF2-40B4-BE49-F238E27FC236}">
                <a16:creationId xmlns:a16="http://schemas.microsoft.com/office/drawing/2014/main" xmlns="" id="{B6D9B684-340F-4C10-A3EA-DAD84CB12A48}"/>
              </a:ext>
            </a:extLst>
          </p:cNvPr>
          <p:cNvSpPr/>
          <p:nvPr userDrawn="1"/>
        </p:nvSpPr>
        <p:spPr>
          <a:xfrm>
            <a:off x="5320817" y="2617177"/>
            <a:ext cx="469900" cy="544513"/>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2C8D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2</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6" name="任意多边形 5">
            <a:extLst>
              <a:ext uri="{FF2B5EF4-FFF2-40B4-BE49-F238E27FC236}">
                <a16:creationId xmlns:a16="http://schemas.microsoft.com/office/drawing/2014/main" xmlns="" id="{71A371B1-CF95-436B-A4C4-2E18EEF77B1A}"/>
              </a:ext>
            </a:extLst>
          </p:cNvPr>
          <p:cNvSpPr/>
          <p:nvPr userDrawn="1"/>
        </p:nvSpPr>
        <p:spPr>
          <a:xfrm>
            <a:off x="5326993" y="3455904"/>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3</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10" name="文本框 9">
            <a:extLst>
              <a:ext uri="{FF2B5EF4-FFF2-40B4-BE49-F238E27FC236}">
                <a16:creationId xmlns:a16="http://schemas.microsoft.com/office/drawing/2014/main" xmlns="" id="{2CEE1562-56AC-44EF-95C3-4DD1422CA7FE}"/>
              </a:ext>
            </a:extLst>
          </p:cNvPr>
          <p:cNvSpPr txBox="1"/>
          <p:nvPr userDrawn="1"/>
        </p:nvSpPr>
        <p:spPr>
          <a:xfrm>
            <a:off x="1620763" y="2556927"/>
            <a:ext cx="1370888" cy="461665"/>
          </a:xfrm>
          <a:prstGeom prst="rect">
            <a:avLst/>
          </a:prstGeom>
          <a:noFill/>
        </p:spPr>
        <p:txBody>
          <a:bodyPr wrap="none">
            <a:spAutoFit/>
          </a:bodyPr>
          <a:lstStyle/>
          <a:p>
            <a:pPr>
              <a:defRPr/>
            </a:pPr>
            <a:r>
              <a:rPr lang="en-US" altLang="zh-CN" sz="2400" kern="0" dirty="0" smtClean="0">
                <a:solidFill>
                  <a:srgbClr val="84899E"/>
                </a:solidFill>
                <a:latin typeface="Microsoft YaHei Light" charset="-122"/>
                <a:ea typeface="Microsoft YaHei Light" charset="-122"/>
                <a:cs typeface="Microsoft YaHei Light" charset="-122"/>
              </a:rPr>
              <a:t>contents</a:t>
            </a:r>
            <a:endParaRPr lang="zh-CN" altLang="en-US" sz="2400" kern="0" dirty="0">
              <a:solidFill>
                <a:srgbClr val="84899E"/>
              </a:solidFill>
              <a:latin typeface="Microsoft YaHei Light" charset="-122"/>
              <a:ea typeface="Microsoft YaHei Light" charset="-122"/>
              <a:cs typeface="Microsoft YaHei Light" charset="-122"/>
            </a:endParaRPr>
          </a:p>
        </p:txBody>
      </p:sp>
      <p:sp>
        <p:nvSpPr>
          <p:cNvPr id="11" name="任意形状 10"/>
          <p:cNvSpPr/>
          <p:nvPr userDrawn="1"/>
        </p:nvSpPr>
        <p:spPr>
          <a:xfrm>
            <a:off x="1688644" y="1916832"/>
            <a:ext cx="1235126" cy="638479"/>
          </a:xfrm>
          <a:custGeom>
            <a:avLst/>
            <a:gdLst>
              <a:gd name="connsiteX0" fmla="*/ 85039 w 1235126"/>
              <a:gd name="connsiteY0" fmla="*/ 392277 h 638479"/>
              <a:gd name="connsiteX1" fmla="*/ 85039 w 1235126"/>
              <a:gd name="connsiteY1" fmla="*/ 517093 h 638479"/>
              <a:gd name="connsiteX2" fmla="*/ 357988 w 1235126"/>
              <a:gd name="connsiteY2" fmla="*/ 517093 h 638479"/>
              <a:gd name="connsiteX3" fmla="*/ 357988 w 1235126"/>
              <a:gd name="connsiteY3" fmla="*/ 392277 h 638479"/>
              <a:gd name="connsiteX4" fmla="*/ 677571 w 1235126"/>
              <a:gd name="connsiteY4" fmla="*/ 293522 h 638479"/>
              <a:gd name="connsiteX5" fmla="*/ 769811 w 1235126"/>
              <a:gd name="connsiteY5" fmla="*/ 313753 h 638479"/>
              <a:gd name="connsiteX6" fmla="*/ 806501 w 1235126"/>
              <a:gd name="connsiteY6" fmla="*/ 368960 h 638479"/>
              <a:gd name="connsiteX7" fmla="*/ 792099 w 1235126"/>
              <a:gd name="connsiteY7" fmla="*/ 402221 h 638479"/>
              <a:gd name="connsiteX8" fmla="*/ 760552 w 1235126"/>
              <a:gd name="connsiteY8" fmla="*/ 416280 h 638479"/>
              <a:gd name="connsiteX9" fmla="*/ 731406 w 1235126"/>
              <a:gd name="connsiteY9" fmla="*/ 404965 h 638479"/>
              <a:gd name="connsiteX10" fmla="*/ 719404 w 1235126"/>
              <a:gd name="connsiteY10" fmla="*/ 371703 h 638479"/>
              <a:gd name="connsiteX11" fmla="*/ 710489 w 1235126"/>
              <a:gd name="connsiteY11" fmla="*/ 327469 h 638479"/>
              <a:gd name="connsiteX12" fmla="*/ 672084 w 1235126"/>
              <a:gd name="connsiteY12" fmla="*/ 301066 h 638479"/>
              <a:gd name="connsiteX13" fmla="*/ 665912 w 1235126"/>
              <a:gd name="connsiteY13" fmla="*/ 295922 h 638479"/>
              <a:gd name="connsiteX14" fmla="*/ 677571 w 1235126"/>
              <a:gd name="connsiteY14" fmla="*/ 293522 h 638479"/>
              <a:gd name="connsiteX15" fmla="*/ 85039 w 1235126"/>
              <a:gd name="connsiteY15" fmla="*/ 240030 h 638479"/>
              <a:gd name="connsiteX16" fmla="*/ 85039 w 1235126"/>
              <a:gd name="connsiteY16" fmla="*/ 369646 h 638479"/>
              <a:gd name="connsiteX17" fmla="*/ 357988 w 1235126"/>
              <a:gd name="connsiteY17" fmla="*/ 369646 h 638479"/>
              <a:gd name="connsiteX18" fmla="*/ 357988 w 1235126"/>
              <a:gd name="connsiteY18" fmla="*/ 240030 h 638479"/>
              <a:gd name="connsiteX19" fmla="*/ 93269 w 1235126"/>
              <a:gd name="connsiteY19" fmla="*/ 90525 h 638479"/>
              <a:gd name="connsiteX20" fmla="*/ 85039 w 1235126"/>
              <a:gd name="connsiteY20" fmla="*/ 98069 h 638479"/>
              <a:gd name="connsiteX21" fmla="*/ 85039 w 1235126"/>
              <a:gd name="connsiteY21" fmla="*/ 217398 h 638479"/>
              <a:gd name="connsiteX22" fmla="*/ 357988 w 1235126"/>
              <a:gd name="connsiteY22" fmla="*/ 217398 h 638479"/>
              <a:gd name="connsiteX23" fmla="*/ 357988 w 1235126"/>
              <a:gd name="connsiteY23" fmla="*/ 90525 h 638479"/>
              <a:gd name="connsiteX24" fmla="*/ 372389 w 1235126"/>
              <a:gd name="connsiteY24" fmla="*/ 25374 h 638479"/>
              <a:gd name="connsiteX25" fmla="*/ 422110 w 1235126"/>
              <a:gd name="connsiteY25" fmla="*/ 49034 h 638479"/>
              <a:gd name="connsiteX26" fmla="*/ 468059 w 1235126"/>
              <a:gd name="connsiteY26" fmla="*/ 79210 h 638479"/>
              <a:gd name="connsiteX27" fmla="*/ 475260 w 1235126"/>
              <a:gd name="connsiteY27" fmla="*/ 90525 h 638479"/>
              <a:gd name="connsiteX28" fmla="*/ 449199 w 1235126"/>
              <a:gd name="connsiteY28" fmla="*/ 110413 h 638479"/>
              <a:gd name="connsiteX29" fmla="*/ 449199 w 1235126"/>
              <a:gd name="connsiteY29" fmla="*/ 510921 h 638479"/>
              <a:gd name="connsiteX30" fmla="*/ 449885 w 1235126"/>
              <a:gd name="connsiteY30" fmla="*/ 554812 h 638479"/>
              <a:gd name="connsiteX31" fmla="*/ 450571 w 1235126"/>
              <a:gd name="connsiteY31" fmla="*/ 578129 h 638479"/>
              <a:gd name="connsiteX32" fmla="*/ 448513 w 1235126"/>
              <a:gd name="connsiteY32" fmla="*/ 585330 h 638479"/>
              <a:gd name="connsiteX33" fmla="*/ 430683 w 1235126"/>
              <a:gd name="connsiteY33" fmla="*/ 595960 h 638479"/>
              <a:gd name="connsiteX34" fmla="*/ 391592 w 1235126"/>
              <a:gd name="connsiteY34" fmla="*/ 606933 h 638479"/>
              <a:gd name="connsiteX35" fmla="*/ 363131 w 1235126"/>
              <a:gd name="connsiteY35" fmla="*/ 611047 h 638479"/>
              <a:gd name="connsiteX36" fmla="*/ 357988 w 1235126"/>
              <a:gd name="connsiteY36" fmla="*/ 599389 h 638479"/>
              <a:gd name="connsiteX37" fmla="*/ 357988 w 1235126"/>
              <a:gd name="connsiteY37" fmla="*/ 539724 h 638479"/>
              <a:gd name="connsiteX38" fmla="*/ 85039 w 1235126"/>
              <a:gd name="connsiteY38" fmla="*/ 539724 h 638479"/>
              <a:gd name="connsiteX39" fmla="*/ 85039 w 1235126"/>
              <a:gd name="connsiteY39" fmla="*/ 591159 h 638479"/>
              <a:gd name="connsiteX40" fmla="*/ 82982 w 1235126"/>
              <a:gd name="connsiteY40" fmla="*/ 599732 h 638479"/>
              <a:gd name="connsiteX41" fmla="*/ 67894 w 1235126"/>
              <a:gd name="connsiteY41" fmla="*/ 606933 h 638479"/>
              <a:gd name="connsiteX42" fmla="*/ 33947 w 1235126"/>
              <a:gd name="connsiteY42" fmla="*/ 615505 h 638479"/>
              <a:gd name="connsiteX43" fmla="*/ 4115 w 1235126"/>
              <a:gd name="connsiteY43" fmla="*/ 619277 h 638479"/>
              <a:gd name="connsiteX44" fmla="*/ 0 w 1235126"/>
              <a:gd name="connsiteY44" fmla="*/ 613791 h 638479"/>
              <a:gd name="connsiteX45" fmla="*/ 1372 w 1235126"/>
              <a:gd name="connsiteY45" fmla="*/ 581558 h 638479"/>
              <a:gd name="connsiteX46" fmla="*/ 2743 w 1235126"/>
              <a:gd name="connsiteY46" fmla="*/ 520522 h 638479"/>
              <a:gd name="connsiteX47" fmla="*/ 2743 w 1235126"/>
              <a:gd name="connsiteY47" fmla="*/ 106299 h 638479"/>
              <a:gd name="connsiteX48" fmla="*/ 1372 w 1235126"/>
              <a:gd name="connsiteY48" fmla="*/ 34975 h 638479"/>
              <a:gd name="connsiteX49" fmla="*/ 88468 w 1235126"/>
              <a:gd name="connsiteY49" fmla="*/ 67894 h 638479"/>
              <a:gd name="connsiteX50" fmla="*/ 340843 w 1235126"/>
              <a:gd name="connsiteY50" fmla="*/ 67894 h 638479"/>
              <a:gd name="connsiteX51" fmla="*/ 359359 w 1235126"/>
              <a:gd name="connsiteY51" fmla="*/ 34290 h 638479"/>
              <a:gd name="connsiteX52" fmla="*/ 372389 w 1235126"/>
              <a:gd name="connsiteY52" fmla="*/ 25374 h 638479"/>
              <a:gd name="connsiteX53" fmla="*/ 1016356 w 1235126"/>
              <a:gd name="connsiteY53" fmla="*/ 0 h 638479"/>
              <a:gd name="connsiteX54" fmla="*/ 1050646 w 1235126"/>
              <a:gd name="connsiteY54" fmla="*/ 16116 h 638479"/>
              <a:gd name="connsiteX55" fmla="*/ 1093851 w 1235126"/>
              <a:gd name="connsiteY55" fmla="*/ 43205 h 638479"/>
              <a:gd name="connsiteX56" fmla="*/ 1108253 w 1235126"/>
              <a:gd name="connsiteY56" fmla="*/ 60350 h 638479"/>
              <a:gd name="connsiteX57" fmla="*/ 1079449 w 1235126"/>
              <a:gd name="connsiteY57" fmla="*/ 78181 h 638479"/>
              <a:gd name="connsiteX58" fmla="*/ 1079449 w 1235126"/>
              <a:gd name="connsiteY58" fmla="*/ 245516 h 638479"/>
              <a:gd name="connsiteX59" fmla="*/ 1098652 w 1235126"/>
              <a:gd name="connsiteY59" fmla="*/ 245516 h 638479"/>
              <a:gd name="connsiteX60" fmla="*/ 1116483 w 1235126"/>
              <a:gd name="connsiteY60" fmla="*/ 211226 h 638479"/>
              <a:gd name="connsiteX61" fmla="*/ 1129513 w 1235126"/>
              <a:gd name="connsiteY61" fmla="*/ 192024 h 638479"/>
              <a:gd name="connsiteX62" fmla="*/ 1137742 w 1235126"/>
              <a:gd name="connsiteY62" fmla="*/ 188595 h 638479"/>
              <a:gd name="connsiteX63" fmla="*/ 1186091 w 1235126"/>
              <a:gd name="connsiteY63" fmla="*/ 219456 h 638479"/>
              <a:gd name="connsiteX64" fmla="*/ 1226211 w 1235126"/>
              <a:gd name="connsiteY64" fmla="*/ 259232 h 638479"/>
              <a:gd name="connsiteX65" fmla="*/ 1213180 w 1235126"/>
              <a:gd name="connsiteY65" fmla="*/ 268147 h 638479"/>
              <a:gd name="connsiteX66" fmla="*/ 953948 w 1235126"/>
              <a:gd name="connsiteY66" fmla="*/ 268147 h 638479"/>
              <a:gd name="connsiteX67" fmla="*/ 949833 w 1235126"/>
              <a:gd name="connsiteY67" fmla="*/ 273634 h 638479"/>
              <a:gd name="connsiteX68" fmla="*/ 1009498 w 1235126"/>
              <a:gd name="connsiteY68" fmla="*/ 394335 h 638479"/>
              <a:gd name="connsiteX69" fmla="*/ 1067791 w 1235126"/>
              <a:gd name="connsiteY69" fmla="*/ 283921 h 638479"/>
              <a:gd name="connsiteX70" fmla="*/ 1132599 w 1235126"/>
              <a:gd name="connsiteY70" fmla="*/ 315468 h 638479"/>
              <a:gd name="connsiteX71" fmla="*/ 1163803 w 1235126"/>
              <a:gd name="connsiteY71" fmla="*/ 335013 h 638479"/>
              <a:gd name="connsiteX72" fmla="*/ 1168603 w 1235126"/>
              <a:gd name="connsiteY72" fmla="*/ 343585 h 638479"/>
              <a:gd name="connsiteX73" fmla="*/ 1151116 w 1235126"/>
              <a:gd name="connsiteY73" fmla="*/ 350101 h 638479"/>
              <a:gd name="connsiteX74" fmla="*/ 1108596 w 1235126"/>
              <a:gd name="connsiteY74" fmla="*/ 363817 h 638479"/>
              <a:gd name="connsiteX75" fmla="*/ 1023900 w 1235126"/>
              <a:gd name="connsiteY75" fmla="*/ 410794 h 638479"/>
              <a:gd name="connsiteX76" fmla="*/ 1095909 w 1235126"/>
              <a:gd name="connsiteY76" fmla="*/ 464629 h 638479"/>
              <a:gd name="connsiteX77" fmla="*/ 1228268 w 1235126"/>
              <a:gd name="connsiteY77" fmla="*/ 511606 h 638479"/>
              <a:gd name="connsiteX78" fmla="*/ 1235126 w 1235126"/>
              <a:gd name="connsiteY78" fmla="*/ 516064 h 638479"/>
              <a:gd name="connsiteX79" fmla="*/ 1227582 w 1235126"/>
              <a:gd name="connsiteY79" fmla="*/ 520522 h 638479"/>
              <a:gd name="connsiteX80" fmla="*/ 1148029 w 1235126"/>
              <a:gd name="connsiteY80" fmla="*/ 593217 h 638479"/>
              <a:gd name="connsiteX81" fmla="*/ 1140486 w 1235126"/>
              <a:gd name="connsiteY81" fmla="*/ 598017 h 638479"/>
              <a:gd name="connsiteX82" fmla="*/ 1077735 w 1235126"/>
              <a:gd name="connsiteY82" fmla="*/ 560298 h 638479"/>
              <a:gd name="connsiteX83" fmla="*/ 992696 w 1235126"/>
              <a:gd name="connsiteY83" fmla="*/ 458800 h 638479"/>
              <a:gd name="connsiteX84" fmla="*/ 944347 w 1235126"/>
              <a:gd name="connsiteY84" fmla="*/ 286664 h 638479"/>
              <a:gd name="connsiteX85" fmla="*/ 944347 w 1235126"/>
              <a:gd name="connsiteY85" fmla="*/ 561670 h 638479"/>
              <a:gd name="connsiteX86" fmla="*/ 933717 w 1235126"/>
              <a:gd name="connsiteY86" fmla="*/ 606590 h 638479"/>
              <a:gd name="connsiteX87" fmla="*/ 896341 w 1235126"/>
              <a:gd name="connsiteY87" fmla="*/ 630250 h 638479"/>
              <a:gd name="connsiteX88" fmla="*/ 847649 w 1235126"/>
              <a:gd name="connsiteY88" fmla="*/ 638479 h 638479"/>
              <a:gd name="connsiteX89" fmla="*/ 833933 w 1235126"/>
              <a:gd name="connsiteY89" fmla="*/ 626821 h 638479"/>
              <a:gd name="connsiteX90" fmla="*/ 821932 w 1235126"/>
              <a:gd name="connsiteY90" fmla="*/ 595617 h 638479"/>
              <a:gd name="connsiteX91" fmla="*/ 801357 w 1235126"/>
              <a:gd name="connsiteY91" fmla="*/ 579843 h 638479"/>
              <a:gd name="connsiteX92" fmla="*/ 755752 w 1235126"/>
              <a:gd name="connsiteY92" fmla="*/ 567156 h 638479"/>
              <a:gd name="connsiteX93" fmla="*/ 748208 w 1235126"/>
              <a:gd name="connsiteY93" fmla="*/ 563727 h 638479"/>
              <a:gd name="connsiteX94" fmla="*/ 766039 w 1235126"/>
              <a:gd name="connsiteY94" fmla="*/ 561670 h 638479"/>
              <a:gd name="connsiteX95" fmla="*/ 841477 w 1235126"/>
              <a:gd name="connsiteY95" fmla="*/ 553440 h 638479"/>
              <a:gd name="connsiteX96" fmla="*/ 859993 w 1235126"/>
              <a:gd name="connsiteY96" fmla="*/ 522579 h 638479"/>
              <a:gd name="connsiteX97" fmla="*/ 859993 w 1235126"/>
              <a:gd name="connsiteY97" fmla="*/ 413537 h 638479"/>
              <a:gd name="connsiteX98" fmla="*/ 732777 w 1235126"/>
              <a:gd name="connsiteY98" fmla="*/ 504063 h 638479"/>
              <a:gd name="connsiteX99" fmla="*/ 659054 w 1235126"/>
              <a:gd name="connsiteY99" fmla="*/ 566470 h 638479"/>
              <a:gd name="connsiteX100" fmla="*/ 651510 w 1235126"/>
              <a:gd name="connsiteY100" fmla="*/ 571957 h 638479"/>
              <a:gd name="connsiteX101" fmla="*/ 646367 w 1235126"/>
              <a:gd name="connsiteY101" fmla="*/ 569214 h 638479"/>
              <a:gd name="connsiteX102" fmla="*/ 628879 w 1235126"/>
              <a:gd name="connsiteY102" fmla="*/ 540753 h 638479"/>
              <a:gd name="connsiteX103" fmla="*/ 597332 w 1235126"/>
              <a:gd name="connsiteY103" fmla="*/ 482117 h 638479"/>
              <a:gd name="connsiteX104" fmla="*/ 859993 w 1235126"/>
              <a:gd name="connsiteY104" fmla="*/ 403936 h 638479"/>
              <a:gd name="connsiteX105" fmla="*/ 859993 w 1235126"/>
              <a:gd name="connsiteY105" fmla="*/ 268147 h 638479"/>
              <a:gd name="connsiteX106" fmla="*/ 635737 w 1235126"/>
              <a:gd name="connsiteY106" fmla="*/ 268147 h 638479"/>
              <a:gd name="connsiteX107" fmla="*/ 611048 w 1235126"/>
              <a:gd name="connsiteY107" fmla="*/ 275691 h 638479"/>
              <a:gd name="connsiteX108" fmla="*/ 593217 w 1235126"/>
              <a:gd name="connsiteY108" fmla="*/ 243459 h 638479"/>
              <a:gd name="connsiteX109" fmla="*/ 627507 w 1235126"/>
              <a:gd name="connsiteY109" fmla="*/ 245516 h 638479"/>
              <a:gd name="connsiteX110" fmla="*/ 997153 w 1235126"/>
              <a:gd name="connsiteY110" fmla="*/ 245516 h 638479"/>
              <a:gd name="connsiteX111" fmla="*/ 997153 w 1235126"/>
              <a:gd name="connsiteY111" fmla="*/ 165963 h 638479"/>
              <a:gd name="connsiteX112" fmla="*/ 731749 w 1235126"/>
              <a:gd name="connsiteY112" fmla="*/ 165963 h 638479"/>
              <a:gd name="connsiteX113" fmla="*/ 705003 w 1235126"/>
              <a:gd name="connsiteY113" fmla="*/ 174193 h 638479"/>
              <a:gd name="connsiteX114" fmla="*/ 687172 w 1235126"/>
              <a:gd name="connsiteY114" fmla="*/ 141274 h 638479"/>
              <a:gd name="connsiteX115" fmla="*/ 721462 w 1235126"/>
              <a:gd name="connsiteY115" fmla="*/ 143332 h 638479"/>
              <a:gd name="connsiteX116" fmla="*/ 997153 w 1235126"/>
              <a:gd name="connsiteY116" fmla="*/ 143332 h 638479"/>
              <a:gd name="connsiteX117" fmla="*/ 997153 w 1235126"/>
              <a:gd name="connsiteY117" fmla="*/ 67208 h 638479"/>
              <a:gd name="connsiteX118" fmla="*/ 706374 w 1235126"/>
              <a:gd name="connsiteY118" fmla="*/ 67208 h 638479"/>
              <a:gd name="connsiteX119" fmla="*/ 679628 w 1235126"/>
              <a:gd name="connsiteY119" fmla="*/ 75438 h 638479"/>
              <a:gd name="connsiteX120" fmla="*/ 661797 w 1235126"/>
              <a:gd name="connsiteY120" fmla="*/ 42519 h 638479"/>
              <a:gd name="connsiteX121" fmla="*/ 696087 w 1235126"/>
              <a:gd name="connsiteY121" fmla="*/ 44577 h 638479"/>
              <a:gd name="connsiteX122" fmla="*/ 984123 w 1235126"/>
              <a:gd name="connsiteY122" fmla="*/ 44577 h 638479"/>
              <a:gd name="connsiteX123" fmla="*/ 1006069 w 1235126"/>
              <a:gd name="connsiteY123" fmla="*/ 5829 h 638479"/>
              <a:gd name="connsiteX124" fmla="*/ 1016356 w 1235126"/>
              <a:gd name="connsiteY124" fmla="*/ 0 h 63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35126" h="638479">
                <a:moveTo>
                  <a:pt x="85039" y="392277"/>
                </a:moveTo>
                <a:lnTo>
                  <a:pt x="85039" y="517093"/>
                </a:lnTo>
                <a:lnTo>
                  <a:pt x="357988" y="517093"/>
                </a:lnTo>
                <a:lnTo>
                  <a:pt x="357988" y="392277"/>
                </a:lnTo>
                <a:close/>
                <a:moveTo>
                  <a:pt x="677571" y="293522"/>
                </a:moveTo>
                <a:cubicBezTo>
                  <a:pt x="714604" y="293522"/>
                  <a:pt x="745350" y="300266"/>
                  <a:pt x="769811" y="313753"/>
                </a:cubicBezTo>
                <a:cubicBezTo>
                  <a:pt x="794271" y="327241"/>
                  <a:pt x="806501" y="345643"/>
                  <a:pt x="806501" y="368960"/>
                </a:cubicBezTo>
                <a:cubicBezTo>
                  <a:pt x="806501" y="381762"/>
                  <a:pt x="801700" y="392849"/>
                  <a:pt x="792099" y="402221"/>
                </a:cubicBezTo>
                <a:cubicBezTo>
                  <a:pt x="782498" y="411594"/>
                  <a:pt x="771982" y="416280"/>
                  <a:pt x="760552" y="416280"/>
                </a:cubicBezTo>
                <a:cubicBezTo>
                  <a:pt x="749122" y="416280"/>
                  <a:pt x="739407" y="412508"/>
                  <a:pt x="731406" y="404965"/>
                </a:cubicBezTo>
                <a:cubicBezTo>
                  <a:pt x="723405" y="397421"/>
                  <a:pt x="719404" y="386334"/>
                  <a:pt x="719404" y="371703"/>
                </a:cubicBezTo>
                <a:cubicBezTo>
                  <a:pt x="719404" y="351586"/>
                  <a:pt x="716433" y="336842"/>
                  <a:pt x="710489" y="327469"/>
                </a:cubicBezTo>
                <a:cubicBezTo>
                  <a:pt x="704545" y="318097"/>
                  <a:pt x="691744" y="309295"/>
                  <a:pt x="672084" y="301066"/>
                </a:cubicBezTo>
                <a:cubicBezTo>
                  <a:pt x="667969" y="299237"/>
                  <a:pt x="665912" y="297523"/>
                  <a:pt x="665912" y="295922"/>
                </a:cubicBezTo>
                <a:cubicBezTo>
                  <a:pt x="665912" y="294322"/>
                  <a:pt x="669798" y="293522"/>
                  <a:pt x="677571" y="293522"/>
                </a:cubicBezTo>
                <a:close/>
                <a:moveTo>
                  <a:pt x="85039" y="240030"/>
                </a:moveTo>
                <a:lnTo>
                  <a:pt x="85039" y="369646"/>
                </a:lnTo>
                <a:lnTo>
                  <a:pt x="357988" y="369646"/>
                </a:lnTo>
                <a:lnTo>
                  <a:pt x="357988" y="240030"/>
                </a:lnTo>
                <a:close/>
                <a:moveTo>
                  <a:pt x="93269" y="90525"/>
                </a:moveTo>
                <a:cubicBezTo>
                  <a:pt x="92354" y="93268"/>
                  <a:pt x="89611" y="95783"/>
                  <a:pt x="85039" y="98069"/>
                </a:cubicBezTo>
                <a:lnTo>
                  <a:pt x="85039" y="217398"/>
                </a:lnTo>
                <a:lnTo>
                  <a:pt x="357988" y="217398"/>
                </a:lnTo>
                <a:lnTo>
                  <a:pt x="357988" y="90525"/>
                </a:lnTo>
                <a:close/>
                <a:moveTo>
                  <a:pt x="372389" y="25374"/>
                </a:moveTo>
                <a:cubicBezTo>
                  <a:pt x="379705" y="25374"/>
                  <a:pt x="396278" y="33261"/>
                  <a:pt x="422110" y="49034"/>
                </a:cubicBezTo>
                <a:cubicBezTo>
                  <a:pt x="447942" y="64808"/>
                  <a:pt x="463258" y="74866"/>
                  <a:pt x="468059" y="79210"/>
                </a:cubicBezTo>
                <a:cubicBezTo>
                  <a:pt x="472859" y="83553"/>
                  <a:pt x="475260" y="87325"/>
                  <a:pt x="475260" y="90525"/>
                </a:cubicBezTo>
                <a:cubicBezTo>
                  <a:pt x="475260" y="96926"/>
                  <a:pt x="466573" y="103555"/>
                  <a:pt x="449199" y="110413"/>
                </a:cubicBezTo>
                <a:lnTo>
                  <a:pt x="449199" y="510921"/>
                </a:lnTo>
                <a:cubicBezTo>
                  <a:pt x="449199" y="531952"/>
                  <a:pt x="449428" y="546582"/>
                  <a:pt x="449885" y="554812"/>
                </a:cubicBezTo>
                <a:lnTo>
                  <a:pt x="450571" y="578129"/>
                </a:lnTo>
                <a:cubicBezTo>
                  <a:pt x="450571" y="580415"/>
                  <a:pt x="449885" y="582815"/>
                  <a:pt x="448513" y="585330"/>
                </a:cubicBezTo>
                <a:cubicBezTo>
                  <a:pt x="447142" y="587845"/>
                  <a:pt x="441198" y="591388"/>
                  <a:pt x="430683" y="595960"/>
                </a:cubicBezTo>
                <a:cubicBezTo>
                  <a:pt x="420167" y="600532"/>
                  <a:pt x="407137" y="604189"/>
                  <a:pt x="391592" y="606933"/>
                </a:cubicBezTo>
                <a:cubicBezTo>
                  <a:pt x="376047" y="609676"/>
                  <a:pt x="366560" y="611047"/>
                  <a:pt x="363131" y="611047"/>
                </a:cubicBezTo>
                <a:cubicBezTo>
                  <a:pt x="359702" y="611047"/>
                  <a:pt x="357988" y="607161"/>
                  <a:pt x="357988" y="599389"/>
                </a:cubicBezTo>
                <a:lnTo>
                  <a:pt x="357988" y="539724"/>
                </a:lnTo>
                <a:lnTo>
                  <a:pt x="85039" y="539724"/>
                </a:lnTo>
                <a:lnTo>
                  <a:pt x="85039" y="591159"/>
                </a:lnTo>
                <a:cubicBezTo>
                  <a:pt x="85039" y="595274"/>
                  <a:pt x="84353" y="598132"/>
                  <a:pt x="82982" y="599732"/>
                </a:cubicBezTo>
                <a:cubicBezTo>
                  <a:pt x="81610" y="601332"/>
                  <a:pt x="76581" y="603732"/>
                  <a:pt x="67894" y="606933"/>
                </a:cubicBezTo>
                <a:cubicBezTo>
                  <a:pt x="59208" y="610133"/>
                  <a:pt x="47892" y="612991"/>
                  <a:pt x="33947" y="615505"/>
                </a:cubicBezTo>
                <a:cubicBezTo>
                  <a:pt x="20003" y="618020"/>
                  <a:pt x="10058" y="619277"/>
                  <a:pt x="4115" y="619277"/>
                </a:cubicBezTo>
                <a:cubicBezTo>
                  <a:pt x="1372" y="619277"/>
                  <a:pt x="0" y="617448"/>
                  <a:pt x="0" y="613791"/>
                </a:cubicBezTo>
                <a:lnTo>
                  <a:pt x="1372" y="581558"/>
                </a:lnTo>
                <a:cubicBezTo>
                  <a:pt x="2286" y="559155"/>
                  <a:pt x="2743" y="538810"/>
                  <a:pt x="2743" y="520522"/>
                </a:cubicBezTo>
                <a:lnTo>
                  <a:pt x="2743" y="106299"/>
                </a:lnTo>
                <a:cubicBezTo>
                  <a:pt x="2743" y="78409"/>
                  <a:pt x="2286" y="54635"/>
                  <a:pt x="1372" y="34975"/>
                </a:cubicBezTo>
                <a:cubicBezTo>
                  <a:pt x="29261" y="41376"/>
                  <a:pt x="58293" y="52349"/>
                  <a:pt x="88468" y="67894"/>
                </a:cubicBezTo>
                <a:lnTo>
                  <a:pt x="340843" y="67894"/>
                </a:lnTo>
                <a:cubicBezTo>
                  <a:pt x="349072" y="51435"/>
                  <a:pt x="355244" y="40233"/>
                  <a:pt x="359359" y="34290"/>
                </a:cubicBezTo>
                <a:cubicBezTo>
                  <a:pt x="363474" y="28346"/>
                  <a:pt x="367817" y="25374"/>
                  <a:pt x="372389" y="25374"/>
                </a:cubicBezTo>
                <a:close/>
                <a:moveTo>
                  <a:pt x="1016356" y="0"/>
                </a:moveTo>
                <a:cubicBezTo>
                  <a:pt x="1020013" y="0"/>
                  <a:pt x="1031443" y="5372"/>
                  <a:pt x="1050646" y="16116"/>
                </a:cubicBezTo>
                <a:cubicBezTo>
                  <a:pt x="1069848" y="26860"/>
                  <a:pt x="1084250" y="35890"/>
                  <a:pt x="1093851" y="43205"/>
                </a:cubicBezTo>
                <a:cubicBezTo>
                  <a:pt x="1103452" y="50520"/>
                  <a:pt x="1108253" y="56235"/>
                  <a:pt x="1108253" y="60350"/>
                </a:cubicBezTo>
                <a:cubicBezTo>
                  <a:pt x="1108253" y="66751"/>
                  <a:pt x="1098652" y="72694"/>
                  <a:pt x="1079449" y="78181"/>
                </a:cubicBezTo>
                <a:lnTo>
                  <a:pt x="1079449" y="245516"/>
                </a:lnTo>
                <a:lnTo>
                  <a:pt x="1098652" y="245516"/>
                </a:lnTo>
                <a:cubicBezTo>
                  <a:pt x="1104138" y="233172"/>
                  <a:pt x="1110082" y="221742"/>
                  <a:pt x="1116483" y="211226"/>
                </a:cubicBezTo>
                <a:cubicBezTo>
                  <a:pt x="1122883" y="200710"/>
                  <a:pt x="1127227" y="194310"/>
                  <a:pt x="1129513" y="192024"/>
                </a:cubicBezTo>
                <a:cubicBezTo>
                  <a:pt x="1131799" y="189738"/>
                  <a:pt x="1134542" y="188595"/>
                  <a:pt x="1137742" y="188595"/>
                </a:cubicBezTo>
                <a:cubicBezTo>
                  <a:pt x="1143229" y="188595"/>
                  <a:pt x="1159345" y="198882"/>
                  <a:pt x="1186091" y="219456"/>
                </a:cubicBezTo>
                <a:cubicBezTo>
                  <a:pt x="1212837" y="240030"/>
                  <a:pt x="1226211" y="253288"/>
                  <a:pt x="1226211" y="259232"/>
                </a:cubicBezTo>
                <a:cubicBezTo>
                  <a:pt x="1226211" y="265176"/>
                  <a:pt x="1221867" y="268147"/>
                  <a:pt x="1213180" y="268147"/>
                </a:cubicBezTo>
                <a:lnTo>
                  <a:pt x="953948" y="268147"/>
                </a:lnTo>
                <a:cubicBezTo>
                  <a:pt x="953491" y="269519"/>
                  <a:pt x="952119" y="271348"/>
                  <a:pt x="949833" y="273634"/>
                </a:cubicBezTo>
                <a:cubicBezTo>
                  <a:pt x="966292" y="323926"/>
                  <a:pt x="986181" y="364159"/>
                  <a:pt x="1009498" y="394335"/>
                </a:cubicBezTo>
                <a:cubicBezTo>
                  <a:pt x="1026871" y="371475"/>
                  <a:pt x="1046302" y="334670"/>
                  <a:pt x="1067791" y="283921"/>
                </a:cubicBezTo>
                <a:cubicBezTo>
                  <a:pt x="1093394" y="294894"/>
                  <a:pt x="1114997" y="305409"/>
                  <a:pt x="1132599" y="315468"/>
                </a:cubicBezTo>
                <a:cubicBezTo>
                  <a:pt x="1150201" y="325526"/>
                  <a:pt x="1160602" y="332041"/>
                  <a:pt x="1163803" y="335013"/>
                </a:cubicBezTo>
                <a:cubicBezTo>
                  <a:pt x="1167003" y="337985"/>
                  <a:pt x="1168603" y="340842"/>
                  <a:pt x="1168603" y="343585"/>
                </a:cubicBezTo>
                <a:cubicBezTo>
                  <a:pt x="1168603" y="346329"/>
                  <a:pt x="1162774" y="348500"/>
                  <a:pt x="1151116" y="350101"/>
                </a:cubicBezTo>
                <a:cubicBezTo>
                  <a:pt x="1139457" y="351701"/>
                  <a:pt x="1125284" y="356273"/>
                  <a:pt x="1108596" y="363817"/>
                </a:cubicBezTo>
                <a:cubicBezTo>
                  <a:pt x="1091908" y="371360"/>
                  <a:pt x="1063676" y="387019"/>
                  <a:pt x="1023900" y="410794"/>
                </a:cubicBezTo>
                <a:cubicBezTo>
                  <a:pt x="1042188" y="430911"/>
                  <a:pt x="1066191" y="448856"/>
                  <a:pt x="1095909" y="464629"/>
                </a:cubicBezTo>
                <a:cubicBezTo>
                  <a:pt x="1125627" y="480403"/>
                  <a:pt x="1169746" y="496062"/>
                  <a:pt x="1228268" y="511606"/>
                </a:cubicBezTo>
                <a:cubicBezTo>
                  <a:pt x="1232840" y="512978"/>
                  <a:pt x="1235126" y="514464"/>
                  <a:pt x="1235126" y="516064"/>
                </a:cubicBezTo>
                <a:cubicBezTo>
                  <a:pt x="1235126" y="517664"/>
                  <a:pt x="1232611" y="519150"/>
                  <a:pt x="1227582" y="520522"/>
                </a:cubicBezTo>
                <a:cubicBezTo>
                  <a:pt x="1197407" y="529209"/>
                  <a:pt x="1170889" y="553440"/>
                  <a:pt x="1148029" y="593217"/>
                </a:cubicBezTo>
                <a:cubicBezTo>
                  <a:pt x="1145743" y="596417"/>
                  <a:pt x="1143229" y="598017"/>
                  <a:pt x="1140486" y="598017"/>
                </a:cubicBezTo>
                <a:cubicBezTo>
                  <a:pt x="1133170" y="598017"/>
                  <a:pt x="1112253" y="585444"/>
                  <a:pt x="1077735" y="560298"/>
                </a:cubicBezTo>
                <a:cubicBezTo>
                  <a:pt x="1043216" y="535152"/>
                  <a:pt x="1014870" y="501319"/>
                  <a:pt x="992696" y="458800"/>
                </a:cubicBezTo>
                <a:cubicBezTo>
                  <a:pt x="970522" y="416280"/>
                  <a:pt x="954405" y="358902"/>
                  <a:pt x="944347" y="286664"/>
                </a:cubicBezTo>
                <a:lnTo>
                  <a:pt x="944347" y="561670"/>
                </a:lnTo>
                <a:cubicBezTo>
                  <a:pt x="944347" y="581329"/>
                  <a:pt x="940803" y="596303"/>
                  <a:pt x="933717" y="606590"/>
                </a:cubicBezTo>
                <a:cubicBezTo>
                  <a:pt x="926630" y="616877"/>
                  <a:pt x="914172" y="624763"/>
                  <a:pt x="896341" y="630250"/>
                </a:cubicBezTo>
                <a:cubicBezTo>
                  <a:pt x="878510" y="635736"/>
                  <a:pt x="862279" y="638479"/>
                  <a:pt x="847649" y="638479"/>
                </a:cubicBezTo>
                <a:cubicBezTo>
                  <a:pt x="840791" y="638479"/>
                  <a:pt x="836219" y="634593"/>
                  <a:pt x="833933" y="626821"/>
                </a:cubicBezTo>
                <a:cubicBezTo>
                  <a:pt x="830275" y="612648"/>
                  <a:pt x="826275" y="602246"/>
                  <a:pt x="821932" y="595617"/>
                </a:cubicBezTo>
                <a:cubicBezTo>
                  <a:pt x="817588" y="588988"/>
                  <a:pt x="810730" y="583730"/>
                  <a:pt x="801357" y="579843"/>
                </a:cubicBezTo>
                <a:cubicBezTo>
                  <a:pt x="791985" y="575957"/>
                  <a:pt x="776783" y="571728"/>
                  <a:pt x="755752" y="567156"/>
                </a:cubicBezTo>
                <a:cubicBezTo>
                  <a:pt x="750723" y="566242"/>
                  <a:pt x="748208" y="565099"/>
                  <a:pt x="748208" y="563727"/>
                </a:cubicBezTo>
                <a:cubicBezTo>
                  <a:pt x="748208" y="562356"/>
                  <a:pt x="754152" y="561670"/>
                  <a:pt x="766039" y="561670"/>
                </a:cubicBezTo>
                <a:cubicBezTo>
                  <a:pt x="803986" y="561670"/>
                  <a:pt x="829132" y="558927"/>
                  <a:pt x="841477" y="553440"/>
                </a:cubicBezTo>
                <a:cubicBezTo>
                  <a:pt x="853821" y="547954"/>
                  <a:pt x="859993" y="537667"/>
                  <a:pt x="859993" y="522579"/>
                </a:cubicBezTo>
                <a:lnTo>
                  <a:pt x="859993" y="413537"/>
                </a:lnTo>
                <a:cubicBezTo>
                  <a:pt x="811530" y="445998"/>
                  <a:pt x="769125" y="476173"/>
                  <a:pt x="732777" y="504063"/>
                </a:cubicBezTo>
                <a:cubicBezTo>
                  <a:pt x="696430" y="531952"/>
                  <a:pt x="671856" y="552754"/>
                  <a:pt x="659054" y="566470"/>
                </a:cubicBezTo>
                <a:cubicBezTo>
                  <a:pt x="655854" y="570128"/>
                  <a:pt x="653339" y="571957"/>
                  <a:pt x="651510" y="571957"/>
                </a:cubicBezTo>
                <a:cubicBezTo>
                  <a:pt x="649681" y="571957"/>
                  <a:pt x="647967" y="571042"/>
                  <a:pt x="646367" y="569214"/>
                </a:cubicBezTo>
                <a:cubicBezTo>
                  <a:pt x="644766" y="567385"/>
                  <a:pt x="638937" y="557898"/>
                  <a:pt x="628879" y="540753"/>
                </a:cubicBezTo>
                <a:cubicBezTo>
                  <a:pt x="618820" y="523608"/>
                  <a:pt x="608305" y="504063"/>
                  <a:pt x="597332" y="482117"/>
                </a:cubicBezTo>
                <a:cubicBezTo>
                  <a:pt x="702031" y="454685"/>
                  <a:pt x="789585" y="428625"/>
                  <a:pt x="859993" y="403936"/>
                </a:cubicBezTo>
                <a:lnTo>
                  <a:pt x="859993" y="268147"/>
                </a:lnTo>
                <a:lnTo>
                  <a:pt x="635737" y="268147"/>
                </a:lnTo>
                <a:cubicBezTo>
                  <a:pt x="626593" y="268147"/>
                  <a:pt x="618363" y="270662"/>
                  <a:pt x="611048" y="275691"/>
                </a:cubicBezTo>
                <a:lnTo>
                  <a:pt x="593217" y="243459"/>
                </a:lnTo>
                <a:cubicBezTo>
                  <a:pt x="604190" y="244830"/>
                  <a:pt x="615620" y="245516"/>
                  <a:pt x="627507" y="245516"/>
                </a:cubicBezTo>
                <a:lnTo>
                  <a:pt x="997153" y="245516"/>
                </a:lnTo>
                <a:lnTo>
                  <a:pt x="997153" y="165963"/>
                </a:lnTo>
                <a:lnTo>
                  <a:pt x="731749" y="165963"/>
                </a:lnTo>
                <a:cubicBezTo>
                  <a:pt x="722148" y="165963"/>
                  <a:pt x="713232" y="168706"/>
                  <a:pt x="705003" y="174193"/>
                </a:cubicBezTo>
                <a:lnTo>
                  <a:pt x="687172" y="141274"/>
                </a:lnTo>
                <a:cubicBezTo>
                  <a:pt x="698145" y="142646"/>
                  <a:pt x="709575" y="143332"/>
                  <a:pt x="721462" y="143332"/>
                </a:cubicBezTo>
                <a:lnTo>
                  <a:pt x="997153" y="143332"/>
                </a:lnTo>
                <a:lnTo>
                  <a:pt x="997153" y="67208"/>
                </a:lnTo>
                <a:lnTo>
                  <a:pt x="706374" y="67208"/>
                </a:lnTo>
                <a:cubicBezTo>
                  <a:pt x="696773" y="67208"/>
                  <a:pt x="687858" y="69951"/>
                  <a:pt x="679628" y="75438"/>
                </a:cubicBezTo>
                <a:lnTo>
                  <a:pt x="661797" y="42519"/>
                </a:lnTo>
                <a:cubicBezTo>
                  <a:pt x="672770" y="43891"/>
                  <a:pt x="684200" y="44577"/>
                  <a:pt x="696087" y="44577"/>
                </a:cubicBezTo>
                <a:lnTo>
                  <a:pt x="984123" y="44577"/>
                </a:lnTo>
                <a:cubicBezTo>
                  <a:pt x="995553" y="22631"/>
                  <a:pt x="1002868" y="9715"/>
                  <a:pt x="1006069" y="5829"/>
                </a:cubicBezTo>
                <a:cubicBezTo>
                  <a:pt x="1009269" y="1943"/>
                  <a:pt x="1012698" y="0"/>
                  <a:pt x="1016356" y="0"/>
                </a:cubicBezTo>
                <a:close/>
              </a:path>
            </a:pathLst>
          </a:custGeom>
          <a:solidFill>
            <a:srgbClr val="1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p:cNvCxnSpPr/>
          <p:nvPr userDrawn="1"/>
        </p:nvCxnSpPr>
        <p:spPr>
          <a:xfrm>
            <a:off x="1751620" y="4653136"/>
            <a:ext cx="423016" cy="0"/>
          </a:xfrm>
          <a:prstGeom prst="line">
            <a:avLst/>
          </a:prstGeom>
          <a:ln w="38100" cap="rnd">
            <a:solidFill>
              <a:srgbClr val="C2C8D4"/>
            </a:solidFill>
            <a:round/>
          </a:ln>
        </p:spPr>
        <p:style>
          <a:lnRef idx="1">
            <a:schemeClr val="accent1"/>
          </a:lnRef>
          <a:fillRef idx="0">
            <a:schemeClr val="accent1"/>
          </a:fillRef>
          <a:effectRef idx="0">
            <a:schemeClr val="accent1"/>
          </a:effectRef>
          <a:fontRef idx="minor">
            <a:schemeClr val="tx1"/>
          </a:fontRef>
        </p:style>
      </p:cxnSp>
      <p:sp>
        <p:nvSpPr>
          <p:cNvPr id="14" name="任意多边形 5">
            <a:extLst>
              <a:ext uri="{FF2B5EF4-FFF2-40B4-BE49-F238E27FC236}">
                <a16:creationId xmlns:a16="http://schemas.microsoft.com/office/drawing/2014/main" xmlns="" id="{71A371B1-CF95-436B-A4C4-2E18EEF77B1A}"/>
              </a:ext>
            </a:extLst>
          </p:cNvPr>
          <p:cNvSpPr/>
          <p:nvPr userDrawn="1"/>
        </p:nvSpPr>
        <p:spPr>
          <a:xfrm>
            <a:off x="5320817" y="4294629"/>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3C8D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smtClean="0">
                <a:ln>
                  <a:noFill/>
                </a:ln>
                <a:solidFill>
                  <a:schemeClr val="bg1"/>
                </a:solidFill>
                <a:effectLst/>
                <a:uLnTx/>
                <a:uFillTx/>
                <a:latin typeface="Arial Black" panose="020B0A04020102020204" pitchFamily="34" charset="0"/>
                <a:ea typeface="幼圆"/>
              </a:rPr>
              <a:t>4</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21" name="文本占位符 20"/>
          <p:cNvSpPr>
            <a:spLocks noGrp="1"/>
          </p:cNvSpPr>
          <p:nvPr>
            <p:ph type="body" sz="quarter" idx="10"/>
          </p:nvPr>
        </p:nvSpPr>
        <p:spPr>
          <a:xfrm>
            <a:off x="6023992" y="1789056"/>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
        <p:nvSpPr>
          <p:cNvPr id="22" name="文本占位符 20"/>
          <p:cNvSpPr>
            <a:spLocks noGrp="1"/>
          </p:cNvSpPr>
          <p:nvPr>
            <p:ph type="body" sz="quarter" idx="11"/>
          </p:nvPr>
        </p:nvSpPr>
        <p:spPr>
          <a:xfrm>
            <a:off x="6023992" y="2617177"/>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
        <p:nvSpPr>
          <p:cNvPr id="23" name="文本占位符 20"/>
          <p:cNvSpPr>
            <a:spLocks noGrp="1"/>
          </p:cNvSpPr>
          <p:nvPr>
            <p:ph type="body" sz="quarter" idx="12"/>
          </p:nvPr>
        </p:nvSpPr>
        <p:spPr>
          <a:xfrm>
            <a:off x="6023992" y="3455904"/>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800" b="1" kern="1200" dirty="0" smtClean="0">
                <a:solidFill>
                  <a:srgbClr val="4372C4"/>
                </a:solidFill>
                <a:latin typeface="微软雅黑" panose="020B0503020204020204" pitchFamily="34" charset="-122"/>
                <a:ea typeface="微软雅黑" panose="020B0503020204020204" pitchFamily="34" charset="-122"/>
                <a:cs typeface="+mj-cs"/>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
        <p:nvSpPr>
          <p:cNvPr id="24" name="文本占位符 20"/>
          <p:cNvSpPr>
            <a:spLocks noGrp="1"/>
          </p:cNvSpPr>
          <p:nvPr>
            <p:ph type="body" sz="quarter" idx="13"/>
          </p:nvPr>
        </p:nvSpPr>
        <p:spPr>
          <a:xfrm>
            <a:off x="6023992" y="4294629"/>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Tree>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转场-4个-04">
    <p:spTree>
      <p:nvGrpSpPr>
        <p:cNvPr id="1" name=""/>
        <p:cNvGrpSpPr/>
        <p:nvPr/>
      </p:nvGrpSpPr>
      <p:grpSpPr>
        <a:xfrm>
          <a:off x="0" y="0"/>
          <a:ext cx="0" cy="0"/>
          <a:chOff x="0" y="0"/>
          <a:chExt cx="0" cy="0"/>
        </a:xfrm>
      </p:grpSpPr>
      <p:cxnSp>
        <p:nvCxnSpPr>
          <p:cNvPr id="3" name="直接连接符 15">
            <a:extLst>
              <a:ext uri="{FF2B5EF4-FFF2-40B4-BE49-F238E27FC236}">
                <a16:creationId xmlns:a16="http://schemas.microsoft.com/office/drawing/2014/main" xmlns="" id="{A42DA280-60AE-4AA1-AF8A-EDCC1B5336EE}"/>
              </a:ext>
            </a:extLst>
          </p:cNvPr>
          <p:cNvCxnSpPr>
            <a:cxnSpLocks noChangeShapeType="1"/>
          </p:cNvCxnSpPr>
          <p:nvPr userDrawn="1"/>
        </p:nvCxnSpPr>
        <p:spPr bwMode="auto">
          <a:xfrm>
            <a:off x="5568044" y="620688"/>
            <a:ext cx="0" cy="5328592"/>
          </a:xfrm>
          <a:prstGeom prst="line">
            <a:avLst/>
          </a:prstGeom>
          <a:noFill/>
          <a:ln w="6350" algn="ctr">
            <a:gradFill>
              <a:gsLst>
                <a:gs pos="0">
                  <a:srgbClr val="C4C9D4">
                    <a:alpha val="0"/>
                  </a:srgbClr>
                </a:gs>
                <a:gs pos="49000">
                  <a:srgbClr val="858A9E"/>
                </a:gs>
                <a:gs pos="100000">
                  <a:srgbClr val="C3C8D3">
                    <a:alpha val="0"/>
                  </a:srgbClr>
                </a:gs>
              </a:gsLst>
              <a:lin ang="5400000" scaled="1"/>
            </a:gradFill>
            <a:miter lim="800000"/>
            <a:headEnd/>
            <a:tailEnd/>
          </a:ln>
        </p:spPr>
      </p:cxnSp>
      <p:sp>
        <p:nvSpPr>
          <p:cNvPr id="4" name="任意多边形 3">
            <a:extLst>
              <a:ext uri="{FF2B5EF4-FFF2-40B4-BE49-F238E27FC236}">
                <a16:creationId xmlns:a16="http://schemas.microsoft.com/office/drawing/2014/main" xmlns="" id="{B0C36E80-D7F4-46D1-BB56-F732BF850618}"/>
              </a:ext>
            </a:extLst>
          </p:cNvPr>
          <p:cNvSpPr/>
          <p:nvPr userDrawn="1"/>
        </p:nvSpPr>
        <p:spPr>
          <a:xfrm>
            <a:off x="5326532" y="1778451"/>
            <a:ext cx="464185"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4C9D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1</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5" name="任意多边形 4">
            <a:extLst>
              <a:ext uri="{FF2B5EF4-FFF2-40B4-BE49-F238E27FC236}">
                <a16:creationId xmlns:a16="http://schemas.microsoft.com/office/drawing/2014/main" xmlns="" id="{B6D9B684-340F-4C10-A3EA-DAD84CB12A48}"/>
              </a:ext>
            </a:extLst>
          </p:cNvPr>
          <p:cNvSpPr/>
          <p:nvPr userDrawn="1"/>
        </p:nvSpPr>
        <p:spPr>
          <a:xfrm>
            <a:off x="5320817" y="2617177"/>
            <a:ext cx="469900" cy="544513"/>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3C8D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2</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6" name="任意多边形 5">
            <a:extLst>
              <a:ext uri="{FF2B5EF4-FFF2-40B4-BE49-F238E27FC236}">
                <a16:creationId xmlns:a16="http://schemas.microsoft.com/office/drawing/2014/main" xmlns="" id="{71A371B1-CF95-436B-A4C4-2E18EEF77B1A}"/>
              </a:ext>
            </a:extLst>
          </p:cNvPr>
          <p:cNvSpPr/>
          <p:nvPr userDrawn="1"/>
        </p:nvSpPr>
        <p:spPr>
          <a:xfrm>
            <a:off x="5326993" y="3455904"/>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C3C8D3"/>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a:ln>
                  <a:noFill/>
                </a:ln>
                <a:solidFill>
                  <a:schemeClr val="bg1"/>
                </a:solidFill>
                <a:effectLst/>
                <a:uLnTx/>
                <a:uFillTx/>
                <a:latin typeface="Arial Black" panose="020B0A04020102020204" pitchFamily="34" charset="0"/>
                <a:ea typeface="幼圆"/>
              </a:rPr>
              <a:t>3</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10" name="文本框 9">
            <a:extLst>
              <a:ext uri="{FF2B5EF4-FFF2-40B4-BE49-F238E27FC236}">
                <a16:creationId xmlns:a16="http://schemas.microsoft.com/office/drawing/2014/main" xmlns="" id="{2CEE1562-56AC-44EF-95C3-4DD1422CA7FE}"/>
              </a:ext>
            </a:extLst>
          </p:cNvPr>
          <p:cNvSpPr txBox="1"/>
          <p:nvPr userDrawn="1"/>
        </p:nvSpPr>
        <p:spPr>
          <a:xfrm>
            <a:off x="1620763" y="2556927"/>
            <a:ext cx="1370888" cy="461665"/>
          </a:xfrm>
          <a:prstGeom prst="rect">
            <a:avLst/>
          </a:prstGeom>
          <a:noFill/>
        </p:spPr>
        <p:txBody>
          <a:bodyPr wrap="none">
            <a:spAutoFit/>
          </a:bodyPr>
          <a:lstStyle/>
          <a:p>
            <a:pPr>
              <a:defRPr/>
            </a:pPr>
            <a:r>
              <a:rPr lang="en-US" altLang="zh-CN" sz="2400" kern="0" dirty="0" smtClean="0">
                <a:solidFill>
                  <a:srgbClr val="84899E"/>
                </a:solidFill>
                <a:latin typeface="Microsoft YaHei Light" charset="-122"/>
                <a:ea typeface="Microsoft YaHei Light" charset="-122"/>
                <a:cs typeface="Microsoft YaHei Light" charset="-122"/>
              </a:rPr>
              <a:t>contents</a:t>
            </a:r>
            <a:endParaRPr lang="zh-CN" altLang="en-US" sz="2400" kern="0" dirty="0">
              <a:solidFill>
                <a:srgbClr val="84899E"/>
              </a:solidFill>
              <a:latin typeface="Microsoft YaHei Light" charset="-122"/>
              <a:ea typeface="Microsoft YaHei Light" charset="-122"/>
              <a:cs typeface="Microsoft YaHei Light" charset="-122"/>
            </a:endParaRPr>
          </a:p>
        </p:txBody>
      </p:sp>
      <p:sp>
        <p:nvSpPr>
          <p:cNvPr id="11" name="任意形状 10"/>
          <p:cNvSpPr/>
          <p:nvPr userDrawn="1"/>
        </p:nvSpPr>
        <p:spPr>
          <a:xfrm>
            <a:off x="1688644" y="1916832"/>
            <a:ext cx="1235126" cy="638479"/>
          </a:xfrm>
          <a:custGeom>
            <a:avLst/>
            <a:gdLst>
              <a:gd name="connsiteX0" fmla="*/ 85039 w 1235126"/>
              <a:gd name="connsiteY0" fmla="*/ 392277 h 638479"/>
              <a:gd name="connsiteX1" fmla="*/ 85039 w 1235126"/>
              <a:gd name="connsiteY1" fmla="*/ 517093 h 638479"/>
              <a:gd name="connsiteX2" fmla="*/ 357988 w 1235126"/>
              <a:gd name="connsiteY2" fmla="*/ 517093 h 638479"/>
              <a:gd name="connsiteX3" fmla="*/ 357988 w 1235126"/>
              <a:gd name="connsiteY3" fmla="*/ 392277 h 638479"/>
              <a:gd name="connsiteX4" fmla="*/ 677571 w 1235126"/>
              <a:gd name="connsiteY4" fmla="*/ 293522 h 638479"/>
              <a:gd name="connsiteX5" fmla="*/ 769811 w 1235126"/>
              <a:gd name="connsiteY5" fmla="*/ 313753 h 638479"/>
              <a:gd name="connsiteX6" fmla="*/ 806501 w 1235126"/>
              <a:gd name="connsiteY6" fmla="*/ 368960 h 638479"/>
              <a:gd name="connsiteX7" fmla="*/ 792099 w 1235126"/>
              <a:gd name="connsiteY7" fmla="*/ 402221 h 638479"/>
              <a:gd name="connsiteX8" fmla="*/ 760552 w 1235126"/>
              <a:gd name="connsiteY8" fmla="*/ 416280 h 638479"/>
              <a:gd name="connsiteX9" fmla="*/ 731406 w 1235126"/>
              <a:gd name="connsiteY9" fmla="*/ 404965 h 638479"/>
              <a:gd name="connsiteX10" fmla="*/ 719404 w 1235126"/>
              <a:gd name="connsiteY10" fmla="*/ 371703 h 638479"/>
              <a:gd name="connsiteX11" fmla="*/ 710489 w 1235126"/>
              <a:gd name="connsiteY11" fmla="*/ 327469 h 638479"/>
              <a:gd name="connsiteX12" fmla="*/ 672084 w 1235126"/>
              <a:gd name="connsiteY12" fmla="*/ 301066 h 638479"/>
              <a:gd name="connsiteX13" fmla="*/ 665912 w 1235126"/>
              <a:gd name="connsiteY13" fmla="*/ 295922 h 638479"/>
              <a:gd name="connsiteX14" fmla="*/ 677571 w 1235126"/>
              <a:gd name="connsiteY14" fmla="*/ 293522 h 638479"/>
              <a:gd name="connsiteX15" fmla="*/ 85039 w 1235126"/>
              <a:gd name="connsiteY15" fmla="*/ 240030 h 638479"/>
              <a:gd name="connsiteX16" fmla="*/ 85039 w 1235126"/>
              <a:gd name="connsiteY16" fmla="*/ 369646 h 638479"/>
              <a:gd name="connsiteX17" fmla="*/ 357988 w 1235126"/>
              <a:gd name="connsiteY17" fmla="*/ 369646 h 638479"/>
              <a:gd name="connsiteX18" fmla="*/ 357988 w 1235126"/>
              <a:gd name="connsiteY18" fmla="*/ 240030 h 638479"/>
              <a:gd name="connsiteX19" fmla="*/ 93269 w 1235126"/>
              <a:gd name="connsiteY19" fmla="*/ 90525 h 638479"/>
              <a:gd name="connsiteX20" fmla="*/ 85039 w 1235126"/>
              <a:gd name="connsiteY20" fmla="*/ 98069 h 638479"/>
              <a:gd name="connsiteX21" fmla="*/ 85039 w 1235126"/>
              <a:gd name="connsiteY21" fmla="*/ 217398 h 638479"/>
              <a:gd name="connsiteX22" fmla="*/ 357988 w 1235126"/>
              <a:gd name="connsiteY22" fmla="*/ 217398 h 638479"/>
              <a:gd name="connsiteX23" fmla="*/ 357988 w 1235126"/>
              <a:gd name="connsiteY23" fmla="*/ 90525 h 638479"/>
              <a:gd name="connsiteX24" fmla="*/ 372389 w 1235126"/>
              <a:gd name="connsiteY24" fmla="*/ 25374 h 638479"/>
              <a:gd name="connsiteX25" fmla="*/ 422110 w 1235126"/>
              <a:gd name="connsiteY25" fmla="*/ 49034 h 638479"/>
              <a:gd name="connsiteX26" fmla="*/ 468059 w 1235126"/>
              <a:gd name="connsiteY26" fmla="*/ 79210 h 638479"/>
              <a:gd name="connsiteX27" fmla="*/ 475260 w 1235126"/>
              <a:gd name="connsiteY27" fmla="*/ 90525 h 638479"/>
              <a:gd name="connsiteX28" fmla="*/ 449199 w 1235126"/>
              <a:gd name="connsiteY28" fmla="*/ 110413 h 638479"/>
              <a:gd name="connsiteX29" fmla="*/ 449199 w 1235126"/>
              <a:gd name="connsiteY29" fmla="*/ 510921 h 638479"/>
              <a:gd name="connsiteX30" fmla="*/ 449885 w 1235126"/>
              <a:gd name="connsiteY30" fmla="*/ 554812 h 638479"/>
              <a:gd name="connsiteX31" fmla="*/ 450571 w 1235126"/>
              <a:gd name="connsiteY31" fmla="*/ 578129 h 638479"/>
              <a:gd name="connsiteX32" fmla="*/ 448513 w 1235126"/>
              <a:gd name="connsiteY32" fmla="*/ 585330 h 638479"/>
              <a:gd name="connsiteX33" fmla="*/ 430683 w 1235126"/>
              <a:gd name="connsiteY33" fmla="*/ 595960 h 638479"/>
              <a:gd name="connsiteX34" fmla="*/ 391592 w 1235126"/>
              <a:gd name="connsiteY34" fmla="*/ 606933 h 638479"/>
              <a:gd name="connsiteX35" fmla="*/ 363131 w 1235126"/>
              <a:gd name="connsiteY35" fmla="*/ 611047 h 638479"/>
              <a:gd name="connsiteX36" fmla="*/ 357988 w 1235126"/>
              <a:gd name="connsiteY36" fmla="*/ 599389 h 638479"/>
              <a:gd name="connsiteX37" fmla="*/ 357988 w 1235126"/>
              <a:gd name="connsiteY37" fmla="*/ 539724 h 638479"/>
              <a:gd name="connsiteX38" fmla="*/ 85039 w 1235126"/>
              <a:gd name="connsiteY38" fmla="*/ 539724 h 638479"/>
              <a:gd name="connsiteX39" fmla="*/ 85039 w 1235126"/>
              <a:gd name="connsiteY39" fmla="*/ 591159 h 638479"/>
              <a:gd name="connsiteX40" fmla="*/ 82982 w 1235126"/>
              <a:gd name="connsiteY40" fmla="*/ 599732 h 638479"/>
              <a:gd name="connsiteX41" fmla="*/ 67894 w 1235126"/>
              <a:gd name="connsiteY41" fmla="*/ 606933 h 638479"/>
              <a:gd name="connsiteX42" fmla="*/ 33947 w 1235126"/>
              <a:gd name="connsiteY42" fmla="*/ 615505 h 638479"/>
              <a:gd name="connsiteX43" fmla="*/ 4115 w 1235126"/>
              <a:gd name="connsiteY43" fmla="*/ 619277 h 638479"/>
              <a:gd name="connsiteX44" fmla="*/ 0 w 1235126"/>
              <a:gd name="connsiteY44" fmla="*/ 613791 h 638479"/>
              <a:gd name="connsiteX45" fmla="*/ 1372 w 1235126"/>
              <a:gd name="connsiteY45" fmla="*/ 581558 h 638479"/>
              <a:gd name="connsiteX46" fmla="*/ 2743 w 1235126"/>
              <a:gd name="connsiteY46" fmla="*/ 520522 h 638479"/>
              <a:gd name="connsiteX47" fmla="*/ 2743 w 1235126"/>
              <a:gd name="connsiteY47" fmla="*/ 106299 h 638479"/>
              <a:gd name="connsiteX48" fmla="*/ 1372 w 1235126"/>
              <a:gd name="connsiteY48" fmla="*/ 34975 h 638479"/>
              <a:gd name="connsiteX49" fmla="*/ 88468 w 1235126"/>
              <a:gd name="connsiteY49" fmla="*/ 67894 h 638479"/>
              <a:gd name="connsiteX50" fmla="*/ 340843 w 1235126"/>
              <a:gd name="connsiteY50" fmla="*/ 67894 h 638479"/>
              <a:gd name="connsiteX51" fmla="*/ 359359 w 1235126"/>
              <a:gd name="connsiteY51" fmla="*/ 34290 h 638479"/>
              <a:gd name="connsiteX52" fmla="*/ 372389 w 1235126"/>
              <a:gd name="connsiteY52" fmla="*/ 25374 h 638479"/>
              <a:gd name="connsiteX53" fmla="*/ 1016356 w 1235126"/>
              <a:gd name="connsiteY53" fmla="*/ 0 h 638479"/>
              <a:gd name="connsiteX54" fmla="*/ 1050646 w 1235126"/>
              <a:gd name="connsiteY54" fmla="*/ 16116 h 638479"/>
              <a:gd name="connsiteX55" fmla="*/ 1093851 w 1235126"/>
              <a:gd name="connsiteY55" fmla="*/ 43205 h 638479"/>
              <a:gd name="connsiteX56" fmla="*/ 1108253 w 1235126"/>
              <a:gd name="connsiteY56" fmla="*/ 60350 h 638479"/>
              <a:gd name="connsiteX57" fmla="*/ 1079449 w 1235126"/>
              <a:gd name="connsiteY57" fmla="*/ 78181 h 638479"/>
              <a:gd name="connsiteX58" fmla="*/ 1079449 w 1235126"/>
              <a:gd name="connsiteY58" fmla="*/ 245516 h 638479"/>
              <a:gd name="connsiteX59" fmla="*/ 1098652 w 1235126"/>
              <a:gd name="connsiteY59" fmla="*/ 245516 h 638479"/>
              <a:gd name="connsiteX60" fmla="*/ 1116483 w 1235126"/>
              <a:gd name="connsiteY60" fmla="*/ 211226 h 638479"/>
              <a:gd name="connsiteX61" fmla="*/ 1129513 w 1235126"/>
              <a:gd name="connsiteY61" fmla="*/ 192024 h 638479"/>
              <a:gd name="connsiteX62" fmla="*/ 1137742 w 1235126"/>
              <a:gd name="connsiteY62" fmla="*/ 188595 h 638479"/>
              <a:gd name="connsiteX63" fmla="*/ 1186091 w 1235126"/>
              <a:gd name="connsiteY63" fmla="*/ 219456 h 638479"/>
              <a:gd name="connsiteX64" fmla="*/ 1226211 w 1235126"/>
              <a:gd name="connsiteY64" fmla="*/ 259232 h 638479"/>
              <a:gd name="connsiteX65" fmla="*/ 1213180 w 1235126"/>
              <a:gd name="connsiteY65" fmla="*/ 268147 h 638479"/>
              <a:gd name="connsiteX66" fmla="*/ 953948 w 1235126"/>
              <a:gd name="connsiteY66" fmla="*/ 268147 h 638479"/>
              <a:gd name="connsiteX67" fmla="*/ 949833 w 1235126"/>
              <a:gd name="connsiteY67" fmla="*/ 273634 h 638479"/>
              <a:gd name="connsiteX68" fmla="*/ 1009498 w 1235126"/>
              <a:gd name="connsiteY68" fmla="*/ 394335 h 638479"/>
              <a:gd name="connsiteX69" fmla="*/ 1067791 w 1235126"/>
              <a:gd name="connsiteY69" fmla="*/ 283921 h 638479"/>
              <a:gd name="connsiteX70" fmla="*/ 1132599 w 1235126"/>
              <a:gd name="connsiteY70" fmla="*/ 315468 h 638479"/>
              <a:gd name="connsiteX71" fmla="*/ 1163803 w 1235126"/>
              <a:gd name="connsiteY71" fmla="*/ 335013 h 638479"/>
              <a:gd name="connsiteX72" fmla="*/ 1168603 w 1235126"/>
              <a:gd name="connsiteY72" fmla="*/ 343585 h 638479"/>
              <a:gd name="connsiteX73" fmla="*/ 1151116 w 1235126"/>
              <a:gd name="connsiteY73" fmla="*/ 350101 h 638479"/>
              <a:gd name="connsiteX74" fmla="*/ 1108596 w 1235126"/>
              <a:gd name="connsiteY74" fmla="*/ 363817 h 638479"/>
              <a:gd name="connsiteX75" fmla="*/ 1023900 w 1235126"/>
              <a:gd name="connsiteY75" fmla="*/ 410794 h 638479"/>
              <a:gd name="connsiteX76" fmla="*/ 1095909 w 1235126"/>
              <a:gd name="connsiteY76" fmla="*/ 464629 h 638479"/>
              <a:gd name="connsiteX77" fmla="*/ 1228268 w 1235126"/>
              <a:gd name="connsiteY77" fmla="*/ 511606 h 638479"/>
              <a:gd name="connsiteX78" fmla="*/ 1235126 w 1235126"/>
              <a:gd name="connsiteY78" fmla="*/ 516064 h 638479"/>
              <a:gd name="connsiteX79" fmla="*/ 1227582 w 1235126"/>
              <a:gd name="connsiteY79" fmla="*/ 520522 h 638479"/>
              <a:gd name="connsiteX80" fmla="*/ 1148029 w 1235126"/>
              <a:gd name="connsiteY80" fmla="*/ 593217 h 638479"/>
              <a:gd name="connsiteX81" fmla="*/ 1140486 w 1235126"/>
              <a:gd name="connsiteY81" fmla="*/ 598017 h 638479"/>
              <a:gd name="connsiteX82" fmla="*/ 1077735 w 1235126"/>
              <a:gd name="connsiteY82" fmla="*/ 560298 h 638479"/>
              <a:gd name="connsiteX83" fmla="*/ 992696 w 1235126"/>
              <a:gd name="connsiteY83" fmla="*/ 458800 h 638479"/>
              <a:gd name="connsiteX84" fmla="*/ 944347 w 1235126"/>
              <a:gd name="connsiteY84" fmla="*/ 286664 h 638479"/>
              <a:gd name="connsiteX85" fmla="*/ 944347 w 1235126"/>
              <a:gd name="connsiteY85" fmla="*/ 561670 h 638479"/>
              <a:gd name="connsiteX86" fmla="*/ 933717 w 1235126"/>
              <a:gd name="connsiteY86" fmla="*/ 606590 h 638479"/>
              <a:gd name="connsiteX87" fmla="*/ 896341 w 1235126"/>
              <a:gd name="connsiteY87" fmla="*/ 630250 h 638479"/>
              <a:gd name="connsiteX88" fmla="*/ 847649 w 1235126"/>
              <a:gd name="connsiteY88" fmla="*/ 638479 h 638479"/>
              <a:gd name="connsiteX89" fmla="*/ 833933 w 1235126"/>
              <a:gd name="connsiteY89" fmla="*/ 626821 h 638479"/>
              <a:gd name="connsiteX90" fmla="*/ 821932 w 1235126"/>
              <a:gd name="connsiteY90" fmla="*/ 595617 h 638479"/>
              <a:gd name="connsiteX91" fmla="*/ 801357 w 1235126"/>
              <a:gd name="connsiteY91" fmla="*/ 579843 h 638479"/>
              <a:gd name="connsiteX92" fmla="*/ 755752 w 1235126"/>
              <a:gd name="connsiteY92" fmla="*/ 567156 h 638479"/>
              <a:gd name="connsiteX93" fmla="*/ 748208 w 1235126"/>
              <a:gd name="connsiteY93" fmla="*/ 563727 h 638479"/>
              <a:gd name="connsiteX94" fmla="*/ 766039 w 1235126"/>
              <a:gd name="connsiteY94" fmla="*/ 561670 h 638479"/>
              <a:gd name="connsiteX95" fmla="*/ 841477 w 1235126"/>
              <a:gd name="connsiteY95" fmla="*/ 553440 h 638479"/>
              <a:gd name="connsiteX96" fmla="*/ 859993 w 1235126"/>
              <a:gd name="connsiteY96" fmla="*/ 522579 h 638479"/>
              <a:gd name="connsiteX97" fmla="*/ 859993 w 1235126"/>
              <a:gd name="connsiteY97" fmla="*/ 413537 h 638479"/>
              <a:gd name="connsiteX98" fmla="*/ 732777 w 1235126"/>
              <a:gd name="connsiteY98" fmla="*/ 504063 h 638479"/>
              <a:gd name="connsiteX99" fmla="*/ 659054 w 1235126"/>
              <a:gd name="connsiteY99" fmla="*/ 566470 h 638479"/>
              <a:gd name="connsiteX100" fmla="*/ 651510 w 1235126"/>
              <a:gd name="connsiteY100" fmla="*/ 571957 h 638479"/>
              <a:gd name="connsiteX101" fmla="*/ 646367 w 1235126"/>
              <a:gd name="connsiteY101" fmla="*/ 569214 h 638479"/>
              <a:gd name="connsiteX102" fmla="*/ 628879 w 1235126"/>
              <a:gd name="connsiteY102" fmla="*/ 540753 h 638479"/>
              <a:gd name="connsiteX103" fmla="*/ 597332 w 1235126"/>
              <a:gd name="connsiteY103" fmla="*/ 482117 h 638479"/>
              <a:gd name="connsiteX104" fmla="*/ 859993 w 1235126"/>
              <a:gd name="connsiteY104" fmla="*/ 403936 h 638479"/>
              <a:gd name="connsiteX105" fmla="*/ 859993 w 1235126"/>
              <a:gd name="connsiteY105" fmla="*/ 268147 h 638479"/>
              <a:gd name="connsiteX106" fmla="*/ 635737 w 1235126"/>
              <a:gd name="connsiteY106" fmla="*/ 268147 h 638479"/>
              <a:gd name="connsiteX107" fmla="*/ 611048 w 1235126"/>
              <a:gd name="connsiteY107" fmla="*/ 275691 h 638479"/>
              <a:gd name="connsiteX108" fmla="*/ 593217 w 1235126"/>
              <a:gd name="connsiteY108" fmla="*/ 243459 h 638479"/>
              <a:gd name="connsiteX109" fmla="*/ 627507 w 1235126"/>
              <a:gd name="connsiteY109" fmla="*/ 245516 h 638479"/>
              <a:gd name="connsiteX110" fmla="*/ 997153 w 1235126"/>
              <a:gd name="connsiteY110" fmla="*/ 245516 h 638479"/>
              <a:gd name="connsiteX111" fmla="*/ 997153 w 1235126"/>
              <a:gd name="connsiteY111" fmla="*/ 165963 h 638479"/>
              <a:gd name="connsiteX112" fmla="*/ 731749 w 1235126"/>
              <a:gd name="connsiteY112" fmla="*/ 165963 h 638479"/>
              <a:gd name="connsiteX113" fmla="*/ 705003 w 1235126"/>
              <a:gd name="connsiteY113" fmla="*/ 174193 h 638479"/>
              <a:gd name="connsiteX114" fmla="*/ 687172 w 1235126"/>
              <a:gd name="connsiteY114" fmla="*/ 141274 h 638479"/>
              <a:gd name="connsiteX115" fmla="*/ 721462 w 1235126"/>
              <a:gd name="connsiteY115" fmla="*/ 143332 h 638479"/>
              <a:gd name="connsiteX116" fmla="*/ 997153 w 1235126"/>
              <a:gd name="connsiteY116" fmla="*/ 143332 h 638479"/>
              <a:gd name="connsiteX117" fmla="*/ 997153 w 1235126"/>
              <a:gd name="connsiteY117" fmla="*/ 67208 h 638479"/>
              <a:gd name="connsiteX118" fmla="*/ 706374 w 1235126"/>
              <a:gd name="connsiteY118" fmla="*/ 67208 h 638479"/>
              <a:gd name="connsiteX119" fmla="*/ 679628 w 1235126"/>
              <a:gd name="connsiteY119" fmla="*/ 75438 h 638479"/>
              <a:gd name="connsiteX120" fmla="*/ 661797 w 1235126"/>
              <a:gd name="connsiteY120" fmla="*/ 42519 h 638479"/>
              <a:gd name="connsiteX121" fmla="*/ 696087 w 1235126"/>
              <a:gd name="connsiteY121" fmla="*/ 44577 h 638479"/>
              <a:gd name="connsiteX122" fmla="*/ 984123 w 1235126"/>
              <a:gd name="connsiteY122" fmla="*/ 44577 h 638479"/>
              <a:gd name="connsiteX123" fmla="*/ 1006069 w 1235126"/>
              <a:gd name="connsiteY123" fmla="*/ 5829 h 638479"/>
              <a:gd name="connsiteX124" fmla="*/ 1016356 w 1235126"/>
              <a:gd name="connsiteY124" fmla="*/ 0 h 6384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35126" h="638479">
                <a:moveTo>
                  <a:pt x="85039" y="392277"/>
                </a:moveTo>
                <a:lnTo>
                  <a:pt x="85039" y="517093"/>
                </a:lnTo>
                <a:lnTo>
                  <a:pt x="357988" y="517093"/>
                </a:lnTo>
                <a:lnTo>
                  <a:pt x="357988" y="392277"/>
                </a:lnTo>
                <a:close/>
                <a:moveTo>
                  <a:pt x="677571" y="293522"/>
                </a:moveTo>
                <a:cubicBezTo>
                  <a:pt x="714604" y="293522"/>
                  <a:pt x="745350" y="300266"/>
                  <a:pt x="769811" y="313753"/>
                </a:cubicBezTo>
                <a:cubicBezTo>
                  <a:pt x="794271" y="327241"/>
                  <a:pt x="806501" y="345643"/>
                  <a:pt x="806501" y="368960"/>
                </a:cubicBezTo>
                <a:cubicBezTo>
                  <a:pt x="806501" y="381762"/>
                  <a:pt x="801700" y="392849"/>
                  <a:pt x="792099" y="402221"/>
                </a:cubicBezTo>
                <a:cubicBezTo>
                  <a:pt x="782498" y="411594"/>
                  <a:pt x="771982" y="416280"/>
                  <a:pt x="760552" y="416280"/>
                </a:cubicBezTo>
                <a:cubicBezTo>
                  <a:pt x="749122" y="416280"/>
                  <a:pt x="739407" y="412508"/>
                  <a:pt x="731406" y="404965"/>
                </a:cubicBezTo>
                <a:cubicBezTo>
                  <a:pt x="723405" y="397421"/>
                  <a:pt x="719404" y="386334"/>
                  <a:pt x="719404" y="371703"/>
                </a:cubicBezTo>
                <a:cubicBezTo>
                  <a:pt x="719404" y="351586"/>
                  <a:pt x="716433" y="336842"/>
                  <a:pt x="710489" y="327469"/>
                </a:cubicBezTo>
                <a:cubicBezTo>
                  <a:pt x="704545" y="318097"/>
                  <a:pt x="691744" y="309295"/>
                  <a:pt x="672084" y="301066"/>
                </a:cubicBezTo>
                <a:cubicBezTo>
                  <a:pt x="667969" y="299237"/>
                  <a:pt x="665912" y="297523"/>
                  <a:pt x="665912" y="295922"/>
                </a:cubicBezTo>
                <a:cubicBezTo>
                  <a:pt x="665912" y="294322"/>
                  <a:pt x="669798" y="293522"/>
                  <a:pt x="677571" y="293522"/>
                </a:cubicBezTo>
                <a:close/>
                <a:moveTo>
                  <a:pt x="85039" y="240030"/>
                </a:moveTo>
                <a:lnTo>
                  <a:pt x="85039" y="369646"/>
                </a:lnTo>
                <a:lnTo>
                  <a:pt x="357988" y="369646"/>
                </a:lnTo>
                <a:lnTo>
                  <a:pt x="357988" y="240030"/>
                </a:lnTo>
                <a:close/>
                <a:moveTo>
                  <a:pt x="93269" y="90525"/>
                </a:moveTo>
                <a:cubicBezTo>
                  <a:pt x="92354" y="93268"/>
                  <a:pt x="89611" y="95783"/>
                  <a:pt x="85039" y="98069"/>
                </a:cubicBezTo>
                <a:lnTo>
                  <a:pt x="85039" y="217398"/>
                </a:lnTo>
                <a:lnTo>
                  <a:pt x="357988" y="217398"/>
                </a:lnTo>
                <a:lnTo>
                  <a:pt x="357988" y="90525"/>
                </a:lnTo>
                <a:close/>
                <a:moveTo>
                  <a:pt x="372389" y="25374"/>
                </a:moveTo>
                <a:cubicBezTo>
                  <a:pt x="379705" y="25374"/>
                  <a:pt x="396278" y="33261"/>
                  <a:pt x="422110" y="49034"/>
                </a:cubicBezTo>
                <a:cubicBezTo>
                  <a:pt x="447942" y="64808"/>
                  <a:pt x="463258" y="74866"/>
                  <a:pt x="468059" y="79210"/>
                </a:cubicBezTo>
                <a:cubicBezTo>
                  <a:pt x="472859" y="83553"/>
                  <a:pt x="475260" y="87325"/>
                  <a:pt x="475260" y="90525"/>
                </a:cubicBezTo>
                <a:cubicBezTo>
                  <a:pt x="475260" y="96926"/>
                  <a:pt x="466573" y="103555"/>
                  <a:pt x="449199" y="110413"/>
                </a:cubicBezTo>
                <a:lnTo>
                  <a:pt x="449199" y="510921"/>
                </a:lnTo>
                <a:cubicBezTo>
                  <a:pt x="449199" y="531952"/>
                  <a:pt x="449428" y="546582"/>
                  <a:pt x="449885" y="554812"/>
                </a:cubicBezTo>
                <a:lnTo>
                  <a:pt x="450571" y="578129"/>
                </a:lnTo>
                <a:cubicBezTo>
                  <a:pt x="450571" y="580415"/>
                  <a:pt x="449885" y="582815"/>
                  <a:pt x="448513" y="585330"/>
                </a:cubicBezTo>
                <a:cubicBezTo>
                  <a:pt x="447142" y="587845"/>
                  <a:pt x="441198" y="591388"/>
                  <a:pt x="430683" y="595960"/>
                </a:cubicBezTo>
                <a:cubicBezTo>
                  <a:pt x="420167" y="600532"/>
                  <a:pt x="407137" y="604189"/>
                  <a:pt x="391592" y="606933"/>
                </a:cubicBezTo>
                <a:cubicBezTo>
                  <a:pt x="376047" y="609676"/>
                  <a:pt x="366560" y="611047"/>
                  <a:pt x="363131" y="611047"/>
                </a:cubicBezTo>
                <a:cubicBezTo>
                  <a:pt x="359702" y="611047"/>
                  <a:pt x="357988" y="607161"/>
                  <a:pt x="357988" y="599389"/>
                </a:cubicBezTo>
                <a:lnTo>
                  <a:pt x="357988" y="539724"/>
                </a:lnTo>
                <a:lnTo>
                  <a:pt x="85039" y="539724"/>
                </a:lnTo>
                <a:lnTo>
                  <a:pt x="85039" y="591159"/>
                </a:lnTo>
                <a:cubicBezTo>
                  <a:pt x="85039" y="595274"/>
                  <a:pt x="84353" y="598132"/>
                  <a:pt x="82982" y="599732"/>
                </a:cubicBezTo>
                <a:cubicBezTo>
                  <a:pt x="81610" y="601332"/>
                  <a:pt x="76581" y="603732"/>
                  <a:pt x="67894" y="606933"/>
                </a:cubicBezTo>
                <a:cubicBezTo>
                  <a:pt x="59208" y="610133"/>
                  <a:pt x="47892" y="612991"/>
                  <a:pt x="33947" y="615505"/>
                </a:cubicBezTo>
                <a:cubicBezTo>
                  <a:pt x="20003" y="618020"/>
                  <a:pt x="10058" y="619277"/>
                  <a:pt x="4115" y="619277"/>
                </a:cubicBezTo>
                <a:cubicBezTo>
                  <a:pt x="1372" y="619277"/>
                  <a:pt x="0" y="617448"/>
                  <a:pt x="0" y="613791"/>
                </a:cubicBezTo>
                <a:lnTo>
                  <a:pt x="1372" y="581558"/>
                </a:lnTo>
                <a:cubicBezTo>
                  <a:pt x="2286" y="559155"/>
                  <a:pt x="2743" y="538810"/>
                  <a:pt x="2743" y="520522"/>
                </a:cubicBezTo>
                <a:lnTo>
                  <a:pt x="2743" y="106299"/>
                </a:lnTo>
                <a:cubicBezTo>
                  <a:pt x="2743" y="78409"/>
                  <a:pt x="2286" y="54635"/>
                  <a:pt x="1372" y="34975"/>
                </a:cubicBezTo>
                <a:cubicBezTo>
                  <a:pt x="29261" y="41376"/>
                  <a:pt x="58293" y="52349"/>
                  <a:pt x="88468" y="67894"/>
                </a:cubicBezTo>
                <a:lnTo>
                  <a:pt x="340843" y="67894"/>
                </a:lnTo>
                <a:cubicBezTo>
                  <a:pt x="349072" y="51435"/>
                  <a:pt x="355244" y="40233"/>
                  <a:pt x="359359" y="34290"/>
                </a:cubicBezTo>
                <a:cubicBezTo>
                  <a:pt x="363474" y="28346"/>
                  <a:pt x="367817" y="25374"/>
                  <a:pt x="372389" y="25374"/>
                </a:cubicBezTo>
                <a:close/>
                <a:moveTo>
                  <a:pt x="1016356" y="0"/>
                </a:moveTo>
                <a:cubicBezTo>
                  <a:pt x="1020013" y="0"/>
                  <a:pt x="1031443" y="5372"/>
                  <a:pt x="1050646" y="16116"/>
                </a:cubicBezTo>
                <a:cubicBezTo>
                  <a:pt x="1069848" y="26860"/>
                  <a:pt x="1084250" y="35890"/>
                  <a:pt x="1093851" y="43205"/>
                </a:cubicBezTo>
                <a:cubicBezTo>
                  <a:pt x="1103452" y="50520"/>
                  <a:pt x="1108253" y="56235"/>
                  <a:pt x="1108253" y="60350"/>
                </a:cubicBezTo>
                <a:cubicBezTo>
                  <a:pt x="1108253" y="66751"/>
                  <a:pt x="1098652" y="72694"/>
                  <a:pt x="1079449" y="78181"/>
                </a:cubicBezTo>
                <a:lnTo>
                  <a:pt x="1079449" y="245516"/>
                </a:lnTo>
                <a:lnTo>
                  <a:pt x="1098652" y="245516"/>
                </a:lnTo>
                <a:cubicBezTo>
                  <a:pt x="1104138" y="233172"/>
                  <a:pt x="1110082" y="221742"/>
                  <a:pt x="1116483" y="211226"/>
                </a:cubicBezTo>
                <a:cubicBezTo>
                  <a:pt x="1122883" y="200710"/>
                  <a:pt x="1127227" y="194310"/>
                  <a:pt x="1129513" y="192024"/>
                </a:cubicBezTo>
                <a:cubicBezTo>
                  <a:pt x="1131799" y="189738"/>
                  <a:pt x="1134542" y="188595"/>
                  <a:pt x="1137742" y="188595"/>
                </a:cubicBezTo>
                <a:cubicBezTo>
                  <a:pt x="1143229" y="188595"/>
                  <a:pt x="1159345" y="198882"/>
                  <a:pt x="1186091" y="219456"/>
                </a:cubicBezTo>
                <a:cubicBezTo>
                  <a:pt x="1212837" y="240030"/>
                  <a:pt x="1226211" y="253288"/>
                  <a:pt x="1226211" y="259232"/>
                </a:cubicBezTo>
                <a:cubicBezTo>
                  <a:pt x="1226211" y="265176"/>
                  <a:pt x="1221867" y="268147"/>
                  <a:pt x="1213180" y="268147"/>
                </a:cubicBezTo>
                <a:lnTo>
                  <a:pt x="953948" y="268147"/>
                </a:lnTo>
                <a:cubicBezTo>
                  <a:pt x="953491" y="269519"/>
                  <a:pt x="952119" y="271348"/>
                  <a:pt x="949833" y="273634"/>
                </a:cubicBezTo>
                <a:cubicBezTo>
                  <a:pt x="966292" y="323926"/>
                  <a:pt x="986181" y="364159"/>
                  <a:pt x="1009498" y="394335"/>
                </a:cubicBezTo>
                <a:cubicBezTo>
                  <a:pt x="1026871" y="371475"/>
                  <a:pt x="1046302" y="334670"/>
                  <a:pt x="1067791" y="283921"/>
                </a:cubicBezTo>
                <a:cubicBezTo>
                  <a:pt x="1093394" y="294894"/>
                  <a:pt x="1114997" y="305409"/>
                  <a:pt x="1132599" y="315468"/>
                </a:cubicBezTo>
                <a:cubicBezTo>
                  <a:pt x="1150201" y="325526"/>
                  <a:pt x="1160602" y="332041"/>
                  <a:pt x="1163803" y="335013"/>
                </a:cubicBezTo>
                <a:cubicBezTo>
                  <a:pt x="1167003" y="337985"/>
                  <a:pt x="1168603" y="340842"/>
                  <a:pt x="1168603" y="343585"/>
                </a:cubicBezTo>
                <a:cubicBezTo>
                  <a:pt x="1168603" y="346329"/>
                  <a:pt x="1162774" y="348500"/>
                  <a:pt x="1151116" y="350101"/>
                </a:cubicBezTo>
                <a:cubicBezTo>
                  <a:pt x="1139457" y="351701"/>
                  <a:pt x="1125284" y="356273"/>
                  <a:pt x="1108596" y="363817"/>
                </a:cubicBezTo>
                <a:cubicBezTo>
                  <a:pt x="1091908" y="371360"/>
                  <a:pt x="1063676" y="387019"/>
                  <a:pt x="1023900" y="410794"/>
                </a:cubicBezTo>
                <a:cubicBezTo>
                  <a:pt x="1042188" y="430911"/>
                  <a:pt x="1066191" y="448856"/>
                  <a:pt x="1095909" y="464629"/>
                </a:cubicBezTo>
                <a:cubicBezTo>
                  <a:pt x="1125627" y="480403"/>
                  <a:pt x="1169746" y="496062"/>
                  <a:pt x="1228268" y="511606"/>
                </a:cubicBezTo>
                <a:cubicBezTo>
                  <a:pt x="1232840" y="512978"/>
                  <a:pt x="1235126" y="514464"/>
                  <a:pt x="1235126" y="516064"/>
                </a:cubicBezTo>
                <a:cubicBezTo>
                  <a:pt x="1235126" y="517664"/>
                  <a:pt x="1232611" y="519150"/>
                  <a:pt x="1227582" y="520522"/>
                </a:cubicBezTo>
                <a:cubicBezTo>
                  <a:pt x="1197407" y="529209"/>
                  <a:pt x="1170889" y="553440"/>
                  <a:pt x="1148029" y="593217"/>
                </a:cubicBezTo>
                <a:cubicBezTo>
                  <a:pt x="1145743" y="596417"/>
                  <a:pt x="1143229" y="598017"/>
                  <a:pt x="1140486" y="598017"/>
                </a:cubicBezTo>
                <a:cubicBezTo>
                  <a:pt x="1133170" y="598017"/>
                  <a:pt x="1112253" y="585444"/>
                  <a:pt x="1077735" y="560298"/>
                </a:cubicBezTo>
                <a:cubicBezTo>
                  <a:pt x="1043216" y="535152"/>
                  <a:pt x="1014870" y="501319"/>
                  <a:pt x="992696" y="458800"/>
                </a:cubicBezTo>
                <a:cubicBezTo>
                  <a:pt x="970522" y="416280"/>
                  <a:pt x="954405" y="358902"/>
                  <a:pt x="944347" y="286664"/>
                </a:cubicBezTo>
                <a:lnTo>
                  <a:pt x="944347" y="561670"/>
                </a:lnTo>
                <a:cubicBezTo>
                  <a:pt x="944347" y="581329"/>
                  <a:pt x="940803" y="596303"/>
                  <a:pt x="933717" y="606590"/>
                </a:cubicBezTo>
                <a:cubicBezTo>
                  <a:pt x="926630" y="616877"/>
                  <a:pt x="914172" y="624763"/>
                  <a:pt x="896341" y="630250"/>
                </a:cubicBezTo>
                <a:cubicBezTo>
                  <a:pt x="878510" y="635736"/>
                  <a:pt x="862279" y="638479"/>
                  <a:pt x="847649" y="638479"/>
                </a:cubicBezTo>
                <a:cubicBezTo>
                  <a:pt x="840791" y="638479"/>
                  <a:pt x="836219" y="634593"/>
                  <a:pt x="833933" y="626821"/>
                </a:cubicBezTo>
                <a:cubicBezTo>
                  <a:pt x="830275" y="612648"/>
                  <a:pt x="826275" y="602246"/>
                  <a:pt x="821932" y="595617"/>
                </a:cubicBezTo>
                <a:cubicBezTo>
                  <a:pt x="817588" y="588988"/>
                  <a:pt x="810730" y="583730"/>
                  <a:pt x="801357" y="579843"/>
                </a:cubicBezTo>
                <a:cubicBezTo>
                  <a:pt x="791985" y="575957"/>
                  <a:pt x="776783" y="571728"/>
                  <a:pt x="755752" y="567156"/>
                </a:cubicBezTo>
                <a:cubicBezTo>
                  <a:pt x="750723" y="566242"/>
                  <a:pt x="748208" y="565099"/>
                  <a:pt x="748208" y="563727"/>
                </a:cubicBezTo>
                <a:cubicBezTo>
                  <a:pt x="748208" y="562356"/>
                  <a:pt x="754152" y="561670"/>
                  <a:pt x="766039" y="561670"/>
                </a:cubicBezTo>
                <a:cubicBezTo>
                  <a:pt x="803986" y="561670"/>
                  <a:pt x="829132" y="558927"/>
                  <a:pt x="841477" y="553440"/>
                </a:cubicBezTo>
                <a:cubicBezTo>
                  <a:pt x="853821" y="547954"/>
                  <a:pt x="859993" y="537667"/>
                  <a:pt x="859993" y="522579"/>
                </a:cubicBezTo>
                <a:lnTo>
                  <a:pt x="859993" y="413537"/>
                </a:lnTo>
                <a:cubicBezTo>
                  <a:pt x="811530" y="445998"/>
                  <a:pt x="769125" y="476173"/>
                  <a:pt x="732777" y="504063"/>
                </a:cubicBezTo>
                <a:cubicBezTo>
                  <a:pt x="696430" y="531952"/>
                  <a:pt x="671856" y="552754"/>
                  <a:pt x="659054" y="566470"/>
                </a:cubicBezTo>
                <a:cubicBezTo>
                  <a:pt x="655854" y="570128"/>
                  <a:pt x="653339" y="571957"/>
                  <a:pt x="651510" y="571957"/>
                </a:cubicBezTo>
                <a:cubicBezTo>
                  <a:pt x="649681" y="571957"/>
                  <a:pt x="647967" y="571042"/>
                  <a:pt x="646367" y="569214"/>
                </a:cubicBezTo>
                <a:cubicBezTo>
                  <a:pt x="644766" y="567385"/>
                  <a:pt x="638937" y="557898"/>
                  <a:pt x="628879" y="540753"/>
                </a:cubicBezTo>
                <a:cubicBezTo>
                  <a:pt x="618820" y="523608"/>
                  <a:pt x="608305" y="504063"/>
                  <a:pt x="597332" y="482117"/>
                </a:cubicBezTo>
                <a:cubicBezTo>
                  <a:pt x="702031" y="454685"/>
                  <a:pt x="789585" y="428625"/>
                  <a:pt x="859993" y="403936"/>
                </a:cubicBezTo>
                <a:lnTo>
                  <a:pt x="859993" y="268147"/>
                </a:lnTo>
                <a:lnTo>
                  <a:pt x="635737" y="268147"/>
                </a:lnTo>
                <a:cubicBezTo>
                  <a:pt x="626593" y="268147"/>
                  <a:pt x="618363" y="270662"/>
                  <a:pt x="611048" y="275691"/>
                </a:cubicBezTo>
                <a:lnTo>
                  <a:pt x="593217" y="243459"/>
                </a:lnTo>
                <a:cubicBezTo>
                  <a:pt x="604190" y="244830"/>
                  <a:pt x="615620" y="245516"/>
                  <a:pt x="627507" y="245516"/>
                </a:cubicBezTo>
                <a:lnTo>
                  <a:pt x="997153" y="245516"/>
                </a:lnTo>
                <a:lnTo>
                  <a:pt x="997153" y="165963"/>
                </a:lnTo>
                <a:lnTo>
                  <a:pt x="731749" y="165963"/>
                </a:lnTo>
                <a:cubicBezTo>
                  <a:pt x="722148" y="165963"/>
                  <a:pt x="713232" y="168706"/>
                  <a:pt x="705003" y="174193"/>
                </a:cubicBezTo>
                <a:lnTo>
                  <a:pt x="687172" y="141274"/>
                </a:lnTo>
                <a:cubicBezTo>
                  <a:pt x="698145" y="142646"/>
                  <a:pt x="709575" y="143332"/>
                  <a:pt x="721462" y="143332"/>
                </a:cubicBezTo>
                <a:lnTo>
                  <a:pt x="997153" y="143332"/>
                </a:lnTo>
                <a:lnTo>
                  <a:pt x="997153" y="67208"/>
                </a:lnTo>
                <a:lnTo>
                  <a:pt x="706374" y="67208"/>
                </a:lnTo>
                <a:cubicBezTo>
                  <a:pt x="696773" y="67208"/>
                  <a:pt x="687858" y="69951"/>
                  <a:pt x="679628" y="75438"/>
                </a:cubicBezTo>
                <a:lnTo>
                  <a:pt x="661797" y="42519"/>
                </a:lnTo>
                <a:cubicBezTo>
                  <a:pt x="672770" y="43891"/>
                  <a:pt x="684200" y="44577"/>
                  <a:pt x="696087" y="44577"/>
                </a:cubicBezTo>
                <a:lnTo>
                  <a:pt x="984123" y="44577"/>
                </a:lnTo>
                <a:cubicBezTo>
                  <a:pt x="995553" y="22631"/>
                  <a:pt x="1002868" y="9715"/>
                  <a:pt x="1006069" y="5829"/>
                </a:cubicBezTo>
                <a:cubicBezTo>
                  <a:pt x="1009269" y="1943"/>
                  <a:pt x="1012698" y="0"/>
                  <a:pt x="1016356" y="0"/>
                </a:cubicBezTo>
                <a:close/>
              </a:path>
            </a:pathLst>
          </a:custGeom>
          <a:solidFill>
            <a:srgbClr val="1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2" name="直线连接符 11"/>
          <p:cNvCxnSpPr/>
          <p:nvPr userDrawn="1"/>
        </p:nvCxnSpPr>
        <p:spPr>
          <a:xfrm>
            <a:off x="1751620" y="4653136"/>
            <a:ext cx="423016" cy="0"/>
          </a:xfrm>
          <a:prstGeom prst="line">
            <a:avLst/>
          </a:prstGeom>
          <a:ln w="38100" cap="rnd">
            <a:solidFill>
              <a:srgbClr val="C2C8D4"/>
            </a:solidFill>
            <a:round/>
          </a:ln>
        </p:spPr>
        <p:style>
          <a:lnRef idx="1">
            <a:schemeClr val="accent1"/>
          </a:lnRef>
          <a:fillRef idx="0">
            <a:schemeClr val="accent1"/>
          </a:fillRef>
          <a:effectRef idx="0">
            <a:schemeClr val="accent1"/>
          </a:effectRef>
          <a:fontRef idx="minor">
            <a:schemeClr val="tx1"/>
          </a:fontRef>
        </p:style>
      </p:cxnSp>
      <p:sp>
        <p:nvSpPr>
          <p:cNvPr id="14" name="任意多边形 5">
            <a:extLst>
              <a:ext uri="{FF2B5EF4-FFF2-40B4-BE49-F238E27FC236}">
                <a16:creationId xmlns:a16="http://schemas.microsoft.com/office/drawing/2014/main" xmlns="" id="{71A371B1-CF95-436B-A4C4-2E18EEF77B1A}"/>
              </a:ext>
            </a:extLst>
          </p:cNvPr>
          <p:cNvSpPr/>
          <p:nvPr userDrawn="1"/>
        </p:nvSpPr>
        <p:spPr>
          <a:xfrm>
            <a:off x="5320817" y="4294629"/>
            <a:ext cx="469900" cy="544512"/>
          </a:xfrm>
          <a:custGeom>
            <a:avLst/>
            <a:gdLst>
              <a:gd name="connsiteX0" fmla="*/ 282768 w 561608"/>
              <a:gd name="connsiteY0" fmla="*/ 0 h 649318"/>
              <a:gd name="connsiteX1" fmla="*/ 561608 w 561608"/>
              <a:gd name="connsiteY1" fmla="*/ 159711 h 649318"/>
              <a:gd name="connsiteX2" fmla="*/ 561608 w 561608"/>
              <a:gd name="connsiteY2" fmla="*/ 485680 h 649318"/>
              <a:gd name="connsiteX3" fmla="*/ 282768 w 561608"/>
              <a:gd name="connsiteY3" fmla="*/ 649318 h 649318"/>
              <a:gd name="connsiteX4" fmla="*/ 0 w 561608"/>
              <a:gd name="connsiteY4" fmla="*/ 485680 h 649318"/>
              <a:gd name="connsiteX5" fmla="*/ 0 w 561608"/>
              <a:gd name="connsiteY5" fmla="*/ 159711 h 64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61608" h="649318">
                <a:moveTo>
                  <a:pt x="282768" y="0"/>
                </a:moveTo>
                <a:lnTo>
                  <a:pt x="561608" y="159711"/>
                </a:lnTo>
                <a:lnTo>
                  <a:pt x="561608" y="485680"/>
                </a:lnTo>
                <a:lnTo>
                  <a:pt x="282768" y="649318"/>
                </a:lnTo>
                <a:lnTo>
                  <a:pt x="0" y="485680"/>
                </a:lnTo>
                <a:lnTo>
                  <a:pt x="0" y="159711"/>
                </a:lnTo>
                <a:close/>
              </a:path>
            </a:pathLst>
          </a:custGeom>
          <a:solidFill>
            <a:srgbClr val="4372C4"/>
          </a:soli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000" b="0" i="0" u="none" strike="noStrike" kern="0" cap="none" spc="0" normalizeH="0" baseline="0" noProof="0" dirty="0" smtClean="0">
                <a:ln>
                  <a:noFill/>
                </a:ln>
                <a:solidFill>
                  <a:schemeClr val="bg1"/>
                </a:solidFill>
                <a:effectLst/>
                <a:uLnTx/>
                <a:uFillTx/>
                <a:latin typeface="Arial Black" panose="020B0A04020102020204" pitchFamily="34" charset="0"/>
                <a:ea typeface="幼圆"/>
              </a:rPr>
              <a:t>4</a:t>
            </a:r>
            <a:endParaRPr kumimoji="0" lang="zh-CN" altLang="en-US" sz="2000" b="0" i="0" u="none" strike="noStrike" kern="0" cap="none" spc="0" normalizeH="0" baseline="0" noProof="0" dirty="0">
              <a:ln>
                <a:noFill/>
              </a:ln>
              <a:solidFill>
                <a:schemeClr val="bg1"/>
              </a:solidFill>
              <a:effectLst/>
              <a:uLnTx/>
              <a:uFillTx/>
              <a:latin typeface="Arial Black" panose="020B0A04020102020204" pitchFamily="34" charset="0"/>
              <a:ea typeface="幼圆"/>
            </a:endParaRPr>
          </a:p>
        </p:txBody>
      </p:sp>
      <p:sp>
        <p:nvSpPr>
          <p:cNvPr id="21" name="文本占位符 20"/>
          <p:cNvSpPr>
            <a:spLocks noGrp="1"/>
          </p:cNvSpPr>
          <p:nvPr>
            <p:ph type="body" sz="quarter" idx="10"/>
          </p:nvPr>
        </p:nvSpPr>
        <p:spPr>
          <a:xfrm>
            <a:off x="6023992" y="1789056"/>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
        <p:nvSpPr>
          <p:cNvPr id="22" name="文本占位符 20"/>
          <p:cNvSpPr>
            <a:spLocks noGrp="1"/>
          </p:cNvSpPr>
          <p:nvPr>
            <p:ph type="body" sz="quarter" idx="11"/>
          </p:nvPr>
        </p:nvSpPr>
        <p:spPr>
          <a:xfrm>
            <a:off x="6023992" y="2617177"/>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
        <p:nvSpPr>
          <p:cNvPr id="23" name="文本占位符 20"/>
          <p:cNvSpPr>
            <a:spLocks noGrp="1"/>
          </p:cNvSpPr>
          <p:nvPr>
            <p:ph type="body" sz="quarter" idx="12"/>
          </p:nvPr>
        </p:nvSpPr>
        <p:spPr>
          <a:xfrm>
            <a:off x="6023992" y="3455904"/>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lang="zh-CN" altLang="en-US" sz="2200" b="0" kern="1200" dirty="0" smtClean="0">
                <a:solidFill>
                  <a:srgbClr val="C4C9D4"/>
                </a:solidFill>
                <a:latin typeface="微软雅黑" panose="020B0503020204020204" pitchFamily="34" charset="-122"/>
                <a:ea typeface="微软雅黑" panose="020B0503020204020204" pitchFamily="34" charset="-122"/>
                <a:cs typeface="+mj-cs"/>
              </a:defRPr>
            </a:lvl1pPr>
          </a:lstStyle>
          <a:p>
            <a:pPr lvl="0"/>
            <a:r>
              <a:rPr kumimoji="1" lang="zh-CN" altLang="en-US" dirty="0" smtClean="0"/>
              <a:t>单击此处编辑母版文本样式</a:t>
            </a:r>
          </a:p>
        </p:txBody>
      </p:sp>
      <p:sp>
        <p:nvSpPr>
          <p:cNvPr id="24" name="文本占位符 20"/>
          <p:cNvSpPr>
            <a:spLocks noGrp="1"/>
          </p:cNvSpPr>
          <p:nvPr>
            <p:ph type="body" sz="quarter" idx="13"/>
          </p:nvPr>
        </p:nvSpPr>
        <p:spPr>
          <a:xfrm>
            <a:off x="6023992" y="4294629"/>
            <a:ext cx="5256261" cy="504775"/>
          </a:xfrm>
          <a:prstGeom prst="rect">
            <a:avLst/>
          </a:prstGeom>
        </p:spPr>
        <p:txBody>
          <a:bodyPr anchor="ctr"/>
          <a:lstStyle>
            <a:lvl1pPr marL="0" indent="0" algn="l" defTabSz="685800" rtl="0" eaLnBrk="1" latinLnBrk="0" hangingPunct="1">
              <a:lnSpc>
                <a:spcPct val="100000"/>
              </a:lnSpc>
              <a:spcBef>
                <a:spcPct val="0"/>
              </a:spcBef>
              <a:buFont typeface="Arial" panose="020B0604020202020204" pitchFamily="34" charset="0"/>
              <a:buNone/>
              <a:defRPr kumimoji="1" lang="zh-CN" altLang="en-US" sz="2800" b="1" kern="1200" dirty="0" smtClean="0">
                <a:solidFill>
                  <a:srgbClr val="4372C4"/>
                </a:solidFill>
                <a:latin typeface="微软雅黑" panose="020B0503020204020204" pitchFamily="34" charset="-122"/>
                <a:ea typeface="微软雅黑" panose="020B0503020204020204" pitchFamily="34" charset="-122"/>
                <a:cs typeface="+mj-cs"/>
              </a:defRPr>
            </a:lvl1pPr>
          </a:lstStyle>
          <a:p>
            <a:pPr marL="0" lvl="0" indent="0" algn="l" defTabSz="685800" rtl="0" eaLnBrk="1" latinLnBrk="0" hangingPunct="1">
              <a:lnSpc>
                <a:spcPct val="100000"/>
              </a:lnSpc>
              <a:spcBef>
                <a:spcPct val="0"/>
              </a:spcBef>
              <a:buFont typeface="Arial" panose="020B0604020202020204" pitchFamily="34" charset="0"/>
              <a:buNone/>
            </a:pPr>
            <a:r>
              <a:rPr kumimoji="1" lang="zh-CN" altLang="en-US" dirty="0" smtClean="0"/>
              <a:t>单击此处编辑母版文本样式</a:t>
            </a:r>
          </a:p>
        </p:txBody>
      </p:sp>
    </p:spTree>
    <p:extLst>
      <p:ext uri="{BB962C8B-B14F-4D97-AF65-F5344CB8AC3E}">
        <p14:creationId xmlns:p14="http://schemas.microsoft.com/office/powerpoint/2010/main" val="1287900701"/>
      </p:ext>
    </p:extLst>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转场3-01">
    <p:spTree>
      <p:nvGrpSpPr>
        <p:cNvPr id="1" name=""/>
        <p:cNvGrpSpPr/>
        <p:nvPr/>
      </p:nvGrpSpPr>
      <p:grpSpPr>
        <a:xfrm>
          <a:off x="0" y="0"/>
          <a:ext cx="0" cy="0"/>
          <a:chOff x="0" y="0"/>
          <a:chExt cx="0" cy="0"/>
        </a:xfrm>
      </p:grpSpPr>
      <p:sp>
        <p:nvSpPr>
          <p:cNvPr id="3" name="文本框 2"/>
          <p:cNvSpPr txBox="1"/>
          <p:nvPr userDrawn="1"/>
        </p:nvSpPr>
        <p:spPr>
          <a:xfrm>
            <a:off x="8615635" y="-1901401"/>
            <a:ext cx="5277407" cy="11079956"/>
          </a:xfrm>
          <a:prstGeom prst="rect">
            <a:avLst/>
          </a:prstGeom>
          <a:noFill/>
        </p:spPr>
        <p:txBody>
          <a:bodyPr wrap="none" rtlCol="0">
            <a:spAutoFit/>
          </a:bodyPr>
          <a:lstStyle>
            <a:defPPr>
              <a:defRPr lang="zh-CN"/>
            </a:defPPr>
            <a:lvl1pPr>
              <a:defRPr sz="71400" b="1">
                <a:solidFill>
                  <a:schemeClr val="tx1">
                    <a:lumMod val="75000"/>
                    <a:lumOff val="25000"/>
                    <a:alpha val="10000"/>
                  </a:schemeClr>
                </a:solidFill>
                <a:latin typeface="Arial" panose="020B0604020202020204" pitchFamily="34" charset="0"/>
                <a:cs typeface="Arial" panose="020B0604020202020204" pitchFamily="34" charset="0"/>
              </a:defRPr>
            </a:lvl1pPr>
          </a:lstStyle>
          <a:p>
            <a:r>
              <a:rPr lang="en-US" altLang="zh-CN" dirty="0" smtClean="0"/>
              <a:t>1</a:t>
            </a:r>
            <a:endParaRPr lang="zh-CN" altLang="en-US" dirty="0"/>
          </a:p>
        </p:txBody>
      </p:sp>
      <p:sp>
        <p:nvSpPr>
          <p:cNvPr id="6" name="矩形 5"/>
          <p:cNvSpPr/>
          <p:nvPr userDrawn="1"/>
        </p:nvSpPr>
        <p:spPr>
          <a:xfrm>
            <a:off x="1023995" y="5045013"/>
            <a:ext cx="800219" cy="276999"/>
          </a:xfrm>
          <a:prstGeom prst="rect">
            <a:avLst/>
          </a:prstGeom>
          <a:ln>
            <a:solidFill>
              <a:schemeClr val="bg1">
                <a:lumMod val="85000"/>
              </a:schemeClr>
            </a:solidFill>
          </a:ln>
        </p:spPr>
        <p:txBody>
          <a:bodyPr wrap="none">
            <a:spAutoFit/>
          </a:bodyPr>
          <a:lstStyle/>
          <a:p>
            <a:r>
              <a:rPr lang="zh-CN" altLang="en-US" sz="1200">
                <a:solidFill>
                  <a:schemeClr val="bg1">
                    <a:lumMod val="85000"/>
                  </a:schemeClr>
                </a:solidFill>
                <a:latin typeface="微软雅黑 Light" panose="020B0502040204020203" charset="-122"/>
                <a:ea typeface="微软雅黑 Light" panose="020B0502040204020203" charset="-122"/>
                <a:cs typeface="微软雅黑 Light" panose="020B0502040204020203" charset="-122"/>
              </a:rPr>
              <a:t>兴业数金</a:t>
            </a:r>
            <a:endParaRPr lang="en-US" altLang="zh-CN" sz="1200" dirty="0">
              <a:solidFill>
                <a:schemeClr val="bg1">
                  <a:lumMod val="85000"/>
                </a:schemeClr>
              </a:solidFill>
              <a:latin typeface="微软雅黑 Light" panose="020B0502040204020203" charset="-122"/>
              <a:ea typeface="微软雅黑 Light" panose="020B0502040204020203" charset="-122"/>
              <a:cs typeface="微软雅黑 Light" panose="020B0502040204020203" charset="-122"/>
            </a:endParaRPr>
          </a:p>
        </p:txBody>
      </p:sp>
      <p:sp>
        <p:nvSpPr>
          <p:cNvPr id="11" name="文本占位符 10"/>
          <p:cNvSpPr>
            <a:spLocks noGrp="1"/>
          </p:cNvSpPr>
          <p:nvPr>
            <p:ph type="body" sz="quarter" idx="10"/>
          </p:nvPr>
        </p:nvSpPr>
        <p:spPr>
          <a:xfrm>
            <a:off x="942918" y="1476166"/>
            <a:ext cx="6624835" cy="503237"/>
          </a:xfrm>
          <a:prstGeom prst="rect">
            <a:avLst/>
          </a:prstGeom>
        </p:spPr>
        <p:txBody>
          <a:bodyPr anchor="ctr"/>
          <a:lstStyle>
            <a:lvl1pPr marL="0" indent="0" algn="l" defTabSz="914400" rtl="0" eaLnBrk="1" latinLnBrk="0" hangingPunct="1">
              <a:buNone/>
              <a:defRPr lang="zh-CN" altLang="en-US" sz="2800" kern="1200" dirty="0" smtClean="0">
                <a:solidFill>
                  <a:srgbClr val="131735"/>
                </a:solidFill>
                <a:latin typeface="微软雅黑 Light" panose="020B0502040204020203" charset="-122"/>
                <a:ea typeface="微软雅黑 Light" panose="020B0502040204020203" charset="-122"/>
                <a:cs typeface="微软雅黑 Light" panose="020B0502040204020203" charset="-122"/>
              </a:defRPr>
            </a:lvl1pPr>
          </a:lstStyle>
          <a:p>
            <a:pPr lvl="0"/>
            <a:r>
              <a:rPr kumimoji="1" lang="zh-CN" altLang="en-US" dirty="0" smtClean="0"/>
              <a:t>单击此处编辑母版文本样式</a:t>
            </a:r>
          </a:p>
        </p:txBody>
      </p:sp>
      <p:sp>
        <p:nvSpPr>
          <p:cNvPr id="12" name="文本占位符 10"/>
          <p:cNvSpPr>
            <a:spLocks noGrp="1"/>
          </p:cNvSpPr>
          <p:nvPr>
            <p:ph type="body" sz="quarter" idx="11"/>
          </p:nvPr>
        </p:nvSpPr>
        <p:spPr>
          <a:xfrm>
            <a:off x="942918" y="1979403"/>
            <a:ext cx="10121634" cy="1133537"/>
          </a:xfrm>
          <a:prstGeom prst="rect">
            <a:avLst/>
          </a:prstGeom>
        </p:spPr>
        <p:txBody>
          <a:bodyPr anchor="ctr"/>
          <a:lstStyle>
            <a:lvl1pPr marL="0" indent="0" algn="l" defTabSz="967105" rtl="0" eaLnBrk="1" latinLnBrk="0" hangingPunct="1">
              <a:buNone/>
              <a:defRPr lang="zh-CN" altLang="en-US" sz="6000" b="1" kern="1200" dirty="0" smtClean="0">
                <a:solidFill>
                  <a:srgbClr val="4372C4"/>
                </a:solidFill>
                <a:latin typeface="微软雅黑" panose="020B0503020204020204" pitchFamily="34" charset="-122"/>
                <a:ea typeface="微软雅黑" panose="020B0503020204020204" pitchFamily="34" charset="-122"/>
                <a:cs typeface="+mn-cs"/>
              </a:defRPr>
            </a:lvl1pPr>
          </a:lstStyle>
          <a:p>
            <a:pPr lvl="0"/>
            <a:r>
              <a:rPr kumimoji="1" lang="zh-CN" altLang="en-US" dirty="0" smtClean="0"/>
              <a:t>单击此处编辑母版文本样式</a:t>
            </a:r>
          </a:p>
        </p:txBody>
      </p:sp>
      <p:cxnSp>
        <p:nvCxnSpPr>
          <p:cNvPr id="13" name="直线连接符 12"/>
          <p:cNvCxnSpPr/>
          <p:nvPr userDrawn="1"/>
        </p:nvCxnSpPr>
        <p:spPr>
          <a:xfrm>
            <a:off x="1053699" y="3429000"/>
            <a:ext cx="576064" cy="0"/>
          </a:xfrm>
          <a:prstGeom prst="line">
            <a:avLst/>
          </a:prstGeom>
          <a:ln w="38100" cap="rnd">
            <a:solidFill>
              <a:srgbClr val="4372C4"/>
            </a:solidFill>
          </a:ln>
        </p:spPr>
        <p:style>
          <a:lnRef idx="1">
            <a:schemeClr val="accent1"/>
          </a:lnRef>
          <a:fillRef idx="0">
            <a:schemeClr val="accent1"/>
          </a:fillRef>
          <a:effectRef idx="0">
            <a:schemeClr val="accent1"/>
          </a:effectRef>
          <a:fontRef idx="minor">
            <a:schemeClr val="tx1"/>
          </a:fontRef>
        </p:style>
      </p:cxnSp>
      <p:sp>
        <p:nvSpPr>
          <p:cNvPr id="14" name="文本占位符 10"/>
          <p:cNvSpPr>
            <a:spLocks noGrp="1"/>
          </p:cNvSpPr>
          <p:nvPr>
            <p:ph type="body" sz="quarter" idx="12"/>
          </p:nvPr>
        </p:nvSpPr>
        <p:spPr>
          <a:xfrm>
            <a:off x="942918" y="3703730"/>
            <a:ext cx="6624835" cy="1093422"/>
          </a:xfrm>
          <a:prstGeom prst="rect">
            <a:avLst/>
          </a:prstGeom>
        </p:spPr>
        <p:txBody>
          <a:bodyPr anchor="t"/>
          <a:lstStyle>
            <a:lvl1pPr marL="0" indent="0" algn="l" defTabSz="967105" rtl="0" eaLnBrk="1" latinLnBrk="0" hangingPunct="1">
              <a:lnSpc>
                <a:spcPct val="150000"/>
              </a:lnSpc>
              <a:buNone/>
              <a:defRPr lang="zh-CN" altLang="en-US" sz="1400" kern="1200" dirty="0" smtClean="0">
                <a:solidFill>
                  <a:srgbClr val="84899E"/>
                </a:solidFill>
                <a:latin typeface="微软雅黑" panose="020B0503020204020204" pitchFamily="34" charset="-122"/>
                <a:ea typeface="微软雅黑" panose="020B0503020204020204" pitchFamily="34" charset="-122"/>
                <a:cs typeface="+mn-cs"/>
              </a:defRPr>
            </a:lvl1pPr>
          </a:lstStyle>
          <a:p>
            <a:pPr lvl="0"/>
            <a:r>
              <a:rPr kumimoji="1" lang="zh-CN" altLang="en-US" dirty="0" smtClean="0"/>
              <a:t>单击此处编辑母版文本样式</a:t>
            </a:r>
          </a:p>
        </p:txBody>
      </p:sp>
    </p:spTree>
    <p:extLst>
      <p:ext uri="{BB962C8B-B14F-4D97-AF65-F5344CB8AC3E}">
        <p14:creationId xmlns:p14="http://schemas.microsoft.com/office/powerpoint/2010/main" val="897546836"/>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转场3-02">
    <p:spTree>
      <p:nvGrpSpPr>
        <p:cNvPr id="1" name=""/>
        <p:cNvGrpSpPr/>
        <p:nvPr/>
      </p:nvGrpSpPr>
      <p:grpSpPr>
        <a:xfrm>
          <a:off x="0" y="0"/>
          <a:ext cx="0" cy="0"/>
          <a:chOff x="0" y="0"/>
          <a:chExt cx="0" cy="0"/>
        </a:xfrm>
      </p:grpSpPr>
      <p:sp>
        <p:nvSpPr>
          <p:cNvPr id="3" name="文本框 2"/>
          <p:cNvSpPr txBox="1"/>
          <p:nvPr userDrawn="1"/>
        </p:nvSpPr>
        <p:spPr>
          <a:xfrm>
            <a:off x="8615635" y="-1901401"/>
            <a:ext cx="5277407" cy="11079956"/>
          </a:xfrm>
          <a:prstGeom prst="rect">
            <a:avLst/>
          </a:prstGeom>
          <a:noFill/>
        </p:spPr>
        <p:txBody>
          <a:bodyPr wrap="none" rtlCol="0">
            <a:spAutoFit/>
          </a:bodyPr>
          <a:lstStyle>
            <a:defPPr>
              <a:defRPr lang="zh-CN"/>
            </a:defPPr>
            <a:lvl1pPr>
              <a:defRPr sz="71400" b="1">
                <a:solidFill>
                  <a:schemeClr val="tx1">
                    <a:lumMod val="75000"/>
                    <a:lumOff val="25000"/>
                    <a:alpha val="10000"/>
                  </a:schemeClr>
                </a:solidFill>
                <a:latin typeface="Arial" panose="020B0604020202020204" pitchFamily="34" charset="0"/>
                <a:cs typeface="Arial" panose="020B0604020202020204" pitchFamily="34" charset="0"/>
              </a:defRPr>
            </a:lvl1pPr>
          </a:lstStyle>
          <a:p>
            <a:r>
              <a:rPr lang="en-US" altLang="zh-CN" dirty="0"/>
              <a:t>2</a:t>
            </a:r>
            <a:endParaRPr lang="zh-CN" altLang="en-US" dirty="0"/>
          </a:p>
        </p:txBody>
      </p:sp>
      <p:sp>
        <p:nvSpPr>
          <p:cNvPr id="4" name="矩形 3"/>
          <p:cNvSpPr/>
          <p:nvPr userDrawn="1"/>
        </p:nvSpPr>
        <p:spPr>
          <a:xfrm>
            <a:off x="1023995" y="5045013"/>
            <a:ext cx="800219" cy="276999"/>
          </a:xfrm>
          <a:prstGeom prst="rect">
            <a:avLst/>
          </a:prstGeom>
          <a:ln>
            <a:solidFill>
              <a:schemeClr val="bg1">
                <a:lumMod val="85000"/>
              </a:schemeClr>
            </a:solidFill>
          </a:ln>
        </p:spPr>
        <p:txBody>
          <a:bodyPr wrap="none">
            <a:spAutoFit/>
          </a:bodyPr>
          <a:lstStyle/>
          <a:p>
            <a:r>
              <a:rPr lang="zh-CN" altLang="en-US" sz="1200">
                <a:solidFill>
                  <a:schemeClr val="bg1">
                    <a:lumMod val="85000"/>
                  </a:schemeClr>
                </a:solidFill>
                <a:latin typeface="微软雅黑 Light" panose="020B0502040204020203" charset="-122"/>
                <a:ea typeface="微软雅黑 Light" panose="020B0502040204020203" charset="-122"/>
                <a:cs typeface="微软雅黑 Light" panose="020B0502040204020203" charset="-122"/>
              </a:rPr>
              <a:t>兴业数金</a:t>
            </a:r>
            <a:endParaRPr lang="en-US" altLang="zh-CN" sz="1200" dirty="0">
              <a:solidFill>
                <a:schemeClr val="bg1">
                  <a:lumMod val="85000"/>
                </a:schemeClr>
              </a:solidFill>
              <a:latin typeface="微软雅黑 Light" panose="020B0502040204020203" charset="-122"/>
              <a:ea typeface="微软雅黑 Light" panose="020B0502040204020203" charset="-122"/>
              <a:cs typeface="微软雅黑 Light" panose="020B0502040204020203" charset="-122"/>
            </a:endParaRPr>
          </a:p>
        </p:txBody>
      </p:sp>
      <p:sp>
        <p:nvSpPr>
          <p:cNvPr id="5" name="文本占位符 10"/>
          <p:cNvSpPr>
            <a:spLocks noGrp="1"/>
          </p:cNvSpPr>
          <p:nvPr>
            <p:ph type="body" sz="quarter" idx="10"/>
          </p:nvPr>
        </p:nvSpPr>
        <p:spPr>
          <a:xfrm>
            <a:off x="942918" y="1476166"/>
            <a:ext cx="6624835" cy="503237"/>
          </a:xfrm>
          <a:prstGeom prst="rect">
            <a:avLst/>
          </a:prstGeom>
        </p:spPr>
        <p:txBody>
          <a:bodyPr anchor="ctr"/>
          <a:lstStyle>
            <a:lvl1pPr marL="0" indent="0" algn="l" defTabSz="914400" rtl="0" eaLnBrk="1" latinLnBrk="0" hangingPunct="1">
              <a:buNone/>
              <a:defRPr lang="zh-CN" altLang="en-US" sz="2800" kern="1200" dirty="0" smtClean="0">
                <a:solidFill>
                  <a:srgbClr val="131735"/>
                </a:solidFill>
                <a:latin typeface="微软雅黑 Light" panose="020B0502040204020203" charset="-122"/>
                <a:ea typeface="微软雅黑 Light" panose="020B0502040204020203" charset="-122"/>
                <a:cs typeface="微软雅黑 Light" panose="020B0502040204020203" charset="-122"/>
              </a:defRPr>
            </a:lvl1pPr>
          </a:lstStyle>
          <a:p>
            <a:pPr lvl="0"/>
            <a:r>
              <a:rPr kumimoji="1" lang="zh-CN" altLang="en-US" dirty="0" smtClean="0"/>
              <a:t>单击此处编辑母版文本样式</a:t>
            </a:r>
          </a:p>
        </p:txBody>
      </p:sp>
      <p:sp>
        <p:nvSpPr>
          <p:cNvPr id="6" name="文本占位符 10"/>
          <p:cNvSpPr>
            <a:spLocks noGrp="1"/>
          </p:cNvSpPr>
          <p:nvPr>
            <p:ph type="body" sz="quarter" idx="11"/>
          </p:nvPr>
        </p:nvSpPr>
        <p:spPr>
          <a:xfrm>
            <a:off x="942918" y="1979403"/>
            <a:ext cx="10121634" cy="1133537"/>
          </a:xfrm>
          <a:prstGeom prst="rect">
            <a:avLst/>
          </a:prstGeom>
        </p:spPr>
        <p:txBody>
          <a:bodyPr anchor="ctr"/>
          <a:lstStyle>
            <a:lvl1pPr marL="0" indent="0" algn="l" defTabSz="967105" rtl="0" eaLnBrk="1" latinLnBrk="0" hangingPunct="1">
              <a:buNone/>
              <a:defRPr lang="zh-CN" altLang="en-US" sz="6000" b="1" kern="1200" dirty="0" smtClean="0">
                <a:solidFill>
                  <a:srgbClr val="4372C4"/>
                </a:solidFill>
                <a:latin typeface="微软雅黑" panose="020B0503020204020204" pitchFamily="34" charset="-122"/>
                <a:ea typeface="微软雅黑" panose="020B0503020204020204" pitchFamily="34" charset="-122"/>
                <a:cs typeface="+mn-cs"/>
              </a:defRPr>
            </a:lvl1pPr>
          </a:lstStyle>
          <a:p>
            <a:pPr lvl="0"/>
            <a:r>
              <a:rPr kumimoji="1" lang="zh-CN" altLang="en-US" dirty="0" smtClean="0"/>
              <a:t>单击此处编辑母版文本样式</a:t>
            </a:r>
          </a:p>
        </p:txBody>
      </p:sp>
      <p:cxnSp>
        <p:nvCxnSpPr>
          <p:cNvPr id="7" name="直线连接符 6"/>
          <p:cNvCxnSpPr/>
          <p:nvPr userDrawn="1"/>
        </p:nvCxnSpPr>
        <p:spPr>
          <a:xfrm>
            <a:off x="1053699" y="3429000"/>
            <a:ext cx="576064" cy="0"/>
          </a:xfrm>
          <a:prstGeom prst="line">
            <a:avLst/>
          </a:prstGeom>
          <a:ln w="38100" cap="rnd">
            <a:solidFill>
              <a:srgbClr val="4372C4"/>
            </a:solidFill>
          </a:ln>
        </p:spPr>
        <p:style>
          <a:lnRef idx="1">
            <a:schemeClr val="accent1"/>
          </a:lnRef>
          <a:fillRef idx="0">
            <a:schemeClr val="accent1"/>
          </a:fillRef>
          <a:effectRef idx="0">
            <a:schemeClr val="accent1"/>
          </a:effectRef>
          <a:fontRef idx="minor">
            <a:schemeClr val="tx1"/>
          </a:fontRef>
        </p:style>
      </p:cxnSp>
      <p:sp>
        <p:nvSpPr>
          <p:cNvPr id="8" name="文本占位符 10"/>
          <p:cNvSpPr>
            <a:spLocks noGrp="1"/>
          </p:cNvSpPr>
          <p:nvPr>
            <p:ph type="body" sz="quarter" idx="12"/>
          </p:nvPr>
        </p:nvSpPr>
        <p:spPr>
          <a:xfrm>
            <a:off x="942918" y="3703730"/>
            <a:ext cx="6624835" cy="1093422"/>
          </a:xfrm>
          <a:prstGeom prst="rect">
            <a:avLst/>
          </a:prstGeom>
        </p:spPr>
        <p:txBody>
          <a:bodyPr anchor="t"/>
          <a:lstStyle>
            <a:lvl1pPr marL="0" indent="0" algn="l" defTabSz="967105" rtl="0" eaLnBrk="1" latinLnBrk="0" hangingPunct="1">
              <a:lnSpc>
                <a:spcPct val="150000"/>
              </a:lnSpc>
              <a:buNone/>
              <a:defRPr lang="zh-CN" altLang="en-US" sz="1400" kern="1200" dirty="0" smtClean="0">
                <a:solidFill>
                  <a:srgbClr val="84899E"/>
                </a:solidFill>
                <a:latin typeface="微软雅黑" panose="020B0503020204020204" pitchFamily="34" charset="-122"/>
                <a:ea typeface="微软雅黑" panose="020B0503020204020204" pitchFamily="34" charset="-122"/>
                <a:cs typeface="+mn-cs"/>
              </a:defRPr>
            </a:lvl1pPr>
          </a:lstStyle>
          <a:p>
            <a:pPr lvl="0"/>
            <a:r>
              <a:rPr kumimoji="1" lang="zh-CN" altLang="en-US" dirty="0" smtClean="0"/>
              <a:t>单击此处编辑母版文本样式</a:t>
            </a:r>
          </a:p>
        </p:txBody>
      </p:sp>
    </p:spTree>
    <p:extLst>
      <p:ext uri="{BB962C8B-B14F-4D97-AF65-F5344CB8AC3E}">
        <p14:creationId xmlns:p14="http://schemas.microsoft.com/office/powerpoint/2010/main" val="431456626"/>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转场3-03">
    <p:spTree>
      <p:nvGrpSpPr>
        <p:cNvPr id="1" name=""/>
        <p:cNvGrpSpPr/>
        <p:nvPr/>
      </p:nvGrpSpPr>
      <p:grpSpPr>
        <a:xfrm>
          <a:off x="0" y="0"/>
          <a:ext cx="0" cy="0"/>
          <a:chOff x="0" y="0"/>
          <a:chExt cx="0" cy="0"/>
        </a:xfrm>
      </p:grpSpPr>
      <p:sp>
        <p:nvSpPr>
          <p:cNvPr id="3" name="文本框 2"/>
          <p:cNvSpPr txBox="1"/>
          <p:nvPr userDrawn="1"/>
        </p:nvSpPr>
        <p:spPr>
          <a:xfrm>
            <a:off x="8615635" y="-1901401"/>
            <a:ext cx="5277407" cy="11079956"/>
          </a:xfrm>
          <a:prstGeom prst="rect">
            <a:avLst/>
          </a:prstGeom>
          <a:noFill/>
        </p:spPr>
        <p:txBody>
          <a:bodyPr wrap="none" rtlCol="0">
            <a:spAutoFit/>
          </a:bodyPr>
          <a:lstStyle>
            <a:defPPr>
              <a:defRPr lang="zh-CN"/>
            </a:defPPr>
            <a:lvl1pPr>
              <a:defRPr sz="71400" b="1">
                <a:solidFill>
                  <a:schemeClr val="tx1">
                    <a:lumMod val="75000"/>
                    <a:lumOff val="25000"/>
                    <a:alpha val="10000"/>
                  </a:schemeClr>
                </a:solidFill>
                <a:latin typeface="Arial" panose="020B0604020202020204" pitchFamily="34" charset="0"/>
                <a:cs typeface="Arial" panose="020B0604020202020204" pitchFamily="34" charset="0"/>
              </a:defRPr>
            </a:lvl1pPr>
          </a:lstStyle>
          <a:p>
            <a:r>
              <a:rPr lang="en-US" altLang="zh-CN" dirty="0"/>
              <a:t>3</a:t>
            </a:r>
            <a:endParaRPr lang="zh-CN" altLang="en-US" dirty="0"/>
          </a:p>
        </p:txBody>
      </p:sp>
      <p:sp>
        <p:nvSpPr>
          <p:cNvPr id="4" name="矩形 3"/>
          <p:cNvSpPr/>
          <p:nvPr userDrawn="1"/>
        </p:nvSpPr>
        <p:spPr>
          <a:xfrm>
            <a:off x="1023995" y="5045013"/>
            <a:ext cx="800219" cy="276999"/>
          </a:xfrm>
          <a:prstGeom prst="rect">
            <a:avLst/>
          </a:prstGeom>
          <a:ln>
            <a:solidFill>
              <a:schemeClr val="bg1">
                <a:lumMod val="85000"/>
              </a:schemeClr>
            </a:solidFill>
          </a:ln>
        </p:spPr>
        <p:txBody>
          <a:bodyPr wrap="none">
            <a:spAutoFit/>
          </a:bodyPr>
          <a:lstStyle/>
          <a:p>
            <a:r>
              <a:rPr lang="zh-CN" altLang="en-US" sz="1200">
                <a:solidFill>
                  <a:schemeClr val="bg1">
                    <a:lumMod val="85000"/>
                  </a:schemeClr>
                </a:solidFill>
                <a:latin typeface="微软雅黑 Light" panose="020B0502040204020203" charset="-122"/>
                <a:ea typeface="微软雅黑 Light" panose="020B0502040204020203" charset="-122"/>
                <a:cs typeface="微软雅黑 Light" panose="020B0502040204020203" charset="-122"/>
              </a:rPr>
              <a:t>兴业数金</a:t>
            </a:r>
            <a:endParaRPr lang="en-US" altLang="zh-CN" sz="1200" dirty="0">
              <a:solidFill>
                <a:schemeClr val="bg1">
                  <a:lumMod val="85000"/>
                </a:schemeClr>
              </a:solidFill>
              <a:latin typeface="微软雅黑 Light" panose="020B0502040204020203" charset="-122"/>
              <a:ea typeface="微软雅黑 Light" panose="020B0502040204020203" charset="-122"/>
              <a:cs typeface="微软雅黑 Light" panose="020B0502040204020203" charset="-122"/>
            </a:endParaRPr>
          </a:p>
        </p:txBody>
      </p:sp>
      <p:sp>
        <p:nvSpPr>
          <p:cNvPr id="5" name="文本占位符 10"/>
          <p:cNvSpPr>
            <a:spLocks noGrp="1"/>
          </p:cNvSpPr>
          <p:nvPr>
            <p:ph type="body" sz="quarter" idx="10"/>
          </p:nvPr>
        </p:nvSpPr>
        <p:spPr>
          <a:xfrm>
            <a:off x="942918" y="1476166"/>
            <a:ext cx="6624835" cy="503237"/>
          </a:xfrm>
          <a:prstGeom prst="rect">
            <a:avLst/>
          </a:prstGeom>
        </p:spPr>
        <p:txBody>
          <a:bodyPr anchor="ctr"/>
          <a:lstStyle>
            <a:lvl1pPr marL="0" indent="0" algn="l" defTabSz="914400" rtl="0" eaLnBrk="1" latinLnBrk="0" hangingPunct="1">
              <a:buNone/>
              <a:defRPr lang="zh-CN" altLang="en-US" sz="2800" kern="1200" dirty="0" smtClean="0">
                <a:solidFill>
                  <a:srgbClr val="131735"/>
                </a:solidFill>
                <a:latin typeface="微软雅黑 Light" panose="020B0502040204020203" charset="-122"/>
                <a:ea typeface="微软雅黑 Light" panose="020B0502040204020203" charset="-122"/>
                <a:cs typeface="微软雅黑 Light" panose="020B0502040204020203" charset="-122"/>
              </a:defRPr>
            </a:lvl1pPr>
          </a:lstStyle>
          <a:p>
            <a:pPr lvl="0"/>
            <a:r>
              <a:rPr kumimoji="1" lang="zh-CN" altLang="en-US" dirty="0" smtClean="0"/>
              <a:t>单击此处编辑母版文本样式</a:t>
            </a:r>
          </a:p>
        </p:txBody>
      </p:sp>
      <p:sp>
        <p:nvSpPr>
          <p:cNvPr id="6" name="文本占位符 10"/>
          <p:cNvSpPr>
            <a:spLocks noGrp="1"/>
          </p:cNvSpPr>
          <p:nvPr>
            <p:ph type="body" sz="quarter" idx="11"/>
          </p:nvPr>
        </p:nvSpPr>
        <p:spPr>
          <a:xfrm>
            <a:off x="942918" y="1979403"/>
            <a:ext cx="10121634" cy="1133537"/>
          </a:xfrm>
          <a:prstGeom prst="rect">
            <a:avLst/>
          </a:prstGeom>
        </p:spPr>
        <p:txBody>
          <a:bodyPr anchor="ctr"/>
          <a:lstStyle>
            <a:lvl1pPr marL="0" indent="0" algn="l" defTabSz="967105" rtl="0" eaLnBrk="1" latinLnBrk="0" hangingPunct="1">
              <a:buNone/>
              <a:defRPr lang="zh-CN" altLang="en-US" sz="6000" b="1" kern="1200" dirty="0" smtClean="0">
                <a:solidFill>
                  <a:srgbClr val="4372C4"/>
                </a:solidFill>
                <a:latin typeface="微软雅黑" panose="020B0503020204020204" pitchFamily="34" charset="-122"/>
                <a:ea typeface="微软雅黑" panose="020B0503020204020204" pitchFamily="34" charset="-122"/>
                <a:cs typeface="+mn-cs"/>
              </a:defRPr>
            </a:lvl1pPr>
          </a:lstStyle>
          <a:p>
            <a:pPr lvl="0"/>
            <a:r>
              <a:rPr kumimoji="1" lang="zh-CN" altLang="en-US" dirty="0" smtClean="0"/>
              <a:t>单击此处编辑母版文本样式</a:t>
            </a:r>
          </a:p>
        </p:txBody>
      </p:sp>
      <p:cxnSp>
        <p:nvCxnSpPr>
          <p:cNvPr id="7" name="直线连接符 6"/>
          <p:cNvCxnSpPr/>
          <p:nvPr userDrawn="1"/>
        </p:nvCxnSpPr>
        <p:spPr>
          <a:xfrm>
            <a:off x="1053699" y="3429000"/>
            <a:ext cx="576064" cy="0"/>
          </a:xfrm>
          <a:prstGeom prst="line">
            <a:avLst/>
          </a:prstGeom>
          <a:ln w="38100" cap="rnd">
            <a:solidFill>
              <a:srgbClr val="4372C4"/>
            </a:solidFill>
          </a:ln>
        </p:spPr>
        <p:style>
          <a:lnRef idx="1">
            <a:schemeClr val="accent1"/>
          </a:lnRef>
          <a:fillRef idx="0">
            <a:schemeClr val="accent1"/>
          </a:fillRef>
          <a:effectRef idx="0">
            <a:schemeClr val="accent1"/>
          </a:effectRef>
          <a:fontRef idx="minor">
            <a:schemeClr val="tx1"/>
          </a:fontRef>
        </p:style>
      </p:cxnSp>
      <p:sp>
        <p:nvSpPr>
          <p:cNvPr id="8" name="文本占位符 10"/>
          <p:cNvSpPr>
            <a:spLocks noGrp="1"/>
          </p:cNvSpPr>
          <p:nvPr>
            <p:ph type="body" sz="quarter" idx="12"/>
          </p:nvPr>
        </p:nvSpPr>
        <p:spPr>
          <a:xfrm>
            <a:off x="942918" y="3703730"/>
            <a:ext cx="6624835" cy="1093422"/>
          </a:xfrm>
          <a:prstGeom prst="rect">
            <a:avLst/>
          </a:prstGeom>
        </p:spPr>
        <p:txBody>
          <a:bodyPr anchor="t"/>
          <a:lstStyle>
            <a:lvl1pPr marL="0" indent="0" algn="l" defTabSz="967105" rtl="0" eaLnBrk="1" latinLnBrk="0" hangingPunct="1">
              <a:lnSpc>
                <a:spcPct val="150000"/>
              </a:lnSpc>
              <a:buNone/>
              <a:defRPr lang="zh-CN" altLang="en-US" sz="1400" kern="1200" dirty="0" smtClean="0">
                <a:solidFill>
                  <a:srgbClr val="84899E"/>
                </a:solidFill>
                <a:latin typeface="微软雅黑" panose="020B0503020204020204" pitchFamily="34" charset="-122"/>
                <a:ea typeface="微软雅黑" panose="020B0503020204020204" pitchFamily="34" charset="-122"/>
                <a:cs typeface="+mn-cs"/>
              </a:defRPr>
            </a:lvl1pPr>
          </a:lstStyle>
          <a:p>
            <a:pPr lvl="0"/>
            <a:r>
              <a:rPr kumimoji="1" lang="zh-CN" altLang="en-US" dirty="0" smtClean="0"/>
              <a:t>单击此处编辑母版文本样式</a:t>
            </a:r>
          </a:p>
        </p:txBody>
      </p:sp>
    </p:spTree>
    <p:extLst>
      <p:ext uri="{BB962C8B-B14F-4D97-AF65-F5344CB8AC3E}">
        <p14:creationId xmlns:p14="http://schemas.microsoft.com/office/powerpoint/2010/main" val="566405924"/>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转场3-04">
    <p:spTree>
      <p:nvGrpSpPr>
        <p:cNvPr id="1" name=""/>
        <p:cNvGrpSpPr/>
        <p:nvPr/>
      </p:nvGrpSpPr>
      <p:grpSpPr>
        <a:xfrm>
          <a:off x="0" y="0"/>
          <a:ext cx="0" cy="0"/>
          <a:chOff x="0" y="0"/>
          <a:chExt cx="0" cy="0"/>
        </a:xfrm>
      </p:grpSpPr>
      <p:sp>
        <p:nvSpPr>
          <p:cNvPr id="3" name="文本框 2"/>
          <p:cNvSpPr txBox="1"/>
          <p:nvPr userDrawn="1"/>
        </p:nvSpPr>
        <p:spPr>
          <a:xfrm>
            <a:off x="8615635" y="-1901401"/>
            <a:ext cx="5277407" cy="11079956"/>
          </a:xfrm>
          <a:prstGeom prst="rect">
            <a:avLst/>
          </a:prstGeom>
          <a:noFill/>
        </p:spPr>
        <p:txBody>
          <a:bodyPr wrap="none" rtlCol="0">
            <a:spAutoFit/>
          </a:bodyPr>
          <a:lstStyle>
            <a:defPPr>
              <a:defRPr lang="zh-CN"/>
            </a:defPPr>
            <a:lvl1pPr>
              <a:defRPr sz="71400" b="1">
                <a:solidFill>
                  <a:schemeClr val="tx1">
                    <a:lumMod val="75000"/>
                    <a:lumOff val="25000"/>
                    <a:alpha val="10000"/>
                  </a:schemeClr>
                </a:solidFill>
                <a:latin typeface="Arial" panose="020B0604020202020204" pitchFamily="34" charset="0"/>
                <a:cs typeface="Arial" panose="020B0604020202020204" pitchFamily="34" charset="0"/>
              </a:defRPr>
            </a:lvl1pPr>
          </a:lstStyle>
          <a:p>
            <a:r>
              <a:rPr lang="en-US" altLang="zh-CN" dirty="0"/>
              <a:t>4</a:t>
            </a:r>
            <a:endParaRPr lang="zh-CN" altLang="en-US" dirty="0"/>
          </a:p>
        </p:txBody>
      </p:sp>
      <p:sp>
        <p:nvSpPr>
          <p:cNvPr id="4" name="矩形 3"/>
          <p:cNvSpPr/>
          <p:nvPr userDrawn="1"/>
        </p:nvSpPr>
        <p:spPr>
          <a:xfrm>
            <a:off x="1023995" y="5045013"/>
            <a:ext cx="800219" cy="276999"/>
          </a:xfrm>
          <a:prstGeom prst="rect">
            <a:avLst/>
          </a:prstGeom>
          <a:ln>
            <a:solidFill>
              <a:schemeClr val="bg1">
                <a:lumMod val="85000"/>
              </a:schemeClr>
            </a:solidFill>
          </a:ln>
        </p:spPr>
        <p:txBody>
          <a:bodyPr wrap="none">
            <a:spAutoFit/>
          </a:bodyPr>
          <a:lstStyle/>
          <a:p>
            <a:r>
              <a:rPr lang="zh-CN" altLang="en-US" sz="1200">
                <a:solidFill>
                  <a:schemeClr val="bg1">
                    <a:lumMod val="85000"/>
                  </a:schemeClr>
                </a:solidFill>
                <a:latin typeface="微软雅黑 Light" panose="020B0502040204020203" charset="-122"/>
                <a:ea typeface="微软雅黑 Light" panose="020B0502040204020203" charset="-122"/>
                <a:cs typeface="微软雅黑 Light" panose="020B0502040204020203" charset="-122"/>
              </a:rPr>
              <a:t>兴业数金</a:t>
            </a:r>
            <a:endParaRPr lang="en-US" altLang="zh-CN" sz="1200" dirty="0">
              <a:solidFill>
                <a:schemeClr val="bg1">
                  <a:lumMod val="85000"/>
                </a:schemeClr>
              </a:solidFill>
              <a:latin typeface="微软雅黑 Light" panose="020B0502040204020203" charset="-122"/>
              <a:ea typeface="微软雅黑 Light" panose="020B0502040204020203" charset="-122"/>
              <a:cs typeface="微软雅黑 Light" panose="020B0502040204020203" charset="-122"/>
            </a:endParaRPr>
          </a:p>
        </p:txBody>
      </p:sp>
      <p:sp>
        <p:nvSpPr>
          <p:cNvPr id="5" name="文本占位符 10"/>
          <p:cNvSpPr>
            <a:spLocks noGrp="1"/>
          </p:cNvSpPr>
          <p:nvPr>
            <p:ph type="body" sz="quarter" idx="10"/>
          </p:nvPr>
        </p:nvSpPr>
        <p:spPr>
          <a:xfrm>
            <a:off x="942918" y="1476166"/>
            <a:ext cx="6624835" cy="503237"/>
          </a:xfrm>
          <a:prstGeom prst="rect">
            <a:avLst/>
          </a:prstGeom>
        </p:spPr>
        <p:txBody>
          <a:bodyPr anchor="ctr"/>
          <a:lstStyle>
            <a:lvl1pPr marL="0" indent="0" algn="l" defTabSz="914400" rtl="0" eaLnBrk="1" latinLnBrk="0" hangingPunct="1">
              <a:buNone/>
              <a:defRPr lang="zh-CN" altLang="en-US" sz="2800" kern="1200" dirty="0" smtClean="0">
                <a:solidFill>
                  <a:srgbClr val="131735"/>
                </a:solidFill>
                <a:latin typeface="微软雅黑 Light" panose="020B0502040204020203" charset="-122"/>
                <a:ea typeface="微软雅黑 Light" panose="020B0502040204020203" charset="-122"/>
                <a:cs typeface="微软雅黑 Light" panose="020B0502040204020203" charset="-122"/>
              </a:defRPr>
            </a:lvl1pPr>
          </a:lstStyle>
          <a:p>
            <a:pPr lvl="0"/>
            <a:r>
              <a:rPr kumimoji="1" lang="zh-CN" altLang="en-US" dirty="0" smtClean="0"/>
              <a:t>单击此处编辑母版文本样式</a:t>
            </a:r>
          </a:p>
        </p:txBody>
      </p:sp>
      <p:sp>
        <p:nvSpPr>
          <p:cNvPr id="6" name="文本占位符 10"/>
          <p:cNvSpPr>
            <a:spLocks noGrp="1"/>
          </p:cNvSpPr>
          <p:nvPr>
            <p:ph type="body" sz="quarter" idx="11"/>
          </p:nvPr>
        </p:nvSpPr>
        <p:spPr>
          <a:xfrm>
            <a:off x="942918" y="1979403"/>
            <a:ext cx="10121634" cy="1133537"/>
          </a:xfrm>
          <a:prstGeom prst="rect">
            <a:avLst/>
          </a:prstGeom>
        </p:spPr>
        <p:txBody>
          <a:bodyPr anchor="ctr"/>
          <a:lstStyle>
            <a:lvl1pPr marL="0" indent="0" algn="l" defTabSz="967105" rtl="0" eaLnBrk="1" latinLnBrk="0" hangingPunct="1">
              <a:buNone/>
              <a:defRPr lang="zh-CN" altLang="en-US" sz="6000" b="1" kern="1200" dirty="0" smtClean="0">
                <a:solidFill>
                  <a:srgbClr val="4372C4"/>
                </a:solidFill>
                <a:latin typeface="微软雅黑" panose="020B0503020204020204" pitchFamily="34" charset="-122"/>
                <a:ea typeface="微软雅黑" panose="020B0503020204020204" pitchFamily="34" charset="-122"/>
                <a:cs typeface="+mn-cs"/>
              </a:defRPr>
            </a:lvl1pPr>
          </a:lstStyle>
          <a:p>
            <a:pPr lvl="0"/>
            <a:r>
              <a:rPr kumimoji="1" lang="zh-CN" altLang="en-US" dirty="0" smtClean="0"/>
              <a:t>单击此处编辑母版文本样式</a:t>
            </a:r>
          </a:p>
        </p:txBody>
      </p:sp>
      <p:cxnSp>
        <p:nvCxnSpPr>
          <p:cNvPr id="7" name="直线连接符 6"/>
          <p:cNvCxnSpPr/>
          <p:nvPr userDrawn="1"/>
        </p:nvCxnSpPr>
        <p:spPr>
          <a:xfrm>
            <a:off x="1053699" y="3429000"/>
            <a:ext cx="576064" cy="0"/>
          </a:xfrm>
          <a:prstGeom prst="line">
            <a:avLst/>
          </a:prstGeom>
          <a:ln w="38100" cap="rnd">
            <a:solidFill>
              <a:srgbClr val="4372C4"/>
            </a:solidFill>
          </a:ln>
        </p:spPr>
        <p:style>
          <a:lnRef idx="1">
            <a:schemeClr val="accent1"/>
          </a:lnRef>
          <a:fillRef idx="0">
            <a:schemeClr val="accent1"/>
          </a:fillRef>
          <a:effectRef idx="0">
            <a:schemeClr val="accent1"/>
          </a:effectRef>
          <a:fontRef idx="minor">
            <a:schemeClr val="tx1"/>
          </a:fontRef>
        </p:style>
      </p:cxnSp>
      <p:sp>
        <p:nvSpPr>
          <p:cNvPr id="8" name="文本占位符 10"/>
          <p:cNvSpPr>
            <a:spLocks noGrp="1"/>
          </p:cNvSpPr>
          <p:nvPr>
            <p:ph type="body" sz="quarter" idx="12"/>
          </p:nvPr>
        </p:nvSpPr>
        <p:spPr>
          <a:xfrm>
            <a:off x="942918" y="3703730"/>
            <a:ext cx="6624835" cy="1093422"/>
          </a:xfrm>
          <a:prstGeom prst="rect">
            <a:avLst/>
          </a:prstGeom>
        </p:spPr>
        <p:txBody>
          <a:bodyPr anchor="t"/>
          <a:lstStyle>
            <a:lvl1pPr marL="0" indent="0" algn="l" defTabSz="967105" rtl="0" eaLnBrk="1" latinLnBrk="0" hangingPunct="1">
              <a:lnSpc>
                <a:spcPct val="150000"/>
              </a:lnSpc>
              <a:buNone/>
              <a:defRPr lang="zh-CN" altLang="en-US" sz="1400" kern="1200" dirty="0" smtClean="0">
                <a:solidFill>
                  <a:srgbClr val="84899E"/>
                </a:solidFill>
                <a:latin typeface="微软雅黑" panose="020B0503020204020204" pitchFamily="34" charset="-122"/>
                <a:ea typeface="微软雅黑" panose="020B0503020204020204" pitchFamily="34" charset="-122"/>
                <a:cs typeface="+mn-cs"/>
              </a:defRPr>
            </a:lvl1pPr>
          </a:lstStyle>
          <a:p>
            <a:pPr lvl="0"/>
            <a:r>
              <a:rPr kumimoji="1" lang="zh-CN" altLang="en-US" dirty="0" smtClean="0"/>
              <a:t>单击此处编辑母版文本样式</a:t>
            </a:r>
          </a:p>
        </p:txBody>
      </p:sp>
    </p:spTree>
    <p:extLst>
      <p:ext uri="{BB962C8B-B14F-4D97-AF65-F5344CB8AC3E}">
        <p14:creationId xmlns:p14="http://schemas.microsoft.com/office/powerpoint/2010/main" val="1642445295"/>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转场4-01">
    <p:spTree>
      <p:nvGrpSpPr>
        <p:cNvPr id="1" name=""/>
        <p:cNvGrpSpPr/>
        <p:nvPr/>
      </p:nvGrpSpPr>
      <p:grpSpPr>
        <a:xfrm>
          <a:off x="0" y="0"/>
          <a:ext cx="0" cy="0"/>
          <a:chOff x="0" y="0"/>
          <a:chExt cx="0" cy="0"/>
        </a:xfrm>
      </p:grpSpPr>
      <p:pic>
        <p:nvPicPr>
          <p:cNvPr id="3" name="图片 2"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B90544B5-BBBF-4ECA-8615-25BCDAA57D6F}"/>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saturation sat="0"/>
                    </a14:imgEffect>
                    <a14:imgEffect>
                      <a14:brightnessContrast bright="-40000" contrast="-20000"/>
                    </a14:imgEffect>
                  </a14:imgLayer>
                </a14:imgProps>
              </a:ext>
              <a:ext uri="{28A0092B-C50C-407E-A947-70E740481C1C}">
                <a14:useLocalDpi xmlns:a14="http://schemas.microsoft.com/office/drawing/2010/main" val="0"/>
              </a:ext>
            </a:extLst>
          </a:blip>
          <a:srcRect r="47974" b="60600"/>
          <a:stretch/>
        </p:blipFill>
        <p:spPr>
          <a:xfrm>
            <a:off x="0" y="0"/>
            <a:ext cx="12192000" cy="6858000"/>
          </a:xfrm>
          <a:prstGeom prst="rect">
            <a:avLst/>
          </a:prstGeom>
        </p:spPr>
      </p:pic>
      <p:sp>
        <p:nvSpPr>
          <p:cNvPr id="5" name="矩形 23"/>
          <p:cNvSpPr>
            <a:spLocks noChangeArrowheads="1"/>
          </p:cNvSpPr>
          <p:nvPr userDrawn="1"/>
        </p:nvSpPr>
        <p:spPr bwMode="auto">
          <a:xfrm>
            <a:off x="-11164" y="0"/>
            <a:ext cx="12196069" cy="6858000"/>
          </a:xfrm>
          <a:prstGeom prst="rect">
            <a:avLst/>
          </a:prstGeom>
          <a:gradFill>
            <a:gsLst>
              <a:gs pos="99000">
                <a:srgbClr val="1E389F">
                  <a:alpha val="75000"/>
                </a:srgbClr>
              </a:gs>
              <a:gs pos="0">
                <a:srgbClr val="4372C4"/>
              </a:gs>
            </a:gsLst>
            <a:lin ang="2700000" scaled="0"/>
          </a:gradFill>
          <a:ln w="9525">
            <a:noFill/>
            <a:miter lim="800000"/>
          </a:ln>
        </p:spPr>
        <p:txBody>
          <a:bodyPr anchor="ctr"/>
          <a:lstStyle/>
          <a:p>
            <a:pPr algn="ctr" eaLnBrk="1" hangingPunct="1">
              <a:buFont typeface="Arial" panose="020B0604020202020204" pitchFamily="34" charset="0"/>
              <a:buNone/>
            </a:pPr>
            <a:endParaRPr lang="zh-CN" altLang="en-US" sz="1400">
              <a:solidFill>
                <a:srgbClr val="FFFFFF"/>
              </a:solidFill>
              <a:latin typeface="Arial Narrow" panose="020B0606020202030204" pitchFamily="34" charset="0"/>
              <a:ea typeface="微软雅黑" panose="020B0503020204020204" pitchFamily="34" charset="-122"/>
            </a:endParaRPr>
          </a:p>
        </p:txBody>
      </p:sp>
      <p:sp>
        <p:nvSpPr>
          <p:cNvPr id="4" name="文本占位符 10"/>
          <p:cNvSpPr>
            <a:spLocks noGrp="1"/>
          </p:cNvSpPr>
          <p:nvPr>
            <p:ph type="body" sz="quarter" idx="11"/>
          </p:nvPr>
        </p:nvSpPr>
        <p:spPr>
          <a:xfrm>
            <a:off x="1035183" y="2996952"/>
            <a:ext cx="10121634" cy="1133537"/>
          </a:xfrm>
          <a:prstGeom prst="rect">
            <a:avLst/>
          </a:prstGeom>
        </p:spPr>
        <p:txBody>
          <a:bodyPr anchor="ctr"/>
          <a:lstStyle>
            <a:lvl1pPr marL="0" indent="0" algn="ctr" defTabSz="967105" rtl="0" eaLnBrk="1" latinLnBrk="0" hangingPunct="1">
              <a:buNone/>
              <a:defRPr lang="zh-CN" altLang="en-US" sz="4800" b="1" kern="1200" dirty="0" smtClean="0">
                <a:solidFill>
                  <a:schemeClr val="bg1"/>
                </a:solidFill>
                <a:latin typeface="微软雅黑" panose="020B0503020204020204" pitchFamily="34" charset="-122"/>
                <a:ea typeface="微软雅黑" panose="020B0503020204020204" pitchFamily="34" charset="-122"/>
                <a:cs typeface="+mn-cs"/>
              </a:defRPr>
            </a:lvl1pPr>
          </a:lstStyle>
          <a:p>
            <a:pPr lvl="0"/>
            <a:r>
              <a:rPr kumimoji="1" lang="zh-CN" altLang="en-US" dirty="0" smtClean="0"/>
              <a:t>单击此处编辑母版文本样式</a:t>
            </a:r>
          </a:p>
        </p:txBody>
      </p:sp>
      <p:cxnSp>
        <p:nvCxnSpPr>
          <p:cNvPr id="6" name="Straight Connector 19">
            <a:extLst>
              <a:ext uri="{FF2B5EF4-FFF2-40B4-BE49-F238E27FC236}">
                <a16:creationId xmlns="" xmlns:a16="http://schemas.microsoft.com/office/drawing/2014/main" id="{892F2E24-4AF2-48F8-AE3A-5C4E4C48F59F}"/>
              </a:ext>
            </a:extLst>
          </p:cNvPr>
          <p:cNvCxnSpPr/>
          <p:nvPr userDrawn="1"/>
        </p:nvCxnSpPr>
        <p:spPr>
          <a:xfrm>
            <a:off x="5805926" y="4129382"/>
            <a:ext cx="596462" cy="0"/>
          </a:xfrm>
          <a:prstGeom prst="line">
            <a:avLst/>
          </a:prstGeom>
          <a:noFill/>
          <a:ln w="57150" cap="rnd" cmpd="sng" algn="ctr">
            <a:solidFill>
              <a:schemeClr val="bg1"/>
            </a:solidFill>
            <a:prstDash val="solid"/>
            <a:round/>
          </a:ln>
          <a:effectLst/>
        </p:spPr>
      </p:cxnSp>
      <p:sp>
        <p:nvSpPr>
          <p:cNvPr id="8" name="Diamond 1">
            <a:extLst>
              <a:ext uri="{FF2B5EF4-FFF2-40B4-BE49-F238E27FC236}">
                <a16:creationId xmlns="" xmlns:a16="http://schemas.microsoft.com/office/drawing/2014/main" id="{2E01AA1A-6255-4494-8F98-591B0B29023B}"/>
              </a:ext>
            </a:extLst>
          </p:cNvPr>
          <p:cNvSpPr/>
          <p:nvPr userDrawn="1"/>
        </p:nvSpPr>
        <p:spPr>
          <a:xfrm>
            <a:off x="5624397" y="1673257"/>
            <a:ext cx="981307" cy="981307"/>
          </a:xfrm>
          <a:prstGeom prst="diamond">
            <a:avLst/>
          </a:pr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等线" panose="020F0502020204030204"/>
              <a:ea typeface="+mn-ea"/>
              <a:cs typeface="+mn-cs"/>
            </a:endParaRPr>
          </a:p>
        </p:txBody>
      </p:sp>
      <p:sp>
        <p:nvSpPr>
          <p:cNvPr id="9" name="Shape 2637">
            <a:extLst>
              <a:ext uri="{FF2B5EF4-FFF2-40B4-BE49-F238E27FC236}">
                <a16:creationId xmlns="" xmlns:a16="http://schemas.microsoft.com/office/drawing/2014/main" id="{E8EC13B9-789D-46E4-BD1C-E543061765D7}"/>
              </a:ext>
            </a:extLst>
          </p:cNvPr>
          <p:cNvSpPr/>
          <p:nvPr userDrawn="1"/>
        </p:nvSpPr>
        <p:spPr>
          <a:xfrm>
            <a:off x="5996147" y="1945921"/>
            <a:ext cx="237807" cy="435979"/>
          </a:xfrm>
          <a:custGeom>
            <a:avLst/>
            <a:gdLst/>
            <a:ahLst/>
            <a:cxnLst>
              <a:cxn ang="0">
                <a:pos x="wd2" y="hd2"/>
              </a:cxn>
              <a:cxn ang="5400000">
                <a:pos x="wd2" y="hd2"/>
              </a:cxn>
              <a:cxn ang="10800000">
                <a:pos x="wd2" y="hd2"/>
              </a:cxn>
              <a:cxn ang="16200000">
                <a:pos x="wd2" y="hd2"/>
              </a:cxn>
            </a:cxnLst>
            <a:rect l="0" t="0" r="r" b="b"/>
            <a:pathLst>
              <a:path w="21600" h="21600" extrusionOk="0">
                <a:moveTo>
                  <a:pt x="5400" y="8836"/>
                </a:moveTo>
                <a:lnTo>
                  <a:pt x="16200" y="8836"/>
                </a:lnTo>
                <a:lnTo>
                  <a:pt x="16200" y="11782"/>
                </a:lnTo>
                <a:cubicBezTo>
                  <a:pt x="16200" y="13409"/>
                  <a:pt x="13783" y="14727"/>
                  <a:pt x="10800" y="14727"/>
                </a:cubicBezTo>
                <a:cubicBezTo>
                  <a:pt x="7817" y="14727"/>
                  <a:pt x="5400" y="13409"/>
                  <a:pt x="5400" y="11782"/>
                </a:cubicBezTo>
                <a:cubicBezTo>
                  <a:pt x="5400" y="11782"/>
                  <a:pt x="5400" y="8836"/>
                  <a:pt x="5400" y="8836"/>
                </a:cubicBezTo>
                <a:close/>
                <a:moveTo>
                  <a:pt x="5400" y="3927"/>
                </a:moveTo>
                <a:cubicBezTo>
                  <a:pt x="5400" y="2301"/>
                  <a:pt x="7817" y="982"/>
                  <a:pt x="10800" y="982"/>
                </a:cubicBezTo>
                <a:cubicBezTo>
                  <a:pt x="13783" y="982"/>
                  <a:pt x="16200" y="2301"/>
                  <a:pt x="16200" y="3927"/>
                </a:cubicBezTo>
                <a:lnTo>
                  <a:pt x="16200" y="7855"/>
                </a:lnTo>
                <a:lnTo>
                  <a:pt x="5400" y="7855"/>
                </a:lnTo>
                <a:cubicBezTo>
                  <a:pt x="5400" y="7855"/>
                  <a:pt x="5400" y="3927"/>
                  <a:pt x="5400" y="3927"/>
                </a:cubicBezTo>
                <a:close/>
                <a:moveTo>
                  <a:pt x="10800" y="15709"/>
                </a:moveTo>
                <a:cubicBezTo>
                  <a:pt x="14777" y="15709"/>
                  <a:pt x="18000" y="13951"/>
                  <a:pt x="18000" y="11782"/>
                </a:cubicBezTo>
                <a:lnTo>
                  <a:pt x="18000" y="3927"/>
                </a:lnTo>
                <a:cubicBezTo>
                  <a:pt x="18000" y="1758"/>
                  <a:pt x="14777" y="0"/>
                  <a:pt x="10800" y="0"/>
                </a:cubicBezTo>
                <a:cubicBezTo>
                  <a:pt x="6823" y="0"/>
                  <a:pt x="3600" y="1758"/>
                  <a:pt x="3600" y="3927"/>
                </a:cubicBezTo>
                <a:lnTo>
                  <a:pt x="3600" y="11782"/>
                </a:lnTo>
                <a:cubicBezTo>
                  <a:pt x="3600" y="13951"/>
                  <a:pt x="6823" y="15709"/>
                  <a:pt x="10800" y="15709"/>
                </a:cubicBezTo>
                <a:moveTo>
                  <a:pt x="21600" y="11782"/>
                </a:moveTo>
                <a:lnTo>
                  <a:pt x="21600" y="10309"/>
                </a:lnTo>
                <a:cubicBezTo>
                  <a:pt x="21600" y="10038"/>
                  <a:pt x="21197" y="9818"/>
                  <a:pt x="20700" y="9818"/>
                </a:cubicBezTo>
                <a:cubicBezTo>
                  <a:pt x="20203" y="9818"/>
                  <a:pt x="19800" y="10038"/>
                  <a:pt x="19800" y="10309"/>
                </a:cubicBezTo>
                <a:lnTo>
                  <a:pt x="19800" y="11782"/>
                </a:lnTo>
                <a:cubicBezTo>
                  <a:pt x="19800" y="14493"/>
                  <a:pt x="15771" y="16691"/>
                  <a:pt x="10800" y="16691"/>
                </a:cubicBezTo>
                <a:cubicBezTo>
                  <a:pt x="5829" y="16691"/>
                  <a:pt x="1800" y="14493"/>
                  <a:pt x="1800" y="11782"/>
                </a:cubicBezTo>
                <a:lnTo>
                  <a:pt x="1800" y="10309"/>
                </a:lnTo>
                <a:cubicBezTo>
                  <a:pt x="1800" y="10038"/>
                  <a:pt x="1397" y="9818"/>
                  <a:pt x="900" y="9818"/>
                </a:cubicBezTo>
                <a:cubicBezTo>
                  <a:pt x="403" y="9818"/>
                  <a:pt x="0" y="10038"/>
                  <a:pt x="0" y="10309"/>
                </a:cubicBezTo>
                <a:lnTo>
                  <a:pt x="0" y="11782"/>
                </a:lnTo>
                <a:cubicBezTo>
                  <a:pt x="0" y="14870"/>
                  <a:pt x="4358" y="17398"/>
                  <a:pt x="9900" y="17648"/>
                </a:cubicBezTo>
                <a:lnTo>
                  <a:pt x="9900" y="20618"/>
                </a:lnTo>
                <a:lnTo>
                  <a:pt x="3600" y="20618"/>
                </a:lnTo>
                <a:cubicBezTo>
                  <a:pt x="3103" y="20618"/>
                  <a:pt x="2700" y="20838"/>
                  <a:pt x="2700" y="21110"/>
                </a:cubicBezTo>
                <a:cubicBezTo>
                  <a:pt x="2700" y="21381"/>
                  <a:pt x="3103" y="21600"/>
                  <a:pt x="3600" y="21600"/>
                </a:cubicBezTo>
                <a:lnTo>
                  <a:pt x="18000" y="21600"/>
                </a:lnTo>
                <a:cubicBezTo>
                  <a:pt x="18497" y="21600"/>
                  <a:pt x="18900" y="21381"/>
                  <a:pt x="18900" y="21110"/>
                </a:cubicBezTo>
                <a:cubicBezTo>
                  <a:pt x="18900" y="20838"/>
                  <a:pt x="18497" y="20618"/>
                  <a:pt x="18000" y="20618"/>
                </a:cubicBezTo>
                <a:lnTo>
                  <a:pt x="11700" y="20618"/>
                </a:lnTo>
                <a:lnTo>
                  <a:pt x="11700" y="17648"/>
                </a:lnTo>
                <a:cubicBezTo>
                  <a:pt x="17243" y="17398"/>
                  <a:pt x="21600" y="14870"/>
                  <a:pt x="21600" y="11782"/>
                </a:cubicBezTo>
              </a:path>
            </a:pathLst>
          </a:custGeom>
          <a:solidFill>
            <a:schemeClr val="bg1"/>
          </a:solidFill>
          <a:ln w="12700">
            <a:miter lim="400000"/>
          </a:ln>
        </p:spPr>
        <p:txBody>
          <a:bodyPr lIns="19045" tIns="19045" rIns="19045" bIns="19045" anchor="ctr"/>
          <a:lstStyle/>
          <a:p>
            <a:pPr marL="0" marR="0" lvl="0" indent="0" defTabSz="228532"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a:ln>
                <a:noFill/>
              </a:ln>
              <a:solidFill>
                <a:schemeClr val="bg1"/>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 name="文本占位符 10"/>
          <p:cNvSpPr>
            <a:spLocks noGrp="1"/>
          </p:cNvSpPr>
          <p:nvPr>
            <p:ph type="body" sz="quarter" idx="12"/>
          </p:nvPr>
        </p:nvSpPr>
        <p:spPr>
          <a:xfrm>
            <a:off x="1035183" y="4558094"/>
            <a:ext cx="10121634" cy="455082"/>
          </a:xfrm>
          <a:prstGeom prst="rect">
            <a:avLst/>
          </a:prstGeom>
        </p:spPr>
        <p:txBody>
          <a:bodyPr anchor="t"/>
          <a:lstStyle>
            <a:lvl1pPr marL="0" indent="0" algn="ctr" defTabSz="967105" rtl="0" eaLnBrk="1" latinLnBrk="0" hangingPunct="1">
              <a:lnSpc>
                <a:spcPct val="150000"/>
              </a:lnSpc>
              <a:buNone/>
              <a:defRPr lang="zh-CN" altLang="en-US" sz="1400" kern="1200" dirty="0" smtClean="0">
                <a:solidFill>
                  <a:schemeClr val="accent1">
                    <a:lumMod val="40000"/>
                    <a:lumOff val="60000"/>
                  </a:schemeClr>
                </a:solidFill>
                <a:latin typeface="微软雅黑" panose="020B0503020204020204" pitchFamily="34" charset="-122"/>
                <a:ea typeface="微软雅黑" panose="020B0503020204020204" pitchFamily="34" charset="-122"/>
                <a:cs typeface="+mn-cs"/>
              </a:defRPr>
            </a:lvl1pPr>
          </a:lstStyle>
          <a:p>
            <a:pPr lvl="0"/>
            <a:r>
              <a:rPr kumimoji="1" lang="zh-CN" altLang="en-US" smtClean="0"/>
              <a:t>单击此处编辑母版文本样式</a:t>
            </a:r>
            <a:endParaRPr kumimoji="1" lang="zh-CN" altLang="en-US" dirty="0" smtClean="0"/>
          </a:p>
        </p:txBody>
      </p:sp>
    </p:spTree>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标题文字-居左">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xmlns="" id="{79C756B9-E29E-4F84-8CD1-9D596E4A927D}"/>
              </a:ext>
            </a:extLst>
          </p:cNvPr>
          <p:cNvSpPr>
            <a:spLocks noGrp="1"/>
          </p:cNvSpPr>
          <p:nvPr>
            <p:ph type="title"/>
          </p:nvPr>
        </p:nvSpPr>
        <p:spPr>
          <a:xfrm>
            <a:off x="767408" y="538248"/>
            <a:ext cx="10657184" cy="648071"/>
          </a:xfrm>
          <a:prstGeom prst="rect">
            <a:avLst/>
          </a:prstGeom>
        </p:spPr>
        <p:txBody>
          <a:bodyPr anchor="ctr"/>
          <a:lstStyle>
            <a:lvl1pPr marL="0" algn="l" defTabSz="967105" rtl="0" eaLnBrk="1" latinLnBrk="0" hangingPunct="1">
              <a:lnSpc>
                <a:spcPct val="100000"/>
              </a:lnSpc>
              <a:defRPr kumimoji="1" lang="zh-CN" altLang="en-US" sz="3200" b="1" kern="1200" dirty="0">
                <a:solidFill>
                  <a:srgbClr val="141735"/>
                </a:solidFill>
                <a:latin typeface="微软雅黑" panose="020B0503020204020204" pitchFamily="34" charset="-122"/>
                <a:ea typeface="微软雅黑" panose="020B0503020204020204" pitchFamily="34" charset="-122"/>
                <a:cs typeface="+mn-cs"/>
              </a:defRPr>
            </a:lvl1pPr>
          </a:lstStyle>
          <a:p>
            <a:r>
              <a:rPr kumimoji="1" lang="zh-CN" altLang="en-US" dirty="0"/>
              <a:t>单击此处编辑母版标题样式</a:t>
            </a:r>
          </a:p>
        </p:txBody>
      </p:sp>
      <p:sp>
        <p:nvSpPr>
          <p:cNvPr id="3" name="矩形: 圆角 1">
            <a:extLst>
              <a:ext uri="{FF2B5EF4-FFF2-40B4-BE49-F238E27FC236}">
                <a16:creationId xmlns:a16="http://schemas.microsoft.com/office/drawing/2014/main" xmlns="" id="{62736EB6-953A-43E9-897F-8A7F4AEDD612}"/>
              </a:ext>
            </a:extLst>
          </p:cNvPr>
          <p:cNvSpPr/>
          <p:nvPr userDrawn="1"/>
        </p:nvSpPr>
        <p:spPr>
          <a:xfrm>
            <a:off x="636985" y="686060"/>
            <a:ext cx="95573" cy="366676"/>
          </a:xfrm>
          <a:prstGeom prst="roundRect">
            <a:avLst>
              <a:gd name="adj" fmla="val 50000"/>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标题居左+logo">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xmlns="" id="{79C756B9-E29E-4F84-8CD1-9D596E4A927D}"/>
              </a:ext>
            </a:extLst>
          </p:cNvPr>
          <p:cNvSpPr>
            <a:spLocks noGrp="1"/>
          </p:cNvSpPr>
          <p:nvPr>
            <p:ph type="title"/>
          </p:nvPr>
        </p:nvSpPr>
        <p:spPr>
          <a:xfrm>
            <a:off x="767408" y="538248"/>
            <a:ext cx="10657184" cy="648071"/>
          </a:xfrm>
          <a:prstGeom prst="rect">
            <a:avLst/>
          </a:prstGeom>
        </p:spPr>
        <p:txBody>
          <a:bodyPr anchor="ctr"/>
          <a:lstStyle>
            <a:lvl1pPr marL="0" algn="l" defTabSz="967105" rtl="0" eaLnBrk="1" latinLnBrk="0" hangingPunct="1">
              <a:lnSpc>
                <a:spcPct val="100000"/>
              </a:lnSpc>
              <a:defRPr kumimoji="1" lang="zh-CN" altLang="en-US" sz="3200" b="1" kern="1200" dirty="0">
                <a:solidFill>
                  <a:srgbClr val="141735"/>
                </a:solidFill>
                <a:latin typeface="微软雅黑" panose="020B0503020204020204" pitchFamily="34" charset="-122"/>
                <a:ea typeface="微软雅黑" panose="020B0503020204020204" pitchFamily="34" charset="-122"/>
                <a:cs typeface="+mn-cs"/>
              </a:defRPr>
            </a:lvl1pPr>
          </a:lstStyle>
          <a:p>
            <a:r>
              <a:rPr kumimoji="1" lang="zh-CN" altLang="en-US" dirty="0"/>
              <a:t>单击此处编辑母版标题样式</a:t>
            </a:r>
          </a:p>
        </p:txBody>
      </p:sp>
      <p:sp>
        <p:nvSpPr>
          <p:cNvPr id="3" name="矩形: 圆角 1">
            <a:extLst>
              <a:ext uri="{FF2B5EF4-FFF2-40B4-BE49-F238E27FC236}">
                <a16:creationId xmlns:a16="http://schemas.microsoft.com/office/drawing/2014/main" xmlns="" id="{62736EB6-953A-43E9-897F-8A7F4AEDD612}"/>
              </a:ext>
            </a:extLst>
          </p:cNvPr>
          <p:cNvSpPr/>
          <p:nvPr userDrawn="1"/>
        </p:nvSpPr>
        <p:spPr>
          <a:xfrm>
            <a:off x="636985" y="686060"/>
            <a:ext cx="95573" cy="366676"/>
          </a:xfrm>
          <a:prstGeom prst="roundRect">
            <a:avLst>
              <a:gd name="adj" fmla="val 50000"/>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 name="图片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88488" y="6318875"/>
            <a:ext cx="1167112" cy="251022"/>
          </a:xfrm>
          <a:prstGeom prst="rect">
            <a:avLst/>
          </a:prstGeom>
        </p:spPr>
      </p:pic>
    </p:spTree>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标题居中">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xmlns="" id="{79C756B9-E29E-4F84-8CD1-9D596E4A927D}"/>
              </a:ext>
            </a:extLst>
          </p:cNvPr>
          <p:cNvSpPr>
            <a:spLocks noGrp="1"/>
          </p:cNvSpPr>
          <p:nvPr>
            <p:ph type="title"/>
          </p:nvPr>
        </p:nvSpPr>
        <p:spPr>
          <a:xfrm>
            <a:off x="767408" y="538248"/>
            <a:ext cx="10657184" cy="648071"/>
          </a:xfrm>
          <a:prstGeom prst="rect">
            <a:avLst/>
          </a:prstGeom>
        </p:spPr>
        <p:txBody>
          <a:bodyPr anchor="ctr"/>
          <a:lstStyle>
            <a:lvl1pPr marL="0" algn="ctr" defTabSz="967105" rtl="0" eaLnBrk="1" latinLnBrk="0" hangingPunct="1">
              <a:lnSpc>
                <a:spcPct val="100000"/>
              </a:lnSpc>
              <a:defRPr kumimoji="1" lang="zh-CN" altLang="en-US" sz="3200" b="1" kern="1200" dirty="0">
                <a:solidFill>
                  <a:srgbClr val="141735"/>
                </a:solidFill>
                <a:latin typeface="微软雅黑" panose="020B0503020204020204" pitchFamily="34" charset="-122"/>
                <a:ea typeface="微软雅黑" panose="020B0503020204020204" pitchFamily="34" charset="-122"/>
                <a:cs typeface="+mn-cs"/>
              </a:defRPr>
            </a:lvl1pPr>
          </a:lstStyle>
          <a:p>
            <a:r>
              <a:rPr kumimoji="1" lang="zh-CN" altLang="en-US" dirty="0"/>
              <a:t>单击此处编辑母版标题样式</a:t>
            </a:r>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88488" y="6318875"/>
            <a:ext cx="1167112" cy="251022"/>
          </a:xfrm>
          <a:prstGeom prst="rect">
            <a:avLst/>
          </a:prstGeom>
        </p:spPr>
      </p:pic>
    </p:spTree>
  </p:cSld>
  <p:clrMapOvr>
    <a:masterClrMapping/>
  </p:clrMapOvr>
  <p:timing>
    <p:tnLst>
      <p:par>
        <p:cTn id="1" dur="indefinite" restart="never" nodeType="tmRoot"/>
      </p:par>
    </p:tnLst>
  </p:timing>
  <p:extLst mod="1">
    <p:ext uri="{DCECCB84-F9BA-43D5-87BE-67443E8EF086}">
      <p15:sldGuideLst xmlns:p15="http://schemas.microsoft.com/office/powerpoint/2012/main">
        <p15:guide id="1"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主副标题-居中">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xmlns="" id="{79C756B9-E29E-4F84-8CD1-9D596E4A927D}"/>
              </a:ext>
            </a:extLst>
          </p:cNvPr>
          <p:cNvSpPr>
            <a:spLocks noGrp="1"/>
          </p:cNvSpPr>
          <p:nvPr>
            <p:ph type="title"/>
          </p:nvPr>
        </p:nvSpPr>
        <p:spPr>
          <a:xfrm>
            <a:off x="767408" y="538248"/>
            <a:ext cx="10657184" cy="648071"/>
          </a:xfrm>
          <a:prstGeom prst="rect">
            <a:avLst/>
          </a:prstGeom>
        </p:spPr>
        <p:txBody>
          <a:bodyPr anchor="ctr"/>
          <a:lstStyle>
            <a:lvl1pPr marL="0" algn="ctr" defTabSz="967105" rtl="0" eaLnBrk="1" latinLnBrk="0" hangingPunct="1">
              <a:lnSpc>
                <a:spcPct val="100000"/>
              </a:lnSpc>
              <a:defRPr kumimoji="1" lang="zh-CN" altLang="en-US" sz="3200" b="1" kern="1200" dirty="0">
                <a:solidFill>
                  <a:srgbClr val="141735"/>
                </a:solidFill>
                <a:latin typeface="微软雅黑" panose="020B0503020204020204" pitchFamily="34" charset="-122"/>
                <a:ea typeface="微软雅黑" panose="020B0503020204020204" pitchFamily="34" charset="-122"/>
                <a:cs typeface="+mn-cs"/>
              </a:defRPr>
            </a:lvl1pPr>
          </a:lstStyle>
          <a:p>
            <a:r>
              <a:rPr kumimoji="1" lang="zh-CN" altLang="en-US" dirty="0"/>
              <a:t>单击此处编辑母版标题样式</a:t>
            </a:r>
          </a:p>
        </p:txBody>
      </p:sp>
      <p:sp>
        <p:nvSpPr>
          <p:cNvPr id="5" name="文本占位符 11"/>
          <p:cNvSpPr>
            <a:spLocks noGrp="1"/>
          </p:cNvSpPr>
          <p:nvPr>
            <p:ph type="body" sz="quarter" idx="10"/>
          </p:nvPr>
        </p:nvSpPr>
        <p:spPr>
          <a:xfrm>
            <a:off x="767408" y="1198017"/>
            <a:ext cx="10657184" cy="431998"/>
          </a:xfrm>
          <a:prstGeom prst="rect">
            <a:avLst/>
          </a:prstGeom>
        </p:spPr>
        <p:txBody>
          <a:bodyPr/>
          <a:lstStyle>
            <a:lvl1pPr marL="0" indent="0" algn="ctr" defTabSz="967105" rtl="0" eaLnBrk="1" latinLnBrk="0" hangingPunct="1">
              <a:lnSpc>
                <a:spcPct val="100000"/>
              </a:lnSpc>
              <a:spcBef>
                <a:spcPct val="0"/>
              </a:spcBef>
              <a:buNone/>
              <a:defRPr kumimoji="1" lang="zh-CN" altLang="en-US" sz="1800" b="0" i="0" kern="1200" dirty="0" smtClean="0">
                <a:solidFill>
                  <a:srgbClr val="84899E"/>
                </a:solidFill>
                <a:latin typeface="Microsoft YaHei Light" charset="-122"/>
                <a:ea typeface="Microsoft YaHei Light" charset="-122"/>
                <a:cs typeface="Microsoft YaHei Light" charset="-122"/>
              </a:defRPr>
            </a:lvl1pPr>
          </a:lstStyle>
          <a:p>
            <a:pPr lvl="0"/>
            <a:r>
              <a:rPr kumimoji="1" lang="zh-CN" altLang="en-US" dirty="0" smtClean="0"/>
              <a:t>单击此处编辑母版文本样式</a:t>
            </a:r>
          </a:p>
        </p:txBody>
      </p:sp>
      <p:cxnSp>
        <p:nvCxnSpPr>
          <p:cNvPr id="6" name="直线连接符 5"/>
          <p:cNvCxnSpPr/>
          <p:nvPr userDrawn="1"/>
        </p:nvCxnSpPr>
        <p:spPr>
          <a:xfrm>
            <a:off x="5519936" y="1772816"/>
            <a:ext cx="1152128" cy="0"/>
          </a:xfrm>
          <a:prstGeom prst="line">
            <a:avLst/>
          </a:prstGeom>
          <a:ln w="38100" cap="rnd">
            <a:solidFill>
              <a:srgbClr val="C2C8D4"/>
            </a:solidFill>
            <a:round/>
          </a:ln>
        </p:spPr>
        <p:style>
          <a:lnRef idx="1">
            <a:schemeClr val="accent1"/>
          </a:lnRef>
          <a:fillRef idx="0">
            <a:schemeClr val="accent1"/>
          </a:fillRef>
          <a:effectRef idx="0">
            <a:schemeClr val="accent1"/>
          </a:effectRef>
          <a:fontRef idx="minor">
            <a:schemeClr val="tx1"/>
          </a:fontRef>
        </p:style>
      </p:cxn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88488" y="6318875"/>
            <a:ext cx="1167112" cy="251022"/>
          </a:xfrm>
          <a:prstGeom prst="rect">
            <a:avLst/>
          </a:prstGeom>
        </p:spPr>
      </p:pic>
    </p:spTree>
  </p:cSld>
  <p:clrMapOvr>
    <a:masterClrMapping/>
  </p:clrMapOvr>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标题文字-居左">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xmlns="" id="{79C756B9-E29E-4F84-8CD1-9D596E4A927D}"/>
              </a:ext>
            </a:extLst>
          </p:cNvPr>
          <p:cNvSpPr>
            <a:spLocks noGrp="1"/>
          </p:cNvSpPr>
          <p:nvPr>
            <p:ph type="title"/>
          </p:nvPr>
        </p:nvSpPr>
        <p:spPr>
          <a:xfrm>
            <a:off x="767408" y="538248"/>
            <a:ext cx="10657184" cy="648071"/>
          </a:xfrm>
          <a:prstGeom prst="rect">
            <a:avLst/>
          </a:prstGeom>
        </p:spPr>
        <p:txBody>
          <a:bodyPr anchor="ctr"/>
          <a:lstStyle>
            <a:lvl1pPr marL="0" algn="l" defTabSz="967105" rtl="0" eaLnBrk="1" latinLnBrk="0" hangingPunct="1">
              <a:lnSpc>
                <a:spcPct val="100000"/>
              </a:lnSpc>
              <a:defRPr kumimoji="1" lang="zh-CN" altLang="en-US" sz="3200" b="1" kern="1200" dirty="0">
                <a:solidFill>
                  <a:srgbClr val="141735"/>
                </a:solidFill>
                <a:latin typeface="微软雅黑" panose="020B0503020204020204" pitchFamily="34" charset="-122"/>
                <a:ea typeface="微软雅黑" panose="020B0503020204020204" pitchFamily="34" charset="-122"/>
                <a:cs typeface="+mn-cs"/>
              </a:defRPr>
            </a:lvl1pPr>
          </a:lstStyle>
          <a:p>
            <a:r>
              <a:rPr kumimoji="1" lang="zh-CN" altLang="en-US" dirty="0"/>
              <a:t>单击此处编辑母版标题样式</a:t>
            </a:r>
          </a:p>
        </p:txBody>
      </p:sp>
      <p:sp>
        <p:nvSpPr>
          <p:cNvPr id="3" name="矩形: 圆角 1">
            <a:extLst>
              <a:ext uri="{FF2B5EF4-FFF2-40B4-BE49-F238E27FC236}">
                <a16:creationId xmlns:a16="http://schemas.microsoft.com/office/drawing/2014/main" xmlns="" id="{62736EB6-953A-43E9-897F-8A7F4AEDD612}"/>
              </a:ext>
            </a:extLst>
          </p:cNvPr>
          <p:cNvSpPr/>
          <p:nvPr userDrawn="1"/>
        </p:nvSpPr>
        <p:spPr>
          <a:xfrm>
            <a:off x="636985" y="686060"/>
            <a:ext cx="95573" cy="366676"/>
          </a:xfrm>
          <a:prstGeom prst="roundRect">
            <a:avLst>
              <a:gd name="adj" fmla="val 50000"/>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8" name="直线连接符 7"/>
          <p:cNvCxnSpPr/>
          <p:nvPr userDrawn="1"/>
        </p:nvCxnSpPr>
        <p:spPr>
          <a:xfrm>
            <a:off x="839416" y="1916832"/>
            <a:ext cx="648072" cy="0"/>
          </a:xfrm>
          <a:prstGeom prst="line">
            <a:avLst/>
          </a:prstGeom>
          <a:ln w="38100" cap="rnd">
            <a:solidFill>
              <a:srgbClr val="C2C8D4"/>
            </a:solidFill>
            <a:round/>
          </a:ln>
        </p:spPr>
        <p:style>
          <a:lnRef idx="1">
            <a:schemeClr val="accent1"/>
          </a:lnRef>
          <a:fillRef idx="0">
            <a:schemeClr val="accent1"/>
          </a:fillRef>
          <a:effectRef idx="0">
            <a:schemeClr val="accent1"/>
          </a:effectRef>
          <a:fontRef idx="minor">
            <a:schemeClr val="tx1"/>
          </a:fontRef>
        </p:style>
      </p:cxnSp>
      <p:sp>
        <p:nvSpPr>
          <p:cNvPr id="12" name="文本占位符 11"/>
          <p:cNvSpPr>
            <a:spLocks noGrp="1"/>
          </p:cNvSpPr>
          <p:nvPr>
            <p:ph type="body" sz="quarter" idx="10"/>
          </p:nvPr>
        </p:nvSpPr>
        <p:spPr>
          <a:xfrm>
            <a:off x="767408" y="1198017"/>
            <a:ext cx="10657184" cy="431998"/>
          </a:xfrm>
          <a:prstGeom prst="rect">
            <a:avLst/>
          </a:prstGeom>
        </p:spPr>
        <p:txBody>
          <a:bodyPr/>
          <a:lstStyle>
            <a:lvl1pPr marL="0" indent="0" algn="l" defTabSz="967105" rtl="0" eaLnBrk="1" latinLnBrk="0" hangingPunct="1">
              <a:lnSpc>
                <a:spcPct val="100000"/>
              </a:lnSpc>
              <a:spcBef>
                <a:spcPct val="0"/>
              </a:spcBef>
              <a:buNone/>
              <a:defRPr kumimoji="1" lang="zh-CN" altLang="en-US" sz="1800" b="0" i="0" kern="1200" dirty="0" smtClean="0">
                <a:solidFill>
                  <a:srgbClr val="84899E"/>
                </a:solidFill>
                <a:latin typeface="Microsoft YaHei Light" charset="-122"/>
                <a:ea typeface="Microsoft YaHei Light" charset="-122"/>
                <a:cs typeface="Microsoft YaHei Light" charset="-122"/>
              </a:defRPr>
            </a:lvl1pPr>
          </a:lstStyle>
          <a:p>
            <a:pPr lvl="0"/>
            <a:r>
              <a:rPr kumimoji="1" lang="zh-CN" altLang="en-US" dirty="0" smtClean="0"/>
              <a:t>单击此处编辑母版文本样式</a:t>
            </a:r>
          </a:p>
        </p:txBody>
      </p:sp>
      <p:sp>
        <p:nvSpPr>
          <p:cNvPr id="13" name="矩形 45">
            <a:extLst>
              <a:ext uri="{FF2B5EF4-FFF2-40B4-BE49-F238E27FC236}">
                <a16:creationId xmlns:a16="http://schemas.microsoft.com/office/drawing/2014/main" xmlns="" id="{71822AD7-7251-48B2-AEE5-A8F0E6EE88B5}"/>
              </a:ext>
            </a:extLst>
          </p:cNvPr>
          <p:cNvSpPr/>
          <p:nvPr userDrawn="1"/>
        </p:nvSpPr>
        <p:spPr>
          <a:xfrm>
            <a:off x="6326607" y="1546860"/>
            <a:ext cx="5856972" cy="5311140"/>
          </a:xfrm>
          <a:custGeom>
            <a:avLst/>
            <a:gdLst>
              <a:gd name="connsiteX0" fmla="*/ 0 w 4599672"/>
              <a:gd name="connsiteY0" fmla="*/ 0 h 3533140"/>
              <a:gd name="connsiteX1" fmla="*/ 4599672 w 4599672"/>
              <a:gd name="connsiteY1" fmla="*/ 0 h 3533140"/>
              <a:gd name="connsiteX2" fmla="*/ 4599672 w 4599672"/>
              <a:gd name="connsiteY2" fmla="*/ 3533140 h 3533140"/>
              <a:gd name="connsiteX3" fmla="*/ 0 w 4599672"/>
              <a:gd name="connsiteY3" fmla="*/ 3533140 h 3533140"/>
              <a:gd name="connsiteX4" fmla="*/ 0 w 4599672"/>
              <a:gd name="connsiteY4" fmla="*/ 0 h 3533140"/>
              <a:gd name="connsiteX0" fmla="*/ 0 w 5907772"/>
              <a:gd name="connsiteY0" fmla="*/ 0 h 3533140"/>
              <a:gd name="connsiteX1" fmla="*/ 5907772 w 5907772"/>
              <a:gd name="connsiteY1" fmla="*/ 1841500 h 3533140"/>
              <a:gd name="connsiteX2" fmla="*/ 4599672 w 5907772"/>
              <a:gd name="connsiteY2" fmla="*/ 3533140 h 3533140"/>
              <a:gd name="connsiteX3" fmla="*/ 0 w 5907772"/>
              <a:gd name="connsiteY3" fmla="*/ 3533140 h 3533140"/>
              <a:gd name="connsiteX4" fmla="*/ 0 w 5907772"/>
              <a:gd name="connsiteY4" fmla="*/ 0 h 3533140"/>
              <a:gd name="connsiteX0" fmla="*/ 5854700 w 5907772"/>
              <a:gd name="connsiteY0" fmla="*/ 0 h 5311140"/>
              <a:gd name="connsiteX1" fmla="*/ 5907772 w 5907772"/>
              <a:gd name="connsiteY1" fmla="*/ 3619500 h 5311140"/>
              <a:gd name="connsiteX2" fmla="*/ 4599672 w 5907772"/>
              <a:gd name="connsiteY2" fmla="*/ 5311140 h 5311140"/>
              <a:gd name="connsiteX3" fmla="*/ 0 w 5907772"/>
              <a:gd name="connsiteY3" fmla="*/ 5311140 h 5311140"/>
              <a:gd name="connsiteX4" fmla="*/ 5854700 w 5907772"/>
              <a:gd name="connsiteY4" fmla="*/ 0 h 5311140"/>
              <a:gd name="connsiteX0" fmla="*/ 5854700 w 5856972"/>
              <a:gd name="connsiteY0" fmla="*/ 0 h 5311140"/>
              <a:gd name="connsiteX1" fmla="*/ 5856972 w 5856972"/>
              <a:gd name="connsiteY1" fmla="*/ 3606800 h 5311140"/>
              <a:gd name="connsiteX2" fmla="*/ 4599672 w 5856972"/>
              <a:gd name="connsiteY2" fmla="*/ 5311140 h 5311140"/>
              <a:gd name="connsiteX3" fmla="*/ 0 w 5856972"/>
              <a:gd name="connsiteY3" fmla="*/ 5311140 h 5311140"/>
              <a:gd name="connsiteX4" fmla="*/ 5854700 w 5856972"/>
              <a:gd name="connsiteY4" fmla="*/ 0 h 5311140"/>
              <a:gd name="connsiteX0" fmla="*/ 5854700 w 5856972"/>
              <a:gd name="connsiteY0" fmla="*/ 0 h 5311140"/>
              <a:gd name="connsiteX1" fmla="*/ 5856972 w 5856972"/>
              <a:gd name="connsiteY1" fmla="*/ 3606800 h 5311140"/>
              <a:gd name="connsiteX2" fmla="*/ 4053572 w 5856972"/>
              <a:gd name="connsiteY2" fmla="*/ 5298440 h 5311140"/>
              <a:gd name="connsiteX3" fmla="*/ 0 w 5856972"/>
              <a:gd name="connsiteY3" fmla="*/ 5311140 h 5311140"/>
              <a:gd name="connsiteX4" fmla="*/ 5854700 w 5856972"/>
              <a:gd name="connsiteY4" fmla="*/ 0 h 5311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56972" h="5311140">
                <a:moveTo>
                  <a:pt x="5854700" y="0"/>
                </a:moveTo>
                <a:cubicBezTo>
                  <a:pt x="5855457" y="1202267"/>
                  <a:pt x="5856215" y="2404533"/>
                  <a:pt x="5856972" y="3606800"/>
                </a:cubicBezTo>
                <a:lnTo>
                  <a:pt x="4053572" y="5298440"/>
                </a:lnTo>
                <a:lnTo>
                  <a:pt x="0" y="5311140"/>
                </a:lnTo>
                <a:lnTo>
                  <a:pt x="5854700" y="0"/>
                </a:lnTo>
                <a:close/>
              </a:path>
            </a:pathLst>
          </a:custGeom>
          <a:solidFill>
            <a:srgbClr val="F2F3F2">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88488" y="6318875"/>
            <a:ext cx="1167112" cy="251022"/>
          </a:xfrm>
          <a:prstGeom prst="rect">
            <a:avLst/>
          </a:prstGeom>
        </p:spPr>
      </p:pic>
    </p:spTree>
  </p:cSld>
  <p:clrMapOvr>
    <a:masterClrMapping/>
  </p:clrMapOvr>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主副标题-居左">
    <p:spTree>
      <p:nvGrpSpPr>
        <p:cNvPr id="1" name=""/>
        <p:cNvGrpSpPr/>
        <p:nvPr/>
      </p:nvGrpSpPr>
      <p:grpSpPr>
        <a:xfrm>
          <a:off x="0" y="0"/>
          <a:ext cx="0" cy="0"/>
          <a:chOff x="0" y="0"/>
          <a:chExt cx="0" cy="0"/>
        </a:xfrm>
      </p:grpSpPr>
      <p:sp>
        <p:nvSpPr>
          <p:cNvPr id="4" name="标题 1">
            <a:extLst>
              <a:ext uri="{FF2B5EF4-FFF2-40B4-BE49-F238E27FC236}">
                <a16:creationId xmlns:a16="http://schemas.microsoft.com/office/drawing/2014/main" xmlns="" id="{79C756B9-E29E-4F84-8CD1-9D596E4A927D}"/>
              </a:ext>
            </a:extLst>
          </p:cNvPr>
          <p:cNvSpPr>
            <a:spLocks noGrp="1"/>
          </p:cNvSpPr>
          <p:nvPr>
            <p:ph type="title"/>
          </p:nvPr>
        </p:nvSpPr>
        <p:spPr>
          <a:xfrm>
            <a:off x="767408" y="538248"/>
            <a:ext cx="10657184" cy="648071"/>
          </a:xfrm>
          <a:prstGeom prst="rect">
            <a:avLst/>
          </a:prstGeom>
        </p:spPr>
        <p:txBody>
          <a:bodyPr anchor="ctr"/>
          <a:lstStyle>
            <a:lvl1pPr marL="0" algn="l" defTabSz="967105" rtl="0" eaLnBrk="1" latinLnBrk="0" hangingPunct="1">
              <a:lnSpc>
                <a:spcPct val="100000"/>
              </a:lnSpc>
              <a:defRPr kumimoji="1" lang="zh-CN" altLang="en-US" sz="3200" b="1" kern="1200" dirty="0">
                <a:solidFill>
                  <a:srgbClr val="141735"/>
                </a:solidFill>
                <a:latin typeface="微软雅黑" panose="020B0503020204020204" pitchFamily="34" charset="-122"/>
                <a:ea typeface="微软雅黑" panose="020B0503020204020204" pitchFamily="34" charset="-122"/>
                <a:cs typeface="+mn-cs"/>
              </a:defRPr>
            </a:lvl1pPr>
          </a:lstStyle>
          <a:p>
            <a:r>
              <a:rPr kumimoji="1" lang="zh-CN" altLang="en-US" dirty="0"/>
              <a:t>单击此处编辑母版标题样式</a:t>
            </a:r>
          </a:p>
        </p:txBody>
      </p:sp>
      <p:sp>
        <p:nvSpPr>
          <p:cNvPr id="3" name="矩形: 圆角 1">
            <a:extLst>
              <a:ext uri="{FF2B5EF4-FFF2-40B4-BE49-F238E27FC236}">
                <a16:creationId xmlns:a16="http://schemas.microsoft.com/office/drawing/2014/main" xmlns="" id="{62736EB6-953A-43E9-897F-8A7F4AEDD612}"/>
              </a:ext>
            </a:extLst>
          </p:cNvPr>
          <p:cNvSpPr/>
          <p:nvPr userDrawn="1"/>
        </p:nvSpPr>
        <p:spPr>
          <a:xfrm>
            <a:off x="636985" y="686060"/>
            <a:ext cx="95573" cy="366676"/>
          </a:xfrm>
          <a:prstGeom prst="roundRect">
            <a:avLst>
              <a:gd name="adj" fmla="val 50000"/>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8" name="直线连接符 7"/>
          <p:cNvCxnSpPr/>
          <p:nvPr userDrawn="1"/>
        </p:nvCxnSpPr>
        <p:spPr>
          <a:xfrm>
            <a:off x="839416" y="1916832"/>
            <a:ext cx="648072" cy="0"/>
          </a:xfrm>
          <a:prstGeom prst="line">
            <a:avLst/>
          </a:prstGeom>
          <a:ln w="38100" cap="rnd">
            <a:solidFill>
              <a:srgbClr val="C2C8D4"/>
            </a:solidFill>
            <a:round/>
          </a:ln>
        </p:spPr>
        <p:style>
          <a:lnRef idx="1">
            <a:schemeClr val="accent1"/>
          </a:lnRef>
          <a:fillRef idx="0">
            <a:schemeClr val="accent1"/>
          </a:fillRef>
          <a:effectRef idx="0">
            <a:schemeClr val="accent1"/>
          </a:effectRef>
          <a:fontRef idx="minor">
            <a:schemeClr val="tx1"/>
          </a:fontRef>
        </p:style>
      </p:cxnSp>
      <p:sp>
        <p:nvSpPr>
          <p:cNvPr id="12" name="文本占位符 11"/>
          <p:cNvSpPr>
            <a:spLocks noGrp="1"/>
          </p:cNvSpPr>
          <p:nvPr>
            <p:ph type="body" sz="quarter" idx="10"/>
          </p:nvPr>
        </p:nvSpPr>
        <p:spPr>
          <a:xfrm>
            <a:off x="767408" y="1198017"/>
            <a:ext cx="10657184" cy="431998"/>
          </a:xfrm>
          <a:prstGeom prst="rect">
            <a:avLst/>
          </a:prstGeom>
        </p:spPr>
        <p:txBody>
          <a:bodyPr/>
          <a:lstStyle>
            <a:lvl1pPr marL="0" indent="0" algn="l" defTabSz="967105" rtl="0" eaLnBrk="1" latinLnBrk="0" hangingPunct="1">
              <a:lnSpc>
                <a:spcPct val="100000"/>
              </a:lnSpc>
              <a:spcBef>
                <a:spcPct val="0"/>
              </a:spcBef>
              <a:buNone/>
              <a:defRPr kumimoji="1" lang="zh-CN" altLang="en-US" sz="1800" b="0" i="0" kern="1200" dirty="0" smtClean="0">
                <a:solidFill>
                  <a:srgbClr val="84899E"/>
                </a:solidFill>
                <a:latin typeface="Microsoft YaHei Light" charset="-122"/>
                <a:ea typeface="Microsoft YaHei Light" charset="-122"/>
                <a:cs typeface="Microsoft YaHei Light" charset="-122"/>
              </a:defRPr>
            </a:lvl1pPr>
          </a:lstStyle>
          <a:p>
            <a:pPr lvl="0"/>
            <a:r>
              <a:rPr kumimoji="1" lang="zh-CN" altLang="en-US" dirty="0" smtClean="0"/>
              <a:t>单击此处编辑母版文本样式</a:t>
            </a:r>
          </a:p>
        </p:txBody>
      </p:sp>
      <p:sp>
        <p:nvSpPr>
          <p:cNvPr id="13" name="矩形 45">
            <a:extLst>
              <a:ext uri="{FF2B5EF4-FFF2-40B4-BE49-F238E27FC236}">
                <a16:creationId xmlns:a16="http://schemas.microsoft.com/office/drawing/2014/main" xmlns="" id="{71822AD7-7251-48B2-AEE5-A8F0E6EE88B5}"/>
              </a:ext>
            </a:extLst>
          </p:cNvPr>
          <p:cNvSpPr/>
          <p:nvPr userDrawn="1"/>
        </p:nvSpPr>
        <p:spPr>
          <a:xfrm>
            <a:off x="6326607" y="1546860"/>
            <a:ext cx="5856972" cy="5311140"/>
          </a:xfrm>
          <a:custGeom>
            <a:avLst/>
            <a:gdLst>
              <a:gd name="connsiteX0" fmla="*/ 0 w 4599672"/>
              <a:gd name="connsiteY0" fmla="*/ 0 h 3533140"/>
              <a:gd name="connsiteX1" fmla="*/ 4599672 w 4599672"/>
              <a:gd name="connsiteY1" fmla="*/ 0 h 3533140"/>
              <a:gd name="connsiteX2" fmla="*/ 4599672 w 4599672"/>
              <a:gd name="connsiteY2" fmla="*/ 3533140 h 3533140"/>
              <a:gd name="connsiteX3" fmla="*/ 0 w 4599672"/>
              <a:gd name="connsiteY3" fmla="*/ 3533140 h 3533140"/>
              <a:gd name="connsiteX4" fmla="*/ 0 w 4599672"/>
              <a:gd name="connsiteY4" fmla="*/ 0 h 3533140"/>
              <a:gd name="connsiteX0" fmla="*/ 0 w 5907772"/>
              <a:gd name="connsiteY0" fmla="*/ 0 h 3533140"/>
              <a:gd name="connsiteX1" fmla="*/ 5907772 w 5907772"/>
              <a:gd name="connsiteY1" fmla="*/ 1841500 h 3533140"/>
              <a:gd name="connsiteX2" fmla="*/ 4599672 w 5907772"/>
              <a:gd name="connsiteY2" fmla="*/ 3533140 h 3533140"/>
              <a:gd name="connsiteX3" fmla="*/ 0 w 5907772"/>
              <a:gd name="connsiteY3" fmla="*/ 3533140 h 3533140"/>
              <a:gd name="connsiteX4" fmla="*/ 0 w 5907772"/>
              <a:gd name="connsiteY4" fmla="*/ 0 h 3533140"/>
              <a:gd name="connsiteX0" fmla="*/ 5854700 w 5907772"/>
              <a:gd name="connsiteY0" fmla="*/ 0 h 5311140"/>
              <a:gd name="connsiteX1" fmla="*/ 5907772 w 5907772"/>
              <a:gd name="connsiteY1" fmla="*/ 3619500 h 5311140"/>
              <a:gd name="connsiteX2" fmla="*/ 4599672 w 5907772"/>
              <a:gd name="connsiteY2" fmla="*/ 5311140 h 5311140"/>
              <a:gd name="connsiteX3" fmla="*/ 0 w 5907772"/>
              <a:gd name="connsiteY3" fmla="*/ 5311140 h 5311140"/>
              <a:gd name="connsiteX4" fmla="*/ 5854700 w 5907772"/>
              <a:gd name="connsiteY4" fmla="*/ 0 h 5311140"/>
              <a:gd name="connsiteX0" fmla="*/ 5854700 w 5856972"/>
              <a:gd name="connsiteY0" fmla="*/ 0 h 5311140"/>
              <a:gd name="connsiteX1" fmla="*/ 5856972 w 5856972"/>
              <a:gd name="connsiteY1" fmla="*/ 3606800 h 5311140"/>
              <a:gd name="connsiteX2" fmla="*/ 4599672 w 5856972"/>
              <a:gd name="connsiteY2" fmla="*/ 5311140 h 5311140"/>
              <a:gd name="connsiteX3" fmla="*/ 0 w 5856972"/>
              <a:gd name="connsiteY3" fmla="*/ 5311140 h 5311140"/>
              <a:gd name="connsiteX4" fmla="*/ 5854700 w 5856972"/>
              <a:gd name="connsiteY4" fmla="*/ 0 h 5311140"/>
              <a:gd name="connsiteX0" fmla="*/ 5854700 w 5856972"/>
              <a:gd name="connsiteY0" fmla="*/ 0 h 5311140"/>
              <a:gd name="connsiteX1" fmla="*/ 5856972 w 5856972"/>
              <a:gd name="connsiteY1" fmla="*/ 3606800 h 5311140"/>
              <a:gd name="connsiteX2" fmla="*/ 4053572 w 5856972"/>
              <a:gd name="connsiteY2" fmla="*/ 5298440 h 5311140"/>
              <a:gd name="connsiteX3" fmla="*/ 0 w 5856972"/>
              <a:gd name="connsiteY3" fmla="*/ 5311140 h 5311140"/>
              <a:gd name="connsiteX4" fmla="*/ 5854700 w 5856972"/>
              <a:gd name="connsiteY4" fmla="*/ 0 h 531114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56972" h="5311140">
                <a:moveTo>
                  <a:pt x="5854700" y="0"/>
                </a:moveTo>
                <a:cubicBezTo>
                  <a:pt x="5855457" y="1202267"/>
                  <a:pt x="5856215" y="2404533"/>
                  <a:pt x="5856972" y="3606800"/>
                </a:cubicBezTo>
                <a:lnTo>
                  <a:pt x="4053572" y="5298440"/>
                </a:lnTo>
                <a:lnTo>
                  <a:pt x="0" y="5311140"/>
                </a:lnTo>
                <a:lnTo>
                  <a:pt x="5854700" y="0"/>
                </a:lnTo>
                <a:close/>
              </a:path>
            </a:pathLst>
          </a:custGeom>
          <a:solidFill>
            <a:srgbClr val="F2F3F2">
              <a:alpha val="2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488488" y="6318875"/>
            <a:ext cx="1167112" cy="251022"/>
          </a:xfrm>
          <a:prstGeom prst="rect">
            <a:avLst/>
          </a:prstGeom>
        </p:spPr>
      </p:pic>
    </p:spTree>
    <p:extLst>
      <p:ext uri="{BB962C8B-B14F-4D97-AF65-F5344CB8AC3E}">
        <p14:creationId xmlns:p14="http://schemas.microsoft.com/office/powerpoint/2010/main" val="85925180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microsoft.com/office/2007/relationships/hdphoto" Target="../media/hdphoto1.wdp"/><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microsoft.com/office/2007/relationships/hdphoto" Target="../media/hdphoto2.wdp"/><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image" Target="../media/image4.png"/><Relationship Id="rId5" Type="http://schemas.openxmlformats.org/officeDocument/2006/relationships/theme" Target="../theme/theme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3.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8.xml"/><Relationship Id="rId7" Type="http://schemas.openxmlformats.org/officeDocument/2006/relationships/theme" Target="../theme/theme4.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图片 1"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B90544B5-BBBF-4ECA-8615-25BCDAA57D6F}"/>
              </a:ext>
            </a:extLst>
          </p:cNvPr>
          <p:cNvPicPr>
            <a:picLocks noChangeAspect="1"/>
          </p:cNvPicPr>
          <p:nvPr userDrawn="1"/>
        </p:nvPicPr>
        <p:blipFill rotWithShape="1">
          <a:blip r:embed="rId9" cstate="print">
            <a:extLst>
              <a:ext uri="{BEBA8EAE-BF5A-486C-A8C5-ECC9F3942E4B}">
                <a14:imgProps xmlns:a14="http://schemas.microsoft.com/office/drawing/2010/main">
                  <a14:imgLayer r:embed="rId10">
                    <a14:imgEffect>
                      <a14:saturation sat="0"/>
                    </a14:imgEffect>
                    <a14:imgEffect>
                      <a14:brightnessContrast bright="-40000" contrast="-20000"/>
                    </a14:imgEffect>
                  </a14:imgLayer>
                </a14:imgProps>
              </a:ext>
              <a:ext uri="{28A0092B-C50C-407E-A947-70E740481C1C}">
                <a14:useLocalDpi xmlns:a14="http://schemas.microsoft.com/office/drawing/2010/main" val="0"/>
              </a:ext>
            </a:extLst>
          </a:blip>
          <a:srcRect r="47974" b="60600"/>
          <a:stretch/>
        </p:blipFill>
        <p:spPr>
          <a:xfrm>
            <a:off x="0" y="0"/>
            <a:ext cx="12192000" cy="6858000"/>
          </a:xfrm>
          <a:prstGeom prst="rect">
            <a:avLst/>
          </a:prstGeom>
        </p:spPr>
      </p:pic>
    </p:spTree>
    <p:extLst>
      <p:ext uri="{BB962C8B-B14F-4D97-AF65-F5344CB8AC3E}">
        <p14:creationId xmlns:p14="http://schemas.microsoft.com/office/powerpoint/2010/main" val="1216770732"/>
      </p:ext>
    </p:extLst>
  </p:cSld>
  <p:clrMap bg1="lt1" tx1="dk1" bg2="lt2" tx2="dk2" accent1="accent1" accent2="accent2" accent3="accent3" accent4="accent4" accent5="accent5" accent6="accent6" hlink="hlink" folHlink="folHlink"/>
  <p:sldLayoutIdLst>
    <p:sldLayoutId id="2147483659" r:id="rId1"/>
    <p:sldLayoutId id="2147483693" r:id="rId2"/>
    <p:sldLayoutId id="2147483762" r:id="rId3"/>
    <p:sldLayoutId id="2147483736" r:id="rId4"/>
    <p:sldLayoutId id="2147483680" r:id="rId5"/>
    <p:sldLayoutId id="2147483737" r:id="rId6"/>
    <p:sldLayoutId id="2147483766" r:id="rId7"/>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a:extLst>
              <a:ext uri="{FF2B5EF4-FFF2-40B4-BE49-F238E27FC236}">
                <a16:creationId xmlns="" xmlns:a16="http://schemas.microsoft.com/office/drawing/2014/main" id="{D044EF9D-E97C-4751-92B0-2A8ECB7DA72A}"/>
              </a:ext>
            </a:extLst>
          </p:cNvPr>
          <p:cNvPicPr>
            <a:picLocks noChangeAspect="1"/>
          </p:cNvPicPr>
          <p:nvPr userDrawn="1"/>
        </p:nvPicPr>
        <p:blipFill rotWithShape="1">
          <a:blip r:embed="rId6" cstate="print">
            <a:extLst>
              <a:ext uri="{BEBA8EAE-BF5A-486C-A8C5-ECC9F3942E4B}">
                <a14:imgProps xmlns:a14="http://schemas.microsoft.com/office/drawing/2010/main">
                  <a14:imgLayer r:embed="rId7">
                    <a14:imgEffect>
                      <a14:saturation sat="0"/>
                    </a14:imgEffect>
                    <a14:imgEffect>
                      <a14:brightnessContrast bright="-40000" contrast="-40000"/>
                    </a14:imgEffect>
                  </a14:imgLayer>
                </a14:imgProps>
              </a:ext>
              <a:ext uri="{28A0092B-C50C-407E-A947-70E740481C1C}">
                <a14:useLocalDpi xmlns:a14="http://schemas.microsoft.com/office/drawing/2010/main" val="0"/>
              </a:ext>
            </a:extLst>
          </a:blip>
          <a:srcRect b="18035"/>
          <a:stretch/>
        </p:blipFill>
        <p:spPr>
          <a:xfrm>
            <a:off x="-1" y="0"/>
            <a:ext cx="12192000" cy="6858000"/>
          </a:xfrm>
          <a:prstGeom prst="rect">
            <a:avLst/>
          </a:prstGeom>
        </p:spPr>
      </p:pic>
    </p:spTree>
    <p:extLst>
      <p:ext uri="{BB962C8B-B14F-4D97-AF65-F5344CB8AC3E}">
        <p14:creationId xmlns:p14="http://schemas.microsoft.com/office/powerpoint/2010/main" val="1098819109"/>
      </p:ext>
    </p:extLst>
  </p:cSld>
  <p:clrMap bg1="lt1" tx1="dk1" bg2="lt2" tx2="dk2" accent1="accent1" accent2="accent2" accent3="accent3" accent4="accent4" accent5="accent5" accent6="accent6" hlink="hlink" folHlink="folHlink"/>
  <p:sldLayoutIdLst>
    <p:sldLayoutId id="2147483656" r:id="rId1"/>
    <p:sldLayoutId id="2147483768" r:id="rId2"/>
    <p:sldLayoutId id="2147483694" r:id="rId3"/>
    <p:sldLayoutId id="2147483692" r:id="rId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gradFill>
            <a:gsLst>
              <a:gs pos="100000">
                <a:srgbClr val="F5F6FA"/>
              </a:gs>
              <a:gs pos="0">
                <a:sysClr val="window" lastClr="FFFFFF">
                  <a:lumMod val="95000"/>
                  <a:alpha val="0"/>
                </a:sysClr>
              </a:gs>
            </a:gsLst>
            <a:lin ang="5400000" scaled="1"/>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endParaRPr>
          </a:p>
        </p:txBody>
      </p:sp>
      <p:sp>
        <p:nvSpPr>
          <p:cNvPr id="3" name="TextBox 19"/>
          <p:cNvSpPr txBox="1">
            <a:spLocks noChangeArrowheads="1"/>
          </p:cNvSpPr>
          <p:nvPr userDrawn="1"/>
        </p:nvSpPr>
        <p:spPr bwMode="auto">
          <a:xfrm>
            <a:off x="5668094" y="6399228"/>
            <a:ext cx="855816" cy="270132"/>
          </a:xfrm>
          <a:prstGeom prst="rect">
            <a:avLst/>
          </a:prstGeom>
          <a:noFill/>
          <a:ln>
            <a:noFill/>
          </a:ln>
        </p:spPr>
        <p:txBody>
          <a:bodyPr lIns="96763" tIns="48381" rIns="96763" bIns="48381">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defRPr/>
            </a:pPr>
            <a:r>
              <a:rPr lang="en-US" altLang="zh-CN" sz="1060" dirty="0">
                <a:solidFill>
                  <a:schemeClr val="bg1">
                    <a:lumMod val="65000"/>
                  </a:schemeClr>
                </a:solidFill>
                <a:latin typeface="微软雅黑" panose="020B0503020204020204" pitchFamily="34" charset="-122"/>
                <a:ea typeface="微软雅黑" panose="020B0503020204020204" pitchFamily="34" charset="-122"/>
              </a:rPr>
              <a:t>- </a:t>
            </a:r>
            <a:fld id="{18D74B52-E40F-46A8-B170-1CFDDD2E0F59}" type="slidenum">
              <a:rPr lang="en-US" altLang="zh-CN" sz="1060" dirty="0" smtClean="0">
                <a:solidFill>
                  <a:schemeClr val="bg1">
                    <a:lumMod val="65000"/>
                  </a:schemeClr>
                </a:solidFill>
                <a:latin typeface="微软雅黑" panose="020B0503020204020204" pitchFamily="34" charset="-122"/>
                <a:ea typeface="微软雅黑" panose="020B0503020204020204" pitchFamily="34" charset="-122"/>
              </a:rPr>
              <a:t>‹#›</a:t>
            </a:fld>
            <a:r>
              <a:rPr lang="en-US" altLang="zh-CN" sz="1060" dirty="0">
                <a:solidFill>
                  <a:schemeClr val="bg1">
                    <a:lumMod val="65000"/>
                  </a:schemeClr>
                </a:solidFill>
                <a:latin typeface="微软雅黑" panose="020B0503020204020204" pitchFamily="34" charset="-122"/>
                <a:ea typeface="微软雅黑" panose="020B0503020204020204" pitchFamily="34" charset="-122"/>
              </a:rPr>
              <a:t> -</a:t>
            </a:r>
            <a:endParaRPr lang="zh-CN" altLang="en-US" sz="1060" dirty="0">
              <a:solidFill>
                <a:schemeClr val="bg1">
                  <a:lumMod val="65000"/>
                </a:schemeClr>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43" r:id="rId1"/>
    <p:sldLayoutId id="2147483764" r:id="rId2"/>
    <p:sldLayoutId id="2147483763" r:id="rId3"/>
    <p:sldLayoutId id="2147483744" r:id="rId4"/>
    <p:sldLayoutId id="2147483745" r:id="rId5"/>
    <p:sldLayoutId id="2147483746" r:id="rId6"/>
    <p:sldLayoutId id="2147483747" r:id="rId7"/>
    <p:sldLayoutId id="2147483774" r:id="rId8"/>
    <p:sldLayoutId id="2147483748" r:id="rId9"/>
    <p:sldLayoutId id="2147483749" r:id="rId10"/>
    <p:sldLayoutId id="2147483750" r:id="rId11"/>
    <p:sldLayoutId id="2147483751" r:id="rId12"/>
    <p:sldLayoutId id="2147483752" r:id="rId13"/>
    <p:sldLayoutId id="2147483765" r:id="rId14"/>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矩形 2"/>
          <p:cNvSpPr/>
          <p:nvPr userDrawn="1"/>
        </p:nvSpPr>
        <p:spPr>
          <a:xfrm>
            <a:off x="0" y="0"/>
            <a:ext cx="12192000" cy="6858000"/>
          </a:xfrm>
          <a:prstGeom prst="rect">
            <a:avLst/>
          </a:prstGeom>
          <a:gradFill>
            <a:gsLst>
              <a:gs pos="100000">
                <a:srgbClr val="F5F6FA"/>
              </a:gs>
              <a:gs pos="0">
                <a:sysClr val="window" lastClr="FFFFFF">
                  <a:lumMod val="95000"/>
                  <a:alpha val="0"/>
                </a:sysClr>
              </a:gs>
            </a:gsLst>
            <a:lin ang="5400000" scaled="1"/>
          </a:gradFill>
          <a:ln w="1270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等线" panose="02010600030101010101" charset="-122"/>
              <a:ea typeface="等线" panose="02010600030101010101" charset="-122"/>
            </a:endParaRPr>
          </a:p>
        </p:txBody>
      </p:sp>
      <p:sp>
        <p:nvSpPr>
          <p:cNvPr id="2" name="TextBox 19"/>
          <p:cNvSpPr txBox="1">
            <a:spLocks noChangeArrowheads="1"/>
          </p:cNvSpPr>
          <p:nvPr userDrawn="1"/>
        </p:nvSpPr>
        <p:spPr bwMode="auto">
          <a:xfrm>
            <a:off x="5668094" y="6399228"/>
            <a:ext cx="855816" cy="270132"/>
          </a:xfrm>
          <a:prstGeom prst="rect">
            <a:avLst/>
          </a:prstGeom>
          <a:noFill/>
          <a:ln>
            <a:noFill/>
          </a:ln>
        </p:spPr>
        <p:txBody>
          <a:bodyPr lIns="96763" tIns="48381" rIns="96763" bIns="48381">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defRPr/>
            </a:pPr>
            <a:r>
              <a:rPr lang="en-US" altLang="zh-CN" sz="1060" dirty="0">
                <a:solidFill>
                  <a:schemeClr val="bg1">
                    <a:lumMod val="65000"/>
                  </a:schemeClr>
                </a:solidFill>
                <a:latin typeface="微软雅黑" panose="020B0503020204020204" pitchFamily="34" charset="-122"/>
                <a:ea typeface="微软雅黑" panose="020B0503020204020204" pitchFamily="34" charset="-122"/>
              </a:rPr>
              <a:t>- </a:t>
            </a:r>
            <a:fld id="{18D74B52-E40F-46A8-B170-1CFDDD2E0F59}" type="slidenum">
              <a:rPr lang="en-US" altLang="zh-CN" sz="1060" dirty="0" smtClean="0">
                <a:solidFill>
                  <a:schemeClr val="bg1">
                    <a:lumMod val="65000"/>
                  </a:schemeClr>
                </a:solidFill>
                <a:latin typeface="微软雅黑" panose="020B0503020204020204" pitchFamily="34" charset="-122"/>
                <a:ea typeface="微软雅黑" panose="020B0503020204020204" pitchFamily="34" charset="-122"/>
              </a:rPr>
              <a:t>‹#›</a:t>
            </a:fld>
            <a:r>
              <a:rPr lang="en-US" altLang="zh-CN" sz="1060" dirty="0">
                <a:solidFill>
                  <a:schemeClr val="bg1">
                    <a:lumMod val="65000"/>
                  </a:schemeClr>
                </a:solidFill>
                <a:latin typeface="微软雅黑" panose="020B0503020204020204" pitchFamily="34" charset="-122"/>
                <a:ea typeface="微软雅黑" panose="020B0503020204020204" pitchFamily="34" charset="-122"/>
              </a:rPr>
              <a:t> -</a:t>
            </a:r>
            <a:endParaRPr lang="zh-CN" altLang="en-US" sz="1060" dirty="0">
              <a:solidFill>
                <a:schemeClr val="bg1">
                  <a:lumMod val="65000"/>
                </a:scheme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995649660"/>
      </p:ext>
    </p:extLst>
  </p:cSld>
  <p:clrMap bg1="lt1" tx1="dk1" bg2="lt2" tx2="dk2" accent1="accent1" accent2="accent2" accent3="accent3" accent4="accent4" accent5="accent5" accent6="accent6" hlink="hlink" folHlink="folHlink"/>
  <p:sldLayoutIdLst>
    <p:sldLayoutId id="2147483733" r:id="rId1"/>
    <p:sldLayoutId id="2147483720" r:id="rId2"/>
    <p:sldLayoutId id="2147483725" r:id="rId3"/>
    <p:sldLayoutId id="2147483719" r:id="rId4"/>
    <p:sldLayoutId id="2147483724" r:id="rId5"/>
    <p:sldLayoutId id="2147483761" r:id="rId6"/>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7.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7.xml"/><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7.xml"/><Relationship Id="rId5" Type="http://schemas.openxmlformats.org/officeDocument/2006/relationships/image" Target="../media/image11.png"/><Relationship Id="rId4" Type="http://schemas.openxmlformats.org/officeDocument/2006/relationships/image" Target="../media/image1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7.xml"/><Relationship Id="rId4"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0.xml"/><Relationship Id="rId6" Type="http://schemas.openxmlformats.org/officeDocument/2006/relationships/image" Target="../media/image20.jpg"/><Relationship Id="rId5" Type="http://schemas.microsoft.com/office/2007/relationships/hdphoto" Target="../media/hdphoto3.wdp"/><Relationship Id="rId4" Type="http://schemas.openxmlformats.org/officeDocument/2006/relationships/image" Target="../media/image19.png"/></Relationships>
</file>

<file path=ppt/slides/_rels/slide70.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7.xml"/></Relationships>
</file>

<file path=ppt/slides/_rels/slide7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7.xml"/><Relationship Id="rId5" Type="http://schemas.openxmlformats.org/officeDocument/2006/relationships/image" Target="../media/image26.jpeg"/><Relationship Id="rId4" Type="http://schemas.openxmlformats.org/officeDocument/2006/relationships/image" Target="../media/image25.jpeg"/></Relationships>
</file>

<file path=ppt/slides/_rels/slide7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7.xml"/><Relationship Id="rId4" Type="http://schemas.openxmlformats.org/officeDocument/2006/relationships/image" Target="../media/image29.jpeg"/></Relationships>
</file>

<file path=ppt/slides/_rels/slide73.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29.xml"/><Relationship Id="rId4" Type="http://schemas.openxmlformats.org/officeDocument/2006/relationships/image" Target="../media/image32.jpeg"/></Relationships>
</file>

<file path=ppt/slides/_rels/slide7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7.xml"/><Relationship Id="rId4" Type="http://schemas.openxmlformats.org/officeDocument/2006/relationships/image" Target="../media/image35.png"/></Relationships>
</file>

<file path=ppt/slides/_rels/slide7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jpeg"/><Relationship Id="rId1" Type="http://schemas.openxmlformats.org/officeDocument/2006/relationships/slideLayout" Target="../slideLayouts/slideLayout27.xml"/></Relationships>
</file>

<file path=ppt/slides/_rels/slide76.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8.jpeg"/><Relationship Id="rId1" Type="http://schemas.openxmlformats.org/officeDocument/2006/relationships/slideLayout" Target="../slideLayouts/slideLayout30.xml"/><Relationship Id="rId5" Type="http://schemas.openxmlformats.org/officeDocument/2006/relationships/image" Target="../media/image41.jpg"/><Relationship Id="rId4" Type="http://schemas.openxmlformats.org/officeDocument/2006/relationships/image" Target="../media/image40.jpg"/></Relationships>
</file>

<file path=ppt/slides/_rels/slide7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27.xml"/><Relationship Id="rId5" Type="http://schemas.openxmlformats.org/officeDocument/2006/relationships/image" Target="../media/image45.jpeg"/><Relationship Id="rId4" Type="http://schemas.openxmlformats.org/officeDocument/2006/relationships/image" Target="../media/image44.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0.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同心圆 2"/>
          <p:cNvSpPr/>
          <p:nvPr/>
        </p:nvSpPr>
        <p:spPr>
          <a:xfrm>
            <a:off x="4223792" y="2564904"/>
            <a:ext cx="1224136" cy="1224136"/>
          </a:xfrm>
          <a:prstGeom prst="donut">
            <a:avLst>
              <a:gd name="adj" fmla="val 29858"/>
            </a:avLst>
          </a:prstGeom>
          <a:solidFill>
            <a:srgbClr val="14173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4" name="同心圆 3"/>
          <p:cNvSpPr/>
          <p:nvPr/>
        </p:nvSpPr>
        <p:spPr>
          <a:xfrm>
            <a:off x="1685510" y="2582426"/>
            <a:ext cx="1224136" cy="1224136"/>
          </a:xfrm>
          <a:prstGeom prst="donut">
            <a:avLst>
              <a:gd name="adj" fmla="val 29858"/>
            </a:avLst>
          </a:prstGeom>
          <a:solidFill>
            <a:srgbClr val="B739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5" name="同心圆 4"/>
          <p:cNvSpPr/>
          <p:nvPr/>
        </p:nvSpPr>
        <p:spPr>
          <a:xfrm>
            <a:off x="6654062" y="2564904"/>
            <a:ext cx="1224136" cy="1224136"/>
          </a:xfrm>
          <a:prstGeom prst="donut">
            <a:avLst>
              <a:gd name="adj" fmla="val 29858"/>
            </a:avLst>
          </a:prstGeom>
          <a:solidFill>
            <a:srgbClr val="848A9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rgbClr val="C2C8D4"/>
              </a:solidFill>
            </a:endParaRPr>
          </a:p>
        </p:txBody>
      </p:sp>
      <p:sp>
        <p:nvSpPr>
          <p:cNvPr id="6" name="同心圆 5"/>
          <p:cNvSpPr/>
          <p:nvPr/>
        </p:nvSpPr>
        <p:spPr>
          <a:xfrm>
            <a:off x="9084332" y="2564904"/>
            <a:ext cx="1224136" cy="1224136"/>
          </a:xfrm>
          <a:prstGeom prst="donut">
            <a:avLst>
              <a:gd name="adj" fmla="val 29858"/>
            </a:avLst>
          </a:prstGeom>
          <a:solidFill>
            <a:srgbClr val="C3C8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7" name="文本框 6"/>
          <p:cNvSpPr txBox="1"/>
          <p:nvPr/>
        </p:nvSpPr>
        <p:spPr>
          <a:xfrm>
            <a:off x="4223792" y="4149080"/>
            <a:ext cx="1402948" cy="385490"/>
          </a:xfrm>
          <a:prstGeom prst="rect">
            <a:avLst/>
          </a:prstGeom>
          <a:noFill/>
        </p:spPr>
        <p:txBody>
          <a:bodyPr wrap="none" rtlCol="0">
            <a:spAutoFit/>
          </a:bodyPr>
          <a:lstStyle/>
          <a:p>
            <a:r>
              <a:rPr kumimoji="1" lang="zh-CN" altLang="en-US" b="1">
                <a:solidFill>
                  <a:srgbClr val="141735"/>
                </a:solidFill>
                <a:latin typeface="Microsoft YaHei" charset="-122"/>
                <a:ea typeface="Microsoft YaHei" charset="-122"/>
                <a:cs typeface="Microsoft YaHei" charset="-122"/>
              </a:rPr>
              <a:t>主文本颜色</a:t>
            </a:r>
          </a:p>
        </p:txBody>
      </p:sp>
      <p:sp>
        <p:nvSpPr>
          <p:cNvPr id="8" name="文本框 7"/>
          <p:cNvSpPr txBox="1"/>
          <p:nvPr/>
        </p:nvSpPr>
        <p:spPr>
          <a:xfrm>
            <a:off x="6625368" y="4149080"/>
            <a:ext cx="1402948" cy="385490"/>
          </a:xfrm>
          <a:prstGeom prst="rect">
            <a:avLst/>
          </a:prstGeom>
          <a:noFill/>
        </p:spPr>
        <p:txBody>
          <a:bodyPr wrap="none" rtlCol="0">
            <a:spAutoFit/>
          </a:bodyPr>
          <a:lstStyle/>
          <a:p>
            <a:r>
              <a:rPr kumimoji="1" lang="zh-CN" altLang="en-US">
                <a:solidFill>
                  <a:srgbClr val="858A9E"/>
                </a:solidFill>
                <a:latin typeface="Microsoft YaHei" charset="-122"/>
                <a:ea typeface="Microsoft YaHei" charset="-122"/>
                <a:cs typeface="Microsoft YaHei" charset="-122"/>
              </a:rPr>
              <a:t>次文本</a:t>
            </a:r>
            <a:r>
              <a:rPr kumimoji="1" lang="zh-CN" altLang="en-US" dirty="0">
                <a:solidFill>
                  <a:srgbClr val="858A9E"/>
                </a:solidFill>
                <a:latin typeface="Microsoft YaHei" charset="-122"/>
                <a:ea typeface="Microsoft YaHei" charset="-122"/>
                <a:cs typeface="Microsoft YaHei" charset="-122"/>
              </a:rPr>
              <a:t>颜色</a:t>
            </a:r>
          </a:p>
        </p:txBody>
      </p:sp>
      <p:sp>
        <p:nvSpPr>
          <p:cNvPr id="9" name="文本框 8"/>
          <p:cNvSpPr txBox="1"/>
          <p:nvPr/>
        </p:nvSpPr>
        <p:spPr>
          <a:xfrm>
            <a:off x="9056799" y="4149080"/>
            <a:ext cx="1402948" cy="385490"/>
          </a:xfrm>
          <a:prstGeom prst="rect">
            <a:avLst/>
          </a:prstGeom>
          <a:noFill/>
        </p:spPr>
        <p:txBody>
          <a:bodyPr wrap="none" rtlCol="0">
            <a:spAutoFit/>
          </a:bodyPr>
          <a:lstStyle/>
          <a:p>
            <a:r>
              <a:rPr kumimoji="1" lang="zh-CN" altLang="en-US">
                <a:solidFill>
                  <a:srgbClr val="C4C9D4"/>
                </a:solidFill>
                <a:latin typeface="Microsoft YaHei" charset="-122"/>
                <a:ea typeface="Microsoft YaHei" charset="-122"/>
                <a:cs typeface="Microsoft YaHei" charset="-122"/>
              </a:rPr>
              <a:t>次文本</a:t>
            </a:r>
            <a:r>
              <a:rPr kumimoji="1" lang="zh-CN" altLang="en-US" dirty="0">
                <a:solidFill>
                  <a:srgbClr val="C4C9D4"/>
                </a:solidFill>
                <a:latin typeface="Microsoft YaHei" charset="-122"/>
                <a:ea typeface="Microsoft YaHei" charset="-122"/>
                <a:cs typeface="Microsoft YaHei" charset="-122"/>
              </a:rPr>
              <a:t>颜色</a:t>
            </a:r>
          </a:p>
        </p:txBody>
      </p:sp>
      <p:sp>
        <p:nvSpPr>
          <p:cNvPr id="11" name="文本框 10"/>
          <p:cNvSpPr txBox="1"/>
          <p:nvPr/>
        </p:nvSpPr>
        <p:spPr>
          <a:xfrm>
            <a:off x="1596104" y="4149080"/>
            <a:ext cx="1402948" cy="385490"/>
          </a:xfrm>
          <a:prstGeom prst="rect">
            <a:avLst/>
          </a:prstGeom>
          <a:noFill/>
        </p:spPr>
        <p:txBody>
          <a:bodyPr wrap="none" rtlCol="0">
            <a:spAutoFit/>
          </a:bodyPr>
          <a:lstStyle/>
          <a:p>
            <a:r>
              <a:rPr kumimoji="1" lang="zh-CN" altLang="en-US" b="1" dirty="0">
                <a:solidFill>
                  <a:srgbClr val="141735"/>
                </a:solidFill>
                <a:latin typeface="Microsoft YaHei" charset="-122"/>
                <a:ea typeface="Microsoft YaHei" charset="-122"/>
                <a:cs typeface="Microsoft YaHei" charset="-122"/>
              </a:rPr>
              <a:t>强调文本色</a:t>
            </a:r>
          </a:p>
        </p:txBody>
      </p:sp>
      <p:sp>
        <p:nvSpPr>
          <p:cNvPr id="2" name="标题 1"/>
          <p:cNvSpPr>
            <a:spLocks noGrp="1"/>
          </p:cNvSpPr>
          <p:nvPr>
            <p:ph type="title"/>
          </p:nvPr>
        </p:nvSpPr>
        <p:spPr>
          <a:prstGeom prst="rect">
            <a:avLst/>
          </a:prstGeom>
        </p:spPr>
        <p:txBody>
          <a:bodyPr/>
          <a:lstStyle/>
          <a:p>
            <a:r>
              <a:rPr kumimoji="1" lang="zh-CN" altLang="en-US" dirty="0" smtClean="0"/>
              <a:t>文字用色规范</a:t>
            </a:r>
            <a:endParaRPr kumimoji="1" lang="zh-CN" altLang="en-US" dirty="0"/>
          </a:p>
        </p:txBody>
      </p:sp>
    </p:spTree>
    <p:extLst>
      <p:ext uri="{BB962C8B-B14F-4D97-AF65-F5344CB8AC3E}">
        <p14:creationId xmlns:p14="http://schemas.microsoft.com/office/powerpoint/2010/main" val="419948447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同心圆 2"/>
          <p:cNvSpPr/>
          <p:nvPr/>
        </p:nvSpPr>
        <p:spPr>
          <a:xfrm>
            <a:off x="4241794" y="2348880"/>
            <a:ext cx="1224136" cy="1224136"/>
          </a:xfrm>
          <a:prstGeom prst="donut">
            <a:avLst>
              <a:gd name="adj" fmla="val 29858"/>
            </a:avLst>
          </a:prstGeom>
          <a:solidFill>
            <a:srgbClr val="507C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 name="同心圆 3"/>
          <p:cNvSpPr/>
          <p:nvPr/>
        </p:nvSpPr>
        <p:spPr>
          <a:xfrm>
            <a:off x="1703512" y="2348880"/>
            <a:ext cx="1224136" cy="1224136"/>
          </a:xfrm>
          <a:prstGeom prst="donut">
            <a:avLst>
              <a:gd name="adj" fmla="val 29858"/>
            </a:avLst>
          </a:prstGeom>
          <a:solidFill>
            <a:srgbClr val="437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5" name="同心圆 4"/>
          <p:cNvSpPr/>
          <p:nvPr/>
        </p:nvSpPr>
        <p:spPr>
          <a:xfrm>
            <a:off x="6672064" y="2348880"/>
            <a:ext cx="1224136" cy="1224136"/>
          </a:xfrm>
          <a:prstGeom prst="donut">
            <a:avLst>
              <a:gd name="adj" fmla="val 29858"/>
            </a:avLst>
          </a:prstGeom>
          <a:solidFill>
            <a:srgbClr val="14A0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6" name="同心圆 5"/>
          <p:cNvSpPr/>
          <p:nvPr/>
        </p:nvSpPr>
        <p:spPr>
          <a:xfrm>
            <a:off x="9102334" y="2348880"/>
            <a:ext cx="1224136" cy="1224136"/>
          </a:xfrm>
          <a:prstGeom prst="donut">
            <a:avLst>
              <a:gd name="adj" fmla="val 29858"/>
            </a:avLst>
          </a:prstGeom>
          <a:solidFill>
            <a:srgbClr val="00CD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tx1"/>
              </a:solidFill>
            </a:endParaRPr>
          </a:p>
        </p:txBody>
      </p:sp>
      <p:sp>
        <p:nvSpPr>
          <p:cNvPr id="7" name="文本框 6"/>
          <p:cNvSpPr txBox="1"/>
          <p:nvPr/>
        </p:nvSpPr>
        <p:spPr>
          <a:xfrm>
            <a:off x="4241794" y="3933056"/>
            <a:ext cx="1159292" cy="385490"/>
          </a:xfrm>
          <a:prstGeom prst="rect">
            <a:avLst/>
          </a:prstGeom>
          <a:noFill/>
        </p:spPr>
        <p:txBody>
          <a:bodyPr wrap="none" rtlCol="0">
            <a:spAutoFit/>
          </a:bodyPr>
          <a:lstStyle/>
          <a:p>
            <a:r>
              <a:rPr kumimoji="1" lang="zh-CN" altLang="en-US" b="1" dirty="0">
                <a:solidFill>
                  <a:srgbClr val="141735"/>
                </a:solidFill>
                <a:latin typeface="Microsoft YaHei" charset="-122"/>
                <a:ea typeface="Microsoft YaHei" charset="-122"/>
                <a:cs typeface="Microsoft YaHei" charset="-122"/>
              </a:rPr>
              <a:t>辅助颜色</a:t>
            </a:r>
          </a:p>
        </p:txBody>
      </p:sp>
      <p:sp>
        <p:nvSpPr>
          <p:cNvPr id="11" name="文本框 10"/>
          <p:cNvSpPr txBox="1"/>
          <p:nvPr/>
        </p:nvSpPr>
        <p:spPr>
          <a:xfrm>
            <a:off x="1735934" y="3933056"/>
            <a:ext cx="1159292" cy="385490"/>
          </a:xfrm>
          <a:prstGeom prst="rect">
            <a:avLst/>
          </a:prstGeom>
          <a:noFill/>
        </p:spPr>
        <p:txBody>
          <a:bodyPr wrap="none" rtlCol="0">
            <a:spAutoFit/>
          </a:bodyPr>
          <a:lstStyle/>
          <a:p>
            <a:r>
              <a:rPr kumimoji="1" lang="zh-CN" altLang="en-US" b="1" dirty="0">
                <a:solidFill>
                  <a:srgbClr val="141735"/>
                </a:solidFill>
                <a:latin typeface="Microsoft YaHei" charset="-122"/>
                <a:ea typeface="Microsoft YaHei" charset="-122"/>
                <a:cs typeface="Microsoft YaHei" charset="-122"/>
              </a:rPr>
              <a:t>主题颜色</a:t>
            </a:r>
          </a:p>
        </p:txBody>
      </p:sp>
      <p:sp>
        <p:nvSpPr>
          <p:cNvPr id="465" name="文本框 464">
            <a:extLst>
              <a:ext uri="{FF2B5EF4-FFF2-40B4-BE49-F238E27FC236}">
                <a16:creationId xmlns:a16="http://schemas.microsoft.com/office/drawing/2014/main" xmlns="" id="{2FDB09C0-0B73-4D64-BA73-06BA6F7F4579}"/>
              </a:ext>
            </a:extLst>
          </p:cNvPr>
          <p:cNvSpPr txBox="1"/>
          <p:nvPr/>
        </p:nvSpPr>
        <p:spPr>
          <a:xfrm>
            <a:off x="6660520" y="3933056"/>
            <a:ext cx="1159292" cy="385490"/>
          </a:xfrm>
          <a:prstGeom prst="rect">
            <a:avLst/>
          </a:prstGeom>
          <a:noFill/>
        </p:spPr>
        <p:txBody>
          <a:bodyPr wrap="none" rtlCol="0">
            <a:spAutoFit/>
          </a:bodyPr>
          <a:lstStyle/>
          <a:p>
            <a:r>
              <a:rPr kumimoji="1" lang="zh-CN" altLang="en-US" b="1" dirty="0">
                <a:solidFill>
                  <a:srgbClr val="141735"/>
                </a:solidFill>
                <a:latin typeface="Microsoft YaHei" charset="-122"/>
                <a:ea typeface="Microsoft YaHei" charset="-122"/>
                <a:cs typeface="Microsoft YaHei" charset="-122"/>
              </a:rPr>
              <a:t>辅助颜色</a:t>
            </a:r>
          </a:p>
        </p:txBody>
      </p:sp>
      <p:sp>
        <p:nvSpPr>
          <p:cNvPr id="466" name="文本框 465">
            <a:extLst>
              <a:ext uri="{FF2B5EF4-FFF2-40B4-BE49-F238E27FC236}">
                <a16:creationId xmlns:a16="http://schemas.microsoft.com/office/drawing/2014/main" xmlns="" id="{00A58012-BA55-43BA-A9AC-B2A3C242359E}"/>
              </a:ext>
            </a:extLst>
          </p:cNvPr>
          <p:cNvSpPr txBox="1"/>
          <p:nvPr/>
        </p:nvSpPr>
        <p:spPr>
          <a:xfrm>
            <a:off x="9134756" y="3933056"/>
            <a:ext cx="1159292" cy="385490"/>
          </a:xfrm>
          <a:prstGeom prst="rect">
            <a:avLst/>
          </a:prstGeom>
          <a:noFill/>
        </p:spPr>
        <p:txBody>
          <a:bodyPr wrap="none" rtlCol="0">
            <a:spAutoFit/>
          </a:bodyPr>
          <a:lstStyle/>
          <a:p>
            <a:r>
              <a:rPr kumimoji="1" lang="zh-CN" altLang="en-US" b="1" dirty="0">
                <a:solidFill>
                  <a:srgbClr val="141735"/>
                </a:solidFill>
                <a:latin typeface="Microsoft YaHei" charset="-122"/>
                <a:ea typeface="Microsoft YaHei" charset="-122"/>
                <a:cs typeface="Microsoft YaHei" charset="-122"/>
              </a:rPr>
              <a:t>辅助颜色</a:t>
            </a:r>
          </a:p>
        </p:txBody>
      </p:sp>
      <p:sp>
        <p:nvSpPr>
          <p:cNvPr id="9" name="标题 8"/>
          <p:cNvSpPr>
            <a:spLocks noGrp="1"/>
          </p:cNvSpPr>
          <p:nvPr>
            <p:ph type="title"/>
          </p:nvPr>
        </p:nvSpPr>
        <p:spPr>
          <a:prstGeom prst="rect">
            <a:avLst/>
          </a:prstGeom>
        </p:spPr>
        <p:txBody>
          <a:bodyPr/>
          <a:lstStyle/>
          <a:p>
            <a:r>
              <a:rPr lang="zh-CN" altLang="en-US" dirty="0" smtClean="0"/>
              <a:t>图形配色</a:t>
            </a:r>
            <a:endParaRPr kumimoji="1" lang="zh-CN" altLang="en-US" dirty="0"/>
          </a:p>
        </p:txBody>
      </p:sp>
    </p:spTree>
    <p:extLst>
      <p:ext uri="{BB962C8B-B14F-4D97-AF65-F5344CB8AC3E}">
        <p14:creationId xmlns:p14="http://schemas.microsoft.com/office/powerpoint/2010/main" val="29920900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prstGeom prst="rect">
            <a:avLst/>
          </a:prstGeom>
        </p:spPr>
        <p:txBody>
          <a:bodyPr/>
          <a:lstStyle/>
          <a:p>
            <a:r>
              <a:rPr kumimoji="1" lang="zh-CN" altLang="en-US" dirty="0" smtClean="0"/>
              <a:t>字体选择规范「</a:t>
            </a:r>
            <a:r>
              <a:rPr kumimoji="1" lang="en-US" altLang="zh-CN" dirty="0" smtClean="0"/>
              <a:t>fonts</a:t>
            </a:r>
            <a:r>
              <a:rPr kumimoji="1" lang="zh-CN" altLang="en-US" dirty="0" smtClean="0"/>
              <a:t>」</a:t>
            </a:r>
            <a:endParaRPr kumimoji="1" lang="zh-CN" altLang="en-US" dirty="0"/>
          </a:p>
        </p:txBody>
      </p:sp>
      <p:sp>
        <p:nvSpPr>
          <p:cNvPr id="3" name="矩形 2"/>
          <p:cNvSpPr/>
          <p:nvPr/>
        </p:nvSpPr>
        <p:spPr>
          <a:xfrm>
            <a:off x="1122425" y="2165406"/>
            <a:ext cx="1589199" cy="451412"/>
          </a:xfrm>
          <a:prstGeom prst="rect">
            <a:avLst/>
          </a:prstGeom>
          <a:solidFill>
            <a:srgbClr val="437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dirty="0" smtClean="0">
                <a:solidFill>
                  <a:prstClr val="white"/>
                </a:solidFill>
                <a:latin typeface="Microsoft YaHei" charset="-122"/>
                <a:ea typeface="Microsoft YaHei" charset="-122"/>
                <a:cs typeface="Microsoft YaHei" charset="-122"/>
              </a:rPr>
              <a:t>字体</a:t>
            </a:r>
            <a:endParaRPr lang="zh-CN" altLang="en-US" sz="1800" b="1" dirty="0">
              <a:solidFill>
                <a:prstClr val="white"/>
              </a:solidFill>
              <a:latin typeface="Microsoft YaHei" charset="-122"/>
              <a:ea typeface="Microsoft YaHei" charset="-122"/>
              <a:cs typeface="Microsoft YaHei" charset="-122"/>
            </a:endParaRPr>
          </a:p>
        </p:txBody>
      </p:sp>
      <p:sp>
        <p:nvSpPr>
          <p:cNvPr id="4" name="文本框 3"/>
          <p:cNvSpPr txBox="1"/>
          <p:nvPr/>
        </p:nvSpPr>
        <p:spPr>
          <a:xfrm>
            <a:off x="3482812" y="2098725"/>
            <a:ext cx="3114955" cy="584775"/>
          </a:xfrm>
          <a:prstGeom prst="rect">
            <a:avLst/>
          </a:prstGeom>
          <a:noFill/>
        </p:spPr>
        <p:txBody>
          <a:bodyPr wrap="none" rtlCol="0">
            <a:spAutoFit/>
          </a:bodyPr>
          <a:lstStyle/>
          <a:p>
            <a:r>
              <a:rPr lang="zh-CN" altLang="en-US" sz="3200" b="1" dirty="0">
                <a:solidFill>
                  <a:srgbClr val="404040"/>
                </a:solidFill>
                <a:latin typeface="Microsoft YaHei" charset="-122"/>
                <a:ea typeface="Microsoft YaHei" charset="-122"/>
                <a:cs typeface="Microsoft YaHei" charset="-122"/>
              </a:rPr>
              <a:t>微软雅</a:t>
            </a:r>
            <a:r>
              <a:rPr lang="zh-CN" altLang="en-US" sz="3200" b="1" dirty="0" smtClean="0">
                <a:solidFill>
                  <a:srgbClr val="404040"/>
                </a:solidFill>
                <a:latin typeface="Microsoft YaHei" charset="-122"/>
                <a:ea typeface="Microsoft YaHei" charset="-122"/>
                <a:cs typeface="Microsoft YaHei" charset="-122"/>
              </a:rPr>
              <a:t>黑 </a:t>
            </a:r>
            <a:r>
              <a:rPr lang="en-US" altLang="zh-CN" sz="3200" b="1" dirty="0" smtClean="0">
                <a:solidFill>
                  <a:srgbClr val="404040"/>
                </a:solidFill>
                <a:latin typeface="Microsoft YaHei" charset="-122"/>
                <a:ea typeface="Microsoft YaHei" charset="-122"/>
                <a:cs typeface="Microsoft YaHei" charset="-122"/>
              </a:rPr>
              <a:t>BOLD</a:t>
            </a:r>
            <a:endParaRPr lang="zh-CN" altLang="en-US" sz="3200" b="1" dirty="0">
              <a:solidFill>
                <a:srgbClr val="404040"/>
              </a:solidFill>
              <a:latin typeface="Microsoft YaHei" charset="-122"/>
              <a:ea typeface="Microsoft YaHei" charset="-122"/>
              <a:cs typeface="Microsoft YaHei" charset="-122"/>
            </a:endParaRPr>
          </a:p>
        </p:txBody>
      </p:sp>
      <p:sp>
        <p:nvSpPr>
          <p:cNvPr id="7" name="文本框 6"/>
          <p:cNvSpPr txBox="1"/>
          <p:nvPr/>
        </p:nvSpPr>
        <p:spPr>
          <a:xfrm>
            <a:off x="8067866" y="2098725"/>
            <a:ext cx="2860078" cy="584775"/>
          </a:xfrm>
          <a:prstGeom prst="rect">
            <a:avLst/>
          </a:prstGeom>
          <a:noFill/>
        </p:spPr>
        <p:txBody>
          <a:bodyPr wrap="none" rtlCol="0">
            <a:spAutoFit/>
          </a:bodyPr>
          <a:lstStyle/>
          <a:p>
            <a:r>
              <a:rPr lang="zh-CN" altLang="en-US" sz="3200" dirty="0">
                <a:solidFill>
                  <a:srgbClr val="404040"/>
                </a:solidFill>
                <a:latin typeface="Microsoft YaHei Light" charset="-122"/>
                <a:ea typeface="Microsoft YaHei Light" charset="-122"/>
                <a:cs typeface="Microsoft YaHei Light" charset="-122"/>
              </a:rPr>
              <a:t>微软雅黑 </a:t>
            </a:r>
            <a:r>
              <a:rPr lang="en-US" altLang="zh-CN" sz="3200" dirty="0">
                <a:solidFill>
                  <a:srgbClr val="404040"/>
                </a:solidFill>
                <a:latin typeface="Microsoft YaHei Light" charset="-122"/>
                <a:ea typeface="Microsoft YaHei Light" charset="-122"/>
                <a:cs typeface="Microsoft YaHei Light" charset="-122"/>
              </a:rPr>
              <a:t>Light</a:t>
            </a:r>
            <a:endParaRPr lang="zh-CN" altLang="en-US" sz="3200" dirty="0">
              <a:solidFill>
                <a:srgbClr val="404040"/>
              </a:solidFill>
              <a:latin typeface="Microsoft YaHei Light" charset="-122"/>
              <a:ea typeface="Microsoft YaHei Light" charset="-122"/>
              <a:cs typeface="Microsoft YaHei Light" charset="-122"/>
            </a:endParaRPr>
          </a:p>
        </p:txBody>
      </p:sp>
      <p:cxnSp>
        <p:nvCxnSpPr>
          <p:cNvPr id="8" name="直接连接符 8"/>
          <p:cNvCxnSpPr/>
          <p:nvPr/>
        </p:nvCxnSpPr>
        <p:spPr>
          <a:xfrm>
            <a:off x="1122425" y="3284984"/>
            <a:ext cx="9819298" cy="0"/>
          </a:xfrm>
          <a:prstGeom prst="line">
            <a:avLst/>
          </a:prstGeom>
          <a:ln>
            <a:solidFill>
              <a:schemeClr val="bg1">
                <a:lumMod val="85000"/>
              </a:schemeClr>
            </a:solidFill>
          </a:ln>
        </p:spPr>
        <p:style>
          <a:lnRef idx="1">
            <a:schemeClr val="dk1"/>
          </a:lnRef>
          <a:fillRef idx="0">
            <a:schemeClr val="dk1"/>
          </a:fillRef>
          <a:effectRef idx="0">
            <a:schemeClr val="dk1"/>
          </a:effectRef>
          <a:fontRef idx="minor">
            <a:schemeClr val="tx1"/>
          </a:fontRef>
        </p:style>
      </p:cxnSp>
      <p:sp>
        <p:nvSpPr>
          <p:cNvPr id="11" name="矩形 10"/>
          <p:cNvSpPr/>
          <p:nvPr/>
        </p:nvSpPr>
        <p:spPr>
          <a:xfrm>
            <a:off x="1122425" y="3927729"/>
            <a:ext cx="1589199" cy="451412"/>
          </a:xfrm>
          <a:prstGeom prst="rect">
            <a:avLst/>
          </a:prstGeom>
          <a:solidFill>
            <a:srgbClr val="4371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smtClean="0">
                <a:solidFill>
                  <a:prstClr val="white"/>
                </a:solidFill>
                <a:latin typeface="Microsoft YaHei" charset="-122"/>
                <a:ea typeface="Microsoft YaHei" charset="-122"/>
                <a:cs typeface="Microsoft YaHei" charset="-122"/>
              </a:rPr>
              <a:t>使用范围</a:t>
            </a:r>
            <a:endParaRPr lang="zh-CN" altLang="en-US" sz="1800" b="1" dirty="0">
              <a:solidFill>
                <a:prstClr val="white"/>
              </a:solidFill>
              <a:latin typeface="Microsoft YaHei" charset="-122"/>
              <a:ea typeface="Microsoft YaHei" charset="-122"/>
              <a:cs typeface="Microsoft YaHei" charset="-122"/>
            </a:endParaRPr>
          </a:p>
        </p:txBody>
      </p:sp>
      <p:sp>
        <p:nvSpPr>
          <p:cNvPr id="12" name="文本框 11"/>
          <p:cNvSpPr txBox="1"/>
          <p:nvPr/>
        </p:nvSpPr>
        <p:spPr>
          <a:xfrm>
            <a:off x="3482812" y="3861048"/>
            <a:ext cx="3057247" cy="584775"/>
          </a:xfrm>
          <a:prstGeom prst="rect">
            <a:avLst/>
          </a:prstGeom>
          <a:noFill/>
        </p:spPr>
        <p:txBody>
          <a:bodyPr wrap="none" rtlCol="0">
            <a:spAutoFit/>
          </a:bodyPr>
          <a:lstStyle/>
          <a:p>
            <a:r>
              <a:rPr lang="zh-CN" altLang="en-US" sz="3200" b="1" smtClean="0">
                <a:solidFill>
                  <a:srgbClr val="404040"/>
                </a:solidFill>
                <a:latin typeface="Microsoft YaHei" charset="-122"/>
                <a:ea typeface="Microsoft YaHei" charset="-122"/>
                <a:cs typeface="Microsoft YaHei" charset="-122"/>
              </a:rPr>
              <a:t>标题、强化内容</a:t>
            </a:r>
            <a:endParaRPr lang="zh-CN" altLang="en-US" sz="3200" b="1" dirty="0">
              <a:solidFill>
                <a:srgbClr val="404040"/>
              </a:solidFill>
              <a:latin typeface="Microsoft YaHei" charset="-122"/>
              <a:ea typeface="Microsoft YaHei" charset="-122"/>
              <a:cs typeface="Microsoft YaHei" charset="-122"/>
            </a:endParaRPr>
          </a:p>
        </p:txBody>
      </p:sp>
      <p:sp>
        <p:nvSpPr>
          <p:cNvPr id="13" name="文本框 12"/>
          <p:cNvSpPr txBox="1"/>
          <p:nvPr/>
        </p:nvSpPr>
        <p:spPr>
          <a:xfrm>
            <a:off x="8095145" y="3861048"/>
            <a:ext cx="3057247" cy="584775"/>
          </a:xfrm>
          <a:prstGeom prst="rect">
            <a:avLst/>
          </a:prstGeom>
          <a:noFill/>
        </p:spPr>
        <p:txBody>
          <a:bodyPr wrap="none" rtlCol="0">
            <a:spAutoFit/>
          </a:bodyPr>
          <a:lstStyle/>
          <a:p>
            <a:r>
              <a:rPr lang="zh-CN" altLang="en-US" sz="3200" dirty="0" smtClean="0">
                <a:solidFill>
                  <a:srgbClr val="404040"/>
                </a:solidFill>
                <a:latin typeface="Microsoft YaHei Light" charset="-122"/>
                <a:ea typeface="Microsoft YaHei Light" charset="-122"/>
                <a:cs typeface="Microsoft YaHei Light" charset="-122"/>
              </a:rPr>
              <a:t>内容、次要内容</a:t>
            </a:r>
            <a:endParaRPr lang="zh-CN" altLang="en-US" sz="3200" dirty="0">
              <a:solidFill>
                <a:srgbClr val="404040"/>
              </a:solidFill>
              <a:latin typeface="Microsoft YaHei Light" charset="-122"/>
              <a:ea typeface="Microsoft YaHei Light" charset="-122"/>
              <a:cs typeface="Microsoft YaHei Light" charset="-122"/>
            </a:endParaRPr>
          </a:p>
        </p:txBody>
      </p:sp>
    </p:spTree>
    <p:extLst>
      <p:ext uri="{BB962C8B-B14F-4D97-AF65-F5344CB8AC3E}">
        <p14:creationId xmlns:p14="http://schemas.microsoft.com/office/powerpoint/2010/main" val="122811005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模版及使用说明</a:t>
            </a:r>
            <a:endParaRPr kumimoji="1" lang="zh-CN" altLang="en-US" dirty="0"/>
          </a:p>
        </p:txBody>
      </p:sp>
      <p:pic>
        <p:nvPicPr>
          <p:cNvPr id="3" name="图片 2"/>
          <p:cNvPicPr>
            <a:picLocks noChangeAspect="1"/>
          </p:cNvPicPr>
          <p:nvPr/>
        </p:nvPicPr>
        <p:blipFill>
          <a:blip r:embed="rId2"/>
          <a:stretch>
            <a:fillRect/>
          </a:stretch>
        </p:blipFill>
        <p:spPr>
          <a:xfrm>
            <a:off x="839416" y="1412776"/>
            <a:ext cx="4641468" cy="4468981"/>
          </a:xfrm>
          <a:prstGeom prst="rect">
            <a:avLst/>
          </a:prstGeom>
        </p:spPr>
      </p:pic>
      <p:pic>
        <p:nvPicPr>
          <p:cNvPr id="4" name="图片 3"/>
          <p:cNvPicPr>
            <a:picLocks noChangeAspect="1"/>
          </p:cNvPicPr>
          <p:nvPr/>
        </p:nvPicPr>
        <p:blipFill>
          <a:blip r:embed="rId3"/>
          <a:stretch>
            <a:fillRect/>
          </a:stretch>
        </p:blipFill>
        <p:spPr>
          <a:xfrm>
            <a:off x="5989482" y="1406540"/>
            <a:ext cx="3638978" cy="2022460"/>
          </a:xfrm>
          <a:prstGeom prst="rect">
            <a:avLst/>
          </a:prstGeom>
        </p:spPr>
      </p:pic>
      <p:pic>
        <p:nvPicPr>
          <p:cNvPr id="5" name="图片 4"/>
          <p:cNvPicPr>
            <a:picLocks noChangeAspect="1"/>
          </p:cNvPicPr>
          <p:nvPr/>
        </p:nvPicPr>
        <p:blipFill>
          <a:blip r:embed="rId4"/>
          <a:stretch>
            <a:fillRect/>
          </a:stretch>
        </p:blipFill>
        <p:spPr>
          <a:xfrm>
            <a:off x="6012716" y="4027578"/>
            <a:ext cx="3615744" cy="1678224"/>
          </a:xfrm>
          <a:prstGeom prst="rect">
            <a:avLst/>
          </a:prstGeom>
        </p:spPr>
      </p:pic>
      <p:sp>
        <p:nvSpPr>
          <p:cNvPr id="6" name="文本框 5"/>
          <p:cNvSpPr txBox="1"/>
          <p:nvPr/>
        </p:nvSpPr>
        <p:spPr>
          <a:xfrm>
            <a:off x="839416" y="5949280"/>
            <a:ext cx="10801200" cy="523220"/>
          </a:xfrm>
          <a:prstGeom prst="rect">
            <a:avLst/>
          </a:prstGeom>
          <a:noFill/>
        </p:spPr>
        <p:txBody>
          <a:bodyPr wrap="square" rtlCol="0">
            <a:spAutoFit/>
          </a:bodyPr>
          <a:lstStyle/>
          <a:p>
            <a:r>
              <a:rPr lang="zh-CN" altLang="en-US" sz="1400" b="1" dirty="0" smtClean="0">
                <a:solidFill>
                  <a:srgbClr val="C00000"/>
                </a:solidFill>
                <a:latin typeface="Microsoft YaHei Light" charset="-122"/>
                <a:ea typeface="Microsoft YaHei Light" charset="-122"/>
                <a:cs typeface="Microsoft YaHei Light" charset="-122"/>
              </a:rPr>
              <a:t>在</a:t>
            </a:r>
            <a:r>
              <a:rPr lang="en-US" altLang="zh-CN" sz="1400" b="1" dirty="0" smtClean="0">
                <a:solidFill>
                  <a:srgbClr val="C00000"/>
                </a:solidFill>
                <a:latin typeface="Microsoft YaHei Light" charset="-122"/>
                <a:ea typeface="Microsoft YaHei Light" charset="-122"/>
                <a:cs typeface="Microsoft YaHei Light" charset="-122"/>
              </a:rPr>
              <a:t>【</a:t>
            </a:r>
            <a:r>
              <a:rPr lang="zh-CN" altLang="en-US" sz="1400" b="1" dirty="0" smtClean="0">
                <a:solidFill>
                  <a:srgbClr val="C00000"/>
                </a:solidFill>
                <a:latin typeface="Microsoft YaHei Light" charset="-122"/>
                <a:ea typeface="Microsoft YaHei Light" charset="-122"/>
                <a:cs typeface="Microsoft YaHei Light" charset="-122"/>
              </a:rPr>
              <a:t>开始</a:t>
            </a:r>
            <a:r>
              <a:rPr lang="en-US" altLang="zh-CN" sz="1400" b="1" dirty="0" smtClean="0">
                <a:solidFill>
                  <a:srgbClr val="C00000"/>
                </a:solidFill>
                <a:latin typeface="Microsoft YaHei Light" charset="-122"/>
                <a:ea typeface="Microsoft YaHei Light" charset="-122"/>
                <a:cs typeface="Microsoft YaHei Light" charset="-122"/>
              </a:rPr>
              <a:t>-</a:t>
            </a:r>
            <a:r>
              <a:rPr lang="zh-CN" altLang="en-US" sz="1400" b="1" dirty="0" smtClean="0">
                <a:solidFill>
                  <a:srgbClr val="C00000"/>
                </a:solidFill>
                <a:latin typeface="Microsoft YaHei Light" charset="-122"/>
                <a:ea typeface="Microsoft YaHei Light" charset="-122"/>
                <a:cs typeface="Microsoft YaHei Light" charset="-122"/>
              </a:rPr>
              <a:t>版式</a:t>
            </a:r>
            <a:r>
              <a:rPr lang="en-US" altLang="zh-CN" sz="1400" b="1" dirty="0" smtClean="0">
                <a:solidFill>
                  <a:srgbClr val="C00000"/>
                </a:solidFill>
                <a:latin typeface="Microsoft YaHei Light" charset="-122"/>
                <a:ea typeface="Microsoft YaHei Light" charset="-122"/>
                <a:cs typeface="Microsoft YaHei Light" charset="-122"/>
              </a:rPr>
              <a:t>】</a:t>
            </a:r>
            <a:r>
              <a:rPr lang="zh-CN" altLang="en-US" sz="1400" b="1" dirty="0" smtClean="0">
                <a:solidFill>
                  <a:srgbClr val="C00000"/>
                </a:solidFill>
                <a:latin typeface="Microsoft YaHei Light" charset="-122"/>
                <a:ea typeface="Microsoft YaHei Light" charset="-122"/>
                <a:cs typeface="Microsoft YaHei Light" charset="-122"/>
              </a:rPr>
              <a:t>中内置了一些常用模版，新建模版前，可先调用一些常用模版，例如背景、标题、目录，使用模版后，模版内的字体、颜色都做了初步定义，直接输入内容信息即可。</a:t>
            </a:r>
            <a:endParaRPr lang="en-US" altLang="zh-CN" sz="1400" b="1" dirty="0" smtClean="0">
              <a:solidFill>
                <a:srgbClr val="C00000"/>
              </a:solidFill>
              <a:latin typeface="Microsoft YaHei Light" charset="-122"/>
              <a:ea typeface="Microsoft YaHei Light" charset="-122"/>
              <a:cs typeface="Microsoft YaHei Light" charset="-122"/>
            </a:endParaRPr>
          </a:p>
        </p:txBody>
      </p:sp>
    </p:spTree>
    <p:extLst>
      <p:ext uri="{BB962C8B-B14F-4D97-AF65-F5344CB8AC3E}">
        <p14:creationId xmlns:p14="http://schemas.microsoft.com/office/powerpoint/2010/main" val="12869200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990524" y="2016834"/>
            <a:ext cx="5682966" cy="923330"/>
          </a:xfrm>
          <a:prstGeom prst="rect">
            <a:avLst/>
          </a:prstGeom>
        </p:spPr>
        <p:txBody>
          <a:bodyPr wrap="none">
            <a:spAutoFit/>
          </a:bodyPr>
          <a:lstStyle/>
          <a:p>
            <a:pPr algn="l"/>
            <a:r>
              <a:rPr lang="zh-CN" altLang="en-US" sz="5400" b="1" dirty="0">
                <a:solidFill>
                  <a:prstClr val="white"/>
                </a:solidFill>
                <a:latin typeface="微软雅黑" panose="020B0503020204020204" pitchFamily="34" charset="-122"/>
                <a:ea typeface="微软雅黑" panose="020B0503020204020204" pitchFamily="34" charset="-122"/>
                <a:cs typeface="+mj-cs"/>
                <a:sym typeface="+mn-ea"/>
              </a:rPr>
              <a:t>兴业数金</a:t>
            </a:r>
            <a:r>
              <a:rPr lang="en-US" altLang="zh-CN" sz="5400" b="1" dirty="0">
                <a:solidFill>
                  <a:prstClr val="white"/>
                </a:solidFill>
                <a:latin typeface="微软雅黑" panose="020B0503020204020204" pitchFamily="34" charset="-122"/>
                <a:ea typeface="微软雅黑" panose="020B0503020204020204" pitchFamily="34" charset="-122"/>
                <a:cs typeface="+mj-cs"/>
                <a:sym typeface="+mn-ea"/>
              </a:rPr>
              <a:t>PPT</a:t>
            </a:r>
            <a:r>
              <a:rPr lang="zh-CN" altLang="en-US" sz="5400" b="1" dirty="0">
                <a:solidFill>
                  <a:prstClr val="white"/>
                </a:solidFill>
                <a:latin typeface="微软雅黑" panose="020B0503020204020204" pitchFamily="34" charset="-122"/>
                <a:ea typeface="微软雅黑" panose="020B0503020204020204" pitchFamily="34" charset="-122"/>
                <a:cs typeface="+mj-cs"/>
                <a:sym typeface="+mn-ea"/>
              </a:rPr>
              <a:t>模版</a:t>
            </a:r>
            <a:endParaRPr lang="en-US" altLang="zh-CN" sz="5400" b="1" dirty="0">
              <a:solidFill>
                <a:srgbClr val="FFC000"/>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5" name="矩形 4"/>
          <p:cNvSpPr/>
          <p:nvPr/>
        </p:nvSpPr>
        <p:spPr>
          <a:xfrm>
            <a:off x="990524" y="3773821"/>
            <a:ext cx="2667040" cy="785151"/>
          </a:xfrm>
          <a:prstGeom prst="rect">
            <a:avLst/>
          </a:prstGeom>
        </p:spPr>
        <p:txBody>
          <a:bodyPr wrap="square">
            <a:spAutoFit/>
          </a:bodyPr>
          <a:lstStyle/>
          <a:p>
            <a:pPr>
              <a:lnSpc>
                <a:spcPct val="150000"/>
              </a:lnSpc>
            </a:pPr>
            <a:r>
              <a:rPr lang="zh-CN" altLang="en-US" sz="1600" dirty="0">
                <a:solidFill>
                  <a:schemeClr val="bg1">
                    <a:lumMod val="85000"/>
                  </a:schemeClr>
                </a:solidFill>
                <a:latin typeface="微软雅黑 Light" panose="020B0502040204020203" charset="-122"/>
                <a:ea typeface="微软雅黑 Light" panose="020B0502040204020203" charset="-122"/>
                <a:cs typeface="微软雅黑 Light" panose="020B0502040204020203" charset="-122"/>
              </a:rPr>
              <a:t>兴业数金</a:t>
            </a:r>
            <a:endParaRPr lang="en-US" altLang="zh-CN" sz="1600" dirty="0">
              <a:solidFill>
                <a:schemeClr val="bg1">
                  <a:lumMod val="85000"/>
                </a:schemeClr>
              </a:solidFill>
              <a:latin typeface="微软雅黑 Light" panose="020B0502040204020203" charset="-122"/>
              <a:ea typeface="微软雅黑 Light" panose="020B0502040204020203" charset="-122"/>
              <a:cs typeface="微软雅黑 Light" panose="020B0502040204020203" charset="-122"/>
            </a:endParaRPr>
          </a:p>
          <a:p>
            <a:pPr>
              <a:lnSpc>
                <a:spcPct val="150000"/>
              </a:lnSpc>
            </a:pPr>
            <a:fld id="{37B32772-4591-45D1-8017-22E18C51357B}" type="datetime2">
              <a:rPr lang="zh-CN" altLang="en-US" sz="1600">
                <a:solidFill>
                  <a:schemeClr val="bg1">
                    <a:lumMod val="85000"/>
                  </a:schemeClr>
                </a:solidFill>
                <a:latin typeface="微软雅黑 Light" panose="020B0502040204020203" charset="-122"/>
                <a:ea typeface="微软雅黑 Light" panose="020B0502040204020203" charset="-122"/>
                <a:cs typeface="微软雅黑 Light" panose="020B0502040204020203" charset="-122"/>
              </a:rPr>
              <a:t>2021年8月20日</a:t>
            </a:fld>
            <a:endParaRPr lang="zh-CN" altLang="en-US" sz="1600" dirty="0">
              <a:solidFill>
                <a:schemeClr val="bg1">
                  <a:lumMod val="85000"/>
                </a:schemeClr>
              </a:solidFill>
              <a:latin typeface="微软雅黑 Light" panose="020B0502040204020203" charset="-122"/>
              <a:ea typeface="微软雅黑 Light" panose="020B0502040204020203" charset="-122"/>
              <a:cs typeface="微软雅黑 Light" panose="020B0502040204020203" charset="-122"/>
            </a:endParaRPr>
          </a:p>
        </p:txBody>
      </p:sp>
      <p:cxnSp>
        <p:nvCxnSpPr>
          <p:cNvPr id="7" name="直接连接符 4"/>
          <p:cNvCxnSpPr/>
          <p:nvPr/>
        </p:nvCxnSpPr>
        <p:spPr>
          <a:xfrm>
            <a:off x="1095352" y="3356992"/>
            <a:ext cx="3200448" cy="0"/>
          </a:xfrm>
          <a:prstGeom prst="line">
            <a:avLst/>
          </a:prstGeom>
          <a:noFill/>
          <a:ln w="6350" cap="flat" cmpd="sng" algn="ctr">
            <a:gradFill>
              <a:gsLst>
                <a:gs pos="86000">
                  <a:schemeClr val="accent1">
                    <a:lumMod val="5000"/>
                    <a:lumOff val="95000"/>
                    <a:alpha val="0"/>
                  </a:schemeClr>
                </a:gs>
                <a:gs pos="0">
                  <a:schemeClr val="accent1">
                    <a:lumMod val="30000"/>
                    <a:lumOff val="70000"/>
                  </a:schemeClr>
                </a:gs>
              </a:gsLst>
              <a:lin ang="0" scaled="0"/>
            </a:gradFill>
            <a:prstDash val="solid"/>
            <a:miter lim="800000"/>
          </a:ln>
          <a:effectLst/>
        </p:spPr>
      </p:cxn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占位符 1"/>
          <p:cNvSpPr txBox="1">
            <a:spLocks/>
          </p:cNvSpPr>
          <p:nvPr/>
        </p:nvSpPr>
        <p:spPr>
          <a:xfrm>
            <a:off x="837000" y="2080590"/>
            <a:ext cx="10515600" cy="774562"/>
          </a:xfrm>
          <a:prstGeom prst="rect">
            <a:avLst/>
          </a:prstGeom>
        </p:spPr>
        <p:txBody>
          <a:bodyPr vert="horz" lIns="91440" tIns="45720" rIns="91440" bIns="45720" rtlCol="0" anchor="ctr">
            <a:noAutofit/>
          </a:bodyPr>
          <a:lstStyle>
            <a:lvl1pPr algn="ctr">
              <a:defRPr sz="5400">
                <a:latin typeface="+mj-lt"/>
                <a:ea typeface="+mj-ea"/>
                <a:cs typeface="+mj-cs"/>
              </a:defRPr>
            </a:lvl1pPr>
          </a:lstStyle>
          <a:p>
            <a:pPr defTabSz="914400"/>
            <a:r>
              <a:rPr kumimoji="1" lang="zh-CN" altLang="en-US" b="1" kern="0" dirty="0">
                <a:solidFill>
                  <a:schemeClr val="bg1"/>
                </a:solidFill>
                <a:latin typeface="Microsoft YaHei" charset="-122"/>
                <a:ea typeface="Microsoft YaHei" charset="-122"/>
                <a:cs typeface="Microsoft YaHei" charset="-122"/>
              </a:rPr>
              <a:t>单击此处编辑母版标题样式</a:t>
            </a:r>
          </a:p>
        </p:txBody>
      </p:sp>
      <p:sp>
        <p:nvSpPr>
          <p:cNvPr id="4" name="标题占位符 1"/>
          <p:cNvSpPr txBox="1">
            <a:spLocks/>
          </p:cNvSpPr>
          <p:nvPr/>
        </p:nvSpPr>
        <p:spPr>
          <a:xfrm>
            <a:off x="837000" y="3163264"/>
            <a:ext cx="10515600" cy="29154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5400" b="1" i="0" kern="1200">
                <a:solidFill>
                  <a:schemeClr val="tx1"/>
                </a:solidFill>
                <a:latin typeface="Microsoft YaHei" charset="-122"/>
                <a:ea typeface="Microsoft YaHei" charset="-122"/>
                <a:cs typeface="Microsoft YaHei" charset="-122"/>
              </a:defRPr>
            </a:lvl1pPr>
          </a:lstStyle>
          <a:p>
            <a:r>
              <a:rPr kumimoji="1" lang="en-US" altLang="zh-CN" sz="2400" b="0" dirty="0">
                <a:solidFill>
                  <a:schemeClr val="bg1"/>
                </a:solidFill>
                <a:latin typeface="Microsoft YaHei Light" charset="-122"/>
                <a:ea typeface="Microsoft YaHei Light" charset="-122"/>
                <a:cs typeface="Microsoft YaHei Light" charset="-122"/>
              </a:rPr>
              <a:t>——</a:t>
            </a:r>
            <a:r>
              <a:rPr kumimoji="1" lang="zh-CN" altLang="en-US" sz="2400" b="0" baseline="0" dirty="0">
                <a:solidFill>
                  <a:schemeClr val="bg1"/>
                </a:solidFill>
                <a:latin typeface="Microsoft YaHei Light" charset="-122"/>
                <a:ea typeface="Microsoft YaHei Light" charset="-122"/>
                <a:cs typeface="Microsoft YaHei Light" charset="-122"/>
              </a:rPr>
              <a:t> </a:t>
            </a:r>
            <a:r>
              <a:rPr kumimoji="1" lang="zh-CN" altLang="en-US" sz="2400" b="0" dirty="0">
                <a:solidFill>
                  <a:schemeClr val="bg1"/>
                </a:solidFill>
                <a:latin typeface="Microsoft YaHei Light" charset="-122"/>
                <a:ea typeface="Microsoft YaHei Light" charset="-122"/>
                <a:cs typeface="Microsoft YaHei Light" charset="-122"/>
              </a:rPr>
              <a:t>此处输入副标题 </a:t>
            </a:r>
            <a:r>
              <a:rPr kumimoji="1" lang="en-US" altLang="zh-CN" sz="2400" b="0" dirty="0">
                <a:solidFill>
                  <a:schemeClr val="bg1"/>
                </a:solidFill>
                <a:latin typeface="Microsoft YaHei Light" charset="-122"/>
                <a:ea typeface="Microsoft YaHei Light" charset="-122"/>
                <a:cs typeface="Microsoft YaHei Light" charset="-122"/>
              </a:rPr>
              <a:t>——</a:t>
            </a:r>
            <a:endParaRPr kumimoji="1" lang="zh-CN" altLang="en-US" sz="2400" b="0" dirty="0">
              <a:solidFill>
                <a:schemeClr val="bg1"/>
              </a:solidFill>
              <a:latin typeface="Microsoft YaHei Light" charset="-122"/>
              <a:ea typeface="Microsoft YaHei Light" charset="-122"/>
              <a:cs typeface="Microsoft YaHei Light" charset="-122"/>
            </a:endParaRPr>
          </a:p>
        </p:txBody>
      </p:sp>
      <p:sp>
        <p:nvSpPr>
          <p:cNvPr id="5" name="标题占位符 1"/>
          <p:cNvSpPr txBox="1">
            <a:spLocks/>
          </p:cNvSpPr>
          <p:nvPr/>
        </p:nvSpPr>
        <p:spPr>
          <a:xfrm>
            <a:off x="837000" y="5254484"/>
            <a:ext cx="10515600" cy="29154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5400" b="1" i="0" kern="1200">
                <a:solidFill>
                  <a:schemeClr val="tx1"/>
                </a:solidFill>
                <a:latin typeface="Microsoft YaHei" charset="-122"/>
                <a:ea typeface="Microsoft YaHei" charset="-122"/>
                <a:cs typeface="Microsoft YaHei" charset="-122"/>
              </a:defRPr>
            </a:lvl1pPr>
          </a:lstStyle>
          <a:p>
            <a:r>
              <a:rPr kumimoji="1" lang="zh-CN" altLang="en-US" sz="1200" b="0" dirty="0">
                <a:solidFill>
                  <a:schemeClr val="bg1"/>
                </a:solidFill>
              </a:rPr>
              <a:t>此处输入时间</a:t>
            </a:r>
            <a:r>
              <a:rPr kumimoji="1" lang="en-US" altLang="zh-CN" sz="1200" b="0" dirty="0">
                <a:solidFill>
                  <a:schemeClr val="bg1"/>
                </a:solidFill>
              </a:rPr>
              <a:t>/</a:t>
            </a:r>
            <a:r>
              <a:rPr kumimoji="1" lang="zh-CN" altLang="en-US" sz="1200" b="0" dirty="0">
                <a:solidFill>
                  <a:schemeClr val="bg1"/>
                </a:solidFill>
              </a:rPr>
              <a:t>演讲人</a:t>
            </a:r>
          </a:p>
        </p:txBody>
      </p:sp>
    </p:spTree>
    <p:extLst>
      <p:ext uri="{BB962C8B-B14F-4D97-AF65-F5344CB8AC3E}">
        <p14:creationId xmlns:p14="http://schemas.microsoft.com/office/powerpoint/2010/main" val="175352429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p:cNvSpPr>
            <a:spLocks noGrp="1"/>
          </p:cNvSpPr>
          <p:nvPr>
            <p:ph type="body" sz="quarter" idx="10"/>
          </p:nvPr>
        </p:nvSpPr>
        <p:spPr/>
        <p:txBody>
          <a:bodyPr/>
          <a:lstStyle/>
          <a:p>
            <a:r>
              <a:rPr kumimoji="1" lang="zh-CN" altLang="en-US" b="0" dirty="0" smtClean="0">
                <a:solidFill>
                  <a:srgbClr val="141735"/>
                </a:solidFill>
                <a:latin typeface="Microsoft YaHei Light" charset="-122"/>
                <a:ea typeface="Microsoft YaHei Light" charset="-122"/>
                <a:cs typeface="Microsoft YaHei Light" charset="-122"/>
              </a:rPr>
              <a:t>这里输入第一部分内容</a:t>
            </a:r>
            <a:endParaRPr kumimoji="1" lang="zh-CN" altLang="en-US" b="0" dirty="0">
              <a:solidFill>
                <a:srgbClr val="141735"/>
              </a:solidFill>
              <a:latin typeface="Microsoft YaHei Light" charset="-122"/>
              <a:ea typeface="Microsoft YaHei Light" charset="-122"/>
              <a:cs typeface="Microsoft YaHei Light" charset="-122"/>
            </a:endParaRPr>
          </a:p>
        </p:txBody>
      </p:sp>
      <p:sp>
        <p:nvSpPr>
          <p:cNvPr id="23" name="文本占位符 22"/>
          <p:cNvSpPr>
            <a:spLocks noGrp="1"/>
          </p:cNvSpPr>
          <p:nvPr>
            <p:ph type="body" sz="quarter" idx="11"/>
          </p:nvPr>
        </p:nvSpPr>
        <p:spPr/>
        <p:txBody>
          <a:bodyPr/>
          <a:lstStyle/>
          <a:p>
            <a:r>
              <a:rPr kumimoji="1" lang="zh-CN" altLang="en-US" b="0" dirty="0" smtClean="0">
                <a:solidFill>
                  <a:srgbClr val="141735"/>
                </a:solidFill>
                <a:latin typeface="Microsoft YaHei Light" charset="-122"/>
                <a:ea typeface="Microsoft YaHei Light" charset="-122"/>
                <a:cs typeface="Microsoft YaHei Light" charset="-122"/>
              </a:rPr>
              <a:t>这里输入第二部分内容</a:t>
            </a:r>
            <a:endParaRPr kumimoji="1" lang="zh-CN" altLang="en-US" b="0" dirty="0">
              <a:solidFill>
                <a:srgbClr val="141735"/>
              </a:solidFill>
              <a:latin typeface="Microsoft YaHei Light" charset="-122"/>
              <a:ea typeface="Microsoft YaHei Light" charset="-122"/>
              <a:cs typeface="Microsoft YaHei Light" charset="-122"/>
            </a:endParaRPr>
          </a:p>
        </p:txBody>
      </p:sp>
      <p:sp>
        <p:nvSpPr>
          <p:cNvPr id="24" name="文本占位符 23"/>
          <p:cNvSpPr>
            <a:spLocks noGrp="1"/>
          </p:cNvSpPr>
          <p:nvPr>
            <p:ph type="body" sz="quarter" idx="12"/>
          </p:nvPr>
        </p:nvSpPr>
        <p:spPr/>
        <p:txBody>
          <a:bodyPr/>
          <a:lstStyle/>
          <a:p>
            <a:r>
              <a:rPr kumimoji="1" lang="zh-CN" altLang="en-US" b="0" dirty="0" smtClean="0">
                <a:solidFill>
                  <a:srgbClr val="141735"/>
                </a:solidFill>
                <a:latin typeface="Microsoft YaHei Light" charset="-122"/>
                <a:ea typeface="Microsoft YaHei Light" charset="-122"/>
                <a:cs typeface="Microsoft YaHei Light" charset="-122"/>
              </a:rPr>
              <a:t>这里输入第三部部分内容</a:t>
            </a:r>
            <a:endParaRPr kumimoji="1" lang="zh-CN" altLang="en-US" b="0" dirty="0">
              <a:solidFill>
                <a:srgbClr val="141735"/>
              </a:solidFill>
              <a:latin typeface="Microsoft YaHei Light" charset="-122"/>
              <a:ea typeface="Microsoft YaHei Light" charset="-122"/>
              <a:cs typeface="Microsoft YaHei Light" charset="-122"/>
            </a:endParaRPr>
          </a:p>
        </p:txBody>
      </p:sp>
    </p:spTree>
    <p:extLst>
      <p:ext uri="{BB962C8B-B14F-4D97-AF65-F5344CB8AC3E}">
        <p14:creationId xmlns:p14="http://schemas.microsoft.com/office/powerpoint/2010/main" val="97141252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p:cNvSpPr>
            <a:spLocks noGrp="1"/>
          </p:cNvSpPr>
          <p:nvPr>
            <p:ph type="body" sz="quarter" idx="10"/>
          </p:nvPr>
        </p:nvSpPr>
        <p:spPr/>
        <p:txBody>
          <a:bodyPr/>
          <a:lstStyle/>
          <a:p>
            <a:r>
              <a:rPr kumimoji="1" lang="zh-CN" altLang="en-US" b="0" dirty="0" smtClean="0">
                <a:solidFill>
                  <a:srgbClr val="141735"/>
                </a:solidFill>
                <a:latin typeface="Microsoft YaHei Light" charset="-122"/>
                <a:ea typeface="Microsoft YaHei Light" charset="-122"/>
                <a:cs typeface="Microsoft YaHei Light" charset="-122"/>
              </a:rPr>
              <a:t>这里输入第一部分内容</a:t>
            </a:r>
            <a:endParaRPr kumimoji="1" lang="zh-CN" altLang="en-US" b="0" dirty="0">
              <a:solidFill>
                <a:srgbClr val="141735"/>
              </a:solidFill>
              <a:latin typeface="Microsoft YaHei Light" charset="-122"/>
              <a:ea typeface="Microsoft YaHei Light" charset="-122"/>
              <a:cs typeface="Microsoft YaHei Light" charset="-122"/>
            </a:endParaRPr>
          </a:p>
        </p:txBody>
      </p:sp>
      <p:sp>
        <p:nvSpPr>
          <p:cNvPr id="23" name="文本占位符 22"/>
          <p:cNvSpPr>
            <a:spLocks noGrp="1"/>
          </p:cNvSpPr>
          <p:nvPr>
            <p:ph type="body" sz="quarter" idx="11"/>
          </p:nvPr>
        </p:nvSpPr>
        <p:spPr/>
        <p:txBody>
          <a:bodyPr/>
          <a:lstStyle/>
          <a:p>
            <a:r>
              <a:rPr kumimoji="1" lang="zh-CN" altLang="en-US" b="0" dirty="0" smtClean="0">
                <a:solidFill>
                  <a:srgbClr val="141735"/>
                </a:solidFill>
                <a:latin typeface="Microsoft YaHei Light" charset="-122"/>
                <a:ea typeface="Microsoft YaHei Light" charset="-122"/>
                <a:cs typeface="Microsoft YaHei Light" charset="-122"/>
              </a:rPr>
              <a:t>这里输入第二部分内容</a:t>
            </a:r>
            <a:endParaRPr kumimoji="1" lang="zh-CN" altLang="en-US" b="0" dirty="0">
              <a:solidFill>
                <a:srgbClr val="141735"/>
              </a:solidFill>
              <a:latin typeface="Microsoft YaHei Light" charset="-122"/>
              <a:ea typeface="Microsoft YaHei Light" charset="-122"/>
              <a:cs typeface="Microsoft YaHei Light" charset="-122"/>
            </a:endParaRPr>
          </a:p>
        </p:txBody>
      </p:sp>
      <p:sp>
        <p:nvSpPr>
          <p:cNvPr id="24" name="文本占位符 23"/>
          <p:cNvSpPr>
            <a:spLocks noGrp="1"/>
          </p:cNvSpPr>
          <p:nvPr>
            <p:ph type="body" sz="quarter" idx="12"/>
          </p:nvPr>
        </p:nvSpPr>
        <p:spPr/>
        <p:txBody>
          <a:bodyPr/>
          <a:lstStyle/>
          <a:p>
            <a:r>
              <a:rPr kumimoji="1" lang="zh-CN" altLang="en-US" b="0" dirty="0" smtClean="0">
                <a:solidFill>
                  <a:srgbClr val="141735"/>
                </a:solidFill>
                <a:latin typeface="Microsoft YaHei Light" charset="-122"/>
                <a:ea typeface="Microsoft YaHei Light" charset="-122"/>
                <a:cs typeface="Microsoft YaHei Light" charset="-122"/>
              </a:rPr>
              <a:t>这里输入第三部部分内容</a:t>
            </a:r>
            <a:endParaRPr kumimoji="1" lang="zh-CN" altLang="en-US" b="0" dirty="0">
              <a:solidFill>
                <a:srgbClr val="141735"/>
              </a:solidFill>
              <a:latin typeface="Microsoft YaHei Light" charset="-122"/>
              <a:ea typeface="Microsoft YaHei Light" charset="-122"/>
              <a:cs typeface="Microsoft YaHei Light" charset="-122"/>
            </a:endParaRPr>
          </a:p>
        </p:txBody>
      </p:sp>
      <p:sp>
        <p:nvSpPr>
          <p:cNvPr id="25" name="文本占位符 24"/>
          <p:cNvSpPr>
            <a:spLocks noGrp="1"/>
          </p:cNvSpPr>
          <p:nvPr>
            <p:ph type="body" sz="quarter" idx="13"/>
          </p:nvPr>
        </p:nvSpPr>
        <p:spPr/>
        <p:txBody>
          <a:bodyPr/>
          <a:lstStyle/>
          <a:p>
            <a:r>
              <a:rPr kumimoji="1" lang="zh-CN" altLang="en-US" b="0" dirty="0">
                <a:solidFill>
                  <a:srgbClr val="141735"/>
                </a:solidFill>
                <a:latin typeface="Microsoft YaHei Light" charset="-122"/>
                <a:ea typeface="Microsoft YaHei Light" charset="-122"/>
                <a:cs typeface="Microsoft YaHei Light" charset="-122"/>
              </a:rPr>
              <a:t>这里输入</a:t>
            </a:r>
            <a:r>
              <a:rPr kumimoji="1" lang="zh-CN" altLang="en-US" b="0" dirty="0" smtClean="0">
                <a:solidFill>
                  <a:srgbClr val="141735"/>
                </a:solidFill>
                <a:latin typeface="Microsoft YaHei Light" charset="-122"/>
                <a:ea typeface="Microsoft YaHei Light" charset="-122"/>
                <a:cs typeface="Microsoft YaHei Light" charset="-122"/>
              </a:rPr>
              <a:t>第四部</a:t>
            </a:r>
            <a:r>
              <a:rPr kumimoji="1" lang="zh-CN" altLang="en-US" b="0" dirty="0">
                <a:solidFill>
                  <a:srgbClr val="141735"/>
                </a:solidFill>
                <a:latin typeface="Microsoft YaHei Light" charset="-122"/>
                <a:ea typeface="Microsoft YaHei Light" charset="-122"/>
                <a:cs typeface="Microsoft YaHei Light" charset="-122"/>
              </a:rPr>
              <a:t>部分</a:t>
            </a:r>
            <a:r>
              <a:rPr kumimoji="1" lang="zh-CN" altLang="en-US" b="0" dirty="0" smtClean="0">
                <a:solidFill>
                  <a:srgbClr val="141735"/>
                </a:solidFill>
                <a:latin typeface="Microsoft YaHei Light" charset="-122"/>
                <a:ea typeface="Microsoft YaHei Light" charset="-122"/>
                <a:cs typeface="Microsoft YaHei Light" charset="-122"/>
              </a:rPr>
              <a:t>内容</a:t>
            </a:r>
            <a:endParaRPr kumimoji="1" lang="zh-CN" altLang="en-US" b="0" dirty="0">
              <a:solidFill>
                <a:srgbClr val="141735"/>
              </a:solidFill>
              <a:latin typeface="Microsoft YaHei Light" charset="-122"/>
              <a:ea typeface="Microsoft YaHei Light" charset="-122"/>
              <a:cs typeface="Microsoft YaHei Light" charset="-122"/>
            </a:endParaRPr>
          </a:p>
        </p:txBody>
      </p:sp>
    </p:spTree>
    <p:extLst>
      <p:ext uri="{BB962C8B-B14F-4D97-AF65-F5344CB8AC3E}">
        <p14:creationId xmlns:p14="http://schemas.microsoft.com/office/powerpoint/2010/main" val="18362217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p:cNvSpPr>
            <a:spLocks noGrp="1"/>
          </p:cNvSpPr>
          <p:nvPr>
            <p:ph type="body" sz="quarter" idx="10"/>
          </p:nvPr>
        </p:nvSpPr>
        <p:spPr/>
        <p:txBody>
          <a:bodyPr/>
          <a:lstStyle/>
          <a:p>
            <a:r>
              <a:rPr kumimoji="1" lang="zh-CN" altLang="en-US" dirty="0" smtClean="0">
                <a:solidFill>
                  <a:srgbClr val="4372C4"/>
                </a:solidFill>
              </a:rPr>
              <a:t>这里输入第一部分内容</a:t>
            </a:r>
            <a:endParaRPr kumimoji="1" lang="zh-CN" altLang="en-US" dirty="0">
              <a:solidFill>
                <a:srgbClr val="4372C4"/>
              </a:solidFill>
            </a:endParaRPr>
          </a:p>
        </p:txBody>
      </p:sp>
      <p:sp>
        <p:nvSpPr>
          <p:cNvPr id="23" name="文本占位符 22"/>
          <p:cNvSpPr>
            <a:spLocks noGrp="1"/>
          </p:cNvSpPr>
          <p:nvPr>
            <p:ph type="body" sz="quarter" idx="11"/>
          </p:nvPr>
        </p:nvSpPr>
        <p:spPr/>
        <p:txBody>
          <a:bodyPr/>
          <a:lstStyle/>
          <a:p>
            <a:r>
              <a:rPr kumimoji="1" lang="zh-CN" altLang="en-US" dirty="0" smtClean="0"/>
              <a:t>这里输入第二部分内容</a:t>
            </a:r>
            <a:endParaRPr kumimoji="1" lang="zh-CN" altLang="en-US" dirty="0"/>
          </a:p>
        </p:txBody>
      </p:sp>
      <p:sp>
        <p:nvSpPr>
          <p:cNvPr id="24" name="文本占位符 23"/>
          <p:cNvSpPr>
            <a:spLocks noGrp="1"/>
          </p:cNvSpPr>
          <p:nvPr>
            <p:ph type="body" sz="quarter" idx="12"/>
          </p:nvPr>
        </p:nvSpPr>
        <p:spPr/>
        <p:txBody>
          <a:bodyPr/>
          <a:lstStyle/>
          <a:p>
            <a:r>
              <a:rPr kumimoji="1" lang="zh-CN" altLang="en-US" dirty="0" smtClean="0"/>
              <a:t>这里输入第三部部分内容</a:t>
            </a:r>
            <a:endParaRPr kumimoji="1" lang="zh-CN" altLang="en-US" dirty="0"/>
          </a:p>
        </p:txBody>
      </p:sp>
    </p:spTree>
    <p:extLst>
      <p:ext uri="{BB962C8B-B14F-4D97-AF65-F5344CB8AC3E}">
        <p14:creationId xmlns:p14="http://schemas.microsoft.com/office/powerpoint/2010/main" val="10740977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占位符 22"/>
          <p:cNvSpPr>
            <a:spLocks noGrp="1"/>
          </p:cNvSpPr>
          <p:nvPr>
            <p:ph type="body" sz="quarter" idx="11"/>
          </p:nvPr>
        </p:nvSpPr>
        <p:spPr/>
        <p:txBody>
          <a:bodyPr/>
          <a:lstStyle/>
          <a:p>
            <a:r>
              <a:rPr kumimoji="1" lang="zh-CN" altLang="en-US" dirty="0" smtClean="0"/>
              <a:t>这里输入第二部分内容</a:t>
            </a:r>
            <a:endParaRPr kumimoji="1" lang="zh-CN" altLang="en-US" dirty="0"/>
          </a:p>
        </p:txBody>
      </p:sp>
      <p:sp>
        <p:nvSpPr>
          <p:cNvPr id="24" name="文本占位符 23"/>
          <p:cNvSpPr>
            <a:spLocks noGrp="1"/>
          </p:cNvSpPr>
          <p:nvPr>
            <p:ph type="body" sz="quarter" idx="12"/>
          </p:nvPr>
        </p:nvSpPr>
        <p:spPr/>
        <p:txBody>
          <a:bodyPr/>
          <a:lstStyle/>
          <a:p>
            <a:r>
              <a:rPr kumimoji="1" lang="zh-CN" altLang="en-US" dirty="0" smtClean="0"/>
              <a:t>这里输入第三部部分内容</a:t>
            </a:r>
            <a:endParaRPr kumimoji="1" lang="zh-CN" altLang="en-US" dirty="0"/>
          </a:p>
        </p:txBody>
      </p:sp>
      <p:sp>
        <p:nvSpPr>
          <p:cNvPr id="22" name="文本占位符 21"/>
          <p:cNvSpPr>
            <a:spLocks noGrp="1"/>
          </p:cNvSpPr>
          <p:nvPr>
            <p:ph type="body" sz="quarter" idx="10"/>
          </p:nvPr>
        </p:nvSpPr>
        <p:spPr/>
        <p:txBody>
          <a:bodyPr/>
          <a:lstStyle/>
          <a:p>
            <a:r>
              <a:rPr kumimoji="1" lang="zh-CN" altLang="en-US" dirty="0" smtClean="0"/>
              <a:t>这里输入第一部分内容</a:t>
            </a:r>
            <a:endParaRPr kumimoji="1" lang="zh-CN" altLang="en-US" dirty="0"/>
          </a:p>
        </p:txBody>
      </p:sp>
    </p:spTree>
    <p:extLst>
      <p:ext uri="{BB962C8B-B14F-4D97-AF65-F5344CB8AC3E}">
        <p14:creationId xmlns:p14="http://schemas.microsoft.com/office/powerpoint/2010/main" val="5925946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p:cNvSpPr>
            <a:spLocks noGrp="1"/>
          </p:cNvSpPr>
          <p:nvPr>
            <p:ph type="body" sz="quarter" idx="10"/>
          </p:nvPr>
        </p:nvSpPr>
        <p:spPr/>
        <p:txBody>
          <a:bodyPr/>
          <a:lstStyle/>
          <a:p>
            <a:r>
              <a:rPr kumimoji="1" lang="zh-CN" altLang="en-US" dirty="0" smtClean="0"/>
              <a:t>这里输入第一部分内容</a:t>
            </a:r>
            <a:endParaRPr kumimoji="1" lang="zh-CN" altLang="en-US" dirty="0"/>
          </a:p>
        </p:txBody>
      </p:sp>
      <p:sp>
        <p:nvSpPr>
          <p:cNvPr id="23" name="文本占位符 22"/>
          <p:cNvSpPr>
            <a:spLocks noGrp="1"/>
          </p:cNvSpPr>
          <p:nvPr>
            <p:ph type="body" sz="quarter" idx="11"/>
          </p:nvPr>
        </p:nvSpPr>
        <p:spPr/>
        <p:txBody>
          <a:bodyPr/>
          <a:lstStyle/>
          <a:p>
            <a:r>
              <a:rPr kumimoji="1" lang="zh-CN" altLang="en-US" dirty="0" smtClean="0"/>
              <a:t>这里输入第二部分内容</a:t>
            </a:r>
            <a:endParaRPr kumimoji="1" lang="zh-CN" altLang="en-US" dirty="0"/>
          </a:p>
        </p:txBody>
      </p:sp>
      <p:sp>
        <p:nvSpPr>
          <p:cNvPr id="24" name="文本占位符 23"/>
          <p:cNvSpPr>
            <a:spLocks noGrp="1"/>
          </p:cNvSpPr>
          <p:nvPr>
            <p:ph type="body" sz="quarter" idx="12"/>
          </p:nvPr>
        </p:nvSpPr>
        <p:spPr/>
        <p:txBody>
          <a:bodyPr/>
          <a:lstStyle/>
          <a:p>
            <a:r>
              <a:rPr kumimoji="1" lang="zh-CN" altLang="en-US" dirty="0" smtClean="0"/>
              <a:t>这里输入第三部部分内容</a:t>
            </a:r>
            <a:endParaRPr kumimoji="1" lang="zh-CN" altLang="en-US" dirty="0"/>
          </a:p>
        </p:txBody>
      </p:sp>
    </p:spTree>
    <p:extLst>
      <p:ext uri="{BB962C8B-B14F-4D97-AF65-F5344CB8AC3E}">
        <p14:creationId xmlns:p14="http://schemas.microsoft.com/office/powerpoint/2010/main" val="11850735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p:cNvSpPr>
            <a:spLocks noGrp="1"/>
          </p:cNvSpPr>
          <p:nvPr>
            <p:ph type="body" sz="quarter" idx="10"/>
          </p:nvPr>
        </p:nvSpPr>
        <p:spPr/>
        <p:txBody>
          <a:bodyPr/>
          <a:lstStyle/>
          <a:p>
            <a:r>
              <a:rPr kumimoji="1" lang="zh-CN" altLang="en-US" dirty="0" smtClean="0"/>
              <a:t>这里输入第一部分内容</a:t>
            </a:r>
            <a:endParaRPr kumimoji="1" lang="zh-CN" altLang="en-US" dirty="0"/>
          </a:p>
        </p:txBody>
      </p:sp>
      <p:sp>
        <p:nvSpPr>
          <p:cNvPr id="23" name="文本占位符 22"/>
          <p:cNvSpPr>
            <a:spLocks noGrp="1"/>
          </p:cNvSpPr>
          <p:nvPr>
            <p:ph type="body" sz="quarter" idx="11"/>
          </p:nvPr>
        </p:nvSpPr>
        <p:spPr/>
        <p:txBody>
          <a:bodyPr/>
          <a:lstStyle/>
          <a:p>
            <a:r>
              <a:rPr kumimoji="1" lang="zh-CN" altLang="en-US" dirty="0" smtClean="0"/>
              <a:t>这里输入第二部分内容</a:t>
            </a:r>
            <a:endParaRPr kumimoji="1" lang="zh-CN" altLang="en-US" dirty="0"/>
          </a:p>
        </p:txBody>
      </p:sp>
      <p:sp>
        <p:nvSpPr>
          <p:cNvPr id="24" name="文本占位符 23"/>
          <p:cNvSpPr>
            <a:spLocks noGrp="1"/>
          </p:cNvSpPr>
          <p:nvPr>
            <p:ph type="body" sz="quarter" idx="12"/>
          </p:nvPr>
        </p:nvSpPr>
        <p:spPr/>
        <p:txBody>
          <a:bodyPr/>
          <a:lstStyle/>
          <a:p>
            <a:r>
              <a:rPr kumimoji="1" lang="zh-CN" altLang="en-US" dirty="0" smtClean="0"/>
              <a:t>这里输入第三部部分内容</a:t>
            </a:r>
            <a:endParaRPr kumimoji="1" lang="zh-CN" altLang="en-US" dirty="0"/>
          </a:p>
        </p:txBody>
      </p:sp>
      <p:sp>
        <p:nvSpPr>
          <p:cNvPr id="25" name="文本占位符 24"/>
          <p:cNvSpPr>
            <a:spLocks noGrp="1"/>
          </p:cNvSpPr>
          <p:nvPr>
            <p:ph type="body" sz="quarter" idx="13"/>
          </p:nvPr>
        </p:nvSpPr>
        <p:spPr/>
        <p:txBody>
          <a:bodyPr/>
          <a:lstStyle/>
          <a:p>
            <a:r>
              <a:rPr kumimoji="1" lang="zh-CN" altLang="en-US" dirty="0"/>
              <a:t>这里输入</a:t>
            </a:r>
            <a:r>
              <a:rPr kumimoji="1" lang="zh-CN" altLang="en-US" dirty="0" smtClean="0"/>
              <a:t>第四部</a:t>
            </a:r>
            <a:r>
              <a:rPr kumimoji="1" lang="zh-CN" altLang="en-US" dirty="0"/>
              <a:t>部分</a:t>
            </a:r>
            <a:r>
              <a:rPr kumimoji="1" lang="zh-CN" altLang="en-US" dirty="0" smtClean="0"/>
              <a:t>内容</a:t>
            </a:r>
            <a:endParaRPr kumimoji="1" lang="zh-CN" altLang="en-US" dirty="0"/>
          </a:p>
        </p:txBody>
      </p:sp>
    </p:spTree>
    <p:extLst>
      <p:ext uri="{BB962C8B-B14F-4D97-AF65-F5344CB8AC3E}">
        <p14:creationId xmlns:p14="http://schemas.microsoft.com/office/powerpoint/2010/main" val="76554157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p:cNvSpPr>
            <a:spLocks noGrp="1"/>
          </p:cNvSpPr>
          <p:nvPr>
            <p:ph type="body" sz="quarter" idx="10"/>
          </p:nvPr>
        </p:nvSpPr>
        <p:spPr/>
        <p:txBody>
          <a:bodyPr/>
          <a:lstStyle/>
          <a:p>
            <a:r>
              <a:rPr kumimoji="1" lang="zh-CN" altLang="en-US" dirty="0" smtClean="0"/>
              <a:t>这里输入第一部分内容</a:t>
            </a:r>
            <a:endParaRPr kumimoji="1" lang="zh-CN" altLang="en-US" dirty="0"/>
          </a:p>
        </p:txBody>
      </p:sp>
      <p:sp>
        <p:nvSpPr>
          <p:cNvPr id="23" name="文本占位符 22"/>
          <p:cNvSpPr>
            <a:spLocks noGrp="1"/>
          </p:cNvSpPr>
          <p:nvPr>
            <p:ph type="body" sz="quarter" idx="11"/>
          </p:nvPr>
        </p:nvSpPr>
        <p:spPr/>
        <p:txBody>
          <a:bodyPr/>
          <a:lstStyle/>
          <a:p>
            <a:r>
              <a:rPr kumimoji="1" lang="zh-CN" altLang="en-US" dirty="0" smtClean="0"/>
              <a:t>这里输入第二部分内容</a:t>
            </a:r>
            <a:endParaRPr kumimoji="1" lang="zh-CN" altLang="en-US" dirty="0"/>
          </a:p>
        </p:txBody>
      </p:sp>
      <p:sp>
        <p:nvSpPr>
          <p:cNvPr id="24" name="文本占位符 23"/>
          <p:cNvSpPr>
            <a:spLocks noGrp="1"/>
          </p:cNvSpPr>
          <p:nvPr>
            <p:ph type="body" sz="quarter" idx="12"/>
          </p:nvPr>
        </p:nvSpPr>
        <p:spPr/>
        <p:txBody>
          <a:bodyPr/>
          <a:lstStyle/>
          <a:p>
            <a:r>
              <a:rPr kumimoji="1" lang="zh-CN" altLang="en-US" dirty="0" smtClean="0"/>
              <a:t>这里输入第三部部分内容</a:t>
            </a:r>
            <a:endParaRPr kumimoji="1" lang="zh-CN" altLang="en-US" dirty="0"/>
          </a:p>
        </p:txBody>
      </p:sp>
      <p:sp>
        <p:nvSpPr>
          <p:cNvPr id="25" name="文本占位符 24"/>
          <p:cNvSpPr>
            <a:spLocks noGrp="1"/>
          </p:cNvSpPr>
          <p:nvPr>
            <p:ph type="body" sz="quarter" idx="13"/>
          </p:nvPr>
        </p:nvSpPr>
        <p:spPr/>
        <p:txBody>
          <a:bodyPr/>
          <a:lstStyle/>
          <a:p>
            <a:r>
              <a:rPr kumimoji="1" lang="zh-CN" altLang="en-US" dirty="0"/>
              <a:t>这里输入</a:t>
            </a:r>
            <a:r>
              <a:rPr kumimoji="1" lang="zh-CN" altLang="en-US" dirty="0" smtClean="0"/>
              <a:t>第四部</a:t>
            </a:r>
            <a:r>
              <a:rPr kumimoji="1" lang="zh-CN" altLang="en-US" dirty="0"/>
              <a:t>部分</a:t>
            </a:r>
            <a:r>
              <a:rPr kumimoji="1" lang="zh-CN" altLang="en-US" dirty="0" smtClean="0"/>
              <a:t>内容</a:t>
            </a:r>
            <a:endParaRPr kumimoji="1" lang="zh-CN" altLang="en-US" dirty="0"/>
          </a:p>
        </p:txBody>
      </p:sp>
    </p:spTree>
    <p:extLst>
      <p:ext uri="{BB962C8B-B14F-4D97-AF65-F5344CB8AC3E}">
        <p14:creationId xmlns:p14="http://schemas.microsoft.com/office/powerpoint/2010/main" val="167270803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p:cNvSpPr>
            <a:spLocks noGrp="1"/>
          </p:cNvSpPr>
          <p:nvPr>
            <p:ph type="body" sz="quarter" idx="10"/>
          </p:nvPr>
        </p:nvSpPr>
        <p:spPr/>
        <p:txBody>
          <a:bodyPr/>
          <a:lstStyle/>
          <a:p>
            <a:r>
              <a:rPr kumimoji="1" lang="zh-CN" altLang="en-US" dirty="0" smtClean="0"/>
              <a:t>这里输入第一部分内容</a:t>
            </a:r>
            <a:endParaRPr kumimoji="1" lang="zh-CN" altLang="en-US" dirty="0"/>
          </a:p>
        </p:txBody>
      </p:sp>
      <p:sp>
        <p:nvSpPr>
          <p:cNvPr id="23" name="文本占位符 22"/>
          <p:cNvSpPr>
            <a:spLocks noGrp="1"/>
          </p:cNvSpPr>
          <p:nvPr>
            <p:ph type="body" sz="quarter" idx="11"/>
          </p:nvPr>
        </p:nvSpPr>
        <p:spPr/>
        <p:txBody>
          <a:bodyPr/>
          <a:lstStyle/>
          <a:p>
            <a:r>
              <a:rPr kumimoji="1" lang="zh-CN" altLang="en-US" dirty="0" smtClean="0"/>
              <a:t>这里输入第二部分内容</a:t>
            </a:r>
            <a:endParaRPr kumimoji="1" lang="zh-CN" altLang="en-US" dirty="0"/>
          </a:p>
        </p:txBody>
      </p:sp>
      <p:sp>
        <p:nvSpPr>
          <p:cNvPr id="24" name="文本占位符 23"/>
          <p:cNvSpPr>
            <a:spLocks noGrp="1"/>
          </p:cNvSpPr>
          <p:nvPr>
            <p:ph type="body" sz="quarter" idx="12"/>
          </p:nvPr>
        </p:nvSpPr>
        <p:spPr/>
        <p:txBody>
          <a:bodyPr/>
          <a:lstStyle/>
          <a:p>
            <a:r>
              <a:rPr kumimoji="1" lang="zh-CN" altLang="en-US" dirty="0" smtClean="0"/>
              <a:t>这里输入第三部部分内容</a:t>
            </a:r>
            <a:endParaRPr kumimoji="1" lang="zh-CN" altLang="en-US" dirty="0"/>
          </a:p>
        </p:txBody>
      </p:sp>
      <p:sp>
        <p:nvSpPr>
          <p:cNvPr id="25" name="文本占位符 24"/>
          <p:cNvSpPr>
            <a:spLocks noGrp="1"/>
          </p:cNvSpPr>
          <p:nvPr>
            <p:ph type="body" sz="quarter" idx="13"/>
          </p:nvPr>
        </p:nvSpPr>
        <p:spPr/>
        <p:txBody>
          <a:bodyPr/>
          <a:lstStyle/>
          <a:p>
            <a:r>
              <a:rPr kumimoji="1" lang="zh-CN" altLang="en-US" dirty="0"/>
              <a:t>这里输入</a:t>
            </a:r>
            <a:r>
              <a:rPr kumimoji="1" lang="zh-CN" altLang="en-US" dirty="0" smtClean="0"/>
              <a:t>第四部</a:t>
            </a:r>
            <a:r>
              <a:rPr kumimoji="1" lang="zh-CN" altLang="en-US" dirty="0"/>
              <a:t>部分</a:t>
            </a:r>
            <a:r>
              <a:rPr kumimoji="1" lang="zh-CN" altLang="en-US" dirty="0" smtClean="0"/>
              <a:t>内容</a:t>
            </a:r>
            <a:endParaRPr kumimoji="1" lang="zh-CN" altLang="en-US" dirty="0"/>
          </a:p>
        </p:txBody>
      </p:sp>
    </p:spTree>
    <p:extLst>
      <p:ext uri="{BB962C8B-B14F-4D97-AF65-F5344CB8AC3E}">
        <p14:creationId xmlns:p14="http://schemas.microsoft.com/office/powerpoint/2010/main" val="39436464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文本占位符 21"/>
          <p:cNvSpPr>
            <a:spLocks noGrp="1"/>
          </p:cNvSpPr>
          <p:nvPr>
            <p:ph type="body" sz="quarter" idx="10"/>
          </p:nvPr>
        </p:nvSpPr>
        <p:spPr/>
        <p:txBody>
          <a:bodyPr/>
          <a:lstStyle/>
          <a:p>
            <a:r>
              <a:rPr kumimoji="1" lang="zh-CN" altLang="en-US" dirty="0" smtClean="0"/>
              <a:t>这里输入第一部分内容</a:t>
            </a:r>
            <a:endParaRPr kumimoji="1" lang="zh-CN" altLang="en-US" dirty="0"/>
          </a:p>
        </p:txBody>
      </p:sp>
      <p:sp>
        <p:nvSpPr>
          <p:cNvPr id="23" name="文本占位符 22"/>
          <p:cNvSpPr>
            <a:spLocks noGrp="1"/>
          </p:cNvSpPr>
          <p:nvPr>
            <p:ph type="body" sz="quarter" idx="11"/>
          </p:nvPr>
        </p:nvSpPr>
        <p:spPr/>
        <p:txBody>
          <a:bodyPr/>
          <a:lstStyle/>
          <a:p>
            <a:r>
              <a:rPr kumimoji="1" lang="zh-CN" altLang="en-US" dirty="0" smtClean="0"/>
              <a:t>这里输入第二部分内容</a:t>
            </a:r>
            <a:endParaRPr kumimoji="1" lang="zh-CN" altLang="en-US" dirty="0"/>
          </a:p>
        </p:txBody>
      </p:sp>
      <p:sp>
        <p:nvSpPr>
          <p:cNvPr id="24" name="文本占位符 23"/>
          <p:cNvSpPr>
            <a:spLocks noGrp="1"/>
          </p:cNvSpPr>
          <p:nvPr>
            <p:ph type="body" sz="quarter" idx="12"/>
          </p:nvPr>
        </p:nvSpPr>
        <p:spPr/>
        <p:txBody>
          <a:bodyPr/>
          <a:lstStyle/>
          <a:p>
            <a:r>
              <a:rPr kumimoji="1" lang="zh-CN" altLang="en-US" dirty="0" smtClean="0"/>
              <a:t>这里输入第三部部分内容</a:t>
            </a:r>
            <a:endParaRPr kumimoji="1" lang="zh-CN" altLang="en-US" dirty="0"/>
          </a:p>
        </p:txBody>
      </p:sp>
      <p:sp>
        <p:nvSpPr>
          <p:cNvPr id="25" name="文本占位符 24"/>
          <p:cNvSpPr>
            <a:spLocks noGrp="1"/>
          </p:cNvSpPr>
          <p:nvPr>
            <p:ph type="body" sz="quarter" idx="13"/>
          </p:nvPr>
        </p:nvSpPr>
        <p:spPr/>
        <p:txBody>
          <a:bodyPr/>
          <a:lstStyle/>
          <a:p>
            <a:r>
              <a:rPr kumimoji="1" lang="zh-CN" altLang="en-US" dirty="0"/>
              <a:t>这里输入</a:t>
            </a:r>
            <a:r>
              <a:rPr kumimoji="1" lang="zh-CN" altLang="en-US" dirty="0" smtClean="0"/>
              <a:t>第四部</a:t>
            </a:r>
            <a:r>
              <a:rPr kumimoji="1" lang="zh-CN" altLang="en-US" dirty="0"/>
              <a:t>部分</a:t>
            </a:r>
            <a:r>
              <a:rPr kumimoji="1" lang="zh-CN" altLang="en-US" dirty="0" smtClean="0"/>
              <a:t>内容</a:t>
            </a:r>
            <a:endParaRPr kumimoji="1" lang="zh-CN" altLang="en-US" dirty="0"/>
          </a:p>
        </p:txBody>
      </p:sp>
    </p:spTree>
    <p:extLst>
      <p:ext uri="{BB962C8B-B14F-4D97-AF65-F5344CB8AC3E}">
        <p14:creationId xmlns:p14="http://schemas.microsoft.com/office/powerpoint/2010/main" val="11828815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文本占位符 11"/>
          <p:cNvSpPr>
            <a:spLocks noGrp="1"/>
          </p:cNvSpPr>
          <p:nvPr>
            <p:ph type="body" sz="quarter" idx="10"/>
          </p:nvPr>
        </p:nvSpPr>
        <p:spPr/>
        <p:txBody>
          <a:bodyPr/>
          <a:lstStyle/>
          <a:p>
            <a:r>
              <a:rPr kumimoji="1" lang="zh-CN" altLang="en-US" dirty="0" smtClean="0"/>
              <a:t>第一部分</a:t>
            </a:r>
            <a:endParaRPr kumimoji="1" lang="zh-CN" altLang="en-US" dirty="0"/>
          </a:p>
        </p:txBody>
      </p:sp>
      <p:sp>
        <p:nvSpPr>
          <p:cNvPr id="13" name="文本占位符 12"/>
          <p:cNvSpPr>
            <a:spLocks noGrp="1"/>
          </p:cNvSpPr>
          <p:nvPr>
            <p:ph type="body" sz="quarter" idx="11"/>
          </p:nvPr>
        </p:nvSpPr>
        <p:spPr/>
        <p:txBody>
          <a:bodyPr/>
          <a:lstStyle/>
          <a:p>
            <a:r>
              <a:rPr kumimoji="1" lang="zh-CN" altLang="en-US" dirty="0"/>
              <a:t>这是</a:t>
            </a:r>
            <a:r>
              <a:rPr kumimoji="1" lang="zh-CN" altLang="en-US" dirty="0" smtClean="0"/>
              <a:t>第一部分</a:t>
            </a:r>
            <a:r>
              <a:rPr kumimoji="1" lang="zh-CN" altLang="en-US" dirty="0"/>
              <a:t>的</a:t>
            </a:r>
            <a:r>
              <a:rPr kumimoji="1" lang="zh-CN" altLang="en-US" dirty="0" smtClean="0"/>
              <a:t>标题</a:t>
            </a:r>
            <a:endParaRPr kumimoji="1" lang="zh-CN" altLang="en-US" dirty="0"/>
          </a:p>
        </p:txBody>
      </p:sp>
      <p:sp>
        <p:nvSpPr>
          <p:cNvPr id="14" name="文本占位符 13"/>
          <p:cNvSpPr>
            <a:spLocks noGrp="1"/>
          </p:cNvSpPr>
          <p:nvPr>
            <p:ph type="body" sz="quarter" idx="12"/>
          </p:nvPr>
        </p:nvSpPr>
        <p:spPr/>
        <p:txBody>
          <a:bodyPr/>
          <a:lstStyle/>
          <a:p>
            <a:r>
              <a:rPr kumimoji="1" lang="zh-CN" altLang="en-US" dirty="0" smtClean="0"/>
              <a:t>这是第一部分的关键词描述</a:t>
            </a:r>
            <a:endParaRPr kumimoji="1" lang="zh-CN" altLang="en-US" dirty="0"/>
          </a:p>
        </p:txBody>
      </p:sp>
    </p:spTree>
    <p:extLst>
      <p:ext uri="{BB962C8B-B14F-4D97-AF65-F5344CB8AC3E}">
        <p14:creationId xmlns:p14="http://schemas.microsoft.com/office/powerpoint/2010/main" val="1062445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0"/>
          </p:nvPr>
        </p:nvSpPr>
        <p:spPr/>
        <p:txBody>
          <a:bodyPr/>
          <a:lstStyle/>
          <a:p>
            <a:r>
              <a:rPr kumimoji="1" lang="zh-CN" altLang="en-US" dirty="0" smtClean="0"/>
              <a:t>第二部分</a:t>
            </a:r>
            <a:endParaRPr kumimoji="1" lang="zh-CN" altLang="en-US" dirty="0"/>
          </a:p>
        </p:txBody>
      </p:sp>
      <p:sp>
        <p:nvSpPr>
          <p:cNvPr id="3" name="文本占位符 2"/>
          <p:cNvSpPr>
            <a:spLocks noGrp="1"/>
          </p:cNvSpPr>
          <p:nvPr>
            <p:ph type="body" sz="quarter" idx="11"/>
          </p:nvPr>
        </p:nvSpPr>
        <p:spPr/>
        <p:txBody>
          <a:bodyPr/>
          <a:lstStyle/>
          <a:p>
            <a:r>
              <a:rPr kumimoji="1" lang="zh-CN" altLang="en-US" dirty="0" smtClean="0"/>
              <a:t>这是第二部分的标题</a:t>
            </a:r>
            <a:endParaRPr kumimoji="1" lang="zh-CN" altLang="en-US" dirty="0"/>
          </a:p>
        </p:txBody>
      </p:sp>
      <p:sp>
        <p:nvSpPr>
          <p:cNvPr id="4" name="文本占位符 3"/>
          <p:cNvSpPr>
            <a:spLocks noGrp="1"/>
          </p:cNvSpPr>
          <p:nvPr>
            <p:ph type="body" sz="quarter" idx="12"/>
          </p:nvPr>
        </p:nvSpPr>
        <p:spPr/>
        <p:txBody>
          <a:bodyPr/>
          <a:lstStyle/>
          <a:p>
            <a:r>
              <a:rPr kumimoji="1" lang="zh-CN" altLang="en-US" dirty="0" smtClean="0"/>
              <a:t>这是第二部分的解释说明</a:t>
            </a:r>
            <a:endParaRPr kumimoji="1" lang="zh-CN" altLang="en-US" dirty="0"/>
          </a:p>
        </p:txBody>
      </p:sp>
    </p:spTree>
    <p:extLst>
      <p:ext uri="{BB962C8B-B14F-4D97-AF65-F5344CB8AC3E}">
        <p14:creationId xmlns:p14="http://schemas.microsoft.com/office/powerpoint/2010/main" val="11782793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kumimoji="1" lang="zh-CN" altLang="en-US" dirty="0" smtClean="0"/>
              <a:t>第三部分</a:t>
            </a:r>
            <a:endParaRPr kumimoji="1" lang="zh-CN" altLang="en-US" dirty="0"/>
          </a:p>
        </p:txBody>
      </p:sp>
      <p:sp>
        <p:nvSpPr>
          <p:cNvPr id="6" name="文本占位符 5"/>
          <p:cNvSpPr>
            <a:spLocks noGrp="1"/>
          </p:cNvSpPr>
          <p:nvPr>
            <p:ph type="body" sz="quarter" idx="11"/>
          </p:nvPr>
        </p:nvSpPr>
        <p:spPr/>
        <p:txBody>
          <a:bodyPr/>
          <a:lstStyle/>
          <a:p>
            <a:r>
              <a:rPr kumimoji="1" lang="zh-CN" altLang="en-US" dirty="0"/>
              <a:t>这是第二部分的</a:t>
            </a:r>
            <a:r>
              <a:rPr kumimoji="1" lang="zh-CN" altLang="en-US" dirty="0" smtClean="0"/>
              <a:t>标题</a:t>
            </a:r>
            <a:endParaRPr kumimoji="1" lang="zh-CN" altLang="en-US" dirty="0"/>
          </a:p>
        </p:txBody>
      </p:sp>
      <p:sp>
        <p:nvSpPr>
          <p:cNvPr id="7" name="文本占位符 6"/>
          <p:cNvSpPr>
            <a:spLocks noGrp="1"/>
          </p:cNvSpPr>
          <p:nvPr>
            <p:ph type="body" sz="quarter" idx="12"/>
          </p:nvPr>
        </p:nvSpPr>
        <p:spPr/>
        <p:txBody>
          <a:bodyPr/>
          <a:lstStyle/>
          <a:p>
            <a:r>
              <a:rPr kumimoji="1" lang="zh-CN" altLang="en-US" dirty="0"/>
              <a:t>这是第二部分的解释说明</a:t>
            </a:r>
          </a:p>
        </p:txBody>
      </p:sp>
    </p:spTree>
    <p:extLst>
      <p:ext uri="{BB962C8B-B14F-4D97-AF65-F5344CB8AC3E}">
        <p14:creationId xmlns:p14="http://schemas.microsoft.com/office/powerpoint/2010/main" val="14707530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sz="quarter" idx="10"/>
          </p:nvPr>
        </p:nvSpPr>
        <p:spPr/>
        <p:txBody>
          <a:bodyPr/>
          <a:lstStyle/>
          <a:p>
            <a:r>
              <a:rPr kumimoji="1" lang="zh-CN" altLang="en-US" dirty="0"/>
              <a:t>第一</a:t>
            </a:r>
            <a:r>
              <a:rPr kumimoji="1" lang="zh-CN" altLang="en-US" dirty="0" smtClean="0"/>
              <a:t>部分</a:t>
            </a:r>
            <a:endParaRPr kumimoji="1" lang="zh-CN" altLang="en-US" dirty="0"/>
          </a:p>
        </p:txBody>
      </p:sp>
      <p:sp>
        <p:nvSpPr>
          <p:cNvPr id="6" name="文本占位符 5"/>
          <p:cNvSpPr>
            <a:spLocks noGrp="1"/>
          </p:cNvSpPr>
          <p:nvPr>
            <p:ph type="body" sz="quarter" idx="11"/>
          </p:nvPr>
        </p:nvSpPr>
        <p:spPr/>
        <p:txBody>
          <a:bodyPr/>
          <a:lstStyle/>
          <a:p>
            <a:r>
              <a:rPr kumimoji="1" lang="zh-CN" altLang="en-US" dirty="0"/>
              <a:t>这是</a:t>
            </a:r>
            <a:r>
              <a:rPr kumimoji="1" lang="zh-CN" altLang="en-US" dirty="0" smtClean="0"/>
              <a:t>第四部分</a:t>
            </a:r>
            <a:r>
              <a:rPr kumimoji="1" lang="zh-CN" altLang="en-US" dirty="0"/>
              <a:t>的</a:t>
            </a:r>
            <a:r>
              <a:rPr kumimoji="1" lang="zh-CN" altLang="en-US" dirty="0" smtClean="0"/>
              <a:t>标题</a:t>
            </a:r>
            <a:endParaRPr kumimoji="1" lang="zh-CN" altLang="en-US" dirty="0"/>
          </a:p>
        </p:txBody>
      </p:sp>
      <p:sp>
        <p:nvSpPr>
          <p:cNvPr id="7" name="文本占位符 6"/>
          <p:cNvSpPr>
            <a:spLocks noGrp="1"/>
          </p:cNvSpPr>
          <p:nvPr>
            <p:ph type="body" sz="quarter" idx="12"/>
          </p:nvPr>
        </p:nvSpPr>
        <p:spPr/>
        <p:txBody>
          <a:bodyPr/>
          <a:lstStyle/>
          <a:p>
            <a:r>
              <a:rPr kumimoji="1" lang="zh-CN" altLang="en-US" dirty="0"/>
              <a:t>这是第二部分的解释</a:t>
            </a:r>
            <a:r>
              <a:rPr kumimoji="1" lang="zh-CN" altLang="en-US" dirty="0" smtClean="0"/>
              <a:t>说明</a:t>
            </a:r>
          </a:p>
          <a:p>
            <a:endParaRPr kumimoji="1" lang="zh-CN" altLang="en-US" dirty="0"/>
          </a:p>
        </p:txBody>
      </p:sp>
    </p:spTree>
    <p:extLst>
      <p:ext uri="{BB962C8B-B14F-4D97-AF65-F5344CB8AC3E}">
        <p14:creationId xmlns:p14="http://schemas.microsoft.com/office/powerpoint/2010/main" val="151009106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19">
            <a:extLst>
              <a:ext uri="{FF2B5EF4-FFF2-40B4-BE49-F238E27FC236}">
                <a16:creationId xmlns="" xmlns:a16="http://schemas.microsoft.com/office/drawing/2014/main" id="{892F2E24-4AF2-48F8-AE3A-5C4E4C48F59F}"/>
              </a:ext>
            </a:extLst>
          </p:cNvPr>
          <p:cNvCxnSpPr/>
          <p:nvPr/>
        </p:nvCxnSpPr>
        <p:spPr>
          <a:xfrm>
            <a:off x="5805926" y="4129382"/>
            <a:ext cx="596462" cy="0"/>
          </a:xfrm>
          <a:prstGeom prst="line">
            <a:avLst/>
          </a:prstGeom>
          <a:noFill/>
          <a:ln w="57150" cap="flat" cmpd="sng" algn="ctr">
            <a:solidFill>
              <a:schemeClr val="bg1"/>
            </a:solidFill>
            <a:prstDash val="solid"/>
            <a:miter lim="800000"/>
          </a:ln>
          <a:effectLst/>
        </p:spPr>
      </p:cxnSp>
      <p:sp>
        <p:nvSpPr>
          <p:cNvPr id="8" name="Diamond 1">
            <a:extLst>
              <a:ext uri="{FF2B5EF4-FFF2-40B4-BE49-F238E27FC236}">
                <a16:creationId xmlns="" xmlns:a16="http://schemas.microsoft.com/office/drawing/2014/main" id="{2E01AA1A-6255-4494-8F98-591B0B29023B}"/>
              </a:ext>
            </a:extLst>
          </p:cNvPr>
          <p:cNvSpPr/>
          <p:nvPr/>
        </p:nvSpPr>
        <p:spPr>
          <a:xfrm>
            <a:off x="5624397" y="1673257"/>
            <a:ext cx="981307" cy="981307"/>
          </a:xfrm>
          <a:prstGeom prst="diamond">
            <a:avLst/>
          </a:pr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等线" panose="020F0502020204030204"/>
              <a:ea typeface="+mn-ea"/>
              <a:cs typeface="+mn-cs"/>
            </a:endParaRPr>
          </a:p>
        </p:txBody>
      </p:sp>
      <p:sp>
        <p:nvSpPr>
          <p:cNvPr id="9" name="Shape 2637">
            <a:extLst>
              <a:ext uri="{FF2B5EF4-FFF2-40B4-BE49-F238E27FC236}">
                <a16:creationId xmlns="" xmlns:a16="http://schemas.microsoft.com/office/drawing/2014/main" id="{E8EC13B9-789D-46E4-BD1C-E543061765D7}"/>
              </a:ext>
            </a:extLst>
          </p:cNvPr>
          <p:cNvSpPr/>
          <p:nvPr/>
        </p:nvSpPr>
        <p:spPr>
          <a:xfrm>
            <a:off x="5996147" y="1945921"/>
            <a:ext cx="237807" cy="435979"/>
          </a:xfrm>
          <a:custGeom>
            <a:avLst/>
            <a:gdLst/>
            <a:ahLst/>
            <a:cxnLst>
              <a:cxn ang="0">
                <a:pos x="wd2" y="hd2"/>
              </a:cxn>
              <a:cxn ang="5400000">
                <a:pos x="wd2" y="hd2"/>
              </a:cxn>
              <a:cxn ang="10800000">
                <a:pos x="wd2" y="hd2"/>
              </a:cxn>
              <a:cxn ang="16200000">
                <a:pos x="wd2" y="hd2"/>
              </a:cxn>
            </a:cxnLst>
            <a:rect l="0" t="0" r="r" b="b"/>
            <a:pathLst>
              <a:path w="21600" h="21600" extrusionOk="0">
                <a:moveTo>
                  <a:pt x="5400" y="8836"/>
                </a:moveTo>
                <a:lnTo>
                  <a:pt x="16200" y="8836"/>
                </a:lnTo>
                <a:lnTo>
                  <a:pt x="16200" y="11782"/>
                </a:lnTo>
                <a:cubicBezTo>
                  <a:pt x="16200" y="13409"/>
                  <a:pt x="13783" y="14727"/>
                  <a:pt x="10800" y="14727"/>
                </a:cubicBezTo>
                <a:cubicBezTo>
                  <a:pt x="7817" y="14727"/>
                  <a:pt x="5400" y="13409"/>
                  <a:pt x="5400" y="11782"/>
                </a:cubicBezTo>
                <a:cubicBezTo>
                  <a:pt x="5400" y="11782"/>
                  <a:pt x="5400" y="8836"/>
                  <a:pt x="5400" y="8836"/>
                </a:cubicBezTo>
                <a:close/>
                <a:moveTo>
                  <a:pt x="5400" y="3927"/>
                </a:moveTo>
                <a:cubicBezTo>
                  <a:pt x="5400" y="2301"/>
                  <a:pt x="7817" y="982"/>
                  <a:pt x="10800" y="982"/>
                </a:cubicBezTo>
                <a:cubicBezTo>
                  <a:pt x="13783" y="982"/>
                  <a:pt x="16200" y="2301"/>
                  <a:pt x="16200" y="3927"/>
                </a:cubicBezTo>
                <a:lnTo>
                  <a:pt x="16200" y="7855"/>
                </a:lnTo>
                <a:lnTo>
                  <a:pt x="5400" y="7855"/>
                </a:lnTo>
                <a:cubicBezTo>
                  <a:pt x="5400" y="7855"/>
                  <a:pt x="5400" y="3927"/>
                  <a:pt x="5400" y="3927"/>
                </a:cubicBezTo>
                <a:close/>
                <a:moveTo>
                  <a:pt x="10800" y="15709"/>
                </a:moveTo>
                <a:cubicBezTo>
                  <a:pt x="14777" y="15709"/>
                  <a:pt x="18000" y="13951"/>
                  <a:pt x="18000" y="11782"/>
                </a:cubicBezTo>
                <a:lnTo>
                  <a:pt x="18000" y="3927"/>
                </a:lnTo>
                <a:cubicBezTo>
                  <a:pt x="18000" y="1758"/>
                  <a:pt x="14777" y="0"/>
                  <a:pt x="10800" y="0"/>
                </a:cubicBezTo>
                <a:cubicBezTo>
                  <a:pt x="6823" y="0"/>
                  <a:pt x="3600" y="1758"/>
                  <a:pt x="3600" y="3927"/>
                </a:cubicBezTo>
                <a:lnTo>
                  <a:pt x="3600" y="11782"/>
                </a:lnTo>
                <a:cubicBezTo>
                  <a:pt x="3600" y="13951"/>
                  <a:pt x="6823" y="15709"/>
                  <a:pt x="10800" y="15709"/>
                </a:cubicBezTo>
                <a:moveTo>
                  <a:pt x="21600" y="11782"/>
                </a:moveTo>
                <a:lnTo>
                  <a:pt x="21600" y="10309"/>
                </a:lnTo>
                <a:cubicBezTo>
                  <a:pt x="21600" y="10038"/>
                  <a:pt x="21197" y="9818"/>
                  <a:pt x="20700" y="9818"/>
                </a:cubicBezTo>
                <a:cubicBezTo>
                  <a:pt x="20203" y="9818"/>
                  <a:pt x="19800" y="10038"/>
                  <a:pt x="19800" y="10309"/>
                </a:cubicBezTo>
                <a:lnTo>
                  <a:pt x="19800" y="11782"/>
                </a:lnTo>
                <a:cubicBezTo>
                  <a:pt x="19800" y="14493"/>
                  <a:pt x="15771" y="16691"/>
                  <a:pt x="10800" y="16691"/>
                </a:cubicBezTo>
                <a:cubicBezTo>
                  <a:pt x="5829" y="16691"/>
                  <a:pt x="1800" y="14493"/>
                  <a:pt x="1800" y="11782"/>
                </a:cubicBezTo>
                <a:lnTo>
                  <a:pt x="1800" y="10309"/>
                </a:lnTo>
                <a:cubicBezTo>
                  <a:pt x="1800" y="10038"/>
                  <a:pt x="1397" y="9818"/>
                  <a:pt x="900" y="9818"/>
                </a:cubicBezTo>
                <a:cubicBezTo>
                  <a:pt x="403" y="9818"/>
                  <a:pt x="0" y="10038"/>
                  <a:pt x="0" y="10309"/>
                </a:cubicBezTo>
                <a:lnTo>
                  <a:pt x="0" y="11782"/>
                </a:lnTo>
                <a:cubicBezTo>
                  <a:pt x="0" y="14870"/>
                  <a:pt x="4358" y="17398"/>
                  <a:pt x="9900" y="17648"/>
                </a:cubicBezTo>
                <a:lnTo>
                  <a:pt x="9900" y="20618"/>
                </a:lnTo>
                <a:lnTo>
                  <a:pt x="3600" y="20618"/>
                </a:lnTo>
                <a:cubicBezTo>
                  <a:pt x="3103" y="20618"/>
                  <a:pt x="2700" y="20838"/>
                  <a:pt x="2700" y="21110"/>
                </a:cubicBezTo>
                <a:cubicBezTo>
                  <a:pt x="2700" y="21381"/>
                  <a:pt x="3103" y="21600"/>
                  <a:pt x="3600" y="21600"/>
                </a:cubicBezTo>
                <a:lnTo>
                  <a:pt x="18000" y="21600"/>
                </a:lnTo>
                <a:cubicBezTo>
                  <a:pt x="18497" y="21600"/>
                  <a:pt x="18900" y="21381"/>
                  <a:pt x="18900" y="21110"/>
                </a:cubicBezTo>
                <a:cubicBezTo>
                  <a:pt x="18900" y="20838"/>
                  <a:pt x="18497" y="20618"/>
                  <a:pt x="18000" y="20618"/>
                </a:cubicBezTo>
                <a:lnTo>
                  <a:pt x="11700" y="20618"/>
                </a:lnTo>
                <a:lnTo>
                  <a:pt x="11700" y="17648"/>
                </a:lnTo>
                <a:cubicBezTo>
                  <a:pt x="17243" y="17398"/>
                  <a:pt x="21600" y="14870"/>
                  <a:pt x="21600" y="11782"/>
                </a:cubicBezTo>
              </a:path>
            </a:pathLst>
          </a:custGeom>
          <a:solidFill>
            <a:schemeClr val="bg1"/>
          </a:solidFill>
          <a:ln w="12700">
            <a:miter lim="400000"/>
          </a:ln>
        </p:spPr>
        <p:txBody>
          <a:bodyPr lIns="19045" tIns="19045" rIns="19045" bIns="19045" anchor="ctr"/>
          <a:lstStyle/>
          <a:p>
            <a:pPr marL="0" marR="0" lvl="0" indent="0" defTabSz="228532"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a:ln>
                <a:noFill/>
              </a:ln>
              <a:solidFill>
                <a:schemeClr val="bg1"/>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1" name="文本占位符 10"/>
          <p:cNvSpPr>
            <a:spLocks noGrp="1"/>
          </p:cNvSpPr>
          <p:nvPr>
            <p:ph type="body" sz="quarter" idx="11"/>
          </p:nvPr>
        </p:nvSpPr>
        <p:spPr/>
        <p:txBody>
          <a:bodyPr/>
          <a:lstStyle/>
          <a:p>
            <a:r>
              <a:rPr kumimoji="1" lang="zh-CN" altLang="en-US" dirty="0">
                <a:latin typeface="Microsoft YaHei" charset="-122"/>
                <a:ea typeface="Microsoft YaHei" charset="-122"/>
                <a:cs typeface="Microsoft YaHei" charset="-122"/>
              </a:rPr>
              <a:t>这是</a:t>
            </a:r>
            <a:r>
              <a:rPr kumimoji="1" lang="zh-CN" altLang="en-US" dirty="0" smtClean="0">
                <a:latin typeface="Microsoft YaHei" charset="-122"/>
                <a:ea typeface="Microsoft YaHei" charset="-122"/>
                <a:cs typeface="Microsoft YaHei" charset="-122"/>
              </a:rPr>
              <a:t>第一部分</a:t>
            </a:r>
            <a:r>
              <a:rPr kumimoji="1" lang="zh-CN" altLang="en-US" dirty="0">
                <a:latin typeface="Microsoft YaHei" charset="-122"/>
                <a:ea typeface="Microsoft YaHei" charset="-122"/>
                <a:cs typeface="Microsoft YaHei" charset="-122"/>
              </a:rPr>
              <a:t>的</a:t>
            </a:r>
            <a:r>
              <a:rPr kumimoji="1" lang="zh-CN" altLang="en-US" dirty="0" smtClean="0">
                <a:latin typeface="Microsoft YaHei" charset="-122"/>
                <a:ea typeface="Microsoft YaHei" charset="-122"/>
                <a:cs typeface="Microsoft YaHei" charset="-122"/>
              </a:rPr>
              <a:t>标题</a:t>
            </a:r>
            <a:endParaRPr kumimoji="1" lang="zh-CN" altLang="en-US" dirty="0">
              <a:latin typeface="Microsoft YaHei" charset="-122"/>
              <a:ea typeface="Microsoft YaHei" charset="-122"/>
              <a:cs typeface="Microsoft YaHei" charset="-122"/>
            </a:endParaRPr>
          </a:p>
        </p:txBody>
      </p:sp>
      <p:sp>
        <p:nvSpPr>
          <p:cNvPr id="2" name="文本占位符 1"/>
          <p:cNvSpPr>
            <a:spLocks noGrp="1"/>
          </p:cNvSpPr>
          <p:nvPr>
            <p:ph type="body" sz="quarter" idx="12"/>
          </p:nvPr>
        </p:nvSpPr>
        <p:spPr/>
        <p:txBody>
          <a:bodyPr/>
          <a:lstStyle/>
          <a:p>
            <a:r>
              <a:rPr kumimoji="1" lang="zh-CN" altLang="en-US" dirty="0" smtClean="0"/>
              <a:t>第一部分</a:t>
            </a:r>
            <a:endParaRPr kumimoji="1" lang="zh-CN" altLang="en-US" dirty="0"/>
          </a:p>
        </p:txBody>
      </p:sp>
    </p:spTree>
    <p:extLst>
      <p:ext uri="{BB962C8B-B14F-4D97-AF65-F5344CB8AC3E}">
        <p14:creationId xmlns:p14="http://schemas.microsoft.com/office/powerpoint/2010/main" val="3844246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19">
            <a:extLst>
              <a:ext uri="{FF2B5EF4-FFF2-40B4-BE49-F238E27FC236}">
                <a16:creationId xmlns="" xmlns:a16="http://schemas.microsoft.com/office/drawing/2014/main" id="{892F2E24-4AF2-48F8-AE3A-5C4E4C48F59F}"/>
              </a:ext>
            </a:extLst>
          </p:cNvPr>
          <p:cNvCxnSpPr/>
          <p:nvPr/>
        </p:nvCxnSpPr>
        <p:spPr>
          <a:xfrm>
            <a:off x="5805926" y="4129382"/>
            <a:ext cx="596462" cy="0"/>
          </a:xfrm>
          <a:prstGeom prst="line">
            <a:avLst/>
          </a:prstGeom>
          <a:noFill/>
          <a:ln w="57150" cap="flat" cmpd="sng" algn="ctr">
            <a:solidFill>
              <a:schemeClr val="bg1"/>
            </a:solidFill>
            <a:prstDash val="solid"/>
            <a:miter lim="800000"/>
          </a:ln>
          <a:effectLst/>
        </p:spPr>
      </p:cxnSp>
      <p:sp>
        <p:nvSpPr>
          <p:cNvPr id="8" name="Diamond 1">
            <a:extLst>
              <a:ext uri="{FF2B5EF4-FFF2-40B4-BE49-F238E27FC236}">
                <a16:creationId xmlns="" xmlns:a16="http://schemas.microsoft.com/office/drawing/2014/main" id="{2E01AA1A-6255-4494-8F98-591B0B29023B}"/>
              </a:ext>
            </a:extLst>
          </p:cNvPr>
          <p:cNvSpPr/>
          <p:nvPr/>
        </p:nvSpPr>
        <p:spPr>
          <a:xfrm>
            <a:off x="5624397" y="1673257"/>
            <a:ext cx="981307" cy="981307"/>
          </a:xfrm>
          <a:prstGeom prst="diamond">
            <a:avLst/>
          </a:pr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schemeClr val="bg1"/>
              </a:solidFill>
              <a:effectLst/>
              <a:uLnTx/>
              <a:uFillTx/>
              <a:latin typeface="等线" panose="020F0502020204030204"/>
              <a:ea typeface="+mn-ea"/>
              <a:cs typeface="+mn-cs"/>
            </a:endParaRPr>
          </a:p>
        </p:txBody>
      </p:sp>
      <p:sp>
        <p:nvSpPr>
          <p:cNvPr id="9" name="Shape 2637">
            <a:extLst>
              <a:ext uri="{FF2B5EF4-FFF2-40B4-BE49-F238E27FC236}">
                <a16:creationId xmlns="" xmlns:a16="http://schemas.microsoft.com/office/drawing/2014/main" id="{E8EC13B9-789D-46E4-BD1C-E543061765D7}"/>
              </a:ext>
            </a:extLst>
          </p:cNvPr>
          <p:cNvSpPr/>
          <p:nvPr/>
        </p:nvSpPr>
        <p:spPr>
          <a:xfrm>
            <a:off x="5996147" y="1945921"/>
            <a:ext cx="237807" cy="435979"/>
          </a:xfrm>
          <a:custGeom>
            <a:avLst/>
            <a:gdLst/>
            <a:ahLst/>
            <a:cxnLst>
              <a:cxn ang="0">
                <a:pos x="wd2" y="hd2"/>
              </a:cxn>
              <a:cxn ang="5400000">
                <a:pos x="wd2" y="hd2"/>
              </a:cxn>
              <a:cxn ang="10800000">
                <a:pos x="wd2" y="hd2"/>
              </a:cxn>
              <a:cxn ang="16200000">
                <a:pos x="wd2" y="hd2"/>
              </a:cxn>
            </a:cxnLst>
            <a:rect l="0" t="0" r="r" b="b"/>
            <a:pathLst>
              <a:path w="21600" h="21600" extrusionOk="0">
                <a:moveTo>
                  <a:pt x="5400" y="8836"/>
                </a:moveTo>
                <a:lnTo>
                  <a:pt x="16200" y="8836"/>
                </a:lnTo>
                <a:lnTo>
                  <a:pt x="16200" y="11782"/>
                </a:lnTo>
                <a:cubicBezTo>
                  <a:pt x="16200" y="13409"/>
                  <a:pt x="13783" y="14727"/>
                  <a:pt x="10800" y="14727"/>
                </a:cubicBezTo>
                <a:cubicBezTo>
                  <a:pt x="7817" y="14727"/>
                  <a:pt x="5400" y="13409"/>
                  <a:pt x="5400" y="11782"/>
                </a:cubicBezTo>
                <a:cubicBezTo>
                  <a:pt x="5400" y="11782"/>
                  <a:pt x="5400" y="8836"/>
                  <a:pt x="5400" y="8836"/>
                </a:cubicBezTo>
                <a:close/>
                <a:moveTo>
                  <a:pt x="5400" y="3927"/>
                </a:moveTo>
                <a:cubicBezTo>
                  <a:pt x="5400" y="2301"/>
                  <a:pt x="7817" y="982"/>
                  <a:pt x="10800" y="982"/>
                </a:cubicBezTo>
                <a:cubicBezTo>
                  <a:pt x="13783" y="982"/>
                  <a:pt x="16200" y="2301"/>
                  <a:pt x="16200" y="3927"/>
                </a:cubicBezTo>
                <a:lnTo>
                  <a:pt x="16200" y="7855"/>
                </a:lnTo>
                <a:lnTo>
                  <a:pt x="5400" y="7855"/>
                </a:lnTo>
                <a:cubicBezTo>
                  <a:pt x="5400" y="7855"/>
                  <a:pt x="5400" y="3927"/>
                  <a:pt x="5400" y="3927"/>
                </a:cubicBezTo>
                <a:close/>
                <a:moveTo>
                  <a:pt x="10800" y="15709"/>
                </a:moveTo>
                <a:cubicBezTo>
                  <a:pt x="14777" y="15709"/>
                  <a:pt x="18000" y="13951"/>
                  <a:pt x="18000" y="11782"/>
                </a:cubicBezTo>
                <a:lnTo>
                  <a:pt x="18000" y="3927"/>
                </a:lnTo>
                <a:cubicBezTo>
                  <a:pt x="18000" y="1758"/>
                  <a:pt x="14777" y="0"/>
                  <a:pt x="10800" y="0"/>
                </a:cubicBezTo>
                <a:cubicBezTo>
                  <a:pt x="6823" y="0"/>
                  <a:pt x="3600" y="1758"/>
                  <a:pt x="3600" y="3927"/>
                </a:cubicBezTo>
                <a:lnTo>
                  <a:pt x="3600" y="11782"/>
                </a:lnTo>
                <a:cubicBezTo>
                  <a:pt x="3600" y="13951"/>
                  <a:pt x="6823" y="15709"/>
                  <a:pt x="10800" y="15709"/>
                </a:cubicBezTo>
                <a:moveTo>
                  <a:pt x="21600" y="11782"/>
                </a:moveTo>
                <a:lnTo>
                  <a:pt x="21600" y="10309"/>
                </a:lnTo>
                <a:cubicBezTo>
                  <a:pt x="21600" y="10038"/>
                  <a:pt x="21197" y="9818"/>
                  <a:pt x="20700" y="9818"/>
                </a:cubicBezTo>
                <a:cubicBezTo>
                  <a:pt x="20203" y="9818"/>
                  <a:pt x="19800" y="10038"/>
                  <a:pt x="19800" y="10309"/>
                </a:cubicBezTo>
                <a:lnTo>
                  <a:pt x="19800" y="11782"/>
                </a:lnTo>
                <a:cubicBezTo>
                  <a:pt x="19800" y="14493"/>
                  <a:pt x="15771" y="16691"/>
                  <a:pt x="10800" y="16691"/>
                </a:cubicBezTo>
                <a:cubicBezTo>
                  <a:pt x="5829" y="16691"/>
                  <a:pt x="1800" y="14493"/>
                  <a:pt x="1800" y="11782"/>
                </a:cubicBezTo>
                <a:lnTo>
                  <a:pt x="1800" y="10309"/>
                </a:lnTo>
                <a:cubicBezTo>
                  <a:pt x="1800" y="10038"/>
                  <a:pt x="1397" y="9818"/>
                  <a:pt x="900" y="9818"/>
                </a:cubicBezTo>
                <a:cubicBezTo>
                  <a:pt x="403" y="9818"/>
                  <a:pt x="0" y="10038"/>
                  <a:pt x="0" y="10309"/>
                </a:cubicBezTo>
                <a:lnTo>
                  <a:pt x="0" y="11782"/>
                </a:lnTo>
                <a:cubicBezTo>
                  <a:pt x="0" y="14870"/>
                  <a:pt x="4358" y="17398"/>
                  <a:pt x="9900" y="17648"/>
                </a:cubicBezTo>
                <a:lnTo>
                  <a:pt x="9900" y="20618"/>
                </a:lnTo>
                <a:lnTo>
                  <a:pt x="3600" y="20618"/>
                </a:lnTo>
                <a:cubicBezTo>
                  <a:pt x="3103" y="20618"/>
                  <a:pt x="2700" y="20838"/>
                  <a:pt x="2700" y="21110"/>
                </a:cubicBezTo>
                <a:cubicBezTo>
                  <a:pt x="2700" y="21381"/>
                  <a:pt x="3103" y="21600"/>
                  <a:pt x="3600" y="21600"/>
                </a:cubicBezTo>
                <a:lnTo>
                  <a:pt x="18000" y="21600"/>
                </a:lnTo>
                <a:cubicBezTo>
                  <a:pt x="18497" y="21600"/>
                  <a:pt x="18900" y="21381"/>
                  <a:pt x="18900" y="21110"/>
                </a:cubicBezTo>
                <a:cubicBezTo>
                  <a:pt x="18900" y="20838"/>
                  <a:pt x="18497" y="20618"/>
                  <a:pt x="18000" y="20618"/>
                </a:cubicBezTo>
                <a:lnTo>
                  <a:pt x="11700" y="20618"/>
                </a:lnTo>
                <a:lnTo>
                  <a:pt x="11700" y="17648"/>
                </a:lnTo>
                <a:cubicBezTo>
                  <a:pt x="17243" y="17398"/>
                  <a:pt x="21600" y="14870"/>
                  <a:pt x="21600" y="11782"/>
                </a:cubicBezTo>
              </a:path>
            </a:pathLst>
          </a:custGeom>
          <a:solidFill>
            <a:schemeClr val="bg1"/>
          </a:solidFill>
          <a:ln w="12700">
            <a:miter lim="400000"/>
          </a:ln>
        </p:spPr>
        <p:txBody>
          <a:bodyPr lIns="19045" tIns="19045" rIns="19045" bIns="19045" anchor="ctr"/>
          <a:lstStyle/>
          <a:p>
            <a:pPr marL="0" marR="0" lvl="0" indent="0" defTabSz="228532" eaLnBrk="1" fontAlgn="auto" latinLnBrk="0" hangingPunct="1">
              <a:lnSpc>
                <a:spcPct val="100000"/>
              </a:lnSpc>
              <a:spcBef>
                <a:spcPts val="0"/>
              </a:spcBef>
              <a:spcAft>
                <a:spcPts val="0"/>
              </a:spcAft>
              <a:buClrTx/>
              <a:buSzTx/>
              <a:buFontTx/>
              <a:buNone/>
              <a:tabLst/>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kumimoji="0" sz="1500" b="0" i="0" u="none" strike="noStrike" kern="0" cap="none" spc="0" normalizeH="0" baseline="0" noProof="0">
              <a:ln>
                <a:noFill/>
              </a:ln>
              <a:solidFill>
                <a:schemeClr val="bg1"/>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1" name="文本占位符 10"/>
          <p:cNvSpPr>
            <a:spLocks noGrp="1"/>
          </p:cNvSpPr>
          <p:nvPr>
            <p:ph type="body" sz="quarter" idx="11"/>
          </p:nvPr>
        </p:nvSpPr>
        <p:spPr/>
        <p:txBody>
          <a:bodyPr/>
          <a:lstStyle/>
          <a:p>
            <a:r>
              <a:rPr kumimoji="1" lang="zh-CN" altLang="en-US" dirty="0">
                <a:latin typeface="Microsoft YaHei" charset="-122"/>
                <a:ea typeface="Microsoft YaHei" charset="-122"/>
                <a:cs typeface="Microsoft YaHei" charset="-122"/>
              </a:rPr>
              <a:t>这是第四部分的</a:t>
            </a:r>
            <a:r>
              <a:rPr kumimoji="1" lang="zh-CN" altLang="en-US" dirty="0" smtClean="0">
                <a:latin typeface="Microsoft YaHei" charset="-122"/>
                <a:ea typeface="Microsoft YaHei" charset="-122"/>
                <a:cs typeface="Microsoft YaHei" charset="-122"/>
              </a:rPr>
              <a:t>标题</a:t>
            </a:r>
            <a:endParaRPr kumimoji="1" lang="zh-CN" altLang="en-US" dirty="0">
              <a:latin typeface="Microsoft YaHei" charset="-122"/>
              <a:ea typeface="Microsoft YaHei" charset="-122"/>
              <a:cs typeface="Microsoft YaHei" charset="-122"/>
            </a:endParaRPr>
          </a:p>
        </p:txBody>
      </p:sp>
      <p:sp>
        <p:nvSpPr>
          <p:cNvPr id="2" name="文本占位符 1"/>
          <p:cNvSpPr>
            <a:spLocks noGrp="1"/>
          </p:cNvSpPr>
          <p:nvPr>
            <p:ph type="body" sz="quarter" idx="12"/>
          </p:nvPr>
        </p:nvSpPr>
        <p:spPr/>
        <p:txBody>
          <a:bodyPr/>
          <a:lstStyle/>
          <a:p>
            <a:r>
              <a:rPr kumimoji="1" lang="zh-CN" altLang="en-US" dirty="0" smtClean="0"/>
              <a:t>第四部分</a:t>
            </a:r>
            <a:endParaRPr kumimoji="1" lang="zh-CN" altLang="en-US" dirty="0"/>
          </a:p>
        </p:txBody>
      </p:sp>
    </p:spTree>
    <p:extLst>
      <p:ext uri="{BB962C8B-B14F-4D97-AF65-F5344CB8AC3E}">
        <p14:creationId xmlns:p14="http://schemas.microsoft.com/office/powerpoint/2010/main" val="9928683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p:cNvSpPr>
            <a:spLocks noGrp="1"/>
          </p:cNvSpPr>
          <p:nvPr>
            <p:ph type="title"/>
          </p:nvPr>
        </p:nvSpPr>
        <p:spPr/>
        <p:txBody>
          <a:bodyPr/>
          <a:lstStyle/>
          <a:p>
            <a:r>
              <a:rPr lang="zh-CN" altLang="en-US" dirty="0" smtClean="0"/>
              <a:t>让金融更简单 让金融更美好</a:t>
            </a:r>
            <a:endParaRPr kumimoji="1" lang="zh-CN" altLang="en-US" dirty="0">
              <a:solidFill>
                <a:srgbClr val="141735"/>
              </a:solidFill>
            </a:endParaRPr>
          </a:p>
        </p:txBody>
      </p:sp>
      <p:cxnSp>
        <p:nvCxnSpPr>
          <p:cNvPr id="5" name="Straight Connector 9">
            <a:extLst>
              <a:ext uri="{FF2B5EF4-FFF2-40B4-BE49-F238E27FC236}">
                <a16:creationId xmlns="" xmlns:a16="http://schemas.microsoft.com/office/drawing/2014/main" id="{37F6BFF3-2E03-45E9-9869-E36A33F683EE}"/>
              </a:ext>
            </a:extLst>
          </p:cNvPr>
          <p:cNvCxnSpPr/>
          <p:nvPr/>
        </p:nvCxnSpPr>
        <p:spPr>
          <a:xfrm>
            <a:off x="5805913" y="1268760"/>
            <a:ext cx="596462" cy="0"/>
          </a:xfrm>
          <a:prstGeom prst="line">
            <a:avLst/>
          </a:prstGeom>
          <a:noFill/>
          <a:ln w="57150" cap="rnd" cmpd="sng" algn="ctr">
            <a:solidFill>
              <a:srgbClr val="B7393F"/>
            </a:solidFill>
            <a:prstDash val="solid"/>
            <a:round/>
          </a:ln>
          <a:effectLst/>
        </p:spPr>
      </p:cxnSp>
      <p:grpSp>
        <p:nvGrpSpPr>
          <p:cNvPr id="20" name="组 19"/>
          <p:cNvGrpSpPr/>
          <p:nvPr/>
        </p:nvGrpSpPr>
        <p:grpSpPr>
          <a:xfrm>
            <a:off x="5208564" y="1772816"/>
            <a:ext cx="1791160" cy="1791160"/>
            <a:chOff x="5073563" y="1951151"/>
            <a:chExt cx="2044873" cy="2044873"/>
          </a:xfrm>
        </p:grpSpPr>
        <p:sp>
          <p:nvSpPr>
            <p:cNvPr id="10" name="椭圆 9">
              <a:extLst>
                <a:ext uri="{FF2B5EF4-FFF2-40B4-BE49-F238E27FC236}">
                  <a16:creationId xmlns:a16="http://schemas.microsoft.com/office/drawing/2014/main" xmlns="" id="{E7016408-1B60-4CE2-9AB3-BA366BA12A7D}"/>
                </a:ext>
              </a:extLst>
            </p:cNvPr>
            <p:cNvSpPr/>
            <p:nvPr/>
          </p:nvSpPr>
          <p:spPr>
            <a:xfrm>
              <a:off x="5073563" y="1951151"/>
              <a:ext cx="2044873" cy="2044873"/>
            </a:xfrm>
            <a:prstGeom prst="ellipse">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dirty="0">
                <a:ln>
                  <a:solidFill>
                    <a:srgbClr val="4472C4"/>
                  </a:solidFill>
                </a:ln>
              </a:endParaRPr>
            </a:p>
          </p:txBody>
        </p:sp>
        <p:grpSp>
          <p:nvGrpSpPr>
            <p:cNvPr id="11" name="Group 12">
              <a:extLst>
                <a:ext uri="{FF2B5EF4-FFF2-40B4-BE49-F238E27FC236}">
                  <a16:creationId xmlns:a16="http://schemas.microsoft.com/office/drawing/2014/main" xmlns="" id="{F6F570FF-1400-474B-9C9E-A1E999ED47F8}"/>
                </a:ext>
              </a:extLst>
            </p:cNvPr>
            <p:cNvGrpSpPr>
              <a:grpSpLocks noChangeAspect="1"/>
            </p:cNvGrpSpPr>
            <p:nvPr/>
          </p:nvGrpSpPr>
          <p:grpSpPr bwMode="auto">
            <a:xfrm>
              <a:off x="5685430" y="2553874"/>
              <a:ext cx="879369" cy="827414"/>
              <a:chOff x="3333" y="1044"/>
              <a:chExt cx="3267" cy="2854"/>
            </a:xfrm>
            <a:solidFill>
              <a:schemeClr val="bg1"/>
            </a:solidFill>
          </p:grpSpPr>
          <p:sp>
            <p:nvSpPr>
              <p:cNvPr id="12" name="Freeform 14">
                <a:extLst>
                  <a:ext uri="{FF2B5EF4-FFF2-40B4-BE49-F238E27FC236}">
                    <a16:creationId xmlns:a16="http://schemas.microsoft.com/office/drawing/2014/main" xmlns="" id="{95D5DC27-7DCC-4E6F-AFF8-4282044FAC26}"/>
                  </a:ext>
                </a:extLst>
              </p:cNvPr>
              <p:cNvSpPr>
                <a:spLocks/>
              </p:cNvSpPr>
              <p:nvPr/>
            </p:nvSpPr>
            <p:spPr bwMode="auto">
              <a:xfrm>
                <a:off x="3333" y="1044"/>
                <a:ext cx="2451" cy="2854"/>
              </a:xfrm>
              <a:custGeom>
                <a:avLst/>
                <a:gdLst>
                  <a:gd name="T0" fmla="*/ 908 w 1036"/>
                  <a:gd name="T1" fmla="*/ 372 h 1206"/>
                  <a:gd name="T2" fmla="*/ 908 w 1036"/>
                  <a:gd name="T3" fmla="*/ 296 h 1206"/>
                  <a:gd name="T4" fmla="*/ 908 w 1036"/>
                  <a:gd name="T5" fmla="*/ 152 h 1206"/>
                  <a:gd name="T6" fmla="*/ 883 w 1036"/>
                  <a:gd name="T7" fmla="*/ 128 h 1206"/>
                  <a:gd name="T8" fmla="*/ 405 w 1036"/>
                  <a:gd name="T9" fmla="*/ 128 h 1206"/>
                  <a:gd name="T10" fmla="*/ 387 w 1036"/>
                  <a:gd name="T11" fmla="*/ 128 h 1206"/>
                  <a:gd name="T12" fmla="*/ 387 w 1036"/>
                  <a:gd name="T13" fmla="*/ 150 h 1206"/>
                  <a:gd name="T14" fmla="*/ 387 w 1036"/>
                  <a:gd name="T15" fmla="*/ 296 h 1206"/>
                  <a:gd name="T16" fmla="*/ 295 w 1036"/>
                  <a:gd name="T17" fmla="*/ 386 h 1206"/>
                  <a:gd name="T18" fmla="*/ 145 w 1036"/>
                  <a:gd name="T19" fmla="*/ 386 h 1206"/>
                  <a:gd name="T20" fmla="*/ 128 w 1036"/>
                  <a:gd name="T21" fmla="*/ 386 h 1206"/>
                  <a:gd name="T22" fmla="*/ 128 w 1036"/>
                  <a:gd name="T23" fmla="*/ 404 h 1206"/>
                  <a:gd name="T24" fmla="*/ 128 w 1036"/>
                  <a:gd name="T25" fmla="*/ 1052 h 1206"/>
                  <a:gd name="T26" fmla="*/ 153 w 1036"/>
                  <a:gd name="T27" fmla="*/ 1078 h 1206"/>
                  <a:gd name="T28" fmla="*/ 882 w 1036"/>
                  <a:gd name="T29" fmla="*/ 1078 h 1206"/>
                  <a:gd name="T30" fmla="*/ 908 w 1036"/>
                  <a:gd name="T31" fmla="*/ 1052 h 1206"/>
                  <a:gd name="T32" fmla="*/ 908 w 1036"/>
                  <a:gd name="T33" fmla="*/ 869 h 1206"/>
                  <a:gd name="T34" fmla="*/ 914 w 1036"/>
                  <a:gd name="T35" fmla="*/ 851 h 1206"/>
                  <a:gd name="T36" fmla="*/ 1028 w 1036"/>
                  <a:gd name="T37" fmla="*/ 729 h 1206"/>
                  <a:gd name="T38" fmla="*/ 1035 w 1036"/>
                  <a:gd name="T39" fmla="*/ 724 h 1206"/>
                  <a:gd name="T40" fmla="*/ 1036 w 1036"/>
                  <a:gd name="T41" fmla="*/ 738 h 1206"/>
                  <a:gd name="T42" fmla="*/ 1036 w 1036"/>
                  <a:gd name="T43" fmla="*/ 1069 h 1206"/>
                  <a:gd name="T44" fmla="*/ 899 w 1036"/>
                  <a:gd name="T45" fmla="*/ 1206 h 1206"/>
                  <a:gd name="T46" fmla="*/ 133 w 1036"/>
                  <a:gd name="T47" fmla="*/ 1206 h 1206"/>
                  <a:gd name="T48" fmla="*/ 0 w 1036"/>
                  <a:gd name="T49" fmla="*/ 1073 h 1206"/>
                  <a:gd name="T50" fmla="*/ 0 w 1036"/>
                  <a:gd name="T51" fmla="*/ 316 h 1206"/>
                  <a:gd name="T52" fmla="*/ 19 w 1036"/>
                  <a:gd name="T53" fmla="*/ 267 h 1206"/>
                  <a:gd name="T54" fmla="*/ 265 w 1036"/>
                  <a:gd name="T55" fmla="*/ 27 h 1206"/>
                  <a:gd name="T56" fmla="*/ 331 w 1036"/>
                  <a:gd name="T57" fmla="*/ 0 h 1206"/>
                  <a:gd name="T58" fmla="*/ 902 w 1036"/>
                  <a:gd name="T59" fmla="*/ 0 h 1206"/>
                  <a:gd name="T60" fmla="*/ 1036 w 1036"/>
                  <a:gd name="T61" fmla="*/ 129 h 1206"/>
                  <a:gd name="T62" fmla="*/ 1035 w 1036"/>
                  <a:gd name="T63" fmla="*/ 206 h 1206"/>
                  <a:gd name="T64" fmla="*/ 1028 w 1036"/>
                  <a:gd name="T65" fmla="*/ 224 h 1206"/>
                  <a:gd name="T66" fmla="*/ 942 w 1036"/>
                  <a:gd name="T67" fmla="*/ 328 h 1206"/>
                  <a:gd name="T68" fmla="*/ 921 w 1036"/>
                  <a:gd name="T69" fmla="*/ 358 h 1206"/>
                  <a:gd name="T70" fmla="*/ 908 w 1036"/>
                  <a:gd name="T71" fmla="*/ 372 h 1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36" h="1206">
                    <a:moveTo>
                      <a:pt x="908" y="372"/>
                    </a:moveTo>
                    <a:cubicBezTo>
                      <a:pt x="908" y="344"/>
                      <a:pt x="908" y="320"/>
                      <a:pt x="908" y="296"/>
                    </a:cubicBezTo>
                    <a:cubicBezTo>
                      <a:pt x="908" y="248"/>
                      <a:pt x="908" y="200"/>
                      <a:pt x="908" y="152"/>
                    </a:cubicBezTo>
                    <a:cubicBezTo>
                      <a:pt x="908" y="131"/>
                      <a:pt x="905" y="128"/>
                      <a:pt x="883" y="128"/>
                    </a:cubicBezTo>
                    <a:cubicBezTo>
                      <a:pt x="724" y="128"/>
                      <a:pt x="565" y="128"/>
                      <a:pt x="405" y="128"/>
                    </a:cubicBezTo>
                    <a:cubicBezTo>
                      <a:pt x="400" y="128"/>
                      <a:pt x="394" y="128"/>
                      <a:pt x="387" y="128"/>
                    </a:cubicBezTo>
                    <a:cubicBezTo>
                      <a:pt x="387" y="137"/>
                      <a:pt x="387" y="144"/>
                      <a:pt x="387" y="150"/>
                    </a:cubicBezTo>
                    <a:cubicBezTo>
                      <a:pt x="387" y="199"/>
                      <a:pt x="387" y="247"/>
                      <a:pt x="387" y="296"/>
                    </a:cubicBezTo>
                    <a:cubicBezTo>
                      <a:pt x="386" y="352"/>
                      <a:pt x="351" y="386"/>
                      <a:pt x="295" y="386"/>
                    </a:cubicBezTo>
                    <a:cubicBezTo>
                      <a:pt x="245" y="386"/>
                      <a:pt x="195" y="386"/>
                      <a:pt x="145" y="386"/>
                    </a:cubicBezTo>
                    <a:cubicBezTo>
                      <a:pt x="140" y="386"/>
                      <a:pt x="135" y="386"/>
                      <a:pt x="128" y="386"/>
                    </a:cubicBezTo>
                    <a:cubicBezTo>
                      <a:pt x="128" y="394"/>
                      <a:pt x="128" y="399"/>
                      <a:pt x="128" y="404"/>
                    </a:cubicBezTo>
                    <a:cubicBezTo>
                      <a:pt x="128" y="620"/>
                      <a:pt x="128" y="836"/>
                      <a:pt x="128" y="1052"/>
                    </a:cubicBezTo>
                    <a:cubicBezTo>
                      <a:pt x="128" y="1076"/>
                      <a:pt x="130" y="1078"/>
                      <a:pt x="153" y="1078"/>
                    </a:cubicBezTo>
                    <a:cubicBezTo>
                      <a:pt x="396" y="1078"/>
                      <a:pt x="639" y="1078"/>
                      <a:pt x="882" y="1078"/>
                    </a:cubicBezTo>
                    <a:cubicBezTo>
                      <a:pt x="906" y="1078"/>
                      <a:pt x="908" y="1076"/>
                      <a:pt x="908" y="1052"/>
                    </a:cubicBezTo>
                    <a:cubicBezTo>
                      <a:pt x="908" y="991"/>
                      <a:pt x="908" y="930"/>
                      <a:pt x="908" y="869"/>
                    </a:cubicBezTo>
                    <a:cubicBezTo>
                      <a:pt x="908" y="863"/>
                      <a:pt x="910" y="855"/>
                      <a:pt x="914" y="851"/>
                    </a:cubicBezTo>
                    <a:cubicBezTo>
                      <a:pt x="952" y="810"/>
                      <a:pt x="990" y="770"/>
                      <a:pt x="1028" y="729"/>
                    </a:cubicBezTo>
                    <a:cubicBezTo>
                      <a:pt x="1030" y="728"/>
                      <a:pt x="1031" y="727"/>
                      <a:pt x="1035" y="724"/>
                    </a:cubicBezTo>
                    <a:cubicBezTo>
                      <a:pt x="1035" y="730"/>
                      <a:pt x="1036" y="734"/>
                      <a:pt x="1036" y="738"/>
                    </a:cubicBezTo>
                    <a:cubicBezTo>
                      <a:pt x="1036" y="849"/>
                      <a:pt x="1036" y="959"/>
                      <a:pt x="1036" y="1069"/>
                    </a:cubicBezTo>
                    <a:cubicBezTo>
                      <a:pt x="1035" y="1151"/>
                      <a:pt x="981" y="1206"/>
                      <a:pt x="899" y="1206"/>
                    </a:cubicBezTo>
                    <a:cubicBezTo>
                      <a:pt x="643" y="1206"/>
                      <a:pt x="388" y="1206"/>
                      <a:pt x="133" y="1206"/>
                    </a:cubicBezTo>
                    <a:cubicBezTo>
                      <a:pt x="56" y="1206"/>
                      <a:pt x="0" y="1150"/>
                      <a:pt x="0" y="1073"/>
                    </a:cubicBezTo>
                    <a:cubicBezTo>
                      <a:pt x="0" y="821"/>
                      <a:pt x="0" y="568"/>
                      <a:pt x="0" y="316"/>
                    </a:cubicBezTo>
                    <a:cubicBezTo>
                      <a:pt x="0" y="297"/>
                      <a:pt x="6" y="281"/>
                      <a:pt x="19" y="267"/>
                    </a:cubicBezTo>
                    <a:cubicBezTo>
                      <a:pt x="101" y="187"/>
                      <a:pt x="183" y="107"/>
                      <a:pt x="265" y="27"/>
                    </a:cubicBezTo>
                    <a:cubicBezTo>
                      <a:pt x="283" y="9"/>
                      <a:pt x="305" y="0"/>
                      <a:pt x="331" y="0"/>
                    </a:cubicBezTo>
                    <a:cubicBezTo>
                      <a:pt x="521" y="0"/>
                      <a:pt x="712" y="0"/>
                      <a:pt x="902" y="0"/>
                    </a:cubicBezTo>
                    <a:cubicBezTo>
                      <a:pt x="978" y="1"/>
                      <a:pt x="1033" y="53"/>
                      <a:pt x="1036" y="129"/>
                    </a:cubicBezTo>
                    <a:cubicBezTo>
                      <a:pt x="1036" y="155"/>
                      <a:pt x="1036" y="180"/>
                      <a:pt x="1035" y="206"/>
                    </a:cubicBezTo>
                    <a:cubicBezTo>
                      <a:pt x="1035" y="212"/>
                      <a:pt x="1032" y="219"/>
                      <a:pt x="1028" y="224"/>
                    </a:cubicBezTo>
                    <a:cubicBezTo>
                      <a:pt x="999" y="259"/>
                      <a:pt x="970" y="293"/>
                      <a:pt x="942" y="328"/>
                    </a:cubicBezTo>
                    <a:cubicBezTo>
                      <a:pt x="934" y="337"/>
                      <a:pt x="928" y="348"/>
                      <a:pt x="921" y="358"/>
                    </a:cubicBezTo>
                    <a:cubicBezTo>
                      <a:pt x="918" y="362"/>
                      <a:pt x="914" y="365"/>
                      <a:pt x="908" y="3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3" name="Freeform 15">
                <a:extLst>
                  <a:ext uri="{FF2B5EF4-FFF2-40B4-BE49-F238E27FC236}">
                    <a16:creationId xmlns:a16="http://schemas.microsoft.com/office/drawing/2014/main" xmlns="" id="{3E783F0B-1EB4-4800-A773-5FD216848BBA}"/>
                  </a:ext>
                </a:extLst>
              </p:cNvPr>
              <p:cNvSpPr>
                <a:spLocks/>
              </p:cNvSpPr>
              <p:nvPr/>
            </p:nvSpPr>
            <p:spPr bwMode="auto">
              <a:xfrm>
                <a:off x="4765" y="2054"/>
                <a:ext cx="1154" cy="1326"/>
              </a:xfrm>
              <a:custGeom>
                <a:avLst/>
                <a:gdLst>
                  <a:gd name="T0" fmla="*/ 351 w 488"/>
                  <a:gd name="T1" fmla="*/ 0 h 560"/>
                  <a:gd name="T2" fmla="*/ 488 w 488"/>
                  <a:gd name="T3" fmla="*/ 114 h 560"/>
                  <a:gd name="T4" fmla="*/ 431 w 488"/>
                  <a:gd name="T5" fmla="*/ 180 h 560"/>
                  <a:gd name="T6" fmla="*/ 127 w 488"/>
                  <a:gd name="T7" fmla="*/ 490 h 560"/>
                  <a:gd name="T8" fmla="*/ 39 w 488"/>
                  <a:gd name="T9" fmla="*/ 554 h 560"/>
                  <a:gd name="T10" fmla="*/ 5 w 488"/>
                  <a:gd name="T11" fmla="*/ 560 h 560"/>
                  <a:gd name="T12" fmla="*/ 4 w 488"/>
                  <a:gd name="T13" fmla="*/ 526 h 560"/>
                  <a:gd name="T14" fmla="*/ 64 w 488"/>
                  <a:gd name="T15" fmla="*/ 404 h 560"/>
                  <a:gd name="T16" fmla="*/ 347 w 488"/>
                  <a:gd name="T17" fmla="*/ 7 h 560"/>
                  <a:gd name="T18" fmla="*/ 351 w 488"/>
                  <a:gd name="T19" fmla="*/ 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8" h="560">
                    <a:moveTo>
                      <a:pt x="351" y="0"/>
                    </a:moveTo>
                    <a:cubicBezTo>
                      <a:pt x="398" y="39"/>
                      <a:pt x="443" y="76"/>
                      <a:pt x="488" y="114"/>
                    </a:cubicBezTo>
                    <a:cubicBezTo>
                      <a:pt x="469" y="137"/>
                      <a:pt x="450" y="159"/>
                      <a:pt x="431" y="180"/>
                    </a:cubicBezTo>
                    <a:cubicBezTo>
                      <a:pt x="336" y="289"/>
                      <a:pt x="238" y="396"/>
                      <a:pt x="127" y="490"/>
                    </a:cubicBezTo>
                    <a:cubicBezTo>
                      <a:pt x="100" y="514"/>
                      <a:pt x="69" y="534"/>
                      <a:pt x="39" y="554"/>
                    </a:cubicBezTo>
                    <a:cubicBezTo>
                      <a:pt x="30" y="560"/>
                      <a:pt x="17" y="558"/>
                      <a:pt x="5" y="560"/>
                    </a:cubicBezTo>
                    <a:cubicBezTo>
                      <a:pt x="5" y="549"/>
                      <a:pt x="0" y="536"/>
                      <a:pt x="4" y="526"/>
                    </a:cubicBezTo>
                    <a:cubicBezTo>
                      <a:pt x="23" y="485"/>
                      <a:pt x="41" y="443"/>
                      <a:pt x="64" y="404"/>
                    </a:cubicBezTo>
                    <a:cubicBezTo>
                      <a:pt x="147" y="264"/>
                      <a:pt x="245" y="134"/>
                      <a:pt x="347" y="7"/>
                    </a:cubicBezTo>
                    <a:cubicBezTo>
                      <a:pt x="348" y="5"/>
                      <a:pt x="349" y="3"/>
                      <a:pt x="3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dirty="0"/>
              </a:p>
            </p:txBody>
          </p:sp>
          <p:sp>
            <p:nvSpPr>
              <p:cNvPr id="14" name="Freeform 16">
                <a:extLst>
                  <a:ext uri="{FF2B5EF4-FFF2-40B4-BE49-F238E27FC236}">
                    <a16:creationId xmlns:a16="http://schemas.microsoft.com/office/drawing/2014/main" xmlns="" id="{7DF26970-BB58-4EDE-BC88-06B2C770E835}"/>
                  </a:ext>
                </a:extLst>
              </p:cNvPr>
              <p:cNvSpPr>
                <a:spLocks/>
              </p:cNvSpPr>
              <p:nvPr/>
            </p:nvSpPr>
            <p:spPr bwMode="auto">
              <a:xfrm>
                <a:off x="5678" y="1335"/>
                <a:ext cx="816" cy="894"/>
              </a:xfrm>
              <a:custGeom>
                <a:avLst/>
                <a:gdLst>
                  <a:gd name="T0" fmla="*/ 139 w 345"/>
                  <a:gd name="T1" fmla="*/ 378 h 378"/>
                  <a:gd name="T2" fmla="*/ 0 w 345"/>
                  <a:gd name="T3" fmla="*/ 264 h 378"/>
                  <a:gd name="T4" fmla="*/ 19 w 345"/>
                  <a:gd name="T5" fmla="*/ 240 h 378"/>
                  <a:gd name="T6" fmla="*/ 183 w 345"/>
                  <a:gd name="T7" fmla="*/ 54 h 378"/>
                  <a:gd name="T8" fmla="*/ 231 w 345"/>
                  <a:gd name="T9" fmla="*/ 17 h 378"/>
                  <a:gd name="T10" fmla="*/ 308 w 345"/>
                  <a:gd name="T11" fmla="*/ 26 h 378"/>
                  <a:gd name="T12" fmla="*/ 334 w 345"/>
                  <a:gd name="T13" fmla="*/ 103 h 378"/>
                  <a:gd name="T14" fmla="*/ 312 w 345"/>
                  <a:gd name="T15" fmla="*/ 150 h 378"/>
                  <a:gd name="T16" fmla="*/ 139 w 345"/>
                  <a:gd name="T17" fmla="*/ 378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378">
                    <a:moveTo>
                      <a:pt x="139" y="378"/>
                    </a:moveTo>
                    <a:cubicBezTo>
                      <a:pt x="90" y="338"/>
                      <a:pt x="46" y="301"/>
                      <a:pt x="0" y="264"/>
                    </a:cubicBezTo>
                    <a:cubicBezTo>
                      <a:pt x="7" y="255"/>
                      <a:pt x="13" y="247"/>
                      <a:pt x="19" y="240"/>
                    </a:cubicBezTo>
                    <a:cubicBezTo>
                      <a:pt x="74" y="178"/>
                      <a:pt x="128" y="115"/>
                      <a:pt x="183" y="54"/>
                    </a:cubicBezTo>
                    <a:cubicBezTo>
                      <a:pt x="196" y="39"/>
                      <a:pt x="214" y="27"/>
                      <a:pt x="231" y="17"/>
                    </a:cubicBezTo>
                    <a:cubicBezTo>
                      <a:pt x="259" y="0"/>
                      <a:pt x="280" y="4"/>
                      <a:pt x="308" y="26"/>
                    </a:cubicBezTo>
                    <a:cubicBezTo>
                      <a:pt x="336" y="50"/>
                      <a:pt x="345" y="73"/>
                      <a:pt x="334" y="103"/>
                    </a:cubicBezTo>
                    <a:cubicBezTo>
                      <a:pt x="328" y="119"/>
                      <a:pt x="322" y="136"/>
                      <a:pt x="312" y="150"/>
                    </a:cubicBezTo>
                    <a:cubicBezTo>
                      <a:pt x="255" y="226"/>
                      <a:pt x="197" y="301"/>
                      <a:pt x="139" y="3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5" name="Freeform 17">
                <a:extLst>
                  <a:ext uri="{FF2B5EF4-FFF2-40B4-BE49-F238E27FC236}">
                    <a16:creationId xmlns:a16="http://schemas.microsoft.com/office/drawing/2014/main" xmlns="" id="{33269712-B220-48C5-8815-D651D095B246}"/>
                  </a:ext>
                </a:extLst>
              </p:cNvPr>
              <p:cNvSpPr>
                <a:spLocks/>
              </p:cNvSpPr>
              <p:nvPr/>
            </p:nvSpPr>
            <p:spPr bwMode="auto">
              <a:xfrm>
                <a:off x="3948" y="2168"/>
                <a:ext cx="1221" cy="199"/>
              </a:xfrm>
              <a:custGeom>
                <a:avLst/>
                <a:gdLst>
                  <a:gd name="T0" fmla="*/ 257 w 516"/>
                  <a:gd name="T1" fmla="*/ 0 h 84"/>
                  <a:gd name="T2" fmla="*/ 496 w 516"/>
                  <a:gd name="T3" fmla="*/ 0 h 84"/>
                  <a:gd name="T4" fmla="*/ 516 w 516"/>
                  <a:gd name="T5" fmla="*/ 19 h 84"/>
                  <a:gd name="T6" fmla="*/ 516 w 516"/>
                  <a:gd name="T7" fmla="*/ 49 h 84"/>
                  <a:gd name="T8" fmla="*/ 481 w 516"/>
                  <a:gd name="T9" fmla="*/ 84 h 84"/>
                  <a:gd name="T10" fmla="*/ 23 w 516"/>
                  <a:gd name="T11" fmla="*/ 84 h 84"/>
                  <a:gd name="T12" fmla="*/ 0 w 516"/>
                  <a:gd name="T13" fmla="*/ 61 h 84"/>
                  <a:gd name="T14" fmla="*/ 0 w 516"/>
                  <a:gd name="T15" fmla="*/ 22 h 84"/>
                  <a:gd name="T16" fmla="*/ 22 w 516"/>
                  <a:gd name="T17" fmla="*/ 0 h 84"/>
                  <a:gd name="T18" fmla="*/ 257 w 516"/>
                  <a:gd name="T19"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6" h="84">
                    <a:moveTo>
                      <a:pt x="257" y="0"/>
                    </a:moveTo>
                    <a:cubicBezTo>
                      <a:pt x="337" y="0"/>
                      <a:pt x="416" y="0"/>
                      <a:pt x="496" y="0"/>
                    </a:cubicBezTo>
                    <a:cubicBezTo>
                      <a:pt x="515" y="0"/>
                      <a:pt x="516" y="1"/>
                      <a:pt x="516" y="19"/>
                    </a:cubicBezTo>
                    <a:cubicBezTo>
                      <a:pt x="516" y="29"/>
                      <a:pt x="516" y="39"/>
                      <a:pt x="516" y="49"/>
                    </a:cubicBezTo>
                    <a:cubicBezTo>
                      <a:pt x="516" y="71"/>
                      <a:pt x="503" y="84"/>
                      <a:pt x="481" y="84"/>
                    </a:cubicBezTo>
                    <a:cubicBezTo>
                      <a:pt x="329" y="84"/>
                      <a:pt x="176" y="84"/>
                      <a:pt x="23" y="84"/>
                    </a:cubicBezTo>
                    <a:cubicBezTo>
                      <a:pt x="0" y="84"/>
                      <a:pt x="0" y="83"/>
                      <a:pt x="0" y="61"/>
                    </a:cubicBezTo>
                    <a:cubicBezTo>
                      <a:pt x="0" y="48"/>
                      <a:pt x="0" y="35"/>
                      <a:pt x="0" y="22"/>
                    </a:cubicBezTo>
                    <a:cubicBezTo>
                      <a:pt x="0" y="0"/>
                      <a:pt x="0" y="0"/>
                      <a:pt x="22" y="0"/>
                    </a:cubicBezTo>
                    <a:cubicBezTo>
                      <a:pt x="100" y="0"/>
                      <a:pt x="179" y="0"/>
                      <a:pt x="2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6" name="Freeform 18">
                <a:extLst>
                  <a:ext uri="{FF2B5EF4-FFF2-40B4-BE49-F238E27FC236}">
                    <a16:creationId xmlns:a16="http://schemas.microsoft.com/office/drawing/2014/main" xmlns="" id="{AA1FB256-2F6F-4C4D-837C-89998CF7BFAE}"/>
                  </a:ext>
                </a:extLst>
              </p:cNvPr>
              <p:cNvSpPr>
                <a:spLocks/>
              </p:cNvSpPr>
              <p:nvPr/>
            </p:nvSpPr>
            <p:spPr bwMode="auto">
              <a:xfrm>
                <a:off x="3946" y="2575"/>
                <a:ext cx="1029" cy="201"/>
              </a:xfrm>
              <a:custGeom>
                <a:avLst/>
                <a:gdLst>
                  <a:gd name="T0" fmla="*/ 435 w 435"/>
                  <a:gd name="T1" fmla="*/ 0 h 85"/>
                  <a:gd name="T2" fmla="*/ 382 w 435"/>
                  <a:gd name="T3" fmla="*/ 80 h 85"/>
                  <a:gd name="T4" fmla="*/ 371 w 435"/>
                  <a:gd name="T5" fmla="*/ 84 h 85"/>
                  <a:gd name="T6" fmla="*/ 15 w 435"/>
                  <a:gd name="T7" fmla="*/ 85 h 85"/>
                  <a:gd name="T8" fmla="*/ 1 w 435"/>
                  <a:gd name="T9" fmla="*/ 69 h 85"/>
                  <a:gd name="T10" fmla="*/ 0 w 435"/>
                  <a:gd name="T11" fmla="*/ 18 h 85"/>
                  <a:gd name="T12" fmla="*/ 19 w 435"/>
                  <a:gd name="T13" fmla="*/ 0 h 85"/>
                  <a:gd name="T14" fmla="*/ 190 w 435"/>
                  <a:gd name="T15" fmla="*/ 0 h 85"/>
                  <a:gd name="T16" fmla="*/ 415 w 435"/>
                  <a:gd name="T17" fmla="*/ 0 h 85"/>
                  <a:gd name="T18" fmla="*/ 435 w 435"/>
                  <a:gd name="T19"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5" h="85">
                    <a:moveTo>
                      <a:pt x="435" y="0"/>
                    </a:moveTo>
                    <a:cubicBezTo>
                      <a:pt x="417" y="29"/>
                      <a:pt x="400" y="55"/>
                      <a:pt x="382" y="80"/>
                    </a:cubicBezTo>
                    <a:cubicBezTo>
                      <a:pt x="380" y="83"/>
                      <a:pt x="375" y="84"/>
                      <a:pt x="371" y="84"/>
                    </a:cubicBezTo>
                    <a:cubicBezTo>
                      <a:pt x="252" y="85"/>
                      <a:pt x="134" y="84"/>
                      <a:pt x="15" y="85"/>
                    </a:cubicBezTo>
                    <a:cubicBezTo>
                      <a:pt x="4" y="85"/>
                      <a:pt x="0" y="80"/>
                      <a:pt x="1" y="69"/>
                    </a:cubicBezTo>
                    <a:cubicBezTo>
                      <a:pt x="1" y="52"/>
                      <a:pt x="1" y="35"/>
                      <a:pt x="0" y="18"/>
                    </a:cubicBezTo>
                    <a:cubicBezTo>
                      <a:pt x="0" y="4"/>
                      <a:pt x="6" y="0"/>
                      <a:pt x="19" y="0"/>
                    </a:cubicBezTo>
                    <a:cubicBezTo>
                      <a:pt x="76" y="0"/>
                      <a:pt x="133" y="0"/>
                      <a:pt x="190" y="0"/>
                    </a:cubicBezTo>
                    <a:cubicBezTo>
                      <a:pt x="265" y="0"/>
                      <a:pt x="340" y="0"/>
                      <a:pt x="415" y="0"/>
                    </a:cubicBezTo>
                    <a:cubicBezTo>
                      <a:pt x="421" y="0"/>
                      <a:pt x="426" y="0"/>
                      <a:pt x="4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7" name="Freeform 19">
                <a:extLst>
                  <a:ext uri="{FF2B5EF4-FFF2-40B4-BE49-F238E27FC236}">
                    <a16:creationId xmlns:a16="http://schemas.microsoft.com/office/drawing/2014/main" xmlns="" id="{E945C4D8-5464-43D5-BFCE-FE17B733DED9}"/>
                  </a:ext>
                </a:extLst>
              </p:cNvPr>
              <p:cNvSpPr>
                <a:spLocks/>
              </p:cNvSpPr>
              <p:nvPr/>
            </p:nvSpPr>
            <p:spPr bwMode="auto">
              <a:xfrm>
                <a:off x="3930" y="2963"/>
                <a:ext cx="730" cy="438"/>
              </a:xfrm>
              <a:custGeom>
                <a:avLst/>
                <a:gdLst>
                  <a:gd name="T0" fmla="*/ 286 w 309"/>
                  <a:gd name="T1" fmla="*/ 148 h 185"/>
                  <a:gd name="T2" fmla="*/ 283 w 309"/>
                  <a:gd name="T3" fmla="*/ 148 h 185"/>
                  <a:gd name="T4" fmla="*/ 234 w 309"/>
                  <a:gd name="T5" fmla="*/ 153 h 185"/>
                  <a:gd name="T6" fmla="*/ 214 w 309"/>
                  <a:gd name="T7" fmla="*/ 169 h 185"/>
                  <a:gd name="T8" fmla="*/ 156 w 309"/>
                  <a:gd name="T9" fmla="*/ 164 h 185"/>
                  <a:gd name="T10" fmla="*/ 105 w 309"/>
                  <a:gd name="T11" fmla="*/ 110 h 185"/>
                  <a:gd name="T12" fmla="*/ 80 w 309"/>
                  <a:gd name="T13" fmla="*/ 157 h 185"/>
                  <a:gd name="T14" fmla="*/ 38 w 309"/>
                  <a:gd name="T15" fmla="*/ 178 h 185"/>
                  <a:gd name="T16" fmla="*/ 11 w 309"/>
                  <a:gd name="T17" fmla="*/ 126 h 185"/>
                  <a:gd name="T18" fmla="*/ 64 w 309"/>
                  <a:gd name="T19" fmla="*/ 24 h 185"/>
                  <a:gd name="T20" fmla="*/ 126 w 309"/>
                  <a:gd name="T21" fmla="*/ 21 h 185"/>
                  <a:gd name="T22" fmla="*/ 191 w 309"/>
                  <a:gd name="T23" fmla="*/ 90 h 185"/>
                  <a:gd name="T24" fmla="*/ 230 w 309"/>
                  <a:gd name="T25" fmla="*/ 60 h 185"/>
                  <a:gd name="T26" fmla="*/ 281 w 309"/>
                  <a:gd name="T27" fmla="*/ 58 h 185"/>
                  <a:gd name="T28" fmla="*/ 309 w 309"/>
                  <a:gd name="T29" fmla="*/ 76 h 185"/>
                  <a:gd name="T30" fmla="*/ 286 w 309"/>
                  <a:gd name="T31" fmla="*/ 148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9" h="185">
                    <a:moveTo>
                      <a:pt x="286" y="148"/>
                    </a:moveTo>
                    <a:cubicBezTo>
                      <a:pt x="284" y="148"/>
                      <a:pt x="284" y="148"/>
                      <a:pt x="283" y="148"/>
                    </a:cubicBezTo>
                    <a:cubicBezTo>
                      <a:pt x="265" y="131"/>
                      <a:pt x="249" y="137"/>
                      <a:pt x="234" y="153"/>
                    </a:cubicBezTo>
                    <a:cubicBezTo>
                      <a:pt x="228" y="159"/>
                      <a:pt x="221" y="164"/>
                      <a:pt x="214" y="169"/>
                    </a:cubicBezTo>
                    <a:cubicBezTo>
                      <a:pt x="193" y="185"/>
                      <a:pt x="174" y="183"/>
                      <a:pt x="156" y="164"/>
                    </a:cubicBezTo>
                    <a:cubicBezTo>
                      <a:pt x="139" y="147"/>
                      <a:pt x="123" y="129"/>
                      <a:pt x="105" y="110"/>
                    </a:cubicBezTo>
                    <a:cubicBezTo>
                      <a:pt x="96" y="126"/>
                      <a:pt x="88" y="142"/>
                      <a:pt x="80" y="157"/>
                    </a:cubicBezTo>
                    <a:cubicBezTo>
                      <a:pt x="71" y="174"/>
                      <a:pt x="55" y="181"/>
                      <a:pt x="38" y="178"/>
                    </a:cubicBezTo>
                    <a:cubicBezTo>
                      <a:pt x="14" y="174"/>
                      <a:pt x="0" y="149"/>
                      <a:pt x="11" y="126"/>
                    </a:cubicBezTo>
                    <a:cubicBezTo>
                      <a:pt x="28" y="92"/>
                      <a:pt x="45" y="57"/>
                      <a:pt x="64" y="24"/>
                    </a:cubicBezTo>
                    <a:cubicBezTo>
                      <a:pt x="77" y="0"/>
                      <a:pt x="107" y="0"/>
                      <a:pt x="126" y="21"/>
                    </a:cubicBezTo>
                    <a:cubicBezTo>
                      <a:pt x="148" y="43"/>
                      <a:pt x="169" y="66"/>
                      <a:pt x="191" y="90"/>
                    </a:cubicBezTo>
                    <a:cubicBezTo>
                      <a:pt x="204" y="80"/>
                      <a:pt x="217" y="70"/>
                      <a:pt x="230" y="60"/>
                    </a:cubicBezTo>
                    <a:cubicBezTo>
                      <a:pt x="247" y="47"/>
                      <a:pt x="262" y="46"/>
                      <a:pt x="281" y="58"/>
                    </a:cubicBezTo>
                    <a:cubicBezTo>
                      <a:pt x="291" y="64"/>
                      <a:pt x="300" y="70"/>
                      <a:pt x="309" y="76"/>
                    </a:cubicBezTo>
                    <a:cubicBezTo>
                      <a:pt x="301" y="100"/>
                      <a:pt x="294" y="124"/>
                      <a:pt x="286" y="1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8" name="Freeform 20">
                <a:extLst>
                  <a:ext uri="{FF2B5EF4-FFF2-40B4-BE49-F238E27FC236}">
                    <a16:creationId xmlns:a16="http://schemas.microsoft.com/office/drawing/2014/main" xmlns="" id="{D1789C4C-1C3C-492D-92FB-5AE584C7F860}"/>
                  </a:ext>
                </a:extLst>
              </p:cNvPr>
              <p:cNvSpPr>
                <a:spLocks/>
              </p:cNvSpPr>
              <p:nvPr/>
            </p:nvSpPr>
            <p:spPr bwMode="auto">
              <a:xfrm>
                <a:off x="5919" y="1754"/>
                <a:ext cx="681" cy="816"/>
              </a:xfrm>
              <a:custGeom>
                <a:avLst/>
                <a:gdLst>
                  <a:gd name="T0" fmla="*/ 288 w 288"/>
                  <a:gd name="T1" fmla="*/ 37 h 345"/>
                  <a:gd name="T2" fmla="*/ 280 w 288"/>
                  <a:gd name="T3" fmla="*/ 52 h 345"/>
                  <a:gd name="T4" fmla="*/ 118 w 288"/>
                  <a:gd name="T5" fmla="*/ 260 h 345"/>
                  <a:gd name="T6" fmla="*/ 57 w 288"/>
                  <a:gd name="T7" fmla="*/ 326 h 345"/>
                  <a:gd name="T8" fmla="*/ 24 w 288"/>
                  <a:gd name="T9" fmla="*/ 343 h 345"/>
                  <a:gd name="T10" fmla="*/ 3 w 288"/>
                  <a:gd name="T11" fmla="*/ 338 h 345"/>
                  <a:gd name="T12" fmla="*/ 3 w 288"/>
                  <a:gd name="T13" fmla="*/ 314 h 345"/>
                  <a:gd name="T14" fmla="*/ 44 w 288"/>
                  <a:gd name="T15" fmla="*/ 262 h 345"/>
                  <a:gd name="T16" fmla="*/ 210 w 288"/>
                  <a:gd name="T17" fmla="*/ 53 h 345"/>
                  <a:gd name="T18" fmla="*/ 236 w 288"/>
                  <a:gd name="T19" fmla="*/ 15 h 345"/>
                  <a:gd name="T20" fmla="*/ 263 w 288"/>
                  <a:gd name="T21" fmla="*/ 4 h 345"/>
                  <a:gd name="T22" fmla="*/ 288 w 288"/>
                  <a:gd name="T23" fmla="*/ 37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345">
                    <a:moveTo>
                      <a:pt x="288" y="37"/>
                    </a:moveTo>
                    <a:cubicBezTo>
                      <a:pt x="286" y="40"/>
                      <a:pt x="284" y="46"/>
                      <a:pt x="280" y="52"/>
                    </a:cubicBezTo>
                    <a:cubicBezTo>
                      <a:pt x="226" y="121"/>
                      <a:pt x="172" y="191"/>
                      <a:pt x="118" y="260"/>
                    </a:cubicBezTo>
                    <a:cubicBezTo>
                      <a:pt x="99" y="283"/>
                      <a:pt x="78" y="305"/>
                      <a:pt x="57" y="326"/>
                    </a:cubicBezTo>
                    <a:cubicBezTo>
                      <a:pt x="48" y="334"/>
                      <a:pt x="36" y="339"/>
                      <a:pt x="24" y="343"/>
                    </a:cubicBezTo>
                    <a:cubicBezTo>
                      <a:pt x="18" y="345"/>
                      <a:pt x="6" y="343"/>
                      <a:pt x="3" y="338"/>
                    </a:cubicBezTo>
                    <a:cubicBezTo>
                      <a:pt x="0" y="332"/>
                      <a:pt x="0" y="320"/>
                      <a:pt x="3" y="314"/>
                    </a:cubicBezTo>
                    <a:cubicBezTo>
                      <a:pt x="15" y="296"/>
                      <a:pt x="30" y="279"/>
                      <a:pt x="44" y="262"/>
                    </a:cubicBezTo>
                    <a:cubicBezTo>
                      <a:pt x="99" y="192"/>
                      <a:pt x="154" y="123"/>
                      <a:pt x="210" y="53"/>
                    </a:cubicBezTo>
                    <a:cubicBezTo>
                      <a:pt x="219" y="41"/>
                      <a:pt x="228" y="28"/>
                      <a:pt x="236" y="15"/>
                    </a:cubicBezTo>
                    <a:cubicBezTo>
                      <a:pt x="243" y="5"/>
                      <a:pt x="251" y="0"/>
                      <a:pt x="263" y="4"/>
                    </a:cubicBezTo>
                    <a:cubicBezTo>
                      <a:pt x="275" y="7"/>
                      <a:pt x="288" y="23"/>
                      <a:pt x="288"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9" name="Freeform 21">
                <a:extLst>
                  <a:ext uri="{FF2B5EF4-FFF2-40B4-BE49-F238E27FC236}">
                    <a16:creationId xmlns:a16="http://schemas.microsoft.com/office/drawing/2014/main" xmlns="" id="{18681118-96CA-4049-924E-498E7BBAF7F2}"/>
                  </a:ext>
                </a:extLst>
              </p:cNvPr>
              <p:cNvSpPr>
                <a:spLocks/>
              </p:cNvSpPr>
              <p:nvPr/>
            </p:nvSpPr>
            <p:spPr bwMode="auto">
              <a:xfrm>
                <a:off x="4559" y="1555"/>
                <a:ext cx="610" cy="199"/>
              </a:xfrm>
              <a:custGeom>
                <a:avLst/>
                <a:gdLst>
                  <a:gd name="T0" fmla="*/ 129 w 258"/>
                  <a:gd name="T1" fmla="*/ 84 h 84"/>
                  <a:gd name="T2" fmla="*/ 18 w 258"/>
                  <a:gd name="T3" fmla="*/ 84 h 84"/>
                  <a:gd name="T4" fmla="*/ 0 w 258"/>
                  <a:gd name="T5" fmla="*/ 66 h 84"/>
                  <a:gd name="T6" fmla="*/ 0 w 258"/>
                  <a:gd name="T7" fmla="*/ 16 h 84"/>
                  <a:gd name="T8" fmla="*/ 15 w 258"/>
                  <a:gd name="T9" fmla="*/ 0 h 84"/>
                  <a:gd name="T10" fmla="*/ 243 w 258"/>
                  <a:gd name="T11" fmla="*/ 0 h 84"/>
                  <a:gd name="T12" fmla="*/ 258 w 258"/>
                  <a:gd name="T13" fmla="*/ 15 h 84"/>
                  <a:gd name="T14" fmla="*/ 258 w 258"/>
                  <a:gd name="T15" fmla="*/ 68 h 84"/>
                  <a:gd name="T16" fmla="*/ 241 w 258"/>
                  <a:gd name="T17" fmla="*/ 84 h 84"/>
                  <a:gd name="T18" fmla="*/ 129 w 258"/>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 h="84">
                    <a:moveTo>
                      <a:pt x="129" y="84"/>
                    </a:moveTo>
                    <a:cubicBezTo>
                      <a:pt x="92" y="84"/>
                      <a:pt x="55" y="83"/>
                      <a:pt x="18" y="84"/>
                    </a:cubicBezTo>
                    <a:cubicBezTo>
                      <a:pt x="5" y="84"/>
                      <a:pt x="0" y="79"/>
                      <a:pt x="0" y="66"/>
                    </a:cubicBezTo>
                    <a:cubicBezTo>
                      <a:pt x="1" y="50"/>
                      <a:pt x="1" y="33"/>
                      <a:pt x="0" y="16"/>
                    </a:cubicBezTo>
                    <a:cubicBezTo>
                      <a:pt x="0" y="5"/>
                      <a:pt x="4" y="0"/>
                      <a:pt x="15" y="0"/>
                    </a:cubicBezTo>
                    <a:cubicBezTo>
                      <a:pt x="91" y="0"/>
                      <a:pt x="167" y="0"/>
                      <a:pt x="243" y="0"/>
                    </a:cubicBezTo>
                    <a:cubicBezTo>
                      <a:pt x="254" y="0"/>
                      <a:pt x="258" y="4"/>
                      <a:pt x="258" y="15"/>
                    </a:cubicBezTo>
                    <a:cubicBezTo>
                      <a:pt x="257" y="33"/>
                      <a:pt x="257" y="50"/>
                      <a:pt x="258" y="68"/>
                    </a:cubicBezTo>
                    <a:cubicBezTo>
                      <a:pt x="258" y="80"/>
                      <a:pt x="253" y="84"/>
                      <a:pt x="241" y="84"/>
                    </a:cubicBezTo>
                    <a:cubicBezTo>
                      <a:pt x="203" y="84"/>
                      <a:pt x="166" y="84"/>
                      <a:pt x="129"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grpSp>
      <p:grpSp>
        <p:nvGrpSpPr>
          <p:cNvPr id="22" name="组 21"/>
          <p:cNvGrpSpPr/>
          <p:nvPr/>
        </p:nvGrpSpPr>
        <p:grpSpPr>
          <a:xfrm>
            <a:off x="1321467" y="4134024"/>
            <a:ext cx="9505056" cy="1704385"/>
            <a:chOff x="7580640" y="1789204"/>
            <a:chExt cx="3240000" cy="1704385"/>
          </a:xfrm>
        </p:grpSpPr>
        <p:grpSp>
          <p:nvGrpSpPr>
            <p:cNvPr id="23" name="组合 31">
              <a:extLst>
                <a:ext uri="{FF2B5EF4-FFF2-40B4-BE49-F238E27FC236}">
                  <a16:creationId xmlns="" xmlns:a16="http://schemas.microsoft.com/office/drawing/2014/main" id="{CDC40244-A310-4C3D-9986-CA192517ACF7}"/>
                </a:ext>
              </a:extLst>
            </p:cNvPr>
            <p:cNvGrpSpPr/>
            <p:nvPr/>
          </p:nvGrpSpPr>
          <p:grpSpPr>
            <a:xfrm>
              <a:off x="7580640" y="1789204"/>
              <a:ext cx="3240000" cy="1704385"/>
              <a:chOff x="881795" y="3137001"/>
              <a:chExt cx="3240000" cy="1704385"/>
            </a:xfrm>
          </p:grpSpPr>
          <p:sp>
            <p:nvSpPr>
              <p:cNvPr id="25" name="矩形 24">
                <a:extLst>
                  <a:ext uri="{FF2B5EF4-FFF2-40B4-BE49-F238E27FC236}">
                    <a16:creationId xmlns="" xmlns:a16="http://schemas.microsoft.com/office/drawing/2014/main" id="{B1602A64-58A0-4E75-B4E1-54317C0C2470}"/>
                  </a:ext>
                </a:extLst>
              </p:cNvPr>
              <p:cNvSpPr/>
              <p:nvPr/>
            </p:nvSpPr>
            <p:spPr>
              <a:xfrm>
                <a:off x="881795" y="3641057"/>
                <a:ext cx="3240000" cy="1200329"/>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a:t>
                </a:r>
                <a:r>
                  <a:rPr lang="zh-CN" altLang="en-US" sz="1200" b="1" dirty="0">
                    <a:solidFill>
                      <a:srgbClr val="B7393F"/>
                    </a:solidFill>
                    <a:latin typeface="Microsoft YaHei Light" charset="-122"/>
                    <a:ea typeface="Microsoft YaHei Light" charset="-122"/>
                    <a:cs typeface="Microsoft YaHei Light" charset="-122"/>
                  </a:rPr>
                  <a:t>计算机上进行演示也可以示文稿</a:t>
                </a:r>
                <a:r>
                  <a:rPr lang="zh-CN" altLang="en-US" sz="1200" dirty="0">
                    <a:solidFill>
                      <a:srgbClr val="141735"/>
                    </a:solidFill>
                    <a:latin typeface="Microsoft YaHei Light" charset="-122"/>
                    <a:ea typeface="Microsoft YaHei Light" charset="-122"/>
                    <a:cs typeface="Microsoft YaHei Light" charset="-122"/>
                  </a:rPr>
                  <a:t>打印出来制作成胶片以便应用到更广泛的领域</a:t>
                </a:r>
                <a:r>
                  <a:rPr lang="zh-CN" altLang="en-US" sz="1200" dirty="0" smtClean="0">
                    <a:solidFill>
                      <a:srgbClr val="141735"/>
                    </a:solidFill>
                    <a:latin typeface="Microsoft YaHei Light" charset="-122"/>
                    <a:ea typeface="Microsoft YaHei Light" charset="-122"/>
                    <a:cs typeface="Microsoft YaHei Light" charset="-122"/>
                  </a:rPr>
                  <a:t>中</a:t>
                </a: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a:t>
                </a:r>
                <a:r>
                  <a:rPr lang="zh-CN" altLang="en-US" sz="1200" dirty="0" smtClean="0">
                    <a:solidFill>
                      <a:srgbClr val="141735"/>
                    </a:solidFill>
                    <a:latin typeface="Microsoft YaHei Light" charset="-122"/>
                    <a:ea typeface="Microsoft YaHei Light" charset="-122"/>
                    <a:cs typeface="Microsoft YaHei Light" charset="-122"/>
                  </a:rPr>
                  <a:t>中用户</a:t>
                </a:r>
                <a:r>
                  <a:rPr lang="zh-CN" altLang="en-US" sz="1200" dirty="0">
                    <a:solidFill>
                      <a:srgbClr val="141735"/>
                    </a:solidFill>
                    <a:latin typeface="Microsoft YaHei Light" charset="-122"/>
                    <a:ea typeface="Microsoft YaHei Light" charset="-122"/>
                    <a:cs typeface="Microsoft YaHei Light" charset="-122"/>
                  </a:rPr>
                  <a:t>可以在投影仪或者计算机上进行演示也可以示文稿打印出来制作成胶片以便应用到更广泛的领域中</a:t>
                </a:r>
              </a:p>
              <a:p>
                <a:pPr algn="ctr" defTabSz="914400">
                  <a:lnSpc>
                    <a:spcPct val="150000"/>
                  </a:lnSpc>
                </a:pPr>
                <a:endParaRPr lang="zh-CN" altLang="en-US" sz="1200" dirty="0">
                  <a:solidFill>
                    <a:srgbClr val="141735"/>
                  </a:solidFill>
                  <a:latin typeface="Microsoft YaHei Light" charset="-122"/>
                  <a:ea typeface="Microsoft YaHei Light" charset="-122"/>
                  <a:cs typeface="Microsoft YaHei Light" charset="-122"/>
                </a:endParaRPr>
              </a:p>
            </p:txBody>
          </p:sp>
          <p:sp>
            <p:nvSpPr>
              <p:cNvPr id="26" name="矩形 25">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24"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81564378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Helvetica Neue" charset="0"/>
              </a:rPr>
              <a:t>兴业银行股份有限公司</a:t>
            </a:r>
            <a:endParaRPr kumimoji="1" lang="zh-CN" altLang="en-US" dirty="0"/>
          </a:p>
        </p:txBody>
      </p:sp>
      <p:sp>
        <p:nvSpPr>
          <p:cNvPr id="3" name="文本框 2">
            <a:extLst>
              <a:ext uri="{FF2B5EF4-FFF2-40B4-BE49-F238E27FC236}">
                <a16:creationId xmlns="" xmlns:a16="http://schemas.microsoft.com/office/drawing/2014/main" id="{43B55C35-7D4E-4F00-B3BA-A8AECA394903}"/>
              </a:ext>
            </a:extLst>
          </p:cNvPr>
          <p:cNvSpPr txBox="1"/>
          <p:nvPr/>
        </p:nvSpPr>
        <p:spPr>
          <a:xfrm>
            <a:off x="6456040" y="1680013"/>
            <a:ext cx="5275569" cy="523220"/>
          </a:xfrm>
          <a:prstGeom prst="rect">
            <a:avLst/>
          </a:prstGeom>
          <a:noFill/>
        </p:spPr>
        <p:txBody>
          <a:bodyPr wrap="square" rtlCol="0">
            <a:spAutoFit/>
          </a:bodyPr>
          <a:lstStyle/>
          <a:p>
            <a:r>
              <a:rPr lang="zh-CN" altLang="en-US" sz="2800" b="1" dirty="0">
                <a:solidFill>
                  <a:srgbClr val="141735"/>
                </a:solidFill>
                <a:latin typeface="+mj-ea"/>
                <a:ea typeface="+mj-ea"/>
              </a:rPr>
              <a:t>兴业</a:t>
            </a:r>
            <a:r>
              <a:rPr lang="zh-CN" altLang="en-US" sz="2800" b="1" dirty="0" smtClean="0">
                <a:solidFill>
                  <a:srgbClr val="141735"/>
                </a:solidFill>
                <a:latin typeface="+mj-ea"/>
                <a:ea typeface="+mj-ea"/>
              </a:rPr>
              <a:t>银行</a:t>
            </a:r>
            <a:r>
              <a:rPr lang="zh-CN" altLang="en-US" sz="2800" b="1" dirty="0">
                <a:solidFill>
                  <a:srgbClr val="141735"/>
                </a:solidFill>
                <a:latin typeface="+mj-ea"/>
                <a:ea typeface="+mj-ea"/>
              </a:rPr>
              <a:t>企业</a:t>
            </a:r>
            <a:r>
              <a:rPr lang="zh-CN" altLang="en-US" sz="2800" b="1" dirty="0" smtClean="0">
                <a:solidFill>
                  <a:srgbClr val="141735"/>
                </a:solidFill>
                <a:latin typeface="+mj-ea"/>
                <a:ea typeface="+mj-ea"/>
              </a:rPr>
              <a:t>信息</a:t>
            </a:r>
            <a:endParaRPr lang="zh-CN" altLang="en-US" sz="2800" b="1" dirty="0">
              <a:solidFill>
                <a:srgbClr val="141735"/>
              </a:solidFill>
              <a:latin typeface="+mj-ea"/>
              <a:ea typeface="+mj-ea"/>
            </a:endParaRPr>
          </a:p>
        </p:txBody>
      </p:sp>
      <p:sp>
        <p:nvSpPr>
          <p:cNvPr id="4" name="矩形 3">
            <a:extLst>
              <a:ext uri="{FF2B5EF4-FFF2-40B4-BE49-F238E27FC236}">
                <a16:creationId xmlns="" xmlns:a16="http://schemas.microsoft.com/office/drawing/2014/main" id="{98ED618F-89ED-4256-B8DD-050EAD7FEC4E}"/>
              </a:ext>
            </a:extLst>
          </p:cNvPr>
          <p:cNvSpPr/>
          <p:nvPr/>
        </p:nvSpPr>
        <p:spPr>
          <a:xfrm>
            <a:off x="6456040" y="2735250"/>
            <a:ext cx="4968552" cy="2677656"/>
          </a:xfrm>
          <a:prstGeom prst="rect">
            <a:avLst/>
          </a:prstGeom>
        </p:spPr>
        <p:txBody>
          <a:bodyPr wrap="square">
            <a:spAutoFit/>
          </a:bodyPr>
          <a:lstStyle/>
          <a:p>
            <a:pPr>
              <a:lnSpc>
                <a:spcPct val="150000"/>
              </a:lnSpc>
            </a:pPr>
            <a:r>
              <a:rPr lang="zh-CN" altLang="en-US" sz="1400" dirty="0">
                <a:solidFill>
                  <a:srgbClr val="333333"/>
                </a:solidFill>
                <a:latin typeface="Microsoft YaHei Light" charset="-122"/>
                <a:ea typeface="Microsoft YaHei Light" charset="-122"/>
                <a:cs typeface="Microsoft YaHei Light" charset="-122"/>
              </a:rPr>
              <a:t>兴业银行股份有限公司</a:t>
            </a:r>
            <a:r>
              <a:rPr lang="en-US" altLang="zh-CN" sz="1400" dirty="0">
                <a:solidFill>
                  <a:srgbClr val="333333"/>
                </a:solidFill>
                <a:latin typeface="Microsoft YaHei Light" charset="-122"/>
                <a:ea typeface="Microsoft YaHei Light" charset="-122"/>
                <a:cs typeface="Microsoft YaHei Light" charset="-122"/>
              </a:rPr>
              <a:t>(</a:t>
            </a:r>
            <a:r>
              <a:rPr lang="zh-CN" altLang="en-US" sz="1400" dirty="0">
                <a:solidFill>
                  <a:srgbClr val="333333"/>
                </a:solidFill>
                <a:latin typeface="Microsoft YaHei Light" charset="-122"/>
                <a:ea typeface="Microsoft YaHei Light" charset="-122"/>
                <a:cs typeface="Microsoft YaHei Light" charset="-122"/>
              </a:rPr>
              <a:t>简称</a:t>
            </a:r>
            <a:r>
              <a:rPr lang="en-US" altLang="zh-CN" sz="1400" dirty="0">
                <a:solidFill>
                  <a:srgbClr val="333333"/>
                </a:solidFill>
                <a:latin typeface="Microsoft YaHei Light" charset="-122"/>
                <a:ea typeface="Microsoft YaHei Light" charset="-122"/>
                <a:cs typeface="Microsoft YaHei Light" charset="-122"/>
              </a:rPr>
              <a:t>:</a:t>
            </a:r>
            <a:r>
              <a:rPr lang="zh-CN" altLang="en-US" sz="1400" dirty="0">
                <a:solidFill>
                  <a:srgbClr val="333333"/>
                </a:solidFill>
                <a:latin typeface="Microsoft YaHei Light" charset="-122"/>
                <a:ea typeface="Microsoft YaHei Light" charset="-122"/>
                <a:cs typeface="Microsoft YaHei Light" charset="-122"/>
              </a:rPr>
              <a:t>兴业银行</a:t>
            </a:r>
            <a:r>
              <a:rPr lang="en-US" altLang="zh-CN" sz="1400" dirty="0">
                <a:solidFill>
                  <a:srgbClr val="333333"/>
                </a:solidFill>
                <a:latin typeface="Microsoft YaHei Light" charset="-122"/>
                <a:ea typeface="Microsoft YaHei Light" charset="-122"/>
                <a:cs typeface="Microsoft YaHei Light" charset="-122"/>
              </a:rPr>
              <a:t>)</a:t>
            </a:r>
            <a:r>
              <a:rPr lang="zh-CN" altLang="en-US" sz="1400" dirty="0">
                <a:solidFill>
                  <a:srgbClr val="333333"/>
                </a:solidFill>
                <a:latin typeface="Microsoft YaHei Light" charset="-122"/>
                <a:ea typeface="Microsoft YaHei Light" charset="-122"/>
                <a:cs typeface="Microsoft YaHei Light" charset="-122"/>
              </a:rPr>
              <a:t>成立于</a:t>
            </a:r>
            <a:r>
              <a:rPr lang="en-US" altLang="zh-CN" sz="1400" dirty="0">
                <a:solidFill>
                  <a:srgbClr val="333333"/>
                </a:solidFill>
                <a:latin typeface="Microsoft YaHei Light" charset="-122"/>
                <a:ea typeface="Microsoft YaHei Light" charset="-122"/>
                <a:cs typeface="Microsoft YaHei Light" charset="-122"/>
              </a:rPr>
              <a:t>1988</a:t>
            </a:r>
            <a:r>
              <a:rPr lang="zh-CN" altLang="en-US" sz="1400" dirty="0">
                <a:solidFill>
                  <a:srgbClr val="333333"/>
                </a:solidFill>
                <a:latin typeface="Microsoft YaHei Light" charset="-122"/>
                <a:ea typeface="Microsoft YaHei Light" charset="-122"/>
                <a:cs typeface="Microsoft YaHei Light" charset="-122"/>
              </a:rPr>
              <a:t>年</a:t>
            </a:r>
            <a:r>
              <a:rPr lang="en-US" altLang="zh-CN" sz="1400" dirty="0">
                <a:solidFill>
                  <a:srgbClr val="333333"/>
                </a:solidFill>
                <a:latin typeface="Microsoft YaHei Light" charset="-122"/>
                <a:ea typeface="Microsoft YaHei Light" charset="-122"/>
                <a:cs typeface="Microsoft YaHei Light" charset="-122"/>
              </a:rPr>
              <a:t>8</a:t>
            </a:r>
            <a:r>
              <a:rPr lang="zh-CN" altLang="en-US" sz="1400" dirty="0">
                <a:solidFill>
                  <a:srgbClr val="333333"/>
                </a:solidFill>
                <a:latin typeface="Microsoft YaHei Light" charset="-122"/>
                <a:ea typeface="Microsoft YaHei Light" charset="-122"/>
                <a:cs typeface="Microsoft YaHei Light" charset="-122"/>
              </a:rPr>
              <a:t>月</a:t>
            </a:r>
            <a:r>
              <a:rPr lang="en-US" altLang="zh-CN" sz="1400" dirty="0">
                <a:solidFill>
                  <a:srgbClr val="333333"/>
                </a:solidFill>
                <a:latin typeface="Microsoft YaHei Light" charset="-122"/>
                <a:ea typeface="Microsoft YaHei Light" charset="-122"/>
                <a:cs typeface="Microsoft YaHei Light" charset="-122"/>
              </a:rPr>
              <a:t>,</a:t>
            </a:r>
            <a:r>
              <a:rPr lang="zh-CN" altLang="en-US" sz="1400" dirty="0">
                <a:solidFill>
                  <a:srgbClr val="333333"/>
                </a:solidFill>
                <a:latin typeface="Microsoft YaHei Light" charset="-122"/>
                <a:ea typeface="Microsoft YaHei Light" charset="-122"/>
                <a:cs typeface="Microsoft YaHei Light" charset="-122"/>
              </a:rPr>
              <a:t>总行设在福建省福州市</a:t>
            </a:r>
            <a:r>
              <a:rPr lang="en-US" altLang="zh-CN" sz="1400" dirty="0">
                <a:solidFill>
                  <a:srgbClr val="333333"/>
                </a:solidFill>
                <a:latin typeface="Microsoft YaHei Light" charset="-122"/>
                <a:ea typeface="Microsoft YaHei Light" charset="-122"/>
                <a:cs typeface="Microsoft YaHei Light" charset="-122"/>
              </a:rPr>
              <a:t>,</a:t>
            </a:r>
            <a:r>
              <a:rPr lang="zh-CN" altLang="en-US" sz="1400" dirty="0">
                <a:solidFill>
                  <a:srgbClr val="333333"/>
                </a:solidFill>
                <a:latin typeface="Microsoft YaHei Light" charset="-122"/>
                <a:ea typeface="Microsoft YaHei Light" charset="-122"/>
                <a:cs typeface="Microsoft YaHei Light" charset="-122"/>
              </a:rPr>
              <a:t>是经国务院、中国人民银行批准成立的首批股份制商业银行之一</a:t>
            </a:r>
            <a:r>
              <a:rPr lang="en-US" altLang="zh-CN" sz="1400" dirty="0">
                <a:solidFill>
                  <a:srgbClr val="333333"/>
                </a:solidFill>
                <a:latin typeface="Microsoft YaHei Light" charset="-122"/>
                <a:ea typeface="Microsoft YaHei Light" charset="-122"/>
                <a:cs typeface="Microsoft YaHei Light" charset="-122"/>
              </a:rPr>
              <a:t>,</a:t>
            </a:r>
            <a:r>
              <a:rPr lang="zh-CN" altLang="en-US" sz="1400" dirty="0">
                <a:solidFill>
                  <a:srgbClr val="333333"/>
                </a:solidFill>
                <a:latin typeface="Microsoft YaHei Light" charset="-122"/>
                <a:ea typeface="Microsoft YaHei Light" charset="-122"/>
                <a:cs typeface="Microsoft YaHei Light" charset="-122"/>
              </a:rPr>
              <a:t>也是中国首个赤道银行</a:t>
            </a:r>
            <a:r>
              <a:rPr lang="en-US" altLang="zh-CN" sz="1400" dirty="0" smtClean="0">
                <a:solidFill>
                  <a:srgbClr val="333333"/>
                </a:solidFill>
                <a:latin typeface="Microsoft YaHei Light" charset="-122"/>
                <a:ea typeface="Microsoft YaHei Light" charset="-122"/>
                <a:cs typeface="Microsoft YaHei Light" charset="-122"/>
              </a:rPr>
              <a:t>,</a:t>
            </a:r>
            <a:r>
              <a:rPr lang="zh-CN" altLang="en-US" sz="1400" dirty="0">
                <a:solidFill>
                  <a:srgbClr val="333333"/>
                </a:solidFill>
                <a:latin typeface="Microsoft YaHei Light" charset="-122"/>
                <a:ea typeface="Microsoft YaHei Light" charset="-122"/>
                <a:cs typeface="Microsoft YaHei Light" charset="-122"/>
              </a:rPr>
              <a:t>在国内外权威机构组织的评奖中</a:t>
            </a:r>
            <a:r>
              <a:rPr lang="en-US" altLang="zh-CN" sz="1400" dirty="0">
                <a:solidFill>
                  <a:srgbClr val="333333"/>
                </a:solidFill>
                <a:latin typeface="Microsoft YaHei Light" charset="-122"/>
                <a:ea typeface="Microsoft YaHei Light" charset="-122"/>
                <a:cs typeface="Microsoft YaHei Light" charset="-122"/>
              </a:rPr>
              <a:t>,</a:t>
            </a:r>
            <a:r>
              <a:rPr lang="zh-CN" altLang="en-US" sz="1400" dirty="0">
                <a:solidFill>
                  <a:srgbClr val="333333"/>
                </a:solidFill>
                <a:latin typeface="Microsoft YaHei Light" charset="-122"/>
                <a:ea typeface="Microsoft YaHei Light" charset="-122"/>
                <a:cs typeface="Microsoft YaHei Light" charset="-122"/>
              </a:rPr>
              <a:t>兴业银行连续六年蝉联中国银行业“年度最具社会责任金融机构奖”</a:t>
            </a:r>
            <a:r>
              <a:rPr lang="en-US" altLang="zh-CN" sz="1400" dirty="0">
                <a:solidFill>
                  <a:srgbClr val="333333"/>
                </a:solidFill>
                <a:latin typeface="Microsoft YaHei Light" charset="-122"/>
                <a:ea typeface="Microsoft YaHei Light" charset="-122"/>
                <a:cs typeface="Microsoft YaHei Light" charset="-122"/>
              </a:rPr>
              <a:t>,</a:t>
            </a:r>
            <a:r>
              <a:rPr lang="zh-CN" altLang="en-US" sz="1400" dirty="0">
                <a:solidFill>
                  <a:srgbClr val="333333"/>
                </a:solidFill>
                <a:latin typeface="Microsoft YaHei Light" charset="-122"/>
                <a:ea typeface="Microsoft YaHei Light" charset="-122"/>
                <a:cs typeface="Microsoft YaHei Light" charset="-122"/>
              </a:rPr>
              <a:t>并先后获得“亚洲卓越商业银行”、“杰出中资银行奖”、“年度最佳股份制银行”、“卓越竞争力金融控股集团”、“卓越创新银行奖”、“年度优秀绿色金融机构”、“最佳责任企业”等多项殊荣。</a:t>
            </a:r>
            <a:endParaRPr lang="zh-CN" altLang="en-US" sz="1400" dirty="0">
              <a:latin typeface="Microsoft YaHei Light" charset="-122"/>
              <a:ea typeface="Microsoft YaHei Light" charset="-122"/>
              <a:cs typeface="Microsoft YaHei Light" charset="-122"/>
            </a:endParaRPr>
          </a:p>
        </p:txBody>
      </p:sp>
      <p:grpSp>
        <p:nvGrpSpPr>
          <p:cNvPr id="5" name="组合 4">
            <a:extLst>
              <a:ext uri="{FF2B5EF4-FFF2-40B4-BE49-F238E27FC236}">
                <a16:creationId xmlns="" xmlns:a16="http://schemas.microsoft.com/office/drawing/2014/main" id="{32854047-5CA4-4A66-814C-459A1D02A4A0}"/>
              </a:ext>
            </a:extLst>
          </p:cNvPr>
          <p:cNvGrpSpPr/>
          <p:nvPr/>
        </p:nvGrpSpPr>
        <p:grpSpPr>
          <a:xfrm>
            <a:off x="1012277" y="3881145"/>
            <a:ext cx="3672408" cy="1419955"/>
            <a:chOff x="1792018" y="3869647"/>
            <a:chExt cx="3672408" cy="1419955"/>
          </a:xfrm>
        </p:grpSpPr>
        <p:sp>
          <p:nvSpPr>
            <p:cNvPr id="6" name="文本框 5">
              <a:extLst>
                <a:ext uri="{FF2B5EF4-FFF2-40B4-BE49-F238E27FC236}">
                  <a16:creationId xmlns="" xmlns:a16="http://schemas.microsoft.com/office/drawing/2014/main" id="{FF746011-8FF3-458E-BA34-9AFB5A130306}"/>
                </a:ext>
              </a:extLst>
            </p:cNvPr>
            <p:cNvSpPr txBox="1"/>
            <p:nvPr/>
          </p:nvSpPr>
          <p:spPr>
            <a:xfrm>
              <a:off x="2224066" y="3869647"/>
              <a:ext cx="2808312" cy="400110"/>
            </a:xfrm>
            <a:prstGeom prst="rect">
              <a:avLst/>
            </a:prstGeom>
            <a:noFill/>
          </p:spPr>
          <p:txBody>
            <a:bodyPr wrap="square" rtlCol="0">
              <a:spAutoFit/>
            </a:bodyPr>
            <a:lstStyle/>
            <a:p>
              <a:pPr algn="ctr"/>
              <a:r>
                <a:rPr lang="zh-CN" altLang="en-US" sz="2000" b="1" dirty="0">
                  <a:solidFill>
                    <a:srgbClr val="333333"/>
                  </a:solidFill>
                  <a:latin typeface="Microsoft YaHei" charset="-122"/>
                  <a:ea typeface="Microsoft YaHei" charset="-122"/>
                  <a:cs typeface="Microsoft YaHei" charset="-122"/>
                </a:rPr>
                <a:t>兴业银行股份有限公司</a:t>
              </a:r>
              <a:endParaRPr lang="zh-CN" altLang="en-US" sz="2000" b="1" dirty="0">
                <a:solidFill>
                  <a:schemeClr val="accent6">
                    <a:lumMod val="75000"/>
                  </a:schemeClr>
                </a:solidFill>
                <a:latin typeface="Microsoft YaHei" charset="-122"/>
                <a:ea typeface="Microsoft YaHei" charset="-122"/>
                <a:cs typeface="Microsoft YaHei" charset="-122"/>
              </a:endParaRPr>
            </a:p>
          </p:txBody>
        </p:sp>
        <p:cxnSp>
          <p:nvCxnSpPr>
            <p:cNvPr id="7" name="直接连接符 6">
              <a:extLst>
                <a:ext uri="{FF2B5EF4-FFF2-40B4-BE49-F238E27FC236}">
                  <a16:creationId xmlns="" xmlns:a16="http://schemas.microsoft.com/office/drawing/2014/main" id="{990B0342-A5F7-4CF9-984A-62C8381C8081}"/>
                </a:ext>
              </a:extLst>
            </p:cNvPr>
            <p:cNvCxnSpPr/>
            <p:nvPr/>
          </p:nvCxnSpPr>
          <p:spPr>
            <a:xfrm>
              <a:off x="2806674" y="4383556"/>
              <a:ext cx="1589315" cy="0"/>
            </a:xfrm>
            <a:prstGeom prst="line">
              <a:avLst/>
            </a:prstGeom>
            <a:ln>
              <a:solidFill>
                <a:srgbClr val="C4C9D4"/>
              </a:solidFill>
            </a:ln>
          </p:spPr>
          <p:style>
            <a:lnRef idx="1">
              <a:schemeClr val="accent1"/>
            </a:lnRef>
            <a:fillRef idx="0">
              <a:schemeClr val="accent1"/>
            </a:fillRef>
            <a:effectRef idx="0">
              <a:schemeClr val="accent1"/>
            </a:effectRef>
            <a:fontRef idx="minor">
              <a:schemeClr val="tx1"/>
            </a:fontRef>
          </p:style>
        </p:cxnSp>
        <p:sp>
          <p:nvSpPr>
            <p:cNvPr id="8" name="矩形 7">
              <a:extLst>
                <a:ext uri="{FF2B5EF4-FFF2-40B4-BE49-F238E27FC236}">
                  <a16:creationId xmlns="" xmlns:a16="http://schemas.microsoft.com/office/drawing/2014/main" id="{31E9D8E7-440F-429C-91AD-726B6833958B}"/>
                </a:ext>
              </a:extLst>
            </p:cNvPr>
            <p:cNvSpPr/>
            <p:nvPr/>
          </p:nvSpPr>
          <p:spPr>
            <a:xfrm>
              <a:off x="1792018" y="4477072"/>
              <a:ext cx="3672408" cy="812530"/>
            </a:xfrm>
            <a:prstGeom prst="rect">
              <a:avLst/>
            </a:prstGeom>
          </p:spPr>
          <p:txBody>
            <a:bodyPr wrap="square">
              <a:spAutoFit/>
            </a:bodyPr>
            <a:lstStyle/>
            <a:p>
              <a:pPr algn="ctr">
                <a:lnSpc>
                  <a:spcPct val="130000"/>
                </a:lnSpc>
              </a:pPr>
              <a:r>
                <a:rPr lang="zh-CN" altLang="en-US" sz="1200" dirty="0">
                  <a:solidFill>
                    <a:srgbClr val="333333"/>
                  </a:solidFill>
                  <a:latin typeface="Microsoft YaHei Light" charset="-122"/>
                  <a:ea typeface="Microsoft YaHei Light" charset="-122"/>
                  <a:cs typeface="Microsoft YaHei Light" charset="-122"/>
                </a:rPr>
                <a:t>兴业银行股份有限公司</a:t>
              </a:r>
              <a:r>
                <a:rPr lang="en-US" altLang="zh-CN" sz="1200" dirty="0">
                  <a:solidFill>
                    <a:srgbClr val="333333"/>
                  </a:solidFill>
                  <a:latin typeface="Microsoft YaHei Light" charset="-122"/>
                  <a:ea typeface="Microsoft YaHei Light" charset="-122"/>
                  <a:cs typeface="Microsoft YaHei Light" charset="-122"/>
                </a:rPr>
                <a:t>(</a:t>
              </a:r>
              <a:r>
                <a:rPr lang="zh-CN" altLang="en-US" sz="1200" dirty="0">
                  <a:solidFill>
                    <a:srgbClr val="333333"/>
                  </a:solidFill>
                  <a:latin typeface="Microsoft YaHei Light" charset="-122"/>
                  <a:ea typeface="Microsoft YaHei Light" charset="-122"/>
                  <a:cs typeface="Microsoft YaHei Light" charset="-122"/>
                </a:rPr>
                <a:t>简称</a:t>
              </a:r>
              <a:r>
                <a:rPr lang="en-US" altLang="zh-CN" sz="1200" dirty="0">
                  <a:solidFill>
                    <a:srgbClr val="333333"/>
                  </a:solidFill>
                  <a:latin typeface="Microsoft YaHei Light" charset="-122"/>
                  <a:ea typeface="Microsoft YaHei Light" charset="-122"/>
                  <a:cs typeface="Microsoft YaHei Light" charset="-122"/>
                </a:rPr>
                <a:t>:</a:t>
              </a:r>
              <a:r>
                <a:rPr lang="zh-CN" altLang="en-US" sz="1200" dirty="0">
                  <a:solidFill>
                    <a:srgbClr val="333333"/>
                  </a:solidFill>
                  <a:latin typeface="Microsoft YaHei Light" charset="-122"/>
                  <a:ea typeface="Microsoft YaHei Light" charset="-122"/>
                  <a:cs typeface="Microsoft YaHei Light" charset="-122"/>
                </a:rPr>
                <a:t>兴业银行</a:t>
              </a:r>
              <a:r>
                <a:rPr lang="en-US" altLang="zh-CN" sz="1200" dirty="0">
                  <a:solidFill>
                    <a:srgbClr val="333333"/>
                  </a:solidFill>
                  <a:latin typeface="Microsoft YaHei Light" charset="-122"/>
                  <a:ea typeface="Microsoft YaHei Light" charset="-122"/>
                  <a:cs typeface="Microsoft YaHei Light" charset="-122"/>
                </a:rPr>
                <a:t>)</a:t>
              </a:r>
              <a:r>
                <a:rPr lang="zh-CN" altLang="en-US" sz="1200" dirty="0">
                  <a:solidFill>
                    <a:srgbClr val="333333"/>
                  </a:solidFill>
                  <a:latin typeface="Microsoft YaHei Light" charset="-122"/>
                  <a:ea typeface="Microsoft YaHei Light" charset="-122"/>
                  <a:cs typeface="Microsoft YaHei Light" charset="-122"/>
                </a:rPr>
                <a:t>成立于</a:t>
              </a:r>
              <a:r>
                <a:rPr lang="en-US" altLang="zh-CN" sz="1200" dirty="0">
                  <a:solidFill>
                    <a:srgbClr val="333333"/>
                  </a:solidFill>
                  <a:latin typeface="Microsoft YaHei Light" charset="-122"/>
                  <a:ea typeface="Microsoft YaHei Light" charset="-122"/>
                  <a:cs typeface="Microsoft YaHei Light" charset="-122"/>
                </a:rPr>
                <a:t>1988</a:t>
              </a:r>
              <a:r>
                <a:rPr lang="zh-CN" altLang="en-US" sz="1200" dirty="0">
                  <a:solidFill>
                    <a:srgbClr val="333333"/>
                  </a:solidFill>
                  <a:latin typeface="Microsoft YaHei Light" charset="-122"/>
                  <a:ea typeface="Microsoft YaHei Light" charset="-122"/>
                  <a:cs typeface="Microsoft YaHei Light" charset="-122"/>
                </a:rPr>
                <a:t>年</a:t>
              </a:r>
              <a:r>
                <a:rPr lang="en-US" altLang="zh-CN" sz="1200" dirty="0">
                  <a:solidFill>
                    <a:srgbClr val="333333"/>
                  </a:solidFill>
                  <a:latin typeface="Microsoft YaHei Light" charset="-122"/>
                  <a:ea typeface="Microsoft YaHei Light" charset="-122"/>
                  <a:cs typeface="Microsoft YaHei Light" charset="-122"/>
                </a:rPr>
                <a:t>8</a:t>
              </a:r>
              <a:r>
                <a:rPr lang="zh-CN" altLang="en-US" sz="1200" dirty="0">
                  <a:solidFill>
                    <a:srgbClr val="333333"/>
                  </a:solidFill>
                  <a:latin typeface="Microsoft YaHei Light" charset="-122"/>
                  <a:ea typeface="Microsoft YaHei Light" charset="-122"/>
                  <a:cs typeface="Microsoft YaHei Light" charset="-122"/>
                </a:rPr>
                <a:t>月</a:t>
              </a:r>
              <a:r>
                <a:rPr lang="en-US" altLang="zh-CN" sz="1200" dirty="0">
                  <a:solidFill>
                    <a:srgbClr val="333333"/>
                  </a:solidFill>
                  <a:latin typeface="Microsoft YaHei Light" charset="-122"/>
                  <a:ea typeface="Microsoft YaHei Light" charset="-122"/>
                  <a:cs typeface="Microsoft YaHei Light" charset="-122"/>
                </a:rPr>
                <a:t>,</a:t>
              </a:r>
              <a:r>
                <a:rPr lang="zh-CN" altLang="en-US" sz="1200" dirty="0">
                  <a:solidFill>
                    <a:srgbClr val="333333"/>
                  </a:solidFill>
                  <a:latin typeface="Microsoft YaHei Light" charset="-122"/>
                  <a:ea typeface="Microsoft YaHei Light" charset="-122"/>
                  <a:cs typeface="Microsoft YaHei Light" charset="-122"/>
                </a:rPr>
                <a:t>总行设在福建省福州市</a:t>
              </a:r>
              <a:r>
                <a:rPr lang="en-US" altLang="zh-CN" sz="1200" dirty="0">
                  <a:solidFill>
                    <a:srgbClr val="333333"/>
                  </a:solidFill>
                  <a:latin typeface="Microsoft YaHei Light" charset="-122"/>
                  <a:ea typeface="Microsoft YaHei Light" charset="-122"/>
                  <a:cs typeface="Microsoft YaHei Light" charset="-122"/>
                </a:rPr>
                <a:t>,</a:t>
              </a:r>
              <a:r>
                <a:rPr lang="zh-CN" altLang="en-US" sz="1200" dirty="0">
                  <a:solidFill>
                    <a:srgbClr val="333333"/>
                  </a:solidFill>
                  <a:latin typeface="Microsoft YaHei Light" charset="-122"/>
                  <a:ea typeface="Microsoft YaHei Light" charset="-122"/>
                  <a:cs typeface="Microsoft YaHei Light" charset="-122"/>
                </a:rPr>
                <a:t>是经国务院、中国人民银行批准成立的首批股份制商业银行之一</a:t>
              </a:r>
              <a:endParaRPr lang="en-US" altLang="zh-CN" sz="1200" dirty="0">
                <a:solidFill>
                  <a:schemeClr val="tx1">
                    <a:lumMod val="65000"/>
                    <a:lumOff val="35000"/>
                  </a:schemeClr>
                </a:solidFill>
              </a:endParaRPr>
            </a:p>
          </p:txBody>
        </p:sp>
      </p:grpSp>
      <p:sp>
        <p:nvSpPr>
          <p:cNvPr id="9" name="椭圆 8">
            <a:extLst>
              <a:ext uri="{FF2B5EF4-FFF2-40B4-BE49-F238E27FC236}">
                <a16:creationId xmlns="" xmlns:a16="http://schemas.microsoft.com/office/drawing/2014/main" id="{B4363FC3-6E80-4463-B13E-0AC26A87B5D1}"/>
              </a:ext>
            </a:extLst>
          </p:cNvPr>
          <p:cNvSpPr>
            <a:spLocks noChangeAspect="1"/>
          </p:cNvSpPr>
          <p:nvPr/>
        </p:nvSpPr>
        <p:spPr>
          <a:xfrm>
            <a:off x="1919536" y="1647528"/>
            <a:ext cx="1739875" cy="1739875"/>
          </a:xfrm>
          <a:prstGeom prst="ellipse">
            <a:avLst/>
          </a:prstGeom>
          <a:pattFill prst="pct90">
            <a:fgClr>
              <a:schemeClr val="accent1"/>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插入图片</a:t>
            </a:r>
            <a:endParaRPr lang="zh-CN" altLang="en-US" dirty="0"/>
          </a:p>
        </p:txBody>
      </p:sp>
      <p:cxnSp>
        <p:nvCxnSpPr>
          <p:cNvPr id="11" name="直接连接符 14">
            <a:extLst>
              <a:ext uri="{FF2B5EF4-FFF2-40B4-BE49-F238E27FC236}">
                <a16:creationId xmlns:a16="http://schemas.microsoft.com/office/drawing/2014/main" xmlns="" id="{14A3A266-D2EF-4BF6-9D23-C71614AFE33E}"/>
              </a:ext>
            </a:extLst>
          </p:cNvPr>
          <p:cNvCxnSpPr>
            <a:cxnSpLocks/>
          </p:cNvCxnSpPr>
          <p:nvPr/>
        </p:nvCxnSpPr>
        <p:spPr>
          <a:xfrm>
            <a:off x="5709958" y="1680013"/>
            <a:ext cx="0" cy="3456384"/>
          </a:xfrm>
          <a:prstGeom prst="line">
            <a:avLst/>
          </a:prstGeom>
          <a:solidFill>
            <a:srgbClr val="E74E3E"/>
          </a:solidFill>
          <a:ln w="12700">
            <a:gradFill>
              <a:gsLst>
                <a:gs pos="0">
                  <a:srgbClr val="C3C8D3">
                    <a:alpha val="0"/>
                  </a:srgbClr>
                </a:gs>
                <a:gs pos="45000">
                  <a:srgbClr val="C3C8D3"/>
                </a:gs>
                <a:gs pos="100000">
                  <a:srgbClr val="C3C8D3">
                    <a:alpha val="0"/>
                  </a:srgbClr>
                </a:gs>
              </a:gsLst>
              <a:lin ang="5400000" scaled="1"/>
            </a:gradFill>
          </a:ln>
        </p:spPr>
        <p:style>
          <a:lnRef idx="1">
            <a:schemeClr val="accent1"/>
          </a:lnRef>
          <a:fillRef idx="0">
            <a:schemeClr val="accent1"/>
          </a:fillRef>
          <a:effectRef idx="0">
            <a:schemeClr val="accent1"/>
          </a:effectRef>
          <a:fontRef idx="minor">
            <a:schemeClr val="tx1"/>
          </a:fontRef>
        </p:style>
      </p:cxnSp>
      <p:cxnSp>
        <p:nvCxnSpPr>
          <p:cNvPr id="12" name="直线连接符 11"/>
          <p:cNvCxnSpPr/>
          <p:nvPr/>
        </p:nvCxnSpPr>
        <p:spPr>
          <a:xfrm>
            <a:off x="6600056" y="2492896"/>
            <a:ext cx="576064" cy="0"/>
          </a:xfrm>
          <a:prstGeom prst="line">
            <a:avLst/>
          </a:prstGeom>
          <a:ln w="38100" cap="rnd">
            <a:solidFill>
              <a:srgbClr val="B7393F"/>
            </a:solidFill>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70989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xmlns="" id="{E7016408-1B60-4CE2-9AB3-BA366BA12A7D}"/>
              </a:ext>
            </a:extLst>
          </p:cNvPr>
          <p:cNvSpPr/>
          <p:nvPr/>
        </p:nvSpPr>
        <p:spPr>
          <a:xfrm>
            <a:off x="1604726" y="2270440"/>
            <a:ext cx="2044873" cy="2044873"/>
          </a:xfrm>
          <a:prstGeom prst="ellipse">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dirty="0"/>
          </a:p>
        </p:txBody>
      </p:sp>
      <p:grpSp>
        <p:nvGrpSpPr>
          <p:cNvPr id="3" name="Group 12">
            <a:extLst>
              <a:ext uri="{FF2B5EF4-FFF2-40B4-BE49-F238E27FC236}">
                <a16:creationId xmlns:a16="http://schemas.microsoft.com/office/drawing/2014/main" xmlns="" id="{F6F570FF-1400-474B-9C9E-A1E999ED47F8}"/>
              </a:ext>
            </a:extLst>
          </p:cNvPr>
          <p:cNvGrpSpPr>
            <a:grpSpLocks noChangeAspect="1"/>
          </p:cNvGrpSpPr>
          <p:nvPr/>
        </p:nvGrpSpPr>
        <p:grpSpPr bwMode="auto">
          <a:xfrm>
            <a:off x="2216593" y="2873163"/>
            <a:ext cx="879369" cy="827414"/>
            <a:chOff x="3333" y="1044"/>
            <a:chExt cx="3267" cy="2854"/>
          </a:xfrm>
          <a:solidFill>
            <a:schemeClr val="bg1"/>
          </a:solidFill>
        </p:grpSpPr>
        <p:sp>
          <p:nvSpPr>
            <p:cNvPr id="4" name="Freeform 14">
              <a:extLst>
                <a:ext uri="{FF2B5EF4-FFF2-40B4-BE49-F238E27FC236}">
                  <a16:creationId xmlns:a16="http://schemas.microsoft.com/office/drawing/2014/main" xmlns="" id="{95D5DC27-7DCC-4E6F-AFF8-4282044FAC26}"/>
                </a:ext>
              </a:extLst>
            </p:cNvPr>
            <p:cNvSpPr>
              <a:spLocks/>
            </p:cNvSpPr>
            <p:nvPr/>
          </p:nvSpPr>
          <p:spPr bwMode="auto">
            <a:xfrm>
              <a:off x="3333" y="1044"/>
              <a:ext cx="2451" cy="2854"/>
            </a:xfrm>
            <a:custGeom>
              <a:avLst/>
              <a:gdLst>
                <a:gd name="T0" fmla="*/ 908 w 1036"/>
                <a:gd name="T1" fmla="*/ 372 h 1206"/>
                <a:gd name="T2" fmla="*/ 908 w 1036"/>
                <a:gd name="T3" fmla="*/ 296 h 1206"/>
                <a:gd name="T4" fmla="*/ 908 w 1036"/>
                <a:gd name="T5" fmla="*/ 152 h 1206"/>
                <a:gd name="T6" fmla="*/ 883 w 1036"/>
                <a:gd name="T7" fmla="*/ 128 h 1206"/>
                <a:gd name="T8" fmla="*/ 405 w 1036"/>
                <a:gd name="T9" fmla="*/ 128 h 1206"/>
                <a:gd name="T10" fmla="*/ 387 w 1036"/>
                <a:gd name="T11" fmla="*/ 128 h 1206"/>
                <a:gd name="T12" fmla="*/ 387 w 1036"/>
                <a:gd name="T13" fmla="*/ 150 h 1206"/>
                <a:gd name="T14" fmla="*/ 387 w 1036"/>
                <a:gd name="T15" fmla="*/ 296 h 1206"/>
                <a:gd name="T16" fmla="*/ 295 w 1036"/>
                <a:gd name="T17" fmla="*/ 386 h 1206"/>
                <a:gd name="T18" fmla="*/ 145 w 1036"/>
                <a:gd name="T19" fmla="*/ 386 h 1206"/>
                <a:gd name="T20" fmla="*/ 128 w 1036"/>
                <a:gd name="T21" fmla="*/ 386 h 1206"/>
                <a:gd name="T22" fmla="*/ 128 w 1036"/>
                <a:gd name="T23" fmla="*/ 404 h 1206"/>
                <a:gd name="T24" fmla="*/ 128 w 1036"/>
                <a:gd name="T25" fmla="*/ 1052 h 1206"/>
                <a:gd name="T26" fmla="*/ 153 w 1036"/>
                <a:gd name="T27" fmla="*/ 1078 h 1206"/>
                <a:gd name="T28" fmla="*/ 882 w 1036"/>
                <a:gd name="T29" fmla="*/ 1078 h 1206"/>
                <a:gd name="T30" fmla="*/ 908 w 1036"/>
                <a:gd name="T31" fmla="*/ 1052 h 1206"/>
                <a:gd name="T32" fmla="*/ 908 w 1036"/>
                <a:gd name="T33" fmla="*/ 869 h 1206"/>
                <a:gd name="T34" fmla="*/ 914 w 1036"/>
                <a:gd name="T35" fmla="*/ 851 h 1206"/>
                <a:gd name="T36" fmla="*/ 1028 w 1036"/>
                <a:gd name="T37" fmla="*/ 729 h 1206"/>
                <a:gd name="T38" fmla="*/ 1035 w 1036"/>
                <a:gd name="T39" fmla="*/ 724 h 1206"/>
                <a:gd name="T40" fmla="*/ 1036 w 1036"/>
                <a:gd name="T41" fmla="*/ 738 h 1206"/>
                <a:gd name="T42" fmla="*/ 1036 w 1036"/>
                <a:gd name="T43" fmla="*/ 1069 h 1206"/>
                <a:gd name="T44" fmla="*/ 899 w 1036"/>
                <a:gd name="T45" fmla="*/ 1206 h 1206"/>
                <a:gd name="T46" fmla="*/ 133 w 1036"/>
                <a:gd name="T47" fmla="*/ 1206 h 1206"/>
                <a:gd name="T48" fmla="*/ 0 w 1036"/>
                <a:gd name="T49" fmla="*/ 1073 h 1206"/>
                <a:gd name="T50" fmla="*/ 0 w 1036"/>
                <a:gd name="T51" fmla="*/ 316 h 1206"/>
                <a:gd name="T52" fmla="*/ 19 w 1036"/>
                <a:gd name="T53" fmla="*/ 267 h 1206"/>
                <a:gd name="T54" fmla="*/ 265 w 1036"/>
                <a:gd name="T55" fmla="*/ 27 h 1206"/>
                <a:gd name="T56" fmla="*/ 331 w 1036"/>
                <a:gd name="T57" fmla="*/ 0 h 1206"/>
                <a:gd name="T58" fmla="*/ 902 w 1036"/>
                <a:gd name="T59" fmla="*/ 0 h 1206"/>
                <a:gd name="T60" fmla="*/ 1036 w 1036"/>
                <a:gd name="T61" fmla="*/ 129 h 1206"/>
                <a:gd name="T62" fmla="*/ 1035 w 1036"/>
                <a:gd name="T63" fmla="*/ 206 h 1206"/>
                <a:gd name="T64" fmla="*/ 1028 w 1036"/>
                <a:gd name="T65" fmla="*/ 224 h 1206"/>
                <a:gd name="T66" fmla="*/ 942 w 1036"/>
                <a:gd name="T67" fmla="*/ 328 h 1206"/>
                <a:gd name="T68" fmla="*/ 921 w 1036"/>
                <a:gd name="T69" fmla="*/ 358 h 1206"/>
                <a:gd name="T70" fmla="*/ 908 w 1036"/>
                <a:gd name="T71" fmla="*/ 372 h 12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36" h="1206">
                  <a:moveTo>
                    <a:pt x="908" y="372"/>
                  </a:moveTo>
                  <a:cubicBezTo>
                    <a:pt x="908" y="344"/>
                    <a:pt x="908" y="320"/>
                    <a:pt x="908" y="296"/>
                  </a:cubicBezTo>
                  <a:cubicBezTo>
                    <a:pt x="908" y="248"/>
                    <a:pt x="908" y="200"/>
                    <a:pt x="908" y="152"/>
                  </a:cubicBezTo>
                  <a:cubicBezTo>
                    <a:pt x="908" y="131"/>
                    <a:pt x="905" y="128"/>
                    <a:pt x="883" y="128"/>
                  </a:cubicBezTo>
                  <a:cubicBezTo>
                    <a:pt x="724" y="128"/>
                    <a:pt x="565" y="128"/>
                    <a:pt x="405" y="128"/>
                  </a:cubicBezTo>
                  <a:cubicBezTo>
                    <a:pt x="400" y="128"/>
                    <a:pt x="394" y="128"/>
                    <a:pt x="387" y="128"/>
                  </a:cubicBezTo>
                  <a:cubicBezTo>
                    <a:pt x="387" y="137"/>
                    <a:pt x="387" y="144"/>
                    <a:pt x="387" y="150"/>
                  </a:cubicBezTo>
                  <a:cubicBezTo>
                    <a:pt x="387" y="199"/>
                    <a:pt x="387" y="247"/>
                    <a:pt x="387" y="296"/>
                  </a:cubicBezTo>
                  <a:cubicBezTo>
                    <a:pt x="386" y="352"/>
                    <a:pt x="351" y="386"/>
                    <a:pt x="295" y="386"/>
                  </a:cubicBezTo>
                  <a:cubicBezTo>
                    <a:pt x="245" y="386"/>
                    <a:pt x="195" y="386"/>
                    <a:pt x="145" y="386"/>
                  </a:cubicBezTo>
                  <a:cubicBezTo>
                    <a:pt x="140" y="386"/>
                    <a:pt x="135" y="386"/>
                    <a:pt x="128" y="386"/>
                  </a:cubicBezTo>
                  <a:cubicBezTo>
                    <a:pt x="128" y="394"/>
                    <a:pt x="128" y="399"/>
                    <a:pt x="128" y="404"/>
                  </a:cubicBezTo>
                  <a:cubicBezTo>
                    <a:pt x="128" y="620"/>
                    <a:pt x="128" y="836"/>
                    <a:pt x="128" y="1052"/>
                  </a:cubicBezTo>
                  <a:cubicBezTo>
                    <a:pt x="128" y="1076"/>
                    <a:pt x="130" y="1078"/>
                    <a:pt x="153" y="1078"/>
                  </a:cubicBezTo>
                  <a:cubicBezTo>
                    <a:pt x="396" y="1078"/>
                    <a:pt x="639" y="1078"/>
                    <a:pt x="882" y="1078"/>
                  </a:cubicBezTo>
                  <a:cubicBezTo>
                    <a:pt x="906" y="1078"/>
                    <a:pt x="908" y="1076"/>
                    <a:pt x="908" y="1052"/>
                  </a:cubicBezTo>
                  <a:cubicBezTo>
                    <a:pt x="908" y="991"/>
                    <a:pt x="908" y="930"/>
                    <a:pt x="908" y="869"/>
                  </a:cubicBezTo>
                  <a:cubicBezTo>
                    <a:pt x="908" y="863"/>
                    <a:pt x="910" y="855"/>
                    <a:pt x="914" y="851"/>
                  </a:cubicBezTo>
                  <a:cubicBezTo>
                    <a:pt x="952" y="810"/>
                    <a:pt x="990" y="770"/>
                    <a:pt x="1028" y="729"/>
                  </a:cubicBezTo>
                  <a:cubicBezTo>
                    <a:pt x="1030" y="728"/>
                    <a:pt x="1031" y="727"/>
                    <a:pt x="1035" y="724"/>
                  </a:cubicBezTo>
                  <a:cubicBezTo>
                    <a:pt x="1035" y="730"/>
                    <a:pt x="1036" y="734"/>
                    <a:pt x="1036" y="738"/>
                  </a:cubicBezTo>
                  <a:cubicBezTo>
                    <a:pt x="1036" y="849"/>
                    <a:pt x="1036" y="959"/>
                    <a:pt x="1036" y="1069"/>
                  </a:cubicBezTo>
                  <a:cubicBezTo>
                    <a:pt x="1035" y="1151"/>
                    <a:pt x="981" y="1206"/>
                    <a:pt x="899" y="1206"/>
                  </a:cubicBezTo>
                  <a:cubicBezTo>
                    <a:pt x="643" y="1206"/>
                    <a:pt x="388" y="1206"/>
                    <a:pt x="133" y="1206"/>
                  </a:cubicBezTo>
                  <a:cubicBezTo>
                    <a:pt x="56" y="1206"/>
                    <a:pt x="0" y="1150"/>
                    <a:pt x="0" y="1073"/>
                  </a:cubicBezTo>
                  <a:cubicBezTo>
                    <a:pt x="0" y="821"/>
                    <a:pt x="0" y="568"/>
                    <a:pt x="0" y="316"/>
                  </a:cubicBezTo>
                  <a:cubicBezTo>
                    <a:pt x="0" y="297"/>
                    <a:pt x="6" y="281"/>
                    <a:pt x="19" y="267"/>
                  </a:cubicBezTo>
                  <a:cubicBezTo>
                    <a:pt x="101" y="187"/>
                    <a:pt x="183" y="107"/>
                    <a:pt x="265" y="27"/>
                  </a:cubicBezTo>
                  <a:cubicBezTo>
                    <a:pt x="283" y="9"/>
                    <a:pt x="305" y="0"/>
                    <a:pt x="331" y="0"/>
                  </a:cubicBezTo>
                  <a:cubicBezTo>
                    <a:pt x="521" y="0"/>
                    <a:pt x="712" y="0"/>
                    <a:pt x="902" y="0"/>
                  </a:cubicBezTo>
                  <a:cubicBezTo>
                    <a:pt x="978" y="1"/>
                    <a:pt x="1033" y="53"/>
                    <a:pt x="1036" y="129"/>
                  </a:cubicBezTo>
                  <a:cubicBezTo>
                    <a:pt x="1036" y="155"/>
                    <a:pt x="1036" y="180"/>
                    <a:pt x="1035" y="206"/>
                  </a:cubicBezTo>
                  <a:cubicBezTo>
                    <a:pt x="1035" y="212"/>
                    <a:pt x="1032" y="219"/>
                    <a:pt x="1028" y="224"/>
                  </a:cubicBezTo>
                  <a:cubicBezTo>
                    <a:pt x="999" y="259"/>
                    <a:pt x="970" y="293"/>
                    <a:pt x="942" y="328"/>
                  </a:cubicBezTo>
                  <a:cubicBezTo>
                    <a:pt x="934" y="337"/>
                    <a:pt x="928" y="348"/>
                    <a:pt x="921" y="358"/>
                  </a:cubicBezTo>
                  <a:cubicBezTo>
                    <a:pt x="918" y="362"/>
                    <a:pt x="914" y="365"/>
                    <a:pt x="908" y="37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5" name="Freeform 15">
              <a:extLst>
                <a:ext uri="{FF2B5EF4-FFF2-40B4-BE49-F238E27FC236}">
                  <a16:creationId xmlns:a16="http://schemas.microsoft.com/office/drawing/2014/main" xmlns="" id="{3E783F0B-1EB4-4800-A773-5FD216848BBA}"/>
                </a:ext>
              </a:extLst>
            </p:cNvPr>
            <p:cNvSpPr>
              <a:spLocks/>
            </p:cNvSpPr>
            <p:nvPr/>
          </p:nvSpPr>
          <p:spPr bwMode="auto">
            <a:xfrm>
              <a:off x="4765" y="2054"/>
              <a:ext cx="1154" cy="1326"/>
            </a:xfrm>
            <a:custGeom>
              <a:avLst/>
              <a:gdLst>
                <a:gd name="T0" fmla="*/ 351 w 488"/>
                <a:gd name="T1" fmla="*/ 0 h 560"/>
                <a:gd name="T2" fmla="*/ 488 w 488"/>
                <a:gd name="T3" fmla="*/ 114 h 560"/>
                <a:gd name="T4" fmla="*/ 431 w 488"/>
                <a:gd name="T5" fmla="*/ 180 h 560"/>
                <a:gd name="T6" fmla="*/ 127 w 488"/>
                <a:gd name="T7" fmla="*/ 490 h 560"/>
                <a:gd name="T8" fmla="*/ 39 w 488"/>
                <a:gd name="T9" fmla="*/ 554 h 560"/>
                <a:gd name="T10" fmla="*/ 5 w 488"/>
                <a:gd name="T11" fmla="*/ 560 h 560"/>
                <a:gd name="T12" fmla="*/ 4 w 488"/>
                <a:gd name="T13" fmla="*/ 526 h 560"/>
                <a:gd name="T14" fmla="*/ 64 w 488"/>
                <a:gd name="T15" fmla="*/ 404 h 560"/>
                <a:gd name="T16" fmla="*/ 347 w 488"/>
                <a:gd name="T17" fmla="*/ 7 h 560"/>
                <a:gd name="T18" fmla="*/ 351 w 488"/>
                <a:gd name="T19" fmla="*/ 0 h 5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88" h="560">
                  <a:moveTo>
                    <a:pt x="351" y="0"/>
                  </a:moveTo>
                  <a:cubicBezTo>
                    <a:pt x="398" y="39"/>
                    <a:pt x="443" y="76"/>
                    <a:pt x="488" y="114"/>
                  </a:cubicBezTo>
                  <a:cubicBezTo>
                    <a:pt x="469" y="137"/>
                    <a:pt x="450" y="159"/>
                    <a:pt x="431" y="180"/>
                  </a:cubicBezTo>
                  <a:cubicBezTo>
                    <a:pt x="336" y="289"/>
                    <a:pt x="238" y="396"/>
                    <a:pt x="127" y="490"/>
                  </a:cubicBezTo>
                  <a:cubicBezTo>
                    <a:pt x="100" y="514"/>
                    <a:pt x="69" y="534"/>
                    <a:pt x="39" y="554"/>
                  </a:cubicBezTo>
                  <a:cubicBezTo>
                    <a:pt x="30" y="560"/>
                    <a:pt x="17" y="558"/>
                    <a:pt x="5" y="560"/>
                  </a:cubicBezTo>
                  <a:cubicBezTo>
                    <a:pt x="5" y="549"/>
                    <a:pt x="0" y="536"/>
                    <a:pt x="4" y="526"/>
                  </a:cubicBezTo>
                  <a:cubicBezTo>
                    <a:pt x="23" y="485"/>
                    <a:pt x="41" y="443"/>
                    <a:pt x="64" y="404"/>
                  </a:cubicBezTo>
                  <a:cubicBezTo>
                    <a:pt x="147" y="264"/>
                    <a:pt x="245" y="134"/>
                    <a:pt x="347" y="7"/>
                  </a:cubicBezTo>
                  <a:cubicBezTo>
                    <a:pt x="348" y="5"/>
                    <a:pt x="349" y="3"/>
                    <a:pt x="3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dirty="0"/>
            </a:p>
          </p:txBody>
        </p:sp>
        <p:sp>
          <p:nvSpPr>
            <p:cNvPr id="6" name="Freeform 16">
              <a:extLst>
                <a:ext uri="{FF2B5EF4-FFF2-40B4-BE49-F238E27FC236}">
                  <a16:creationId xmlns:a16="http://schemas.microsoft.com/office/drawing/2014/main" xmlns="" id="{7DF26970-BB58-4EDE-BC88-06B2C770E835}"/>
                </a:ext>
              </a:extLst>
            </p:cNvPr>
            <p:cNvSpPr>
              <a:spLocks/>
            </p:cNvSpPr>
            <p:nvPr/>
          </p:nvSpPr>
          <p:spPr bwMode="auto">
            <a:xfrm>
              <a:off x="5678" y="1335"/>
              <a:ext cx="816" cy="894"/>
            </a:xfrm>
            <a:custGeom>
              <a:avLst/>
              <a:gdLst>
                <a:gd name="T0" fmla="*/ 139 w 345"/>
                <a:gd name="T1" fmla="*/ 378 h 378"/>
                <a:gd name="T2" fmla="*/ 0 w 345"/>
                <a:gd name="T3" fmla="*/ 264 h 378"/>
                <a:gd name="T4" fmla="*/ 19 w 345"/>
                <a:gd name="T5" fmla="*/ 240 h 378"/>
                <a:gd name="T6" fmla="*/ 183 w 345"/>
                <a:gd name="T7" fmla="*/ 54 h 378"/>
                <a:gd name="T8" fmla="*/ 231 w 345"/>
                <a:gd name="T9" fmla="*/ 17 h 378"/>
                <a:gd name="T10" fmla="*/ 308 w 345"/>
                <a:gd name="T11" fmla="*/ 26 h 378"/>
                <a:gd name="T12" fmla="*/ 334 w 345"/>
                <a:gd name="T13" fmla="*/ 103 h 378"/>
                <a:gd name="T14" fmla="*/ 312 w 345"/>
                <a:gd name="T15" fmla="*/ 150 h 378"/>
                <a:gd name="T16" fmla="*/ 139 w 345"/>
                <a:gd name="T17" fmla="*/ 378 h 3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5" h="378">
                  <a:moveTo>
                    <a:pt x="139" y="378"/>
                  </a:moveTo>
                  <a:cubicBezTo>
                    <a:pt x="90" y="338"/>
                    <a:pt x="46" y="301"/>
                    <a:pt x="0" y="264"/>
                  </a:cubicBezTo>
                  <a:cubicBezTo>
                    <a:pt x="7" y="255"/>
                    <a:pt x="13" y="247"/>
                    <a:pt x="19" y="240"/>
                  </a:cubicBezTo>
                  <a:cubicBezTo>
                    <a:pt x="74" y="178"/>
                    <a:pt x="128" y="115"/>
                    <a:pt x="183" y="54"/>
                  </a:cubicBezTo>
                  <a:cubicBezTo>
                    <a:pt x="196" y="39"/>
                    <a:pt x="214" y="27"/>
                    <a:pt x="231" y="17"/>
                  </a:cubicBezTo>
                  <a:cubicBezTo>
                    <a:pt x="259" y="0"/>
                    <a:pt x="280" y="4"/>
                    <a:pt x="308" y="26"/>
                  </a:cubicBezTo>
                  <a:cubicBezTo>
                    <a:pt x="336" y="50"/>
                    <a:pt x="345" y="73"/>
                    <a:pt x="334" y="103"/>
                  </a:cubicBezTo>
                  <a:cubicBezTo>
                    <a:pt x="328" y="119"/>
                    <a:pt x="322" y="136"/>
                    <a:pt x="312" y="150"/>
                  </a:cubicBezTo>
                  <a:cubicBezTo>
                    <a:pt x="255" y="226"/>
                    <a:pt x="197" y="301"/>
                    <a:pt x="139" y="37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7" name="Freeform 17">
              <a:extLst>
                <a:ext uri="{FF2B5EF4-FFF2-40B4-BE49-F238E27FC236}">
                  <a16:creationId xmlns:a16="http://schemas.microsoft.com/office/drawing/2014/main" xmlns="" id="{33269712-B220-48C5-8815-D651D095B246}"/>
                </a:ext>
              </a:extLst>
            </p:cNvPr>
            <p:cNvSpPr>
              <a:spLocks/>
            </p:cNvSpPr>
            <p:nvPr/>
          </p:nvSpPr>
          <p:spPr bwMode="auto">
            <a:xfrm>
              <a:off x="3948" y="2168"/>
              <a:ext cx="1221" cy="199"/>
            </a:xfrm>
            <a:custGeom>
              <a:avLst/>
              <a:gdLst>
                <a:gd name="T0" fmla="*/ 257 w 516"/>
                <a:gd name="T1" fmla="*/ 0 h 84"/>
                <a:gd name="T2" fmla="*/ 496 w 516"/>
                <a:gd name="T3" fmla="*/ 0 h 84"/>
                <a:gd name="T4" fmla="*/ 516 w 516"/>
                <a:gd name="T5" fmla="*/ 19 h 84"/>
                <a:gd name="T6" fmla="*/ 516 w 516"/>
                <a:gd name="T7" fmla="*/ 49 h 84"/>
                <a:gd name="T8" fmla="*/ 481 w 516"/>
                <a:gd name="T9" fmla="*/ 84 h 84"/>
                <a:gd name="T10" fmla="*/ 23 w 516"/>
                <a:gd name="T11" fmla="*/ 84 h 84"/>
                <a:gd name="T12" fmla="*/ 0 w 516"/>
                <a:gd name="T13" fmla="*/ 61 h 84"/>
                <a:gd name="T14" fmla="*/ 0 w 516"/>
                <a:gd name="T15" fmla="*/ 22 h 84"/>
                <a:gd name="T16" fmla="*/ 22 w 516"/>
                <a:gd name="T17" fmla="*/ 0 h 84"/>
                <a:gd name="T18" fmla="*/ 257 w 516"/>
                <a:gd name="T19" fmla="*/ 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6" h="84">
                  <a:moveTo>
                    <a:pt x="257" y="0"/>
                  </a:moveTo>
                  <a:cubicBezTo>
                    <a:pt x="337" y="0"/>
                    <a:pt x="416" y="0"/>
                    <a:pt x="496" y="0"/>
                  </a:cubicBezTo>
                  <a:cubicBezTo>
                    <a:pt x="515" y="0"/>
                    <a:pt x="516" y="1"/>
                    <a:pt x="516" y="19"/>
                  </a:cubicBezTo>
                  <a:cubicBezTo>
                    <a:pt x="516" y="29"/>
                    <a:pt x="516" y="39"/>
                    <a:pt x="516" y="49"/>
                  </a:cubicBezTo>
                  <a:cubicBezTo>
                    <a:pt x="516" y="71"/>
                    <a:pt x="503" y="84"/>
                    <a:pt x="481" y="84"/>
                  </a:cubicBezTo>
                  <a:cubicBezTo>
                    <a:pt x="329" y="84"/>
                    <a:pt x="176" y="84"/>
                    <a:pt x="23" y="84"/>
                  </a:cubicBezTo>
                  <a:cubicBezTo>
                    <a:pt x="0" y="84"/>
                    <a:pt x="0" y="83"/>
                    <a:pt x="0" y="61"/>
                  </a:cubicBezTo>
                  <a:cubicBezTo>
                    <a:pt x="0" y="48"/>
                    <a:pt x="0" y="35"/>
                    <a:pt x="0" y="22"/>
                  </a:cubicBezTo>
                  <a:cubicBezTo>
                    <a:pt x="0" y="0"/>
                    <a:pt x="0" y="0"/>
                    <a:pt x="22" y="0"/>
                  </a:cubicBezTo>
                  <a:cubicBezTo>
                    <a:pt x="100" y="0"/>
                    <a:pt x="179" y="0"/>
                    <a:pt x="2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8" name="Freeform 18">
              <a:extLst>
                <a:ext uri="{FF2B5EF4-FFF2-40B4-BE49-F238E27FC236}">
                  <a16:creationId xmlns:a16="http://schemas.microsoft.com/office/drawing/2014/main" xmlns="" id="{AA1FB256-2F6F-4C4D-837C-89998CF7BFAE}"/>
                </a:ext>
              </a:extLst>
            </p:cNvPr>
            <p:cNvSpPr>
              <a:spLocks/>
            </p:cNvSpPr>
            <p:nvPr/>
          </p:nvSpPr>
          <p:spPr bwMode="auto">
            <a:xfrm>
              <a:off x="3946" y="2575"/>
              <a:ext cx="1029" cy="201"/>
            </a:xfrm>
            <a:custGeom>
              <a:avLst/>
              <a:gdLst>
                <a:gd name="T0" fmla="*/ 435 w 435"/>
                <a:gd name="T1" fmla="*/ 0 h 85"/>
                <a:gd name="T2" fmla="*/ 382 w 435"/>
                <a:gd name="T3" fmla="*/ 80 h 85"/>
                <a:gd name="T4" fmla="*/ 371 w 435"/>
                <a:gd name="T5" fmla="*/ 84 h 85"/>
                <a:gd name="T6" fmla="*/ 15 w 435"/>
                <a:gd name="T7" fmla="*/ 85 h 85"/>
                <a:gd name="T8" fmla="*/ 1 w 435"/>
                <a:gd name="T9" fmla="*/ 69 h 85"/>
                <a:gd name="T10" fmla="*/ 0 w 435"/>
                <a:gd name="T11" fmla="*/ 18 h 85"/>
                <a:gd name="T12" fmla="*/ 19 w 435"/>
                <a:gd name="T13" fmla="*/ 0 h 85"/>
                <a:gd name="T14" fmla="*/ 190 w 435"/>
                <a:gd name="T15" fmla="*/ 0 h 85"/>
                <a:gd name="T16" fmla="*/ 415 w 435"/>
                <a:gd name="T17" fmla="*/ 0 h 85"/>
                <a:gd name="T18" fmla="*/ 435 w 435"/>
                <a:gd name="T19"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5" h="85">
                  <a:moveTo>
                    <a:pt x="435" y="0"/>
                  </a:moveTo>
                  <a:cubicBezTo>
                    <a:pt x="417" y="29"/>
                    <a:pt x="400" y="55"/>
                    <a:pt x="382" y="80"/>
                  </a:cubicBezTo>
                  <a:cubicBezTo>
                    <a:pt x="380" y="83"/>
                    <a:pt x="375" y="84"/>
                    <a:pt x="371" y="84"/>
                  </a:cubicBezTo>
                  <a:cubicBezTo>
                    <a:pt x="252" y="85"/>
                    <a:pt x="134" y="84"/>
                    <a:pt x="15" y="85"/>
                  </a:cubicBezTo>
                  <a:cubicBezTo>
                    <a:pt x="4" y="85"/>
                    <a:pt x="0" y="80"/>
                    <a:pt x="1" y="69"/>
                  </a:cubicBezTo>
                  <a:cubicBezTo>
                    <a:pt x="1" y="52"/>
                    <a:pt x="1" y="35"/>
                    <a:pt x="0" y="18"/>
                  </a:cubicBezTo>
                  <a:cubicBezTo>
                    <a:pt x="0" y="4"/>
                    <a:pt x="6" y="0"/>
                    <a:pt x="19" y="0"/>
                  </a:cubicBezTo>
                  <a:cubicBezTo>
                    <a:pt x="76" y="0"/>
                    <a:pt x="133" y="0"/>
                    <a:pt x="190" y="0"/>
                  </a:cubicBezTo>
                  <a:cubicBezTo>
                    <a:pt x="265" y="0"/>
                    <a:pt x="340" y="0"/>
                    <a:pt x="415" y="0"/>
                  </a:cubicBezTo>
                  <a:cubicBezTo>
                    <a:pt x="421" y="0"/>
                    <a:pt x="426" y="0"/>
                    <a:pt x="43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9" name="Freeform 19">
              <a:extLst>
                <a:ext uri="{FF2B5EF4-FFF2-40B4-BE49-F238E27FC236}">
                  <a16:creationId xmlns:a16="http://schemas.microsoft.com/office/drawing/2014/main" xmlns="" id="{E945C4D8-5464-43D5-BFCE-FE17B733DED9}"/>
                </a:ext>
              </a:extLst>
            </p:cNvPr>
            <p:cNvSpPr>
              <a:spLocks/>
            </p:cNvSpPr>
            <p:nvPr/>
          </p:nvSpPr>
          <p:spPr bwMode="auto">
            <a:xfrm>
              <a:off x="3930" y="2963"/>
              <a:ext cx="730" cy="438"/>
            </a:xfrm>
            <a:custGeom>
              <a:avLst/>
              <a:gdLst>
                <a:gd name="T0" fmla="*/ 286 w 309"/>
                <a:gd name="T1" fmla="*/ 148 h 185"/>
                <a:gd name="T2" fmla="*/ 283 w 309"/>
                <a:gd name="T3" fmla="*/ 148 h 185"/>
                <a:gd name="T4" fmla="*/ 234 w 309"/>
                <a:gd name="T5" fmla="*/ 153 h 185"/>
                <a:gd name="T6" fmla="*/ 214 w 309"/>
                <a:gd name="T7" fmla="*/ 169 h 185"/>
                <a:gd name="T8" fmla="*/ 156 w 309"/>
                <a:gd name="T9" fmla="*/ 164 h 185"/>
                <a:gd name="T10" fmla="*/ 105 w 309"/>
                <a:gd name="T11" fmla="*/ 110 h 185"/>
                <a:gd name="T12" fmla="*/ 80 w 309"/>
                <a:gd name="T13" fmla="*/ 157 h 185"/>
                <a:gd name="T14" fmla="*/ 38 w 309"/>
                <a:gd name="T15" fmla="*/ 178 h 185"/>
                <a:gd name="T16" fmla="*/ 11 w 309"/>
                <a:gd name="T17" fmla="*/ 126 h 185"/>
                <a:gd name="T18" fmla="*/ 64 w 309"/>
                <a:gd name="T19" fmla="*/ 24 h 185"/>
                <a:gd name="T20" fmla="*/ 126 w 309"/>
                <a:gd name="T21" fmla="*/ 21 h 185"/>
                <a:gd name="T22" fmla="*/ 191 w 309"/>
                <a:gd name="T23" fmla="*/ 90 h 185"/>
                <a:gd name="T24" fmla="*/ 230 w 309"/>
                <a:gd name="T25" fmla="*/ 60 h 185"/>
                <a:gd name="T26" fmla="*/ 281 w 309"/>
                <a:gd name="T27" fmla="*/ 58 h 185"/>
                <a:gd name="T28" fmla="*/ 309 w 309"/>
                <a:gd name="T29" fmla="*/ 76 h 185"/>
                <a:gd name="T30" fmla="*/ 286 w 309"/>
                <a:gd name="T31" fmla="*/ 148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09" h="185">
                  <a:moveTo>
                    <a:pt x="286" y="148"/>
                  </a:moveTo>
                  <a:cubicBezTo>
                    <a:pt x="284" y="148"/>
                    <a:pt x="284" y="148"/>
                    <a:pt x="283" y="148"/>
                  </a:cubicBezTo>
                  <a:cubicBezTo>
                    <a:pt x="265" y="131"/>
                    <a:pt x="249" y="137"/>
                    <a:pt x="234" y="153"/>
                  </a:cubicBezTo>
                  <a:cubicBezTo>
                    <a:pt x="228" y="159"/>
                    <a:pt x="221" y="164"/>
                    <a:pt x="214" y="169"/>
                  </a:cubicBezTo>
                  <a:cubicBezTo>
                    <a:pt x="193" y="185"/>
                    <a:pt x="174" y="183"/>
                    <a:pt x="156" y="164"/>
                  </a:cubicBezTo>
                  <a:cubicBezTo>
                    <a:pt x="139" y="147"/>
                    <a:pt x="123" y="129"/>
                    <a:pt x="105" y="110"/>
                  </a:cubicBezTo>
                  <a:cubicBezTo>
                    <a:pt x="96" y="126"/>
                    <a:pt x="88" y="142"/>
                    <a:pt x="80" y="157"/>
                  </a:cubicBezTo>
                  <a:cubicBezTo>
                    <a:pt x="71" y="174"/>
                    <a:pt x="55" y="181"/>
                    <a:pt x="38" y="178"/>
                  </a:cubicBezTo>
                  <a:cubicBezTo>
                    <a:pt x="14" y="174"/>
                    <a:pt x="0" y="149"/>
                    <a:pt x="11" y="126"/>
                  </a:cubicBezTo>
                  <a:cubicBezTo>
                    <a:pt x="28" y="92"/>
                    <a:pt x="45" y="57"/>
                    <a:pt x="64" y="24"/>
                  </a:cubicBezTo>
                  <a:cubicBezTo>
                    <a:pt x="77" y="0"/>
                    <a:pt x="107" y="0"/>
                    <a:pt x="126" y="21"/>
                  </a:cubicBezTo>
                  <a:cubicBezTo>
                    <a:pt x="148" y="43"/>
                    <a:pt x="169" y="66"/>
                    <a:pt x="191" y="90"/>
                  </a:cubicBezTo>
                  <a:cubicBezTo>
                    <a:pt x="204" y="80"/>
                    <a:pt x="217" y="70"/>
                    <a:pt x="230" y="60"/>
                  </a:cubicBezTo>
                  <a:cubicBezTo>
                    <a:pt x="247" y="47"/>
                    <a:pt x="262" y="46"/>
                    <a:pt x="281" y="58"/>
                  </a:cubicBezTo>
                  <a:cubicBezTo>
                    <a:pt x="291" y="64"/>
                    <a:pt x="300" y="70"/>
                    <a:pt x="309" y="76"/>
                  </a:cubicBezTo>
                  <a:cubicBezTo>
                    <a:pt x="301" y="100"/>
                    <a:pt x="294" y="124"/>
                    <a:pt x="286" y="1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0" name="Freeform 20">
              <a:extLst>
                <a:ext uri="{FF2B5EF4-FFF2-40B4-BE49-F238E27FC236}">
                  <a16:creationId xmlns:a16="http://schemas.microsoft.com/office/drawing/2014/main" xmlns="" id="{D1789C4C-1C3C-492D-92FB-5AE584C7F860}"/>
                </a:ext>
              </a:extLst>
            </p:cNvPr>
            <p:cNvSpPr>
              <a:spLocks/>
            </p:cNvSpPr>
            <p:nvPr/>
          </p:nvSpPr>
          <p:spPr bwMode="auto">
            <a:xfrm>
              <a:off x="5919" y="1754"/>
              <a:ext cx="681" cy="816"/>
            </a:xfrm>
            <a:custGeom>
              <a:avLst/>
              <a:gdLst>
                <a:gd name="T0" fmla="*/ 288 w 288"/>
                <a:gd name="T1" fmla="*/ 37 h 345"/>
                <a:gd name="T2" fmla="*/ 280 w 288"/>
                <a:gd name="T3" fmla="*/ 52 h 345"/>
                <a:gd name="T4" fmla="*/ 118 w 288"/>
                <a:gd name="T5" fmla="*/ 260 h 345"/>
                <a:gd name="T6" fmla="*/ 57 w 288"/>
                <a:gd name="T7" fmla="*/ 326 h 345"/>
                <a:gd name="T8" fmla="*/ 24 w 288"/>
                <a:gd name="T9" fmla="*/ 343 h 345"/>
                <a:gd name="T10" fmla="*/ 3 w 288"/>
                <a:gd name="T11" fmla="*/ 338 h 345"/>
                <a:gd name="T12" fmla="*/ 3 w 288"/>
                <a:gd name="T13" fmla="*/ 314 h 345"/>
                <a:gd name="T14" fmla="*/ 44 w 288"/>
                <a:gd name="T15" fmla="*/ 262 h 345"/>
                <a:gd name="T16" fmla="*/ 210 w 288"/>
                <a:gd name="T17" fmla="*/ 53 h 345"/>
                <a:gd name="T18" fmla="*/ 236 w 288"/>
                <a:gd name="T19" fmla="*/ 15 h 345"/>
                <a:gd name="T20" fmla="*/ 263 w 288"/>
                <a:gd name="T21" fmla="*/ 4 h 345"/>
                <a:gd name="T22" fmla="*/ 288 w 288"/>
                <a:gd name="T23" fmla="*/ 37 h 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8" h="345">
                  <a:moveTo>
                    <a:pt x="288" y="37"/>
                  </a:moveTo>
                  <a:cubicBezTo>
                    <a:pt x="286" y="40"/>
                    <a:pt x="284" y="46"/>
                    <a:pt x="280" y="52"/>
                  </a:cubicBezTo>
                  <a:cubicBezTo>
                    <a:pt x="226" y="121"/>
                    <a:pt x="172" y="191"/>
                    <a:pt x="118" y="260"/>
                  </a:cubicBezTo>
                  <a:cubicBezTo>
                    <a:pt x="99" y="283"/>
                    <a:pt x="78" y="305"/>
                    <a:pt x="57" y="326"/>
                  </a:cubicBezTo>
                  <a:cubicBezTo>
                    <a:pt x="48" y="334"/>
                    <a:pt x="36" y="339"/>
                    <a:pt x="24" y="343"/>
                  </a:cubicBezTo>
                  <a:cubicBezTo>
                    <a:pt x="18" y="345"/>
                    <a:pt x="6" y="343"/>
                    <a:pt x="3" y="338"/>
                  </a:cubicBezTo>
                  <a:cubicBezTo>
                    <a:pt x="0" y="332"/>
                    <a:pt x="0" y="320"/>
                    <a:pt x="3" y="314"/>
                  </a:cubicBezTo>
                  <a:cubicBezTo>
                    <a:pt x="15" y="296"/>
                    <a:pt x="30" y="279"/>
                    <a:pt x="44" y="262"/>
                  </a:cubicBezTo>
                  <a:cubicBezTo>
                    <a:pt x="99" y="192"/>
                    <a:pt x="154" y="123"/>
                    <a:pt x="210" y="53"/>
                  </a:cubicBezTo>
                  <a:cubicBezTo>
                    <a:pt x="219" y="41"/>
                    <a:pt x="228" y="28"/>
                    <a:pt x="236" y="15"/>
                  </a:cubicBezTo>
                  <a:cubicBezTo>
                    <a:pt x="243" y="5"/>
                    <a:pt x="251" y="0"/>
                    <a:pt x="263" y="4"/>
                  </a:cubicBezTo>
                  <a:cubicBezTo>
                    <a:pt x="275" y="7"/>
                    <a:pt x="288" y="23"/>
                    <a:pt x="288"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sp>
          <p:nvSpPr>
            <p:cNvPr id="11" name="Freeform 21">
              <a:extLst>
                <a:ext uri="{FF2B5EF4-FFF2-40B4-BE49-F238E27FC236}">
                  <a16:creationId xmlns:a16="http://schemas.microsoft.com/office/drawing/2014/main" xmlns="" id="{18681118-96CA-4049-924E-498E7BBAF7F2}"/>
                </a:ext>
              </a:extLst>
            </p:cNvPr>
            <p:cNvSpPr>
              <a:spLocks/>
            </p:cNvSpPr>
            <p:nvPr/>
          </p:nvSpPr>
          <p:spPr bwMode="auto">
            <a:xfrm>
              <a:off x="4559" y="1555"/>
              <a:ext cx="610" cy="199"/>
            </a:xfrm>
            <a:custGeom>
              <a:avLst/>
              <a:gdLst>
                <a:gd name="T0" fmla="*/ 129 w 258"/>
                <a:gd name="T1" fmla="*/ 84 h 84"/>
                <a:gd name="T2" fmla="*/ 18 w 258"/>
                <a:gd name="T3" fmla="*/ 84 h 84"/>
                <a:gd name="T4" fmla="*/ 0 w 258"/>
                <a:gd name="T5" fmla="*/ 66 h 84"/>
                <a:gd name="T6" fmla="*/ 0 w 258"/>
                <a:gd name="T7" fmla="*/ 16 h 84"/>
                <a:gd name="T8" fmla="*/ 15 w 258"/>
                <a:gd name="T9" fmla="*/ 0 h 84"/>
                <a:gd name="T10" fmla="*/ 243 w 258"/>
                <a:gd name="T11" fmla="*/ 0 h 84"/>
                <a:gd name="T12" fmla="*/ 258 w 258"/>
                <a:gd name="T13" fmla="*/ 15 h 84"/>
                <a:gd name="T14" fmla="*/ 258 w 258"/>
                <a:gd name="T15" fmla="*/ 68 h 84"/>
                <a:gd name="T16" fmla="*/ 241 w 258"/>
                <a:gd name="T17" fmla="*/ 84 h 84"/>
                <a:gd name="T18" fmla="*/ 129 w 258"/>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 h="84">
                  <a:moveTo>
                    <a:pt x="129" y="84"/>
                  </a:moveTo>
                  <a:cubicBezTo>
                    <a:pt x="92" y="84"/>
                    <a:pt x="55" y="83"/>
                    <a:pt x="18" y="84"/>
                  </a:cubicBezTo>
                  <a:cubicBezTo>
                    <a:pt x="5" y="84"/>
                    <a:pt x="0" y="79"/>
                    <a:pt x="0" y="66"/>
                  </a:cubicBezTo>
                  <a:cubicBezTo>
                    <a:pt x="1" y="50"/>
                    <a:pt x="1" y="33"/>
                    <a:pt x="0" y="16"/>
                  </a:cubicBezTo>
                  <a:cubicBezTo>
                    <a:pt x="0" y="5"/>
                    <a:pt x="4" y="0"/>
                    <a:pt x="15" y="0"/>
                  </a:cubicBezTo>
                  <a:cubicBezTo>
                    <a:pt x="91" y="0"/>
                    <a:pt x="167" y="0"/>
                    <a:pt x="243" y="0"/>
                  </a:cubicBezTo>
                  <a:cubicBezTo>
                    <a:pt x="254" y="0"/>
                    <a:pt x="258" y="4"/>
                    <a:pt x="258" y="15"/>
                  </a:cubicBezTo>
                  <a:cubicBezTo>
                    <a:pt x="257" y="33"/>
                    <a:pt x="257" y="50"/>
                    <a:pt x="258" y="68"/>
                  </a:cubicBezTo>
                  <a:cubicBezTo>
                    <a:pt x="258" y="80"/>
                    <a:pt x="253" y="84"/>
                    <a:pt x="241" y="84"/>
                  </a:cubicBezTo>
                  <a:cubicBezTo>
                    <a:pt x="203" y="84"/>
                    <a:pt x="166" y="84"/>
                    <a:pt x="129" y="8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HK" altLang="en-US"/>
            </a:p>
          </p:txBody>
        </p:sp>
      </p:grpSp>
      <p:grpSp>
        <p:nvGrpSpPr>
          <p:cNvPr id="14" name="组合 13">
            <a:extLst>
              <a:ext uri="{FF2B5EF4-FFF2-40B4-BE49-F238E27FC236}">
                <a16:creationId xmlns:a16="http://schemas.microsoft.com/office/drawing/2014/main" xmlns="" id="{45CB1BF5-D35C-4DB1-92D4-23CDF1EBE6DB}"/>
              </a:ext>
            </a:extLst>
          </p:cNvPr>
          <p:cNvGrpSpPr/>
          <p:nvPr/>
        </p:nvGrpSpPr>
        <p:grpSpPr>
          <a:xfrm>
            <a:off x="5599278" y="1174074"/>
            <a:ext cx="221360" cy="4631190"/>
            <a:chOff x="3615799" y="1327517"/>
            <a:chExt cx="221360" cy="4631190"/>
          </a:xfrm>
          <a:solidFill>
            <a:srgbClr val="E74E3E"/>
          </a:solidFill>
        </p:grpSpPr>
        <p:cxnSp>
          <p:nvCxnSpPr>
            <p:cNvPr id="15" name="直接连接符 14">
              <a:extLst>
                <a:ext uri="{FF2B5EF4-FFF2-40B4-BE49-F238E27FC236}">
                  <a16:creationId xmlns:a16="http://schemas.microsoft.com/office/drawing/2014/main" xmlns="" id="{14A3A266-D2EF-4BF6-9D23-C71614AFE33E}"/>
                </a:ext>
              </a:extLst>
            </p:cNvPr>
            <p:cNvCxnSpPr>
              <a:cxnSpLocks/>
            </p:cNvCxnSpPr>
            <p:nvPr/>
          </p:nvCxnSpPr>
          <p:spPr>
            <a:xfrm>
              <a:off x="3726479" y="1327517"/>
              <a:ext cx="0" cy="4631190"/>
            </a:xfrm>
            <a:prstGeom prst="line">
              <a:avLst/>
            </a:prstGeom>
            <a:grpFill/>
            <a:ln w="19050">
              <a:gradFill>
                <a:gsLst>
                  <a:gs pos="0">
                    <a:srgbClr val="C3C8D3">
                      <a:alpha val="0"/>
                    </a:srgbClr>
                  </a:gs>
                  <a:gs pos="45000">
                    <a:srgbClr val="C3C8D3"/>
                  </a:gs>
                  <a:gs pos="100000">
                    <a:srgbClr val="C3C8D3">
                      <a:alpha val="0"/>
                    </a:srgbClr>
                  </a:gs>
                </a:gsLst>
                <a:lin ang="5400000" scaled="1"/>
              </a:gradFill>
            </a:ln>
          </p:spPr>
          <p:style>
            <a:lnRef idx="1">
              <a:schemeClr val="accent1"/>
            </a:lnRef>
            <a:fillRef idx="0">
              <a:schemeClr val="accent1"/>
            </a:fillRef>
            <a:effectRef idx="0">
              <a:schemeClr val="accent1"/>
            </a:effectRef>
            <a:fontRef idx="minor">
              <a:schemeClr val="tx1"/>
            </a:fontRef>
          </p:style>
        </p:cxnSp>
        <p:sp>
          <p:nvSpPr>
            <p:cNvPr id="16" name="椭圆 15">
              <a:extLst>
                <a:ext uri="{FF2B5EF4-FFF2-40B4-BE49-F238E27FC236}">
                  <a16:creationId xmlns:a16="http://schemas.microsoft.com/office/drawing/2014/main" xmlns="" id="{1A9893F8-3B56-4CBC-9CC0-95CE281163BA}"/>
                </a:ext>
              </a:extLst>
            </p:cNvPr>
            <p:cNvSpPr/>
            <p:nvPr/>
          </p:nvSpPr>
          <p:spPr>
            <a:xfrm>
              <a:off x="3615799" y="4110215"/>
              <a:ext cx="221360" cy="221360"/>
            </a:xfrm>
            <a:prstGeom prst="ellipse">
              <a:avLst/>
            </a:prstGeom>
            <a:solidFill>
              <a:srgbClr val="C3C8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dirty="0"/>
            </a:p>
          </p:txBody>
        </p:sp>
        <p:sp>
          <p:nvSpPr>
            <p:cNvPr id="17" name="椭圆 16">
              <a:extLst>
                <a:ext uri="{FF2B5EF4-FFF2-40B4-BE49-F238E27FC236}">
                  <a16:creationId xmlns:a16="http://schemas.microsoft.com/office/drawing/2014/main" xmlns="" id="{8E708D5A-20E9-4F59-B65E-8EECF00E4A8A}"/>
                </a:ext>
              </a:extLst>
            </p:cNvPr>
            <p:cNvSpPr/>
            <p:nvPr/>
          </p:nvSpPr>
          <p:spPr>
            <a:xfrm>
              <a:off x="3615799" y="2145721"/>
              <a:ext cx="221360" cy="221360"/>
            </a:xfrm>
            <a:prstGeom prst="ellipse">
              <a:avLst/>
            </a:prstGeom>
            <a:solidFill>
              <a:srgbClr val="C3C8D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dirty="0"/>
            </a:p>
          </p:txBody>
        </p:sp>
      </p:grpSp>
      <p:sp>
        <p:nvSpPr>
          <p:cNvPr id="21" name="标题 20"/>
          <p:cNvSpPr>
            <a:spLocks noGrp="1"/>
          </p:cNvSpPr>
          <p:nvPr>
            <p:ph type="title"/>
          </p:nvPr>
        </p:nvSpPr>
        <p:spPr>
          <a:prstGeom prst="rect">
            <a:avLst/>
          </a:prstGeom>
        </p:spPr>
        <p:txBody>
          <a:bodyPr/>
          <a:lstStyle/>
          <a:p>
            <a:r>
              <a:rPr lang="zh-CN" altLang="en-US" dirty="0" smtClean="0"/>
              <a:t>请输入你的故事</a:t>
            </a:r>
            <a:endParaRPr kumimoji="1" lang="zh-CN" altLang="en-US" dirty="0"/>
          </a:p>
        </p:txBody>
      </p:sp>
      <p:grpSp>
        <p:nvGrpSpPr>
          <p:cNvPr id="22" name="组 21"/>
          <p:cNvGrpSpPr/>
          <p:nvPr/>
        </p:nvGrpSpPr>
        <p:grpSpPr>
          <a:xfrm>
            <a:off x="6456040" y="1913006"/>
            <a:ext cx="4829343" cy="1397890"/>
            <a:chOff x="7573558" y="1789204"/>
            <a:chExt cx="3240000" cy="1397890"/>
          </a:xfrm>
        </p:grpSpPr>
        <p:grpSp>
          <p:nvGrpSpPr>
            <p:cNvPr id="23"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5" name="矩形 24">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6" name="矩形 25">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4"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2" name="组 31"/>
          <p:cNvGrpSpPr/>
          <p:nvPr/>
        </p:nvGrpSpPr>
        <p:grpSpPr>
          <a:xfrm>
            <a:off x="6456040" y="3700577"/>
            <a:ext cx="4829343" cy="1397890"/>
            <a:chOff x="7573558" y="1789204"/>
            <a:chExt cx="3240000" cy="1397890"/>
          </a:xfrm>
        </p:grpSpPr>
        <p:grpSp>
          <p:nvGrpSpPr>
            <p:cNvPr id="33"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5" name="矩形 34">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6" name="矩形 35">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4"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755883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 1"/>
          <p:cNvGrpSpPr/>
          <p:nvPr/>
        </p:nvGrpSpPr>
        <p:grpSpPr>
          <a:xfrm>
            <a:off x="4727848" y="2123331"/>
            <a:ext cx="2774950" cy="2774950"/>
            <a:chOff x="4727848" y="2123331"/>
            <a:chExt cx="2774950" cy="2774950"/>
          </a:xfrm>
        </p:grpSpPr>
        <p:sp>
          <p:nvSpPr>
            <p:cNvPr id="3" name="箭头1">
              <a:extLst>
                <a:ext uri="{FF2B5EF4-FFF2-40B4-BE49-F238E27FC236}">
                  <a16:creationId xmlns:a16="http://schemas.microsoft.com/office/drawing/2014/main" xmlns="" id="{B0701FA6-2B8E-41D0-B71C-1CEA01052F4C}"/>
                </a:ext>
              </a:extLst>
            </p:cNvPr>
            <p:cNvSpPr>
              <a:spLocks noChangeAspect="1"/>
            </p:cNvSpPr>
            <p:nvPr/>
          </p:nvSpPr>
          <p:spPr bwMode="auto">
            <a:xfrm>
              <a:off x="5997848" y="2123331"/>
              <a:ext cx="1504950" cy="2765425"/>
            </a:xfrm>
            <a:custGeom>
              <a:avLst/>
              <a:gdLst>
                <a:gd name="T0" fmla="*/ 165 w 1384"/>
                <a:gd name="T1" fmla="*/ 636 h 2543"/>
                <a:gd name="T2" fmla="*/ 230 w 1384"/>
                <a:gd name="T3" fmla="*/ 645 h 2543"/>
                <a:gd name="T4" fmla="*/ 291 w 1384"/>
                <a:gd name="T5" fmla="*/ 659 h 2543"/>
                <a:gd name="T6" fmla="*/ 351 w 1384"/>
                <a:gd name="T7" fmla="*/ 679 h 2543"/>
                <a:gd name="T8" fmla="*/ 421 w 1384"/>
                <a:gd name="T9" fmla="*/ 711 h 2543"/>
                <a:gd name="T10" fmla="*/ 486 w 1384"/>
                <a:gd name="T11" fmla="*/ 753 h 2543"/>
                <a:gd name="T12" fmla="*/ 547 w 1384"/>
                <a:gd name="T13" fmla="*/ 801 h 2543"/>
                <a:gd name="T14" fmla="*/ 590 w 1384"/>
                <a:gd name="T15" fmla="*/ 844 h 2543"/>
                <a:gd name="T16" fmla="*/ 646 w 1384"/>
                <a:gd name="T17" fmla="*/ 917 h 2543"/>
                <a:gd name="T18" fmla="*/ 679 w 1384"/>
                <a:gd name="T19" fmla="*/ 969 h 2543"/>
                <a:gd name="T20" fmla="*/ 706 w 1384"/>
                <a:gd name="T21" fmla="*/ 1024 h 2543"/>
                <a:gd name="T22" fmla="*/ 727 w 1384"/>
                <a:gd name="T23" fmla="*/ 1084 h 2543"/>
                <a:gd name="T24" fmla="*/ 743 w 1384"/>
                <a:gd name="T25" fmla="*/ 1145 h 2543"/>
                <a:gd name="T26" fmla="*/ 752 w 1384"/>
                <a:gd name="T27" fmla="*/ 1209 h 2543"/>
                <a:gd name="T28" fmla="*/ 756 w 1384"/>
                <a:gd name="T29" fmla="*/ 1274 h 2543"/>
                <a:gd name="T30" fmla="*/ 753 w 1384"/>
                <a:gd name="T31" fmla="*/ 1331 h 2543"/>
                <a:gd name="T32" fmla="*/ 740 w 1384"/>
                <a:gd name="T33" fmla="*/ 1415 h 2543"/>
                <a:gd name="T34" fmla="*/ 716 w 1384"/>
                <a:gd name="T35" fmla="*/ 1494 h 2543"/>
                <a:gd name="T36" fmla="*/ 683 w 1384"/>
                <a:gd name="T37" fmla="*/ 1570 h 2543"/>
                <a:gd name="T38" fmla="*/ 624 w 1384"/>
                <a:gd name="T39" fmla="*/ 1661 h 2543"/>
                <a:gd name="T40" fmla="*/ 590 w 1384"/>
                <a:gd name="T41" fmla="*/ 1703 h 2543"/>
                <a:gd name="T42" fmla="*/ 532 w 1384"/>
                <a:gd name="T43" fmla="*/ 1759 h 2543"/>
                <a:gd name="T44" fmla="*/ 456 w 1384"/>
                <a:gd name="T45" fmla="*/ 1815 h 2543"/>
                <a:gd name="T46" fmla="*/ 372 w 1384"/>
                <a:gd name="T47" fmla="*/ 1860 h 2543"/>
                <a:gd name="T48" fmla="*/ 280 w 1384"/>
                <a:gd name="T49" fmla="*/ 1892 h 2543"/>
                <a:gd name="T50" fmla="*/ 0 w 1384"/>
                <a:gd name="T51" fmla="*/ 2230 h 2543"/>
                <a:gd name="T52" fmla="*/ 333 w 1384"/>
                <a:gd name="T53" fmla="*/ 2531 h 2543"/>
                <a:gd name="T54" fmla="*/ 449 w 1384"/>
                <a:gd name="T55" fmla="*/ 2505 h 2543"/>
                <a:gd name="T56" fmla="*/ 560 w 1384"/>
                <a:gd name="T57" fmla="*/ 2468 h 2543"/>
                <a:gd name="T58" fmla="*/ 666 w 1384"/>
                <a:gd name="T59" fmla="*/ 2422 h 2543"/>
                <a:gd name="T60" fmla="*/ 768 w 1384"/>
                <a:gd name="T61" fmla="*/ 2367 h 2543"/>
                <a:gd name="T62" fmla="*/ 864 w 1384"/>
                <a:gd name="T63" fmla="*/ 2302 h 2543"/>
                <a:gd name="T64" fmla="*/ 952 w 1384"/>
                <a:gd name="T65" fmla="*/ 2231 h 2543"/>
                <a:gd name="T66" fmla="*/ 1035 w 1384"/>
                <a:gd name="T67" fmla="*/ 2151 h 2543"/>
                <a:gd name="T68" fmla="*/ 1110 w 1384"/>
                <a:gd name="T69" fmla="*/ 2065 h 2543"/>
                <a:gd name="T70" fmla="*/ 1177 w 1384"/>
                <a:gd name="T71" fmla="*/ 1971 h 2543"/>
                <a:gd name="T72" fmla="*/ 1235 w 1384"/>
                <a:gd name="T73" fmla="*/ 1872 h 2543"/>
                <a:gd name="T74" fmla="*/ 1285 w 1384"/>
                <a:gd name="T75" fmla="*/ 1767 h 2543"/>
                <a:gd name="T76" fmla="*/ 1326 w 1384"/>
                <a:gd name="T77" fmla="*/ 1657 h 2543"/>
                <a:gd name="T78" fmla="*/ 1356 w 1384"/>
                <a:gd name="T79" fmla="*/ 1544 h 2543"/>
                <a:gd name="T80" fmla="*/ 1375 w 1384"/>
                <a:gd name="T81" fmla="*/ 1426 h 2543"/>
                <a:gd name="T82" fmla="*/ 1384 w 1384"/>
                <a:gd name="T83" fmla="*/ 1304 h 2543"/>
                <a:gd name="T84" fmla="*/ 1380 w 1384"/>
                <a:gd name="T85" fmla="*/ 1175 h 2543"/>
                <a:gd name="T86" fmla="*/ 1364 w 1384"/>
                <a:gd name="T87" fmla="*/ 1048 h 2543"/>
                <a:gd name="T88" fmla="*/ 1336 w 1384"/>
                <a:gd name="T89" fmla="*/ 925 h 2543"/>
                <a:gd name="T90" fmla="*/ 1295 w 1384"/>
                <a:gd name="T91" fmla="*/ 806 h 2543"/>
                <a:gd name="T92" fmla="*/ 1244 w 1384"/>
                <a:gd name="T93" fmla="*/ 693 h 2543"/>
                <a:gd name="T94" fmla="*/ 1182 w 1384"/>
                <a:gd name="T95" fmla="*/ 587 h 2543"/>
                <a:gd name="T96" fmla="*/ 1110 w 1384"/>
                <a:gd name="T97" fmla="*/ 487 h 2543"/>
                <a:gd name="T98" fmla="*/ 1030 w 1384"/>
                <a:gd name="T99" fmla="*/ 394 h 2543"/>
                <a:gd name="T100" fmla="*/ 941 w 1384"/>
                <a:gd name="T101" fmla="*/ 310 h 2543"/>
                <a:gd name="T102" fmla="*/ 845 w 1384"/>
                <a:gd name="T103" fmla="*/ 234 h 2543"/>
                <a:gd name="T104" fmla="*/ 741 w 1384"/>
                <a:gd name="T105" fmla="*/ 168 h 2543"/>
                <a:gd name="T106" fmla="*/ 630 w 1384"/>
                <a:gd name="T107" fmla="*/ 112 h 2543"/>
                <a:gd name="T108" fmla="*/ 515 w 1384"/>
                <a:gd name="T109" fmla="*/ 66 h 2543"/>
                <a:gd name="T110" fmla="*/ 394 w 1384"/>
                <a:gd name="T111" fmla="*/ 32 h 2543"/>
                <a:gd name="T112" fmla="*/ 268 w 1384"/>
                <a:gd name="T113" fmla="*/ 10 h 2543"/>
                <a:gd name="T114" fmla="*/ 138 w 1384"/>
                <a:gd name="T115" fmla="*/ 0 h 2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84" h="2543">
                  <a:moveTo>
                    <a:pt x="114" y="635"/>
                  </a:moveTo>
                  <a:lnTo>
                    <a:pt x="117" y="635"/>
                  </a:lnTo>
                  <a:lnTo>
                    <a:pt x="149" y="635"/>
                  </a:lnTo>
                  <a:lnTo>
                    <a:pt x="165" y="636"/>
                  </a:lnTo>
                  <a:lnTo>
                    <a:pt x="181" y="638"/>
                  </a:lnTo>
                  <a:lnTo>
                    <a:pt x="198" y="640"/>
                  </a:lnTo>
                  <a:lnTo>
                    <a:pt x="214" y="642"/>
                  </a:lnTo>
                  <a:lnTo>
                    <a:pt x="230" y="645"/>
                  </a:lnTo>
                  <a:lnTo>
                    <a:pt x="246" y="648"/>
                  </a:lnTo>
                  <a:lnTo>
                    <a:pt x="261" y="651"/>
                  </a:lnTo>
                  <a:lnTo>
                    <a:pt x="276" y="655"/>
                  </a:lnTo>
                  <a:lnTo>
                    <a:pt x="291" y="659"/>
                  </a:lnTo>
                  <a:lnTo>
                    <a:pt x="306" y="663"/>
                  </a:lnTo>
                  <a:lnTo>
                    <a:pt x="321" y="668"/>
                  </a:lnTo>
                  <a:lnTo>
                    <a:pt x="336" y="673"/>
                  </a:lnTo>
                  <a:lnTo>
                    <a:pt x="351" y="679"/>
                  </a:lnTo>
                  <a:lnTo>
                    <a:pt x="366" y="685"/>
                  </a:lnTo>
                  <a:lnTo>
                    <a:pt x="380" y="691"/>
                  </a:lnTo>
                  <a:lnTo>
                    <a:pt x="394" y="697"/>
                  </a:lnTo>
                  <a:lnTo>
                    <a:pt x="421" y="711"/>
                  </a:lnTo>
                  <a:lnTo>
                    <a:pt x="448" y="728"/>
                  </a:lnTo>
                  <a:lnTo>
                    <a:pt x="461" y="736"/>
                  </a:lnTo>
                  <a:lnTo>
                    <a:pt x="474" y="744"/>
                  </a:lnTo>
                  <a:lnTo>
                    <a:pt x="486" y="753"/>
                  </a:lnTo>
                  <a:lnTo>
                    <a:pt x="498" y="762"/>
                  </a:lnTo>
                  <a:lnTo>
                    <a:pt x="512" y="771"/>
                  </a:lnTo>
                  <a:lnTo>
                    <a:pt x="523" y="781"/>
                  </a:lnTo>
                  <a:lnTo>
                    <a:pt x="547" y="801"/>
                  </a:lnTo>
                  <a:lnTo>
                    <a:pt x="558" y="811"/>
                  </a:lnTo>
                  <a:lnTo>
                    <a:pt x="569" y="822"/>
                  </a:lnTo>
                  <a:lnTo>
                    <a:pt x="579" y="833"/>
                  </a:lnTo>
                  <a:lnTo>
                    <a:pt x="590" y="844"/>
                  </a:lnTo>
                  <a:lnTo>
                    <a:pt x="610" y="867"/>
                  </a:lnTo>
                  <a:lnTo>
                    <a:pt x="619" y="880"/>
                  </a:lnTo>
                  <a:lnTo>
                    <a:pt x="628" y="892"/>
                  </a:lnTo>
                  <a:lnTo>
                    <a:pt x="646" y="917"/>
                  </a:lnTo>
                  <a:lnTo>
                    <a:pt x="655" y="929"/>
                  </a:lnTo>
                  <a:lnTo>
                    <a:pt x="663" y="942"/>
                  </a:lnTo>
                  <a:lnTo>
                    <a:pt x="671" y="956"/>
                  </a:lnTo>
                  <a:lnTo>
                    <a:pt x="679" y="969"/>
                  </a:lnTo>
                  <a:lnTo>
                    <a:pt x="686" y="983"/>
                  </a:lnTo>
                  <a:lnTo>
                    <a:pt x="693" y="996"/>
                  </a:lnTo>
                  <a:lnTo>
                    <a:pt x="699" y="1010"/>
                  </a:lnTo>
                  <a:lnTo>
                    <a:pt x="706" y="1024"/>
                  </a:lnTo>
                  <a:lnTo>
                    <a:pt x="712" y="1040"/>
                  </a:lnTo>
                  <a:lnTo>
                    <a:pt x="717" y="1054"/>
                  </a:lnTo>
                  <a:lnTo>
                    <a:pt x="722" y="1069"/>
                  </a:lnTo>
                  <a:lnTo>
                    <a:pt x="727" y="1084"/>
                  </a:lnTo>
                  <a:lnTo>
                    <a:pt x="731" y="1099"/>
                  </a:lnTo>
                  <a:lnTo>
                    <a:pt x="736" y="1114"/>
                  </a:lnTo>
                  <a:lnTo>
                    <a:pt x="739" y="1129"/>
                  </a:lnTo>
                  <a:lnTo>
                    <a:pt x="743" y="1145"/>
                  </a:lnTo>
                  <a:lnTo>
                    <a:pt x="746" y="1160"/>
                  </a:lnTo>
                  <a:lnTo>
                    <a:pt x="748" y="1176"/>
                  </a:lnTo>
                  <a:lnTo>
                    <a:pt x="750" y="1192"/>
                  </a:lnTo>
                  <a:lnTo>
                    <a:pt x="752" y="1209"/>
                  </a:lnTo>
                  <a:lnTo>
                    <a:pt x="754" y="1225"/>
                  </a:lnTo>
                  <a:lnTo>
                    <a:pt x="755" y="1241"/>
                  </a:lnTo>
                  <a:lnTo>
                    <a:pt x="755" y="1257"/>
                  </a:lnTo>
                  <a:lnTo>
                    <a:pt x="756" y="1274"/>
                  </a:lnTo>
                  <a:lnTo>
                    <a:pt x="755" y="1288"/>
                  </a:lnTo>
                  <a:lnTo>
                    <a:pt x="755" y="1302"/>
                  </a:lnTo>
                  <a:lnTo>
                    <a:pt x="754" y="1317"/>
                  </a:lnTo>
                  <a:lnTo>
                    <a:pt x="753" y="1331"/>
                  </a:lnTo>
                  <a:lnTo>
                    <a:pt x="752" y="1345"/>
                  </a:lnTo>
                  <a:lnTo>
                    <a:pt x="750" y="1360"/>
                  </a:lnTo>
                  <a:lnTo>
                    <a:pt x="746" y="1388"/>
                  </a:lnTo>
                  <a:lnTo>
                    <a:pt x="740" y="1415"/>
                  </a:lnTo>
                  <a:lnTo>
                    <a:pt x="733" y="1442"/>
                  </a:lnTo>
                  <a:lnTo>
                    <a:pt x="725" y="1469"/>
                  </a:lnTo>
                  <a:lnTo>
                    <a:pt x="721" y="1482"/>
                  </a:lnTo>
                  <a:lnTo>
                    <a:pt x="716" y="1494"/>
                  </a:lnTo>
                  <a:lnTo>
                    <a:pt x="706" y="1521"/>
                  </a:lnTo>
                  <a:lnTo>
                    <a:pt x="695" y="1546"/>
                  </a:lnTo>
                  <a:lnTo>
                    <a:pt x="690" y="1558"/>
                  </a:lnTo>
                  <a:lnTo>
                    <a:pt x="683" y="1570"/>
                  </a:lnTo>
                  <a:lnTo>
                    <a:pt x="670" y="1594"/>
                  </a:lnTo>
                  <a:lnTo>
                    <a:pt x="655" y="1617"/>
                  </a:lnTo>
                  <a:lnTo>
                    <a:pt x="640" y="1639"/>
                  </a:lnTo>
                  <a:lnTo>
                    <a:pt x="624" y="1661"/>
                  </a:lnTo>
                  <a:lnTo>
                    <a:pt x="616" y="1672"/>
                  </a:lnTo>
                  <a:lnTo>
                    <a:pt x="608" y="1683"/>
                  </a:lnTo>
                  <a:lnTo>
                    <a:pt x="599" y="1693"/>
                  </a:lnTo>
                  <a:lnTo>
                    <a:pt x="590" y="1703"/>
                  </a:lnTo>
                  <a:lnTo>
                    <a:pt x="581" y="1713"/>
                  </a:lnTo>
                  <a:lnTo>
                    <a:pt x="572" y="1723"/>
                  </a:lnTo>
                  <a:lnTo>
                    <a:pt x="552" y="1741"/>
                  </a:lnTo>
                  <a:lnTo>
                    <a:pt x="532" y="1759"/>
                  </a:lnTo>
                  <a:lnTo>
                    <a:pt x="512" y="1776"/>
                  </a:lnTo>
                  <a:lnTo>
                    <a:pt x="489" y="1793"/>
                  </a:lnTo>
                  <a:lnTo>
                    <a:pt x="467" y="1808"/>
                  </a:lnTo>
                  <a:lnTo>
                    <a:pt x="456" y="1815"/>
                  </a:lnTo>
                  <a:lnTo>
                    <a:pt x="444" y="1822"/>
                  </a:lnTo>
                  <a:lnTo>
                    <a:pt x="421" y="1837"/>
                  </a:lnTo>
                  <a:lnTo>
                    <a:pt x="396" y="1849"/>
                  </a:lnTo>
                  <a:lnTo>
                    <a:pt x="372" y="1860"/>
                  </a:lnTo>
                  <a:lnTo>
                    <a:pt x="346" y="1871"/>
                  </a:lnTo>
                  <a:lnTo>
                    <a:pt x="320" y="1880"/>
                  </a:lnTo>
                  <a:lnTo>
                    <a:pt x="294" y="1888"/>
                  </a:lnTo>
                  <a:lnTo>
                    <a:pt x="280" y="1892"/>
                  </a:lnTo>
                  <a:lnTo>
                    <a:pt x="267" y="1895"/>
                  </a:lnTo>
                  <a:lnTo>
                    <a:pt x="253" y="1898"/>
                  </a:lnTo>
                  <a:lnTo>
                    <a:pt x="240" y="1901"/>
                  </a:lnTo>
                  <a:lnTo>
                    <a:pt x="0" y="2230"/>
                  </a:lnTo>
                  <a:lnTo>
                    <a:pt x="244" y="2543"/>
                  </a:lnTo>
                  <a:lnTo>
                    <a:pt x="274" y="2540"/>
                  </a:lnTo>
                  <a:lnTo>
                    <a:pt x="304" y="2535"/>
                  </a:lnTo>
                  <a:lnTo>
                    <a:pt x="333" y="2531"/>
                  </a:lnTo>
                  <a:lnTo>
                    <a:pt x="363" y="2525"/>
                  </a:lnTo>
                  <a:lnTo>
                    <a:pt x="392" y="2519"/>
                  </a:lnTo>
                  <a:lnTo>
                    <a:pt x="420" y="2512"/>
                  </a:lnTo>
                  <a:lnTo>
                    <a:pt x="449" y="2505"/>
                  </a:lnTo>
                  <a:lnTo>
                    <a:pt x="477" y="2497"/>
                  </a:lnTo>
                  <a:lnTo>
                    <a:pt x="505" y="2488"/>
                  </a:lnTo>
                  <a:lnTo>
                    <a:pt x="533" y="2479"/>
                  </a:lnTo>
                  <a:lnTo>
                    <a:pt x="560" y="2468"/>
                  </a:lnTo>
                  <a:lnTo>
                    <a:pt x="587" y="2457"/>
                  </a:lnTo>
                  <a:lnTo>
                    <a:pt x="614" y="2446"/>
                  </a:lnTo>
                  <a:lnTo>
                    <a:pt x="640" y="2434"/>
                  </a:lnTo>
                  <a:lnTo>
                    <a:pt x="666" y="2422"/>
                  </a:lnTo>
                  <a:lnTo>
                    <a:pt x="693" y="2409"/>
                  </a:lnTo>
                  <a:lnTo>
                    <a:pt x="718" y="2395"/>
                  </a:lnTo>
                  <a:lnTo>
                    <a:pt x="743" y="2381"/>
                  </a:lnTo>
                  <a:lnTo>
                    <a:pt x="768" y="2367"/>
                  </a:lnTo>
                  <a:lnTo>
                    <a:pt x="792" y="2352"/>
                  </a:lnTo>
                  <a:lnTo>
                    <a:pt x="816" y="2336"/>
                  </a:lnTo>
                  <a:lnTo>
                    <a:pt x="841" y="2320"/>
                  </a:lnTo>
                  <a:lnTo>
                    <a:pt x="864" y="2302"/>
                  </a:lnTo>
                  <a:lnTo>
                    <a:pt x="887" y="2285"/>
                  </a:lnTo>
                  <a:lnTo>
                    <a:pt x="909" y="2268"/>
                  </a:lnTo>
                  <a:lnTo>
                    <a:pt x="931" y="2250"/>
                  </a:lnTo>
                  <a:lnTo>
                    <a:pt x="952" y="2231"/>
                  </a:lnTo>
                  <a:lnTo>
                    <a:pt x="973" y="2212"/>
                  </a:lnTo>
                  <a:lnTo>
                    <a:pt x="995" y="2192"/>
                  </a:lnTo>
                  <a:lnTo>
                    <a:pt x="1015" y="2172"/>
                  </a:lnTo>
                  <a:lnTo>
                    <a:pt x="1035" y="2151"/>
                  </a:lnTo>
                  <a:lnTo>
                    <a:pt x="1054" y="2130"/>
                  </a:lnTo>
                  <a:lnTo>
                    <a:pt x="1073" y="2109"/>
                  </a:lnTo>
                  <a:lnTo>
                    <a:pt x="1092" y="2087"/>
                  </a:lnTo>
                  <a:lnTo>
                    <a:pt x="1110" y="2065"/>
                  </a:lnTo>
                  <a:lnTo>
                    <a:pt x="1127" y="2042"/>
                  </a:lnTo>
                  <a:lnTo>
                    <a:pt x="1144" y="2019"/>
                  </a:lnTo>
                  <a:lnTo>
                    <a:pt x="1161" y="1996"/>
                  </a:lnTo>
                  <a:lnTo>
                    <a:pt x="1177" y="1971"/>
                  </a:lnTo>
                  <a:lnTo>
                    <a:pt x="1192" y="1947"/>
                  </a:lnTo>
                  <a:lnTo>
                    <a:pt x="1207" y="1922"/>
                  </a:lnTo>
                  <a:lnTo>
                    <a:pt x="1222" y="1898"/>
                  </a:lnTo>
                  <a:lnTo>
                    <a:pt x="1235" y="1872"/>
                  </a:lnTo>
                  <a:lnTo>
                    <a:pt x="1249" y="1847"/>
                  </a:lnTo>
                  <a:lnTo>
                    <a:pt x="1261" y="1820"/>
                  </a:lnTo>
                  <a:lnTo>
                    <a:pt x="1273" y="1794"/>
                  </a:lnTo>
                  <a:lnTo>
                    <a:pt x="1285" y="1767"/>
                  </a:lnTo>
                  <a:lnTo>
                    <a:pt x="1296" y="1741"/>
                  </a:lnTo>
                  <a:lnTo>
                    <a:pt x="1307" y="1714"/>
                  </a:lnTo>
                  <a:lnTo>
                    <a:pt x="1316" y="1686"/>
                  </a:lnTo>
                  <a:lnTo>
                    <a:pt x="1326" y="1657"/>
                  </a:lnTo>
                  <a:lnTo>
                    <a:pt x="1334" y="1630"/>
                  </a:lnTo>
                  <a:lnTo>
                    <a:pt x="1342" y="1601"/>
                  </a:lnTo>
                  <a:lnTo>
                    <a:pt x="1349" y="1573"/>
                  </a:lnTo>
                  <a:lnTo>
                    <a:pt x="1356" y="1544"/>
                  </a:lnTo>
                  <a:lnTo>
                    <a:pt x="1361" y="1515"/>
                  </a:lnTo>
                  <a:lnTo>
                    <a:pt x="1367" y="1485"/>
                  </a:lnTo>
                  <a:lnTo>
                    <a:pt x="1371" y="1456"/>
                  </a:lnTo>
                  <a:lnTo>
                    <a:pt x="1375" y="1426"/>
                  </a:lnTo>
                  <a:lnTo>
                    <a:pt x="1378" y="1396"/>
                  </a:lnTo>
                  <a:lnTo>
                    <a:pt x="1381" y="1366"/>
                  </a:lnTo>
                  <a:lnTo>
                    <a:pt x="1383" y="1335"/>
                  </a:lnTo>
                  <a:lnTo>
                    <a:pt x="1384" y="1304"/>
                  </a:lnTo>
                  <a:lnTo>
                    <a:pt x="1384" y="1274"/>
                  </a:lnTo>
                  <a:lnTo>
                    <a:pt x="1384" y="1241"/>
                  </a:lnTo>
                  <a:lnTo>
                    <a:pt x="1382" y="1208"/>
                  </a:lnTo>
                  <a:lnTo>
                    <a:pt x="1380" y="1175"/>
                  </a:lnTo>
                  <a:lnTo>
                    <a:pt x="1377" y="1143"/>
                  </a:lnTo>
                  <a:lnTo>
                    <a:pt x="1374" y="1111"/>
                  </a:lnTo>
                  <a:lnTo>
                    <a:pt x="1369" y="1080"/>
                  </a:lnTo>
                  <a:lnTo>
                    <a:pt x="1364" y="1048"/>
                  </a:lnTo>
                  <a:lnTo>
                    <a:pt x="1358" y="1016"/>
                  </a:lnTo>
                  <a:lnTo>
                    <a:pt x="1351" y="986"/>
                  </a:lnTo>
                  <a:lnTo>
                    <a:pt x="1344" y="955"/>
                  </a:lnTo>
                  <a:lnTo>
                    <a:pt x="1336" y="925"/>
                  </a:lnTo>
                  <a:lnTo>
                    <a:pt x="1327" y="895"/>
                  </a:lnTo>
                  <a:lnTo>
                    <a:pt x="1317" y="864"/>
                  </a:lnTo>
                  <a:lnTo>
                    <a:pt x="1307" y="835"/>
                  </a:lnTo>
                  <a:lnTo>
                    <a:pt x="1295" y="806"/>
                  </a:lnTo>
                  <a:lnTo>
                    <a:pt x="1283" y="778"/>
                  </a:lnTo>
                  <a:lnTo>
                    <a:pt x="1270" y="749"/>
                  </a:lnTo>
                  <a:lnTo>
                    <a:pt x="1257" y="721"/>
                  </a:lnTo>
                  <a:lnTo>
                    <a:pt x="1244" y="693"/>
                  </a:lnTo>
                  <a:lnTo>
                    <a:pt x="1229" y="666"/>
                  </a:lnTo>
                  <a:lnTo>
                    <a:pt x="1214" y="639"/>
                  </a:lnTo>
                  <a:lnTo>
                    <a:pt x="1199" y="613"/>
                  </a:lnTo>
                  <a:lnTo>
                    <a:pt x="1182" y="587"/>
                  </a:lnTo>
                  <a:lnTo>
                    <a:pt x="1165" y="561"/>
                  </a:lnTo>
                  <a:lnTo>
                    <a:pt x="1148" y="535"/>
                  </a:lnTo>
                  <a:lnTo>
                    <a:pt x="1129" y="511"/>
                  </a:lnTo>
                  <a:lnTo>
                    <a:pt x="1110" y="487"/>
                  </a:lnTo>
                  <a:lnTo>
                    <a:pt x="1091" y="463"/>
                  </a:lnTo>
                  <a:lnTo>
                    <a:pt x="1071" y="440"/>
                  </a:lnTo>
                  <a:lnTo>
                    <a:pt x="1051" y="417"/>
                  </a:lnTo>
                  <a:lnTo>
                    <a:pt x="1030" y="394"/>
                  </a:lnTo>
                  <a:lnTo>
                    <a:pt x="1009" y="372"/>
                  </a:lnTo>
                  <a:lnTo>
                    <a:pt x="987" y="351"/>
                  </a:lnTo>
                  <a:lnTo>
                    <a:pt x="964" y="330"/>
                  </a:lnTo>
                  <a:lnTo>
                    <a:pt x="941" y="310"/>
                  </a:lnTo>
                  <a:lnTo>
                    <a:pt x="918" y="290"/>
                  </a:lnTo>
                  <a:lnTo>
                    <a:pt x="894" y="271"/>
                  </a:lnTo>
                  <a:lnTo>
                    <a:pt x="870" y="253"/>
                  </a:lnTo>
                  <a:lnTo>
                    <a:pt x="845" y="234"/>
                  </a:lnTo>
                  <a:lnTo>
                    <a:pt x="819" y="217"/>
                  </a:lnTo>
                  <a:lnTo>
                    <a:pt x="793" y="200"/>
                  </a:lnTo>
                  <a:lnTo>
                    <a:pt x="767" y="184"/>
                  </a:lnTo>
                  <a:lnTo>
                    <a:pt x="741" y="168"/>
                  </a:lnTo>
                  <a:lnTo>
                    <a:pt x="714" y="153"/>
                  </a:lnTo>
                  <a:lnTo>
                    <a:pt x="687" y="139"/>
                  </a:lnTo>
                  <a:lnTo>
                    <a:pt x="658" y="125"/>
                  </a:lnTo>
                  <a:lnTo>
                    <a:pt x="630" y="112"/>
                  </a:lnTo>
                  <a:lnTo>
                    <a:pt x="602" y="100"/>
                  </a:lnTo>
                  <a:lnTo>
                    <a:pt x="573" y="88"/>
                  </a:lnTo>
                  <a:lnTo>
                    <a:pt x="544" y="76"/>
                  </a:lnTo>
                  <a:lnTo>
                    <a:pt x="515" y="66"/>
                  </a:lnTo>
                  <a:lnTo>
                    <a:pt x="484" y="56"/>
                  </a:lnTo>
                  <a:lnTo>
                    <a:pt x="454" y="48"/>
                  </a:lnTo>
                  <a:lnTo>
                    <a:pt x="424" y="39"/>
                  </a:lnTo>
                  <a:lnTo>
                    <a:pt x="394" y="32"/>
                  </a:lnTo>
                  <a:lnTo>
                    <a:pt x="363" y="25"/>
                  </a:lnTo>
                  <a:lnTo>
                    <a:pt x="331" y="19"/>
                  </a:lnTo>
                  <a:lnTo>
                    <a:pt x="299" y="14"/>
                  </a:lnTo>
                  <a:lnTo>
                    <a:pt x="268" y="10"/>
                  </a:lnTo>
                  <a:lnTo>
                    <a:pt x="236" y="6"/>
                  </a:lnTo>
                  <a:lnTo>
                    <a:pt x="204" y="3"/>
                  </a:lnTo>
                  <a:lnTo>
                    <a:pt x="170" y="1"/>
                  </a:lnTo>
                  <a:lnTo>
                    <a:pt x="138" y="0"/>
                  </a:lnTo>
                  <a:lnTo>
                    <a:pt x="105" y="0"/>
                  </a:lnTo>
                  <a:lnTo>
                    <a:pt x="340" y="337"/>
                  </a:lnTo>
                  <a:lnTo>
                    <a:pt x="114" y="635"/>
                  </a:lnTo>
                  <a:close/>
                </a:path>
              </a:pathLst>
            </a:custGeom>
            <a:solidFill>
              <a:srgbClr val="4372C4"/>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eaLnBrk="1" hangingPunct="1">
                <a:lnSpc>
                  <a:spcPct val="120000"/>
                </a:lnSpc>
                <a:spcBef>
                  <a:spcPts val="450"/>
                </a:spcBef>
                <a:spcAft>
                  <a:spcPts val="450"/>
                </a:spcAft>
                <a:defRPr/>
              </a:pPr>
              <a:endParaRPr lang="en-US" sz="2100" dirty="0">
                <a:ln>
                  <a:solidFill>
                    <a:srgbClr val="4472C4"/>
                  </a:solidFill>
                </a:ln>
                <a:solidFill>
                  <a:schemeClr val="bg1"/>
                </a:solidFill>
                <a:latin typeface="Impact" pitchFamily="34" charset="0"/>
              </a:endParaRPr>
            </a:p>
          </p:txBody>
        </p:sp>
        <p:sp>
          <p:nvSpPr>
            <p:cNvPr id="4" name="箭头2">
              <a:extLst>
                <a:ext uri="{FF2B5EF4-FFF2-40B4-BE49-F238E27FC236}">
                  <a16:creationId xmlns:a16="http://schemas.microsoft.com/office/drawing/2014/main" xmlns="" id="{4B2B19B0-4CD8-4520-8FA3-392CF674C9B4}"/>
                </a:ext>
              </a:extLst>
            </p:cNvPr>
            <p:cNvSpPr>
              <a:spLocks noChangeAspect="1"/>
            </p:cNvSpPr>
            <p:nvPr/>
          </p:nvSpPr>
          <p:spPr bwMode="auto">
            <a:xfrm>
              <a:off x="4727848" y="2132856"/>
              <a:ext cx="1500188" cy="2765425"/>
            </a:xfrm>
            <a:custGeom>
              <a:avLst/>
              <a:gdLst>
                <a:gd name="T0" fmla="*/ 1218 w 1379"/>
                <a:gd name="T1" fmla="*/ 1901 h 2543"/>
                <a:gd name="T2" fmla="*/ 1155 w 1379"/>
                <a:gd name="T3" fmla="*/ 1892 h 2543"/>
                <a:gd name="T4" fmla="*/ 1095 w 1379"/>
                <a:gd name="T5" fmla="*/ 1877 h 2543"/>
                <a:gd name="T6" fmla="*/ 1038 w 1379"/>
                <a:gd name="T7" fmla="*/ 1856 h 2543"/>
                <a:gd name="T8" fmla="*/ 969 w 1379"/>
                <a:gd name="T9" fmla="*/ 1821 h 2543"/>
                <a:gd name="T10" fmla="*/ 918 w 1379"/>
                <a:gd name="T11" fmla="*/ 1789 h 2543"/>
                <a:gd name="T12" fmla="*/ 858 w 1379"/>
                <a:gd name="T13" fmla="*/ 1743 h 2543"/>
                <a:gd name="T14" fmla="*/ 805 w 1379"/>
                <a:gd name="T15" fmla="*/ 1690 h 2543"/>
                <a:gd name="T16" fmla="*/ 759 w 1379"/>
                <a:gd name="T17" fmla="*/ 1630 h 2543"/>
                <a:gd name="T18" fmla="*/ 720 w 1379"/>
                <a:gd name="T19" fmla="*/ 1566 h 2543"/>
                <a:gd name="T20" fmla="*/ 687 w 1379"/>
                <a:gd name="T21" fmla="*/ 1496 h 2543"/>
                <a:gd name="T22" fmla="*/ 668 w 1379"/>
                <a:gd name="T23" fmla="*/ 1438 h 2543"/>
                <a:gd name="T24" fmla="*/ 652 w 1379"/>
                <a:gd name="T25" fmla="*/ 1362 h 2543"/>
                <a:gd name="T26" fmla="*/ 645 w 1379"/>
                <a:gd name="T27" fmla="*/ 1282 h 2543"/>
                <a:gd name="T28" fmla="*/ 648 w 1379"/>
                <a:gd name="T29" fmla="*/ 1197 h 2543"/>
                <a:gd name="T30" fmla="*/ 659 w 1379"/>
                <a:gd name="T31" fmla="*/ 1129 h 2543"/>
                <a:gd name="T32" fmla="*/ 686 w 1379"/>
                <a:gd name="T33" fmla="*/ 1039 h 2543"/>
                <a:gd name="T34" fmla="*/ 725 w 1379"/>
                <a:gd name="T35" fmla="*/ 955 h 2543"/>
                <a:gd name="T36" fmla="*/ 768 w 1379"/>
                <a:gd name="T37" fmla="*/ 889 h 2543"/>
                <a:gd name="T38" fmla="*/ 836 w 1379"/>
                <a:gd name="T39" fmla="*/ 810 h 2543"/>
                <a:gd name="T40" fmla="*/ 906 w 1379"/>
                <a:gd name="T41" fmla="*/ 751 h 2543"/>
                <a:gd name="T42" fmla="*/ 971 w 1379"/>
                <a:gd name="T43" fmla="*/ 707 h 2543"/>
                <a:gd name="T44" fmla="*/ 1056 w 1379"/>
                <a:gd name="T45" fmla="*/ 668 h 2543"/>
                <a:gd name="T46" fmla="*/ 1132 w 1379"/>
                <a:gd name="T47" fmla="*/ 645 h 2543"/>
                <a:gd name="T48" fmla="*/ 1076 w 1379"/>
                <a:gd name="T49" fmla="*/ 7 h 2543"/>
                <a:gd name="T50" fmla="*/ 959 w 1379"/>
                <a:gd name="T51" fmla="*/ 31 h 2543"/>
                <a:gd name="T52" fmla="*/ 847 w 1379"/>
                <a:gd name="T53" fmla="*/ 65 h 2543"/>
                <a:gd name="T54" fmla="*/ 740 w 1379"/>
                <a:gd name="T55" fmla="*/ 109 h 2543"/>
                <a:gd name="T56" fmla="*/ 638 w 1379"/>
                <a:gd name="T57" fmla="*/ 162 h 2543"/>
                <a:gd name="T58" fmla="*/ 541 w 1379"/>
                <a:gd name="T59" fmla="*/ 223 h 2543"/>
                <a:gd name="T60" fmla="*/ 451 w 1379"/>
                <a:gd name="T61" fmla="*/ 294 h 2543"/>
                <a:gd name="T62" fmla="*/ 367 w 1379"/>
                <a:gd name="T63" fmla="*/ 371 h 2543"/>
                <a:gd name="T64" fmla="*/ 291 w 1379"/>
                <a:gd name="T65" fmla="*/ 456 h 2543"/>
                <a:gd name="T66" fmla="*/ 222 w 1379"/>
                <a:gd name="T67" fmla="*/ 546 h 2543"/>
                <a:gd name="T68" fmla="*/ 162 w 1379"/>
                <a:gd name="T69" fmla="*/ 644 h 2543"/>
                <a:gd name="T70" fmla="*/ 110 w 1379"/>
                <a:gd name="T71" fmla="*/ 747 h 2543"/>
                <a:gd name="T72" fmla="*/ 67 w 1379"/>
                <a:gd name="T73" fmla="*/ 855 h 2543"/>
                <a:gd name="T74" fmla="*/ 35 w 1379"/>
                <a:gd name="T75" fmla="*/ 968 h 2543"/>
                <a:gd name="T76" fmla="*/ 13 w 1379"/>
                <a:gd name="T77" fmla="*/ 1084 h 2543"/>
                <a:gd name="T78" fmla="*/ 2 w 1379"/>
                <a:gd name="T79" fmla="*/ 1205 h 2543"/>
                <a:gd name="T80" fmla="*/ 2 w 1379"/>
                <a:gd name="T81" fmla="*/ 1331 h 2543"/>
                <a:gd name="T82" fmla="*/ 15 w 1379"/>
                <a:gd name="T83" fmla="*/ 1459 h 2543"/>
                <a:gd name="T84" fmla="*/ 40 w 1379"/>
                <a:gd name="T85" fmla="*/ 1584 h 2543"/>
                <a:gd name="T86" fmla="*/ 77 w 1379"/>
                <a:gd name="T87" fmla="*/ 1704 h 2543"/>
                <a:gd name="T88" fmla="*/ 126 w 1379"/>
                <a:gd name="T89" fmla="*/ 1817 h 2543"/>
                <a:gd name="T90" fmla="*/ 185 w 1379"/>
                <a:gd name="T91" fmla="*/ 1926 h 2543"/>
                <a:gd name="T92" fmla="*/ 254 w 1379"/>
                <a:gd name="T93" fmla="*/ 2028 h 2543"/>
                <a:gd name="T94" fmla="*/ 332 w 1379"/>
                <a:gd name="T95" fmla="*/ 2122 h 2543"/>
                <a:gd name="T96" fmla="*/ 419 w 1379"/>
                <a:gd name="T97" fmla="*/ 2209 h 2543"/>
                <a:gd name="T98" fmla="*/ 512 w 1379"/>
                <a:gd name="T99" fmla="*/ 2287 h 2543"/>
                <a:gd name="T100" fmla="*/ 614 w 1379"/>
                <a:gd name="T101" fmla="*/ 2356 h 2543"/>
                <a:gd name="T102" fmla="*/ 723 w 1379"/>
                <a:gd name="T103" fmla="*/ 2415 h 2543"/>
                <a:gd name="T104" fmla="*/ 836 w 1379"/>
                <a:gd name="T105" fmla="*/ 2465 h 2543"/>
                <a:gd name="T106" fmla="*/ 956 w 1379"/>
                <a:gd name="T107" fmla="*/ 2502 h 2543"/>
                <a:gd name="T108" fmla="*/ 1081 w 1379"/>
                <a:gd name="T109" fmla="*/ 2528 h 2543"/>
                <a:gd name="T110" fmla="*/ 1209 w 1379"/>
                <a:gd name="T111" fmla="*/ 2541 h 2543"/>
                <a:gd name="T112" fmla="*/ 1266 w 1379"/>
                <a:gd name="T113" fmla="*/ 1904 h 25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79" h="2543">
                  <a:moveTo>
                    <a:pt x="1266" y="1904"/>
                  </a:moveTo>
                  <a:lnTo>
                    <a:pt x="1250" y="1904"/>
                  </a:lnTo>
                  <a:lnTo>
                    <a:pt x="1234" y="1903"/>
                  </a:lnTo>
                  <a:lnTo>
                    <a:pt x="1218" y="1901"/>
                  </a:lnTo>
                  <a:lnTo>
                    <a:pt x="1202" y="1900"/>
                  </a:lnTo>
                  <a:lnTo>
                    <a:pt x="1186" y="1897"/>
                  </a:lnTo>
                  <a:lnTo>
                    <a:pt x="1170" y="1895"/>
                  </a:lnTo>
                  <a:lnTo>
                    <a:pt x="1155" y="1892"/>
                  </a:lnTo>
                  <a:lnTo>
                    <a:pt x="1140" y="1889"/>
                  </a:lnTo>
                  <a:lnTo>
                    <a:pt x="1125" y="1885"/>
                  </a:lnTo>
                  <a:lnTo>
                    <a:pt x="1110" y="1881"/>
                  </a:lnTo>
                  <a:lnTo>
                    <a:pt x="1095" y="1877"/>
                  </a:lnTo>
                  <a:lnTo>
                    <a:pt x="1081" y="1872"/>
                  </a:lnTo>
                  <a:lnTo>
                    <a:pt x="1066" y="1867"/>
                  </a:lnTo>
                  <a:lnTo>
                    <a:pt x="1052" y="1861"/>
                  </a:lnTo>
                  <a:lnTo>
                    <a:pt x="1038" y="1856"/>
                  </a:lnTo>
                  <a:lnTo>
                    <a:pt x="1023" y="1850"/>
                  </a:lnTo>
                  <a:lnTo>
                    <a:pt x="995" y="1837"/>
                  </a:lnTo>
                  <a:lnTo>
                    <a:pt x="982" y="1830"/>
                  </a:lnTo>
                  <a:lnTo>
                    <a:pt x="969" y="1821"/>
                  </a:lnTo>
                  <a:lnTo>
                    <a:pt x="956" y="1814"/>
                  </a:lnTo>
                  <a:lnTo>
                    <a:pt x="943" y="1806"/>
                  </a:lnTo>
                  <a:lnTo>
                    <a:pt x="930" y="1798"/>
                  </a:lnTo>
                  <a:lnTo>
                    <a:pt x="918" y="1789"/>
                  </a:lnTo>
                  <a:lnTo>
                    <a:pt x="894" y="1772"/>
                  </a:lnTo>
                  <a:lnTo>
                    <a:pt x="882" y="1762"/>
                  </a:lnTo>
                  <a:lnTo>
                    <a:pt x="869" y="1753"/>
                  </a:lnTo>
                  <a:lnTo>
                    <a:pt x="858" y="1743"/>
                  </a:lnTo>
                  <a:lnTo>
                    <a:pt x="847" y="1733"/>
                  </a:lnTo>
                  <a:lnTo>
                    <a:pt x="836" y="1722"/>
                  </a:lnTo>
                  <a:lnTo>
                    <a:pt x="826" y="1712"/>
                  </a:lnTo>
                  <a:lnTo>
                    <a:pt x="805" y="1690"/>
                  </a:lnTo>
                  <a:lnTo>
                    <a:pt x="795" y="1679"/>
                  </a:lnTo>
                  <a:lnTo>
                    <a:pt x="786" y="1667"/>
                  </a:lnTo>
                  <a:lnTo>
                    <a:pt x="768" y="1642"/>
                  </a:lnTo>
                  <a:lnTo>
                    <a:pt x="759" y="1630"/>
                  </a:lnTo>
                  <a:lnTo>
                    <a:pt x="750" y="1618"/>
                  </a:lnTo>
                  <a:lnTo>
                    <a:pt x="734" y="1592"/>
                  </a:lnTo>
                  <a:lnTo>
                    <a:pt x="727" y="1579"/>
                  </a:lnTo>
                  <a:lnTo>
                    <a:pt x="720" y="1566"/>
                  </a:lnTo>
                  <a:lnTo>
                    <a:pt x="705" y="1539"/>
                  </a:lnTo>
                  <a:lnTo>
                    <a:pt x="699" y="1525"/>
                  </a:lnTo>
                  <a:lnTo>
                    <a:pt x="693" y="1511"/>
                  </a:lnTo>
                  <a:lnTo>
                    <a:pt x="687" y="1496"/>
                  </a:lnTo>
                  <a:lnTo>
                    <a:pt x="682" y="1482"/>
                  </a:lnTo>
                  <a:lnTo>
                    <a:pt x="677" y="1467"/>
                  </a:lnTo>
                  <a:lnTo>
                    <a:pt x="672" y="1452"/>
                  </a:lnTo>
                  <a:lnTo>
                    <a:pt x="668" y="1438"/>
                  </a:lnTo>
                  <a:lnTo>
                    <a:pt x="664" y="1423"/>
                  </a:lnTo>
                  <a:lnTo>
                    <a:pt x="660" y="1408"/>
                  </a:lnTo>
                  <a:lnTo>
                    <a:pt x="657" y="1393"/>
                  </a:lnTo>
                  <a:lnTo>
                    <a:pt x="652" y="1362"/>
                  </a:lnTo>
                  <a:lnTo>
                    <a:pt x="648" y="1329"/>
                  </a:lnTo>
                  <a:lnTo>
                    <a:pt x="646" y="1314"/>
                  </a:lnTo>
                  <a:lnTo>
                    <a:pt x="645" y="1298"/>
                  </a:lnTo>
                  <a:lnTo>
                    <a:pt x="645" y="1282"/>
                  </a:lnTo>
                  <a:lnTo>
                    <a:pt x="645" y="1266"/>
                  </a:lnTo>
                  <a:lnTo>
                    <a:pt x="645" y="1238"/>
                  </a:lnTo>
                  <a:lnTo>
                    <a:pt x="647" y="1210"/>
                  </a:lnTo>
                  <a:lnTo>
                    <a:pt x="648" y="1197"/>
                  </a:lnTo>
                  <a:lnTo>
                    <a:pt x="650" y="1182"/>
                  </a:lnTo>
                  <a:lnTo>
                    <a:pt x="654" y="1155"/>
                  </a:lnTo>
                  <a:lnTo>
                    <a:pt x="656" y="1142"/>
                  </a:lnTo>
                  <a:lnTo>
                    <a:pt x="659" y="1129"/>
                  </a:lnTo>
                  <a:lnTo>
                    <a:pt x="665" y="1103"/>
                  </a:lnTo>
                  <a:lnTo>
                    <a:pt x="673" y="1077"/>
                  </a:lnTo>
                  <a:lnTo>
                    <a:pt x="681" y="1052"/>
                  </a:lnTo>
                  <a:lnTo>
                    <a:pt x="686" y="1039"/>
                  </a:lnTo>
                  <a:lnTo>
                    <a:pt x="690" y="1026"/>
                  </a:lnTo>
                  <a:lnTo>
                    <a:pt x="701" y="1002"/>
                  </a:lnTo>
                  <a:lnTo>
                    <a:pt x="712" y="978"/>
                  </a:lnTo>
                  <a:lnTo>
                    <a:pt x="725" y="955"/>
                  </a:lnTo>
                  <a:lnTo>
                    <a:pt x="739" y="932"/>
                  </a:lnTo>
                  <a:lnTo>
                    <a:pt x="753" y="910"/>
                  </a:lnTo>
                  <a:lnTo>
                    <a:pt x="760" y="900"/>
                  </a:lnTo>
                  <a:lnTo>
                    <a:pt x="768" y="889"/>
                  </a:lnTo>
                  <a:lnTo>
                    <a:pt x="783" y="867"/>
                  </a:lnTo>
                  <a:lnTo>
                    <a:pt x="800" y="847"/>
                  </a:lnTo>
                  <a:lnTo>
                    <a:pt x="817" y="828"/>
                  </a:lnTo>
                  <a:lnTo>
                    <a:pt x="836" y="810"/>
                  </a:lnTo>
                  <a:lnTo>
                    <a:pt x="854" y="792"/>
                  </a:lnTo>
                  <a:lnTo>
                    <a:pt x="874" y="775"/>
                  </a:lnTo>
                  <a:lnTo>
                    <a:pt x="895" y="759"/>
                  </a:lnTo>
                  <a:lnTo>
                    <a:pt x="906" y="751"/>
                  </a:lnTo>
                  <a:lnTo>
                    <a:pt x="916" y="743"/>
                  </a:lnTo>
                  <a:lnTo>
                    <a:pt x="938" y="729"/>
                  </a:lnTo>
                  <a:lnTo>
                    <a:pt x="960" y="715"/>
                  </a:lnTo>
                  <a:lnTo>
                    <a:pt x="971" y="707"/>
                  </a:lnTo>
                  <a:lnTo>
                    <a:pt x="983" y="701"/>
                  </a:lnTo>
                  <a:lnTo>
                    <a:pt x="1006" y="689"/>
                  </a:lnTo>
                  <a:lnTo>
                    <a:pt x="1030" y="678"/>
                  </a:lnTo>
                  <a:lnTo>
                    <a:pt x="1056" y="668"/>
                  </a:lnTo>
                  <a:lnTo>
                    <a:pt x="1068" y="664"/>
                  </a:lnTo>
                  <a:lnTo>
                    <a:pt x="1081" y="659"/>
                  </a:lnTo>
                  <a:lnTo>
                    <a:pt x="1106" y="651"/>
                  </a:lnTo>
                  <a:lnTo>
                    <a:pt x="1132" y="645"/>
                  </a:lnTo>
                  <a:lnTo>
                    <a:pt x="1379" y="313"/>
                  </a:lnTo>
                  <a:lnTo>
                    <a:pt x="1135" y="0"/>
                  </a:lnTo>
                  <a:lnTo>
                    <a:pt x="1105" y="3"/>
                  </a:lnTo>
                  <a:lnTo>
                    <a:pt x="1076" y="7"/>
                  </a:lnTo>
                  <a:lnTo>
                    <a:pt x="1046" y="12"/>
                  </a:lnTo>
                  <a:lnTo>
                    <a:pt x="1016" y="18"/>
                  </a:lnTo>
                  <a:lnTo>
                    <a:pt x="988" y="24"/>
                  </a:lnTo>
                  <a:lnTo>
                    <a:pt x="959" y="31"/>
                  </a:lnTo>
                  <a:lnTo>
                    <a:pt x="931" y="39"/>
                  </a:lnTo>
                  <a:lnTo>
                    <a:pt x="903" y="47"/>
                  </a:lnTo>
                  <a:lnTo>
                    <a:pt x="874" y="56"/>
                  </a:lnTo>
                  <a:lnTo>
                    <a:pt x="847" y="65"/>
                  </a:lnTo>
                  <a:lnTo>
                    <a:pt x="820" y="76"/>
                  </a:lnTo>
                  <a:lnTo>
                    <a:pt x="793" y="87"/>
                  </a:lnTo>
                  <a:lnTo>
                    <a:pt x="766" y="98"/>
                  </a:lnTo>
                  <a:lnTo>
                    <a:pt x="740" y="109"/>
                  </a:lnTo>
                  <a:lnTo>
                    <a:pt x="713" y="122"/>
                  </a:lnTo>
                  <a:lnTo>
                    <a:pt x="688" y="135"/>
                  </a:lnTo>
                  <a:lnTo>
                    <a:pt x="663" y="148"/>
                  </a:lnTo>
                  <a:lnTo>
                    <a:pt x="638" y="162"/>
                  </a:lnTo>
                  <a:lnTo>
                    <a:pt x="613" y="177"/>
                  </a:lnTo>
                  <a:lnTo>
                    <a:pt x="589" y="192"/>
                  </a:lnTo>
                  <a:lnTo>
                    <a:pt x="565" y="207"/>
                  </a:lnTo>
                  <a:lnTo>
                    <a:pt x="541" y="223"/>
                  </a:lnTo>
                  <a:lnTo>
                    <a:pt x="518" y="241"/>
                  </a:lnTo>
                  <a:lnTo>
                    <a:pt x="495" y="258"/>
                  </a:lnTo>
                  <a:lnTo>
                    <a:pt x="473" y="276"/>
                  </a:lnTo>
                  <a:lnTo>
                    <a:pt x="451" y="294"/>
                  </a:lnTo>
                  <a:lnTo>
                    <a:pt x="430" y="312"/>
                  </a:lnTo>
                  <a:lnTo>
                    <a:pt x="409" y="331"/>
                  </a:lnTo>
                  <a:lnTo>
                    <a:pt x="387" y="351"/>
                  </a:lnTo>
                  <a:lnTo>
                    <a:pt x="367" y="371"/>
                  </a:lnTo>
                  <a:lnTo>
                    <a:pt x="347" y="392"/>
                  </a:lnTo>
                  <a:lnTo>
                    <a:pt x="328" y="413"/>
                  </a:lnTo>
                  <a:lnTo>
                    <a:pt x="309" y="434"/>
                  </a:lnTo>
                  <a:lnTo>
                    <a:pt x="291" y="456"/>
                  </a:lnTo>
                  <a:lnTo>
                    <a:pt x="273" y="478"/>
                  </a:lnTo>
                  <a:lnTo>
                    <a:pt x="256" y="500"/>
                  </a:lnTo>
                  <a:lnTo>
                    <a:pt x="238" y="523"/>
                  </a:lnTo>
                  <a:lnTo>
                    <a:pt x="222" y="546"/>
                  </a:lnTo>
                  <a:lnTo>
                    <a:pt x="206" y="571"/>
                  </a:lnTo>
                  <a:lnTo>
                    <a:pt x="191" y="595"/>
                  </a:lnTo>
                  <a:lnTo>
                    <a:pt x="176" y="619"/>
                  </a:lnTo>
                  <a:lnTo>
                    <a:pt x="162" y="644"/>
                  </a:lnTo>
                  <a:lnTo>
                    <a:pt x="148" y="669"/>
                  </a:lnTo>
                  <a:lnTo>
                    <a:pt x="135" y="695"/>
                  </a:lnTo>
                  <a:lnTo>
                    <a:pt x="122" y="721"/>
                  </a:lnTo>
                  <a:lnTo>
                    <a:pt x="110" y="747"/>
                  </a:lnTo>
                  <a:lnTo>
                    <a:pt x="99" y="774"/>
                  </a:lnTo>
                  <a:lnTo>
                    <a:pt x="88" y="800"/>
                  </a:lnTo>
                  <a:lnTo>
                    <a:pt x="77" y="827"/>
                  </a:lnTo>
                  <a:lnTo>
                    <a:pt x="67" y="855"/>
                  </a:lnTo>
                  <a:lnTo>
                    <a:pt x="58" y="883"/>
                  </a:lnTo>
                  <a:lnTo>
                    <a:pt x="50" y="911"/>
                  </a:lnTo>
                  <a:lnTo>
                    <a:pt x="42" y="939"/>
                  </a:lnTo>
                  <a:lnTo>
                    <a:pt x="35" y="968"/>
                  </a:lnTo>
                  <a:lnTo>
                    <a:pt x="28" y="996"/>
                  </a:lnTo>
                  <a:lnTo>
                    <a:pt x="23" y="1025"/>
                  </a:lnTo>
                  <a:lnTo>
                    <a:pt x="17" y="1055"/>
                  </a:lnTo>
                  <a:lnTo>
                    <a:pt x="13" y="1084"/>
                  </a:lnTo>
                  <a:lnTo>
                    <a:pt x="9" y="1114"/>
                  </a:lnTo>
                  <a:lnTo>
                    <a:pt x="6" y="1144"/>
                  </a:lnTo>
                  <a:lnTo>
                    <a:pt x="3" y="1174"/>
                  </a:lnTo>
                  <a:lnTo>
                    <a:pt x="2" y="1205"/>
                  </a:lnTo>
                  <a:lnTo>
                    <a:pt x="0" y="1235"/>
                  </a:lnTo>
                  <a:lnTo>
                    <a:pt x="0" y="1266"/>
                  </a:lnTo>
                  <a:lnTo>
                    <a:pt x="1" y="1298"/>
                  </a:lnTo>
                  <a:lnTo>
                    <a:pt x="2" y="1331"/>
                  </a:lnTo>
                  <a:lnTo>
                    <a:pt x="4" y="1364"/>
                  </a:lnTo>
                  <a:lnTo>
                    <a:pt x="7" y="1396"/>
                  </a:lnTo>
                  <a:lnTo>
                    <a:pt x="10" y="1428"/>
                  </a:lnTo>
                  <a:lnTo>
                    <a:pt x="15" y="1459"/>
                  </a:lnTo>
                  <a:lnTo>
                    <a:pt x="20" y="1491"/>
                  </a:lnTo>
                  <a:lnTo>
                    <a:pt x="26" y="1523"/>
                  </a:lnTo>
                  <a:lnTo>
                    <a:pt x="33" y="1553"/>
                  </a:lnTo>
                  <a:lnTo>
                    <a:pt x="40" y="1584"/>
                  </a:lnTo>
                  <a:lnTo>
                    <a:pt x="48" y="1614"/>
                  </a:lnTo>
                  <a:lnTo>
                    <a:pt x="57" y="1644"/>
                  </a:lnTo>
                  <a:lnTo>
                    <a:pt x="67" y="1674"/>
                  </a:lnTo>
                  <a:lnTo>
                    <a:pt x="77" y="1704"/>
                  </a:lnTo>
                  <a:lnTo>
                    <a:pt x="89" y="1733"/>
                  </a:lnTo>
                  <a:lnTo>
                    <a:pt x="101" y="1761"/>
                  </a:lnTo>
                  <a:lnTo>
                    <a:pt x="113" y="1789"/>
                  </a:lnTo>
                  <a:lnTo>
                    <a:pt x="126" y="1817"/>
                  </a:lnTo>
                  <a:lnTo>
                    <a:pt x="140" y="1846"/>
                  </a:lnTo>
                  <a:lnTo>
                    <a:pt x="154" y="1873"/>
                  </a:lnTo>
                  <a:lnTo>
                    <a:pt x="169" y="1900"/>
                  </a:lnTo>
                  <a:lnTo>
                    <a:pt x="185" y="1926"/>
                  </a:lnTo>
                  <a:lnTo>
                    <a:pt x="201" y="1952"/>
                  </a:lnTo>
                  <a:lnTo>
                    <a:pt x="218" y="1977"/>
                  </a:lnTo>
                  <a:lnTo>
                    <a:pt x="235" y="2003"/>
                  </a:lnTo>
                  <a:lnTo>
                    <a:pt x="254" y="2028"/>
                  </a:lnTo>
                  <a:lnTo>
                    <a:pt x="273" y="2052"/>
                  </a:lnTo>
                  <a:lnTo>
                    <a:pt x="292" y="2076"/>
                  </a:lnTo>
                  <a:lnTo>
                    <a:pt x="311" y="2099"/>
                  </a:lnTo>
                  <a:lnTo>
                    <a:pt x="332" y="2122"/>
                  </a:lnTo>
                  <a:lnTo>
                    <a:pt x="352" y="2145"/>
                  </a:lnTo>
                  <a:lnTo>
                    <a:pt x="374" y="2167"/>
                  </a:lnTo>
                  <a:lnTo>
                    <a:pt x="395" y="2188"/>
                  </a:lnTo>
                  <a:lnTo>
                    <a:pt x="419" y="2209"/>
                  </a:lnTo>
                  <a:lnTo>
                    <a:pt x="441" y="2229"/>
                  </a:lnTo>
                  <a:lnTo>
                    <a:pt x="464" y="2249"/>
                  </a:lnTo>
                  <a:lnTo>
                    <a:pt x="488" y="2268"/>
                  </a:lnTo>
                  <a:lnTo>
                    <a:pt x="512" y="2287"/>
                  </a:lnTo>
                  <a:lnTo>
                    <a:pt x="537" y="2306"/>
                  </a:lnTo>
                  <a:lnTo>
                    <a:pt x="563" y="2323"/>
                  </a:lnTo>
                  <a:lnTo>
                    <a:pt x="588" y="2340"/>
                  </a:lnTo>
                  <a:lnTo>
                    <a:pt x="614" y="2356"/>
                  </a:lnTo>
                  <a:lnTo>
                    <a:pt x="641" y="2372"/>
                  </a:lnTo>
                  <a:lnTo>
                    <a:pt x="667" y="2387"/>
                  </a:lnTo>
                  <a:lnTo>
                    <a:pt x="694" y="2401"/>
                  </a:lnTo>
                  <a:lnTo>
                    <a:pt x="723" y="2415"/>
                  </a:lnTo>
                  <a:lnTo>
                    <a:pt x="751" y="2428"/>
                  </a:lnTo>
                  <a:lnTo>
                    <a:pt x="779" y="2441"/>
                  </a:lnTo>
                  <a:lnTo>
                    <a:pt x="808" y="2452"/>
                  </a:lnTo>
                  <a:lnTo>
                    <a:pt x="836" y="2465"/>
                  </a:lnTo>
                  <a:lnTo>
                    <a:pt x="866" y="2475"/>
                  </a:lnTo>
                  <a:lnTo>
                    <a:pt x="896" y="2485"/>
                  </a:lnTo>
                  <a:lnTo>
                    <a:pt x="926" y="2494"/>
                  </a:lnTo>
                  <a:lnTo>
                    <a:pt x="956" y="2502"/>
                  </a:lnTo>
                  <a:lnTo>
                    <a:pt x="987" y="2510"/>
                  </a:lnTo>
                  <a:lnTo>
                    <a:pt x="1017" y="2516"/>
                  </a:lnTo>
                  <a:lnTo>
                    <a:pt x="1049" y="2522"/>
                  </a:lnTo>
                  <a:lnTo>
                    <a:pt x="1081" y="2528"/>
                  </a:lnTo>
                  <a:lnTo>
                    <a:pt x="1112" y="2532"/>
                  </a:lnTo>
                  <a:lnTo>
                    <a:pt x="1144" y="2536"/>
                  </a:lnTo>
                  <a:lnTo>
                    <a:pt x="1176" y="2539"/>
                  </a:lnTo>
                  <a:lnTo>
                    <a:pt x="1209" y="2541"/>
                  </a:lnTo>
                  <a:lnTo>
                    <a:pt x="1241" y="2543"/>
                  </a:lnTo>
                  <a:lnTo>
                    <a:pt x="1274" y="2543"/>
                  </a:lnTo>
                  <a:lnTo>
                    <a:pt x="1039" y="2206"/>
                  </a:lnTo>
                  <a:lnTo>
                    <a:pt x="1266" y="1904"/>
                  </a:lnTo>
                  <a:close/>
                </a:path>
              </a:pathLst>
            </a:custGeom>
            <a:solidFill>
              <a:srgbClr val="4372C4">
                <a:alpha val="60000"/>
              </a:srgbClr>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eaLnBrk="1" fontAlgn="auto" hangingPunct="1">
                <a:lnSpc>
                  <a:spcPct val="120000"/>
                </a:lnSpc>
                <a:spcBef>
                  <a:spcPts val="0"/>
                </a:spcBef>
                <a:spcAft>
                  <a:spcPts val="0"/>
                </a:spcAft>
                <a:defRPr/>
              </a:pPr>
              <a:endParaRPr lang="en-US" sz="900" dirty="0">
                <a:solidFill>
                  <a:srgbClr val="4D4D4D"/>
                </a:solidFill>
                <a:latin typeface="微软雅黑" pitchFamily="34" charset="-122"/>
              </a:endParaRPr>
            </a:p>
          </p:txBody>
        </p:sp>
      </p:grpSp>
      <p:sp>
        <p:nvSpPr>
          <p:cNvPr id="5"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a:off x="5467922" y="3342443"/>
            <a:ext cx="1295400"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1800" b="1" smtClean="0">
                <a:solidFill>
                  <a:srgbClr val="3F3F3F"/>
                </a:solidFill>
                <a:latin typeface="微软雅黑" panose="020B0503020204020204" pitchFamily="34" charset="-122"/>
                <a:ea typeface="微软雅黑" panose="020B0503020204020204" pitchFamily="34" charset="-122"/>
              </a:rPr>
              <a:t>关键字</a:t>
            </a:r>
            <a:endParaRPr lang="zh-CN" altLang="en-US" sz="1800" b="1" dirty="0">
              <a:solidFill>
                <a:srgbClr val="3F3F3F"/>
              </a:solidFill>
              <a:latin typeface="微软雅黑" panose="020B0503020204020204" pitchFamily="34" charset="-122"/>
              <a:ea typeface="微软雅黑" panose="020B0503020204020204" pitchFamily="34" charset="-122"/>
            </a:endParaRPr>
          </a:p>
        </p:txBody>
      </p:sp>
      <p:sp>
        <p:nvSpPr>
          <p:cNvPr id="21" name="标题 20"/>
          <p:cNvSpPr>
            <a:spLocks noGrp="1"/>
          </p:cNvSpPr>
          <p:nvPr>
            <p:ph type="title"/>
          </p:nvPr>
        </p:nvSpPr>
        <p:spPr>
          <a:prstGeom prst="rect">
            <a:avLst/>
          </a:prstGeom>
        </p:spPr>
        <p:txBody>
          <a:bodyPr/>
          <a:lstStyle/>
          <a:p>
            <a:r>
              <a:rPr lang="zh-CN" altLang="en-US" dirty="0" smtClean="0"/>
              <a:t>让金融更简单 让金融更美好</a:t>
            </a:r>
            <a:endParaRPr lang="zh-CN" altLang="en-US" dirty="0"/>
          </a:p>
        </p:txBody>
      </p:sp>
      <p:grpSp>
        <p:nvGrpSpPr>
          <p:cNvPr id="14" name="组 13"/>
          <p:cNvGrpSpPr/>
          <p:nvPr/>
        </p:nvGrpSpPr>
        <p:grpSpPr>
          <a:xfrm>
            <a:off x="1024961" y="2087575"/>
            <a:ext cx="3240000" cy="1397890"/>
            <a:chOff x="7573558" y="1789204"/>
            <a:chExt cx="3240000" cy="1397890"/>
          </a:xfrm>
        </p:grpSpPr>
        <p:grpSp>
          <p:nvGrpSpPr>
            <p:cNvPr id="15"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7" name="矩形 16">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8" name="矩形 17">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16"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19" name="组 18"/>
          <p:cNvGrpSpPr/>
          <p:nvPr/>
        </p:nvGrpSpPr>
        <p:grpSpPr>
          <a:xfrm>
            <a:off x="7752184" y="4058022"/>
            <a:ext cx="3240000" cy="1397890"/>
            <a:chOff x="7573558" y="1789204"/>
            <a:chExt cx="3240000" cy="1397890"/>
          </a:xfrm>
        </p:grpSpPr>
        <p:grpSp>
          <p:nvGrpSpPr>
            <p:cNvPr id="20"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3" name="矩形 22">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4" name="矩形 23">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22"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
        <p:nvSpPr>
          <p:cNvPr id="25"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16200000">
            <a:off x="5242679" y="2436695"/>
            <a:ext cx="2016224" cy="2138695"/>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00034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dirty="0" smtClean="0">
                <a:solidFill>
                  <a:schemeClr val="bg1"/>
                </a:solidFill>
                <a:latin typeface="微软雅黑" panose="020B0503020204020204" pitchFamily="34" charset="-122"/>
                <a:ea typeface="微软雅黑" panose="020B0503020204020204" pitchFamily="34" charset="-122"/>
              </a:rPr>
              <a:t>此处输入关键字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6"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5400000">
            <a:off x="5017419" y="2452621"/>
            <a:ext cx="2016224" cy="2138695"/>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00034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dirty="0" smtClean="0">
                <a:solidFill>
                  <a:schemeClr val="bg1"/>
                </a:solidFill>
                <a:latin typeface="微软雅黑" panose="020B0503020204020204" pitchFamily="34" charset="-122"/>
                <a:ea typeface="微软雅黑" panose="020B0503020204020204" pitchFamily="34" charset="-122"/>
              </a:rPr>
              <a:t>此处输入关键字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6" name="文本框 5"/>
          <p:cNvSpPr txBox="1"/>
          <p:nvPr/>
        </p:nvSpPr>
        <p:spPr>
          <a:xfrm>
            <a:off x="-457200" y="1232452"/>
            <a:ext cx="184731" cy="385490"/>
          </a:xfrm>
          <a:prstGeom prst="rect">
            <a:avLst/>
          </a:prstGeom>
          <a:noFill/>
        </p:spPr>
        <p:txBody>
          <a:bodyPr wrap="none" rtlCol="0">
            <a:spAutoFit/>
          </a:bodyPr>
          <a:lstStyle/>
          <a:p>
            <a:endParaRPr kumimoji="1" lang="zh-CN" altLang="en-US" dirty="0"/>
          </a:p>
        </p:txBody>
      </p:sp>
    </p:spTree>
    <p:extLst>
      <p:ext uri="{BB962C8B-B14F-4D97-AF65-F5344CB8AC3E}">
        <p14:creationId xmlns:p14="http://schemas.microsoft.com/office/powerpoint/2010/main" val="10373259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grpSp>
        <p:nvGrpSpPr>
          <p:cNvPr id="3" name="组 2"/>
          <p:cNvGrpSpPr>
            <a:grpSpLocks noChangeAspect="1"/>
          </p:cNvGrpSpPr>
          <p:nvPr/>
        </p:nvGrpSpPr>
        <p:grpSpPr>
          <a:xfrm>
            <a:off x="4656000" y="1772816"/>
            <a:ext cx="2880000" cy="2880000"/>
            <a:chOff x="4418062" y="1647824"/>
            <a:chExt cx="1652588" cy="1790701"/>
          </a:xfrm>
          <a:solidFill>
            <a:srgbClr val="4372C4"/>
          </a:solidFill>
        </p:grpSpPr>
        <p:sp>
          <p:nvSpPr>
            <p:cNvPr id="4" name="Freeform 5">
              <a:extLst>
                <a:ext uri="{FF2B5EF4-FFF2-40B4-BE49-F238E27FC236}">
                  <a16:creationId xmlns:a16="http://schemas.microsoft.com/office/drawing/2014/main" xmlns="" id="{EA49A2E3-ED3D-441D-B82B-A7B3A189EC6A}"/>
                </a:ext>
              </a:extLst>
            </p:cNvPr>
            <p:cNvSpPr>
              <a:spLocks noChangeAspect="1"/>
            </p:cNvSpPr>
            <p:nvPr/>
          </p:nvSpPr>
          <p:spPr bwMode="auto">
            <a:xfrm>
              <a:off x="4568876" y="2786062"/>
              <a:ext cx="1381125" cy="652463"/>
            </a:xfrm>
            <a:custGeom>
              <a:avLst/>
              <a:gdLst>
                <a:gd name="T0" fmla="*/ 1089 w 2140"/>
                <a:gd name="T1" fmla="*/ 295 h 932"/>
                <a:gd name="T2" fmla="*/ 1131 w 2140"/>
                <a:gd name="T3" fmla="*/ 291 h 932"/>
                <a:gd name="T4" fmla="*/ 1191 w 2140"/>
                <a:gd name="T5" fmla="*/ 280 h 932"/>
                <a:gd name="T6" fmla="*/ 1250 w 2140"/>
                <a:gd name="T7" fmla="*/ 264 h 932"/>
                <a:gd name="T8" fmla="*/ 1307 w 2140"/>
                <a:gd name="T9" fmla="*/ 243 h 932"/>
                <a:gd name="T10" fmla="*/ 1342 w 2140"/>
                <a:gd name="T11" fmla="*/ 225 h 932"/>
                <a:gd name="T12" fmla="*/ 1394 w 2140"/>
                <a:gd name="T13" fmla="*/ 195 h 932"/>
                <a:gd name="T14" fmla="*/ 1442 w 2140"/>
                <a:gd name="T15" fmla="*/ 160 h 932"/>
                <a:gd name="T16" fmla="*/ 1488 w 2140"/>
                <a:gd name="T17" fmla="*/ 122 h 932"/>
                <a:gd name="T18" fmla="*/ 1529 w 2140"/>
                <a:gd name="T19" fmla="*/ 79 h 932"/>
                <a:gd name="T20" fmla="*/ 1566 w 2140"/>
                <a:gd name="T21" fmla="*/ 32 h 932"/>
                <a:gd name="T22" fmla="*/ 1730 w 2140"/>
                <a:gd name="T23" fmla="*/ 322 h 932"/>
                <a:gd name="T24" fmla="*/ 2108 w 2140"/>
                <a:gd name="T25" fmla="*/ 369 h 932"/>
                <a:gd name="T26" fmla="*/ 2047 w 2140"/>
                <a:gd name="T27" fmla="*/ 451 h 932"/>
                <a:gd name="T28" fmla="*/ 2009 w 2140"/>
                <a:gd name="T29" fmla="*/ 497 h 932"/>
                <a:gd name="T30" fmla="*/ 1940 w 2140"/>
                <a:gd name="T31" fmla="*/ 570 h 932"/>
                <a:gd name="T32" fmla="*/ 1880 w 2140"/>
                <a:gd name="T33" fmla="*/ 624 h 932"/>
                <a:gd name="T34" fmla="*/ 1817 w 2140"/>
                <a:gd name="T35" fmla="*/ 674 h 932"/>
                <a:gd name="T36" fmla="*/ 1717 w 2140"/>
                <a:gd name="T37" fmla="*/ 743 h 932"/>
                <a:gd name="T38" fmla="*/ 1629 w 2140"/>
                <a:gd name="T39" fmla="*/ 792 h 932"/>
                <a:gd name="T40" fmla="*/ 1574 w 2140"/>
                <a:gd name="T41" fmla="*/ 819 h 932"/>
                <a:gd name="T42" fmla="*/ 1518 w 2140"/>
                <a:gd name="T43" fmla="*/ 842 h 932"/>
                <a:gd name="T44" fmla="*/ 1460 w 2140"/>
                <a:gd name="T45" fmla="*/ 864 h 932"/>
                <a:gd name="T46" fmla="*/ 1401 w 2140"/>
                <a:gd name="T47" fmla="*/ 883 h 932"/>
                <a:gd name="T48" fmla="*/ 1341 w 2140"/>
                <a:gd name="T49" fmla="*/ 898 h 932"/>
                <a:gd name="T50" fmla="*/ 1279 w 2140"/>
                <a:gd name="T51" fmla="*/ 911 h 932"/>
                <a:gd name="T52" fmla="*/ 1196 w 2140"/>
                <a:gd name="T53" fmla="*/ 924 h 932"/>
                <a:gd name="T54" fmla="*/ 1133 w 2140"/>
                <a:gd name="T55" fmla="*/ 929 h 932"/>
                <a:gd name="T56" fmla="*/ 1047 w 2140"/>
                <a:gd name="T57" fmla="*/ 932 h 932"/>
                <a:gd name="T58" fmla="*/ 946 w 2140"/>
                <a:gd name="T59" fmla="*/ 928 h 932"/>
                <a:gd name="T60" fmla="*/ 867 w 2140"/>
                <a:gd name="T61" fmla="*/ 920 h 932"/>
                <a:gd name="T62" fmla="*/ 771 w 2140"/>
                <a:gd name="T63" fmla="*/ 903 h 932"/>
                <a:gd name="T64" fmla="*/ 696 w 2140"/>
                <a:gd name="T65" fmla="*/ 884 h 932"/>
                <a:gd name="T66" fmla="*/ 622 w 2140"/>
                <a:gd name="T67" fmla="*/ 861 h 932"/>
                <a:gd name="T68" fmla="*/ 516 w 2140"/>
                <a:gd name="T69" fmla="*/ 818 h 932"/>
                <a:gd name="T70" fmla="*/ 415 w 2140"/>
                <a:gd name="T71" fmla="*/ 766 h 932"/>
                <a:gd name="T72" fmla="*/ 318 w 2140"/>
                <a:gd name="T73" fmla="*/ 706 h 932"/>
                <a:gd name="T74" fmla="*/ 258 w 2140"/>
                <a:gd name="T75" fmla="*/ 661 h 932"/>
                <a:gd name="T76" fmla="*/ 173 w 2140"/>
                <a:gd name="T77" fmla="*/ 588 h 932"/>
                <a:gd name="T78" fmla="*/ 94 w 2140"/>
                <a:gd name="T79" fmla="*/ 507 h 932"/>
                <a:gd name="T80" fmla="*/ 23 w 2140"/>
                <a:gd name="T81" fmla="*/ 421 h 932"/>
                <a:gd name="T82" fmla="*/ 365 w 2140"/>
                <a:gd name="T83" fmla="*/ 62 h 932"/>
                <a:gd name="T84" fmla="*/ 554 w 2140"/>
                <a:gd name="T85" fmla="*/ 73 h 932"/>
                <a:gd name="T86" fmla="*/ 627 w 2140"/>
                <a:gd name="T87" fmla="*/ 142 h 932"/>
                <a:gd name="T88" fmla="*/ 666 w 2140"/>
                <a:gd name="T89" fmla="*/ 172 h 932"/>
                <a:gd name="T90" fmla="*/ 706 w 2140"/>
                <a:gd name="T91" fmla="*/ 200 h 932"/>
                <a:gd name="T92" fmla="*/ 762 w 2140"/>
                <a:gd name="T93" fmla="*/ 233 h 932"/>
                <a:gd name="T94" fmla="*/ 809 w 2140"/>
                <a:gd name="T95" fmla="*/ 253 h 932"/>
                <a:gd name="T96" fmla="*/ 857 w 2140"/>
                <a:gd name="T97" fmla="*/ 269 h 932"/>
                <a:gd name="T98" fmla="*/ 909 w 2140"/>
                <a:gd name="T99" fmla="*/ 282 h 932"/>
                <a:gd name="T100" fmla="*/ 964 w 2140"/>
                <a:gd name="T101" fmla="*/ 291 h 932"/>
                <a:gd name="T102" fmla="*/ 1026 w 2140"/>
                <a:gd name="T103" fmla="*/ 295 h 9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40" h="932">
                  <a:moveTo>
                    <a:pt x="1047" y="296"/>
                  </a:moveTo>
                  <a:lnTo>
                    <a:pt x="1068" y="295"/>
                  </a:lnTo>
                  <a:lnTo>
                    <a:pt x="1089" y="295"/>
                  </a:lnTo>
                  <a:lnTo>
                    <a:pt x="1109" y="293"/>
                  </a:lnTo>
                  <a:lnTo>
                    <a:pt x="1120" y="292"/>
                  </a:lnTo>
                  <a:lnTo>
                    <a:pt x="1131" y="291"/>
                  </a:lnTo>
                  <a:lnTo>
                    <a:pt x="1151" y="288"/>
                  </a:lnTo>
                  <a:lnTo>
                    <a:pt x="1171" y="285"/>
                  </a:lnTo>
                  <a:lnTo>
                    <a:pt x="1191" y="280"/>
                  </a:lnTo>
                  <a:lnTo>
                    <a:pt x="1211" y="276"/>
                  </a:lnTo>
                  <a:lnTo>
                    <a:pt x="1231" y="270"/>
                  </a:lnTo>
                  <a:lnTo>
                    <a:pt x="1250" y="264"/>
                  </a:lnTo>
                  <a:lnTo>
                    <a:pt x="1269" y="258"/>
                  </a:lnTo>
                  <a:lnTo>
                    <a:pt x="1288" y="250"/>
                  </a:lnTo>
                  <a:lnTo>
                    <a:pt x="1307" y="243"/>
                  </a:lnTo>
                  <a:lnTo>
                    <a:pt x="1325" y="234"/>
                  </a:lnTo>
                  <a:lnTo>
                    <a:pt x="1334" y="230"/>
                  </a:lnTo>
                  <a:lnTo>
                    <a:pt x="1342" y="225"/>
                  </a:lnTo>
                  <a:lnTo>
                    <a:pt x="1360" y="216"/>
                  </a:lnTo>
                  <a:lnTo>
                    <a:pt x="1377" y="205"/>
                  </a:lnTo>
                  <a:lnTo>
                    <a:pt x="1394" y="195"/>
                  </a:lnTo>
                  <a:lnTo>
                    <a:pt x="1410" y="184"/>
                  </a:lnTo>
                  <a:lnTo>
                    <a:pt x="1426" y="172"/>
                  </a:lnTo>
                  <a:lnTo>
                    <a:pt x="1442" y="160"/>
                  </a:lnTo>
                  <a:lnTo>
                    <a:pt x="1458" y="148"/>
                  </a:lnTo>
                  <a:lnTo>
                    <a:pt x="1473" y="135"/>
                  </a:lnTo>
                  <a:lnTo>
                    <a:pt x="1488" y="122"/>
                  </a:lnTo>
                  <a:lnTo>
                    <a:pt x="1502" y="108"/>
                  </a:lnTo>
                  <a:lnTo>
                    <a:pt x="1515" y="94"/>
                  </a:lnTo>
                  <a:lnTo>
                    <a:pt x="1529" y="79"/>
                  </a:lnTo>
                  <a:lnTo>
                    <a:pt x="1541" y="64"/>
                  </a:lnTo>
                  <a:lnTo>
                    <a:pt x="1554" y="48"/>
                  </a:lnTo>
                  <a:lnTo>
                    <a:pt x="1566" y="32"/>
                  </a:lnTo>
                  <a:lnTo>
                    <a:pt x="1577" y="16"/>
                  </a:lnTo>
                  <a:lnTo>
                    <a:pt x="1588" y="0"/>
                  </a:lnTo>
                  <a:lnTo>
                    <a:pt x="1730" y="322"/>
                  </a:lnTo>
                  <a:lnTo>
                    <a:pt x="2140" y="319"/>
                  </a:lnTo>
                  <a:lnTo>
                    <a:pt x="2119" y="353"/>
                  </a:lnTo>
                  <a:lnTo>
                    <a:pt x="2108" y="369"/>
                  </a:lnTo>
                  <a:lnTo>
                    <a:pt x="2096" y="387"/>
                  </a:lnTo>
                  <a:lnTo>
                    <a:pt x="2072" y="419"/>
                  </a:lnTo>
                  <a:lnTo>
                    <a:pt x="2047" y="451"/>
                  </a:lnTo>
                  <a:lnTo>
                    <a:pt x="2035" y="466"/>
                  </a:lnTo>
                  <a:lnTo>
                    <a:pt x="2022" y="482"/>
                  </a:lnTo>
                  <a:lnTo>
                    <a:pt x="2009" y="497"/>
                  </a:lnTo>
                  <a:lnTo>
                    <a:pt x="1995" y="512"/>
                  </a:lnTo>
                  <a:lnTo>
                    <a:pt x="1968" y="542"/>
                  </a:lnTo>
                  <a:lnTo>
                    <a:pt x="1940" y="570"/>
                  </a:lnTo>
                  <a:lnTo>
                    <a:pt x="1910" y="597"/>
                  </a:lnTo>
                  <a:lnTo>
                    <a:pt x="1895" y="611"/>
                  </a:lnTo>
                  <a:lnTo>
                    <a:pt x="1880" y="624"/>
                  </a:lnTo>
                  <a:lnTo>
                    <a:pt x="1864" y="637"/>
                  </a:lnTo>
                  <a:lnTo>
                    <a:pt x="1849" y="650"/>
                  </a:lnTo>
                  <a:lnTo>
                    <a:pt x="1817" y="674"/>
                  </a:lnTo>
                  <a:lnTo>
                    <a:pt x="1785" y="699"/>
                  </a:lnTo>
                  <a:lnTo>
                    <a:pt x="1751" y="721"/>
                  </a:lnTo>
                  <a:lnTo>
                    <a:pt x="1717" y="743"/>
                  </a:lnTo>
                  <a:lnTo>
                    <a:pt x="1683" y="763"/>
                  </a:lnTo>
                  <a:lnTo>
                    <a:pt x="1647" y="783"/>
                  </a:lnTo>
                  <a:lnTo>
                    <a:pt x="1629" y="792"/>
                  </a:lnTo>
                  <a:lnTo>
                    <a:pt x="1611" y="801"/>
                  </a:lnTo>
                  <a:lnTo>
                    <a:pt x="1592" y="810"/>
                  </a:lnTo>
                  <a:lnTo>
                    <a:pt x="1574" y="819"/>
                  </a:lnTo>
                  <a:lnTo>
                    <a:pt x="1555" y="827"/>
                  </a:lnTo>
                  <a:lnTo>
                    <a:pt x="1537" y="835"/>
                  </a:lnTo>
                  <a:lnTo>
                    <a:pt x="1518" y="842"/>
                  </a:lnTo>
                  <a:lnTo>
                    <a:pt x="1499" y="850"/>
                  </a:lnTo>
                  <a:lnTo>
                    <a:pt x="1480" y="858"/>
                  </a:lnTo>
                  <a:lnTo>
                    <a:pt x="1460" y="864"/>
                  </a:lnTo>
                  <a:lnTo>
                    <a:pt x="1440" y="871"/>
                  </a:lnTo>
                  <a:lnTo>
                    <a:pt x="1421" y="877"/>
                  </a:lnTo>
                  <a:lnTo>
                    <a:pt x="1401" y="883"/>
                  </a:lnTo>
                  <a:lnTo>
                    <a:pt x="1381" y="888"/>
                  </a:lnTo>
                  <a:lnTo>
                    <a:pt x="1361" y="893"/>
                  </a:lnTo>
                  <a:lnTo>
                    <a:pt x="1341" y="898"/>
                  </a:lnTo>
                  <a:lnTo>
                    <a:pt x="1321" y="903"/>
                  </a:lnTo>
                  <a:lnTo>
                    <a:pt x="1301" y="907"/>
                  </a:lnTo>
                  <a:lnTo>
                    <a:pt x="1279" y="911"/>
                  </a:lnTo>
                  <a:lnTo>
                    <a:pt x="1259" y="915"/>
                  </a:lnTo>
                  <a:lnTo>
                    <a:pt x="1217" y="921"/>
                  </a:lnTo>
                  <a:lnTo>
                    <a:pt x="1196" y="924"/>
                  </a:lnTo>
                  <a:lnTo>
                    <a:pt x="1175" y="926"/>
                  </a:lnTo>
                  <a:lnTo>
                    <a:pt x="1154" y="928"/>
                  </a:lnTo>
                  <a:lnTo>
                    <a:pt x="1133" y="929"/>
                  </a:lnTo>
                  <a:lnTo>
                    <a:pt x="1111" y="931"/>
                  </a:lnTo>
                  <a:lnTo>
                    <a:pt x="1090" y="931"/>
                  </a:lnTo>
                  <a:lnTo>
                    <a:pt x="1047" y="932"/>
                  </a:lnTo>
                  <a:lnTo>
                    <a:pt x="1007" y="932"/>
                  </a:lnTo>
                  <a:lnTo>
                    <a:pt x="967" y="930"/>
                  </a:lnTo>
                  <a:lnTo>
                    <a:pt x="946" y="928"/>
                  </a:lnTo>
                  <a:lnTo>
                    <a:pt x="926" y="927"/>
                  </a:lnTo>
                  <a:lnTo>
                    <a:pt x="887" y="922"/>
                  </a:lnTo>
                  <a:lnTo>
                    <a:pt x="867" y="920"/>
                  </a:lnTo>
                  <a:lnTo>
                    <a:pt x="848" y="917"/>
                  </a:lnTo>
                  <a:lnTo>
                    <a:pt x="810" y="910"/>
                  </a:lnTo>
                  <a:lnTo>
                    <a:pt x="771" y="903"/>
                  </a:lnTo>
                  <a:lnTo>
                    <a:pt x="733" y="894"/>
                  </a:lnTo>
                  <a:lnTo>
                    <a:pt x="714" y="889"/>
                  </a:lnTo>
                  <a:lnTo>
                    <a:pt x="696" y="884"/>
                  </a:lnTo>
                  <a:lnTo>
                    <a:pt x="659" y="873"/>
                  </a:lnTo>
                  <a:lnTo>
                    <a:pt x="640" y="867"/>
                  </a:lnTo>
                  <a:lnTo>
                    <a:pt x="622" y="861"/>
                  </a:lnTo>
                  <a:lnTo>
                    <a:pt x="586" y="847"/>
                  </a:lnTo>
                  <a:lnTo>
                    <a:pt x="551" y="833"/>
                  </a:lnTo>
                  <a:lnTo>
                    <a:pt x="516" y="818"/>
                  </a:lnTo>
                  <a:lnTo>
                    <a:pt x="481" y="801"/>
                  </a:lnTo>
                  <a:lnTo>
                    <a:pt x="448" y="784"/>
                  </a:lnTo>
                  <a:lnTo>
                    <a:pt x="415" y="766"/>
                  </a:lnTo>
                  <a:lnTo>
                    <a:pt x="382" y="747"/>
                  </a:lnTo>
                  <a:lnTo>
                    <a:pt x="351" y="727"/>
                  </a:lnTo>
                  <a:lnTo>
                    <a:pt x="318" y="706"/>
                  </a:lnTo>
                  <a:lnTo>
                    <a:pt x="303" y="696"/>
                  </a:lnTo>
                  <a:lnTo>
                    <a:pt x="288" y="684"/>
                  </a:lnTo>
                  <a:lnTo>
                    <a:pt x="258" y="661"/>
                  </a:lnTo>
                  <a:lnTo>
                    <a:pt x="229" y="638"/>
                  </a:lnTo>
                  <a:lnTo>
                    <a:pt x="201" y="613"/>
                  </a:lnTo>
                  <a:lnTo>
                    <a:pt x="173" y="588"/>
                  </a:lnTo>
                  <a:lnTo>
                    <a:pt x="145" y="562"/>
                  </a:lnTo>
                  <a:lnTo>
                    <a:pt x="119" y="536"/>
                  </a:lnTo>
                  <a:lnTo>
                    <a:pt x="94" y="507"/>
                  </a:lnTo>
                  <a:lnTo>
                    <a:pt x="69" y="479"/>
                  </a:lnTo>
                  <a:lnTo>
                    <a:pt x="46" y="450"/>
                  </a:lnTo>
                  <a:lnTo>
                    <a:pt x="23" y="421"/>
                  </a:lnTo>
                  <a:lnTo>
                    <a:pt x="0" y="390"/>
                  </a:lnTo>
                  <a:lnTo>
                    <a:pt x="177" y="51"/>
                  </a:lnTo>
                  <a:lnTo>
                    <a:pt x="365" y="62"/>
                  </a:lnTo>
                  <a:lnTo>
                    <a:pt x="495" y="69"/>
                  </a:lnTo>
                  <a:lnTo>
                    <a:pt x="537" y="72"/>
                  </a:lnTo>
                  <a:lnTo>
                    <a:pt x="554" y="73"/>
                  </a:lnTo>
                  <a:lnTo>
                    <a:pt x="578" y="97"/>
                  </a:lnTo>
                  <a:lnTo>
                    <a:pt x="603" y="120"/>
                  </a:lnTo>
                  <a:lnTo>
                    <a:pt x="627" y="142"/>
                  </a:lnTo>
                  <a:lnTo>
                    <a:pt x="640" y="152"/>
                  </a:lnTo>
                  <a:lnTo>
                    <a:pt x="654" y="162"/>
                  </a:lnTo>
                  <a:lnTo>
                    <a:pt x="666" y="172"/>
                  </a:lnTo>
                  <a:lnTo>
                    <a:pt x="679" y="182"/>
                  </a:lnTo>
                  <a:lnTo>
                    <a:pt x="693" y="191"/>
                  </a:lnTo>
                  <a:lnTo>
                    <a:pt x="706" y="200"/>
                  </a:lnTo>
                  <a:lnTo>
                    <a:pt x="734" y="217"/>
                  </a:lnTo>
                  <a:lnTo>
                    <a:pt x="748" y="225"/>
                  </a:lnTo>
                  <a:lnTo>
                    <a:pt x="762" y="233"/>
                  </a:lnTo>
                  <a:lnTo>
                    <a:pt x="777" y="240"/>
                  </a:lnTo>
                  <a:lnTo>
                    <a:pt x="792" y="246"/>
                  </a:lnTo>
                  <a:lnTo>
                    <a:pt x="809" y="253"/>
                  </a:lnTo>
                  <a:lnTo>
                    <a:pt x="824" y="259"/>
                  </a:lnTo>
                  <a:lnTo>
                    <a:pt x="840" y="264"/>
                  </a:lnTo>
                  <a:lnTo>
                    <a:pt x="857" y="269"/>
                  </a:lnTo>
                  <a:lnTo>
                    <a:pt x="874" y="274"/>
                  </a:lnTo>
                  <a:lnTo>
                    <a:pt x="891" y="278"/>
                  </a:lnTo>
                  <a:lnTo>
                    <a:pt x="909" y="282"/>
                  </a:lnTo>
                  <a:lnTo>
                    <a:pt x="927" y="285"/>
                  </a:lnTo>
                  <a:lnTo>
                    <a:pt x="945" y="288"/>
                  </a:lnTo>
                  <a:lnTo>
                    <a:pt x="964" y="291"/>
                  </a:lnTo>
                  <a:lnTo>
                    <a:pt x="985" y="293"/>
                  </a:lnTo>
                  <a:lnTo>
                    <a:pt x="1005" y="294"/>
                  </a:lnTo>
                  <a:lnTo>
                    <a:pt x="1026" y="295"/>
                  </a:lnTo>
                  <a:lnTo>
                    <a:pt x="1047" y="296"/>
                  </a:lnTo>
                  <a:close/>
                </a:path>
              </a:pathLst>
            </a:custGeom>
            <a:grpFill/>
            <a:ln>
              <a:noFill/>
            </a:ln>
            <a:effectLst/>
          </p:spPr>
          <p:txBody>
            <a:bodyPr/>
            <a:lstStyle/>
            <a:p>
              <a:endParaRPr lang="zh-CN" altLang="en-US"/>
            </a:p>
          </p:txBody>
        </p:sp>
        <p:sp>
          <p:nvSpPr>
            <p:cNvPr id="5" name="Freeform 6">
              <a:extLst>
                <a:ext uri="{FF2B5EF4-FFF2-40B4-BE49-F238E27FC236}">
                  <a16:creationId xmlns:a16="http://schemas.microsoft.com/office/drawing/2014/main" xmlns="" id="{A079D30A-014E-4DED-9E77-9822169DFA59}"/>
                </a:ext>
              </a:extLst>
            </p:cNvPr>
            <p:cNvSpPr>
              <a:spLocks noChangeAspect="1"/>
            </p:cNvSpPr>
            <p:nvPr/>
          </p:nvSpPr>
          <p:spPr bwMode="auto">
            <a:xfrm>
              <a:off x="4418062" y="1647824"/>
              <a:ext cx="922338" cy="1371600"/>
            </a:xfrm>
            <a:custGeom>
              <a:avLst/>
              <a:gdLst>
                <a:gd name="T0" fmla="*/ 750 w 1431"/>
                <a:gd name="T1" fmla="*/ 1645 h 1961"/>
                <a:gd name="T2" fmla="*/ 713 w 1431"/>
                <a:gd name="T3" fmla="*/ 1584 h 1961"/>
                <a:gd name="T4" fmla="*/ 683 w 1431"/>
                <a:gd name="T5" fmla="*/ 1519 h 1961"/>
                <a:gd name="T6" fmla="*/ 660 w 1431"/>
                <a:gd name="T7" fmla="*/ 1451 h 1961"/>
                <a:gd name="T8" fmla="*/ 644 w 1431"/>
                <a:gd name="T9" fmla="*/ 1380 h 1961"/>
                <a:gd name="T10" fmla="*/ 637 w 1431"/>
                <a:gd name="T11" fmla="*/ 1305 h 1961"/>
                <a:gd name="T12" fmla="*/ 638 w 1431"/>
                <a:gd name="T13" fmla="*/ 1232 h 1961"/>
                <a:gd name="T14" fmla="*/ 646 w 1431"/>
                <a:gd name="T15" fmla="*/ 1170 h 1961"/>
                <a:gd name="T16" fmla="*/ 659 w 1431"/>
                <a:gd name="T17" fmla="*/ 1110 h 1961"/>
                <a:gd name="T18" fmla="*/ 678 w 1431"/>
                <a:gd name="T19" fmla="*/ 1053 h 1961"/>
                <a:gd name="T20" fmla="*/ 708 w 1431"/>
                <a:gd name="T21" fmla="*/ 983 h 1961"/>
                <a:gd name="T22" fmla="*/ 731 w 1431"/>
                <a:gd name="T23" fmla="*/ 945 h 1961"/>
                <a:gd name="T24" fmla="*/ 756 w 1431"/>
                <a:gd name="T25" fmla="*/ 908 h 1961"/>
                <a:gd name="T26" fmla="*/ 782 w 1431"/>
                <a:gd name="T27" fmla="*/ 871 h 1961"/>
                <a:gd name="T28" fmla="*/ 822 w 1431"/>
                <a:gd name="T29" fmla="*/ 827 h 1961"/>
                <a:gd name="T30" fmla="*/ 854 w 1431"/>
                <a:gd name="T31" fmla="*/ 797 h 1961"/>
                <a:gd name="T32" fmla="*/ 889 w 1431"/>
                <a:gd name="T33" fmla="*/ 769 h 1961"/>
                <a:gd name="T34" fmla="*/ 938 w 1431"/>
                <a:gd name="T35" fmla="*/ 735 h 1961"/>
                <a:gd name="T36" fmla="*/ 989 w 1431"/>
                <a:gd name="T37" fmla="*/ 705 h 1961"/>
                <a:gd name="T38" fmla="*/ 1030 w 1431"/>
                <a:gd name="T39" fmla="*/ 686 h 1961"/>
                <a:gd name="T40" fmla="*/ 1087 w 1431"/>
                <a:gd name="T41" fmla="*/ 665 h 1961"/>
                <a:gd name="T42" fmla="*/ 1146 w 1431"/>
                <a:gd name="T43" fmla="*/ 650 h 1961"/>
                <a:gd name="T44" fmla="*/ 1208 w 1431"/>
                <a:gd name="T45" fmla="*/ 640 h 1961"/>
                <a:gd name="T46" fmla="*/ 1431 w 1431"/>
                <a:gd name="T47" fmla="*/ 334 h 1961"/>
                <a:gd name="T48" fmla="*/ 1174 w 1431"/>
                <a:gd name="T49" fmla="*/ 3 h 1961"/>
                <a:gd name="T50" fmla="*/ 1080 w 1431"/>
                <a:gd name="T51" fmla="*/ 15 h 1961"/>
                <a:gd name="T52" fmla="*/ 987 w 1431"/>
                <a:gd name="T53" fmla="*/ 32 h 1961"/>
                <a:gd name="T54" fmla="*/ 898 w 1431"/>
                <a:gd name="T55" fmla="*/ 57 h 1961"/>
                <a:gd name="T56" fmla="*/ 811 w 1431"/>
                <a:gd name="T57" fmla="*/ 88 h 1961"/>
                <a:gd name="T58" fmla="*/ 727 w 1431"/>
                <a:gd name="T59" fmla="*/ 125 h 1961"/>
                <a:gd name="T60" fmla="*/ 646 w 1431"/>
                <a:gd name="T61" fmla="*/ 167 h 1961"/>
                <a:gd name="T62" fmla="*/ 570 w 1431"/>
                <a:gd name="T63" fmla="*/ 214 h 1961"/>
                <a:gd name="T64" fmla="*/ 496 w 1431"/>
                <a:gd name="T65" fmla="*/ 268 h 1961"/>
                <a:gd name="T66" fmla="*/ 427 w 1431"/>
                <a:gd name="T67" fmla="*/ 326 h 1961"/>
                <a:gd name="T68" fmla="*/ 361 w 1431"/>
                <a:gd name="T69" fmla="*/ 388 h 1961"/>
                <a:gd name="T70" fmla="*/ 301 w 1431"/>
                <a:gd name="T71" fmla="*/ 455 h 1961"/>
                <a:gd name="T72" fmla="*/ 245 w 1431"/>
                <a:gd name="T73" fmla="*/ 526 h 1961"/>
                <a:gd name="T74" fmla="*/ 194 w 1431"/>
                <a:gd name="T75" fmla="*/ 602 h 1961"/>
                <a:gd name="T76" fmla="*/ 149 w 1431"/>
                <a:gd name="T77" fmla="*/ 680 h 1961"/>
                <a:gd name="T78" fmla="*/ 109 w 1431"/>
                <a:gd name="T79" fmla="*/ 763 h 1961"/>
                <a:gd name="T80" fmla="*/ 74 w 1431"/>
                <a:gd name="T81" fmla="*/ 847 h 1961"/>
                <a:gd name="T82" fmla="*/ 47 w 1431"/>
                <a:gd name="T83" fmla="*/ 936 h 1961"/>
                <a:gd name="T84" fmla="*/ 25 w 1431"/>
                <a:gd name="T85" fmla="*/ 1026 h 1961"/>
                <a:gd name="T86" fmla="*/ 10 w 1431"/>
                <a:gd name="T87" fmla="*/ 1120 h 1961"/>
                <a:gd name="T88" fmla="*/ 2 w 1431"/>
                <a:gd name="T89" fmla="*/ 1215 h 1961"/>
                <a:gd name="T90" fmla="*/ 1 w 1431"/>
                <a:gd name="T91" fmla="*/ 1326 h 1961"/>
                <a:gd name="T92" fmla="*/ 5 w 1431"/>
                <a:gd name="T93" fmla="*/ 1396 h 1961"/>
                <a:gd name="T94" fmla="*/ 13 w 1431"/>
                <a:gd name="T95" fmla="*/ 1464 h 1961"/>
                <a:gd name="T96" fmla="*/ 25 w 1431"/>
                <a:gd name="T97" fmla="*/ 1532 h 1961"/>
                <a:gd name="T98" fmla="*/ 39 w 1431"/>
                <a:gd name="T99" fmla="*/ 1597 h 1961"/>
                <a:gd name="T100" fmla="*/ 58 w 1431"/>
                <a:gd name="T101" fmla="*/ 1661 h 1961"/>
                <a:gd name="T102" fmla="*/ 79 w 1431"/>
                <a:gd name="T103" fmla="*/ 1725 h 1961"/>
                <a:gd name="T104" fmla="*/ 105 w 1431"/>
                <a:gd name="T105" fmla="*/ 1786 h 1961"/>
                <a:gd name="T106" fmla="*/ 132 w 1431"/>
                <a:gd name="T107" fmla="*/ 1847 h 1961"/>
                <a:gd name="T108" fmla="*/ 185 w 1431"/>
                <a:gd name="T109" fmla="*/ 1942 h 19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31" h="1961">
                  <a:moveTo>
                    <a:pt x="196" y="1961"/>
                  </a:moveTo>
                  <a:lnTo>
                    <a:pt x="384" y="1617"/>
                  </a:lnTo>
                  <a:lnTo>
                    <a:pt x="750" y="1645"/>
                  </a:lnTo>
                  <a:lnTo>
                    <a:pt x="737" y="1625"/>
                  </a:lnTo>
                  <a:lnTo>
                    <a:pt x="725" y="1605"/>
                  </a:lnTo>
                  <a:lnTo>
                    <a:pt x="713" y="1584"/>
                  </a:lnTo>
                  <a:lnTo>
                    <a:pt x="702" y="1563"/>
                  </a:lnTo>
                  <a:lnTo>
                    <a:pt x="692" y="1542"/>
                  </a:lnTo>
                  <a:lnTo>
                    <a:pt x="683" y="1519"/>
                  </a:lnTo>
                  <a:lnTo>
                    <a:pt x="674" y="1497"/>
                  </a:lnTo>
                  <a:lnTo>
                    <a:pt x="666" y="1474"/>
                  </a:lnTo>
                  <a:lnTo>
                    <a:pt x="660" y="1451"/>
                  </a:lnTo>
                  <a:lnTo>
                    <a:pt x="654" y="1427"/>
                  </a:lnTo>
                  <a:lnTo>
                    <a:pt x="649" y="1404"/>
                  </a:lnTo>
                  <a:lnTo>
                    <a:pt x="644" y="1380"/>
                  </a:lnTo>
                  <a:lnTo>
                    <a:pt x="641" y="1354"/>
                  </a:lnTo>
                  <a:lnTo>
                    <a:pt x="639" y="1330"/>
                  </a:lnTo>
                  <a:lnTo>
                    <a:pt x="637" y="1305"/>
                  </a:lnTo>
                  <a:lnTo>
                    <a:pt x="637" y="1280"/>
                  </a:lnTo>
                  <a:lnTo>
                    <a:pt x="637" y="1248"/>
                  </a:lnTo>
                  <a:lnTo>
                    <a:pt x="638" y="1232"/>
                  </a:lnTo>
                  <a:lnTo>
                    <a:pt x="640" y="1217"/>
                  </a:lnTo>
                  <a:lnTo>
                    <a:pt x="644" y="1185"/>
                  </a:lnTo>
                  <a:lnTo>
                    <a:pt x="646" y="1170"/>
                  </a:lnTo>
                  <a:lnTo>
                    <a:pt x="649" y="1155"/>
                  </a:lnTo>
                  <a:lnTo>
                    <a:pt x="655" y="1125"/>
                  </a:lnTo>
                  <a:lnTo>
                    <a:pt x="659" y="1110"/>
                  </a:lnTo>
                  <a:lnTo>
                    <a:pt x="663" y="1095"/>
                  </a:lnTo>
                  <a:lnTo>
                    <a:pt x="673" y="1067"/>
                  </a:lnTo>
                  <a:lnTo>
                    <a:pt x="678" y="1053"/>
                  </a:lnTo>
                  <a:lnTo>
                    <a:pt x="683" y="1038"/>
                  </a:lnTo>
                  <a:lnTo>
                    <a:pt x="695" y="1010"/>
                  </a:lnTo>
                  <a:lnTo>
                    <a:pt x="708" y="983"/>
                  </a:lnTo>
                  <a:lnTo>
                    <a:pt x="715" y="970"/>
                  </a:lnTo>
                  <a:lnTo>
                    <a:pt x="723" y="957"/>
                  </a:lnTo>
                  <a:lnTo>
                    <a:pt x="731" y="945"/>
                  </a:lnTo>
                  <a:lnTo>
                    <a:pt x="739" y="932"/>
                  </a:lnTo>
                  <a:lnTo>
                    <a:pt x="747" y="920"/>
                  </a:lnTo>
                  <a:lnTo>
                    <a:pt x="756" y="908"/>
                  </a:lnTo>
                  <a:lnTo>
                    <a:pt x="764" y="896"/>
                  </a:lnTo>
                  <a:lnTo>
                    <a:pt x="773" y="884"/>
                  </a:lnTo>
                  <a:lnTo>
                    <a:pt x="782" y="871"/>
                  </a:lnTo>
                  <a:lnTo>
                    <a:pt x="792" y="860"/>
                  </a:lnTo>
                  <a:lnTo>
                    <a:pt x="812" y="838"/>
                  </a:lnTo>
                  <a:lnTo>
                    <a:pt x="822" y="827"/>
                  </a:lnTo>
                  <a:lnTo>
                    <a:pt x="832" y="817"/>
                  </a:lnTo>
                  <a:lnTo>
                    <a:pt x="843" y="807"/>
                  </a:lnTo>
                  <a:lnTo>
                    <a:pt x="854" y="797"/>
                  </a:lnTo>
                  <a:lnTo>
                    <a:pt x="865" y="787"/>
                  </a:lnTo>
                  <a:lnTo>
                    <a:pt x="877" y="778"/>
                  </a:lnTo>
                  <a:lnTo>
                    <a:pt x="889" y="769"/>
                  </a:lnTo>
                  <a:lnTo>
                    <a:pt x="901" y="760"/>
                  </a:lnTo>
                  <a:lnTo>
                    <a:pt x="925" y="743"/>
                  </a:lnTo>
                  <a:lnTo>
                    <a:pt x="938" y="735"/>
                  </a:lnTo>
                  <a:lnTo>
                    <a:pt x="950" y="727"/>
                  </a:lnTo>
                  <a:lnTo>
                    <a:pt x="976" y="712"/>
                  </a:lnTo>
                  <a:lnTo>
                    <a:pt x="989" y="705"/>
                  </a:lnTo>
                  <a:lnTo>
                    <a:pt x="1003" y="698"/>
                  </a:lnTo>
                  <a:lnTo>
                    <a:pt x="1016" y="692"/>
                  </a:lnTo>
                  <a:lnTo>
                    <a:pt x="1030" y="686"/>
                  </a:lnTo>
                  <a:lnTo>
                    <a:pt x="1045" y="680"/>
                  </a:lnTo>
                  <a:lnTo>
                    <a:pt x="1059" y="675"/>
                  </a:lnTo>
                  <a:lnTo>
                    <a:pt x="1087" y="665"/>
                  </a:lnTo>
                  <a:lnTo>
                    <a:pt x="1116" y="657"/>
                  </a:lnTo>
                  <a:lnTo>
                    <a:pt x="1131" y="653"/>
                  </a:lnTo>
                  <a:lnTo>
                    <a:pt x="1146" y="650"/>
                  </a:lnTo>
                  <a:lnTo>
                    <a:pt x="1176" y="644"/>
                  </a:lnTo>
                  <a:lnTo>
                    <a:pt x="1191" y="642"/>
                  </a:lnTo>
                  <a:lnTo>
                    <a:pt x="1208" y="640"/>
                  </a:lnTo>
                  <a:lnTo>
                    <a:pt x="1223" y="638"/>
                  </a:lnTo>
                  <a:lnTo>
                    <a:pt x="1239" y="637"/>
                  </a:lnTo>
                  <a:lnTo>
                    <a:pt x="1431" y="334"/>
                  </a:lnTo>
                  <a:lnTo>
                    <a:pt x="1238" y="0"/>
                  </a:lnTo>
                  <a:lnTo>
                    <a:pt x="1206" y="1"/>
                  </a:lnTo>
                  <a:lnTo>
                    <a:pt x="1174" y="3"/>
                  </a:lnTo>
                  <a:lnTo>
                    <a:pt x="1142" y="6"/>
                  </a:lnTo>
                  <a:lnTo>
                    <a:pt x="1111" y="10"/>
                  </a:lnTo>
                  <a:lnTo>
                    <a:pt x="1080" y="15"/>
                  </a:lnTo>
                  <a:lnTo>
                    <a:pt x="1049" y="20"/>
                  </a:lnTo>
                  <a:lnTo>
                    <a:pt x="1018" y="26"/>
                  </a:lnTo>
                  <a:lnTo>
                    <a:pt x="987" y="32"/>
                  </a:lnTo>
                  <a:lnTo>
                    <a:pt x="957" y="40"/>
                  </a:lnTo>
                  <a:lnTo>
                    <a:pt x="928" y="48"/>
                  </a:lnTo>
                  <a:lnTo>
                    <a:pt x="898" y="57"/>
                  </a:lnTo>
                  <a:lnTo>
                    <a:pt x="868" y="66"/>
                  </a:lnTo>
                  <a:lnTo>
                    <a:pt x="839" y="76"/>
                  </a:lnTo>
                  <a:lnTo>
                    <a:pt x="811" y="88"/>
                  </a:lnTo>
                  <a:lnTo>
                    <a:pt x="783" y="100"/>
                  </a:lnTo>
                  <a:lnTo>
                    <a:pt x="755" y="112"/>
                  </a:lnTo>
                  <a:lnTo>
                    <a:pt x="727" y="125"/>
                  </a:lnTo>
                  <a:lnTo>
                    <a:pt x="699" y="138"/>
                  </a:lnTo>
                  <a:lnTo>
                    <a:pt x="673" y="152"/>
                  </a:lnTo>
                  <a:lnTo>
                    <a:pt x="646" y="167"/>
                  </a:lnTo>
                  <a:lnTo>
                    <a:pt x="620" y="182"/>
                  </a:lnTo>
                  <a:lnTo>
                    <a:pt x="595" y="198"/>
                  </a:lnTo>
                  <a:lnTo>
                    <a:pt x="570" y="214"/>
                  </a:lnTo>
                  <a:lnTo>
                    <a:pt x="544" y="231"/>
                  </a:lnTo>
                  <a:lnTo>
                    <a:pt x="520" y="250"/>
                  </a:lnTo>
                  <a:lnTo>
                    <a:pt x="496" y="268"/>
                  </a:lnTo>
                  <a:lnTo>
                    <a:pt x="472" y="287"/>
                  </a:lnTo>
                  <a:lnTo>
                    <a:pt x="449" y="306"/>
                  </a:lnTo>
                  <a:lnTo>
                    <a:pt x="427" y="326"/>
                  </a:lnTo>
                  <a:lnTo>
                    <a:pt x="405" y="346"/>
                  </a:lnTo>
                  <a:lnTo>
                    <a:pt x="382" y="366"/>
                  </a:lnTo>
                  <a:lnTo>
                    <a:pt x="361" y="388"/>
                  </a:lnTo>
                  <a:lnTo>
                    <a:pt x="340" y="410"/>
                  </a:lnTo>
                  <a:lnTo>
                    <a:pt x="320" y="433"/>
                  </a:lnTo>
                  <a:lnTo>
                    <a:pt x="301" y="455"/>
                  </a:lnTo>
                  <a:lnTo>
                    <a:pt x="282" y="478"/>
                  </a:lnTo>
                  <a:lnTo>
                    <a:pt x="263" y="502"/>
                  </a:lnTo>
                  <a:lnTo>
                    <a:pt x="245" y="526"/>
                  </a:lnTo>
                  <a:lnTo>
                    <a:pt x="227" y="550"/>
                  </a:lnTo>
                  <a:lnTo>
                    <a:pt x="210" y="576"/>
                  </a:lnTo>
                  <a:lnTo>
                    <a:pt x="194" y="602"/>
                  </a:lnTo>
                  <a:lnTo>
                    <a:pt x="178" y="627"/>
                  </a:lnTo>
                  <a:lnTo>
                    <a:pt x="163" y="653"/>
                  </a:lnTo>
                  <a:lnTo>
                    <a:pt x="149" y="680"/>
                  </a:lnTo>
                  <a:lnTo>
                    <a:pt x="135" y="707"/>
                  </a:lnTo>
                  <a:lnTo>
                    <a:pt x="122" y="735"/>
                  </a:lnTo>
                  <a:lnTo>
                    <a:pt x="109" y="763"/>
                  </a:lnTo>
                  <a:lnTo>
                    <a:pt x="97" y="790"/>
                  </a:lnTo>
                  <a:lnTo>
                    <a:pt x="86" y="819"/>
                  </a:lnTo>
                  <a:lnTo>
                    <a:pt x="74" y="847"/>
                  </a:lnTo>
                  <a:lnTo>
                    <a:pt x="64" y="876"/>
                  </a:lnTo>
                  <a:lnTo>
                    <a:pt x="55" y="906"/>
                  </a:lnTo>
                  <a:lnTo>
                    <a:pt x="47" y="936"/>
                  </a:lnTo>
                  <a:lnTo>
                    <a:pt x="39" y="966"/>
                  </a:lnTo>
                  <a:lnTo>
                    <a:pt x="31" y="996"/>
                  </a:lnTo>
                  <a:lnTo>
                    <a:pt x="25" y="1026"/>
                  </a:lnTo>
                  <a:lnTo>
                    <a:pt x="19" y="1058"/>
                  </a:lnTo>
                  <a:lnTo>
                    <a:pt x="14" y="1089"/>
                  </a:lnTo>
                  <a:lnTo>
                    <a:pt x="10" y="1120"/>
                  </a:lnTo>
                  <a:lnTo>
                    <a:pt x="6" y="1151"/>
                  </a:lnTo>
                  <a:lnTo>
                    <a:pt x="4" y="1183"/>
                  </a:lnTo>
                  <a:lnTo>
                    <a:pt x="2" y="1215"/>
                  </a:lnTo>
                  <a:lnTo>
                    <a:pt x="1" y="1247"/>
                  </a:lnTo>
                  <a:lnTo>
                    <a:pt x="0" y="1280"/>
                  </a:lnTo>
                  <a:lnTo>
                    <a:pt x="1" y="1326"/>
                  </a:lnTo>
                  <a:lnTo>
                    <a:pt x="2" y="1349"/>
                  </a:lnTo>
                  <a:lnTo>
                    <a:pt x="3" y="1373"/>
                  </a:lnTo>
                  <a:lnTo>
                    <a:pt x="5" y="1396"/>
                  </a:lnTo>
                  <a:lnTo>
                    <a:pt x="8" y="1419"/>
                  </a:lnTo>
                  <a:lnTo>
                    <a:pt x="10" y="1441"/>
                  </a:lnTo>
                  <a:lnTo>
                    <a:pt x="13" y="1464"/>
                  </a:lnTo>
                  <a:lnTo>
                    <a:pt x="17" y="1486"/>
                  </a:lnTo>
                  <a:lnTo>
                    <a:pt x="20" y="1509"/>
                  </a:lnTo>
                  <a:lnTo>
                    <a:pt x="25" y="1532"/>
                  </a:lnTo>
                  <a:lnTo>
                    <a:pt x="29" y="1554"/>
                  </a:lnTo>
                  <a:lnTo>
                    <a:pt x="34" y="1575"/>
                  </a:lnTo>
                  <a:lnTo>
                    <a:pt x="39" y="1597"/>
                  </a:lnTo>
                  <a:lnTo>
                    <a:pt x="45" y="1619"/>
                  </a:lnTo>
                  <a:lnTo>
                    <a:pt x="51" y="1640"/>
                  </a:lnTo>
                  <a:lnTo>
                    <a:pt x="58" y="1661"/>
                  </a:lnTo>
                  <a:lnTo>
                    <a:pt x="64" y="1683"/>
                  </a:lnTo>
                  <a:lnTo>
                    <a:pt x="72" y="1704"/>
                  </a:lnTo>
                  <a:lnTo>
                    <a:pt x="79" y="1725"/>
                  </a:lnTo>
                  <a:lnTo>
                    <a:pt x="88" y="1745"/>
                  </a:lnTo>
                  <a:lnTo>
                    <a:pt x="96" y="1766"/>
                  </a:lnTo>
                  <a:lnTo>
                    <a:pt x="105" y="1786"/>
                  </a:lnTo>
                  <a:lnTo>
                    <a:pt x="114" y="1806"/>
                  </a:lnTo>
                  <a:lnTo>
                    <a:pt x="123" y="1826"/>
                  </a:lnTo>
                  <a:lnTo>
                    <a:pt x="132" y="1847"/>
                  </a:lnTo>
                  <a:lnTo>
                    <a:pt x="152" y="1885"/>
                  </a:lnTo>
                  <a:lnTo>
                    <a:pt x="174" y="1923"/>
                  </a:lnTo>
                  <a:lnTo>
                    <a:pt x="185" y="1942"/>
                  </a:lnTo>
                  <a:lnTo>
                    <a:pt x="196" y="1961"/>
                  </a:lnTo>
                  <a:close/>
                </a:path>
              </a:pathLst>
            </a:custGeom>
            <a:grpFill/>
            <a:ln>
              <a:noFill/>
            </a:ln>
            <a:effectLst/>
          </p:spPr>
          <p:txBody>
            <a:bodyPr/>
            <a:lstStyle/>
            <a:p>
              <a:endParaRPr lang="zh-CN" altLang="en-US" dirty="0"/>
            </a:p>
          </p:txBody>
        </p:sp>
        <p:sp>
          <p:nvSpPr>
            <p:cNvPr id="6" name="Freeform 7">
              <a:extLst>
                <a:ext uri="{FF2B5EF4-FFF2-40B4-BE49-F238E27FC236}">
                  <a16:creationId xmlns:a16="http://schemas.microsoft.com/office/drawing/2014/main" xmlns="" id="{665DA107-CC29-4248-99A4-B0BAF30BDABC}"/>
                </a:ext>
              </a:extLst>
            </p:cNvPr>
            <p:cNvSpPr>
              <a:spLocks noChangeAspect="1"/>
            </p:cNvSpPr>
            <p:nvPr/>
          </p:nvSpPr>
          <p:spPr bwMode="auto">
            <a:xfrm>
              <a:off x="5256262" y="1647824"/>
              <a:ext cx="814388" cy="1327150"/>
            </a:xfrm>
            <a:custGeom>
              <a:avLst/>
              <a:gdLst>
                <a:gd name="T0" fmla="*/ 66 w 1261"/>
                <a:gd name="T1" fmla="*/ 3 h 1899"/>
                <a:gd name="T2" fmla="*/ 161 w 1261"/>
                <a:gd name="T3" fmla="*/ 13 h 1899"/>
                <a:gd name="T4" fmla="*/ 255 w 1261"/>
                <a:gd name="T5" fmla="*/ 29 h 1899"/>
                <a:gd name="T6" fmla="*/ 346 w 1261"/>
                <a:gd name="T7" fmla="*/ 53 h 1899"/>
                <a:gd name="T8" fmla="*/ 435 w 1261"/>
                <a:gd name="T9" fmla="*/ 83 h 1899"/>
                <a:gd name="T10" fmla="*/ 520 w 1261"/>
                <a:gd name="T11" fmla="*/ 119 h 1899"/>
                <a:gd name="T12" fmla="*/ 602 w 1261"/>
                <a:gd name="T13" fmla="*/ 161 h 1899"/>
                <a:gd name="T14" fmla="*/ 680 w 1261"/>
                <a:gd name="T15" fmla="*/ 208 h 1899"/>
                <a:gd name="T16" fmla="*/ 756 w 1261"/>
                <a:gd name="T17" fmla="*/ 261 h 1899"/>
                <a:gd name="T18" fmla="*/ 826 w 1261"/>
                <a:gd name="T19" fmla="*/ 319 h 1899"/>
                <a:gd name="T20" fmla="*/ 893 w 1261"/>
                <a:gd name="T21" fmla="*/ 381 h 1899"/>
                <a:gd name="T22" fmla="*/ 954 w 1261"/>
                <a:gd name="T23" fmla="*/ 449 h 1899"/>
                <a:gd name="T24" fmla="*/ 1011 w 1261"/>
                <a:gd name="T25" fmla="*/ 520 h 1899"/>
                <a:gd name="T26" fmla="*/ 1063 w 1261"/>
                <a:gd name="T27" fmla="*/ 596 h 1899"/>
                <a:gd name="T28" fmla="*/ 1109 w 1261"/>
                <a:gd name="T29" fmla="*/ 675 h 1899"/>
                <a:gd name="T30" fmla="*/ 1150 w 1261"/>
                <a:gd name="T31" fmla="*/ 758 h 1899"/>
                <a:gd name="T32" fmla="*/ 1185 w 1261"/>
                <a:gd name="T33" fmla="*/ 844 h 1899"/>
                <a:gd name="T34" fmla="*/ 1214 w 1261"/>
                <a:gd name="T35" fmla="*/ 933 h 1899"/>
                <a:gd name="T36" fmla="*/ 1236 w 1261"/>
                <a:gd name="T37" fmla="*/ 1024 h 1899"/>
                <a:gd name="T38" fmla="*/ 1251 w 1261"/>
                <a:gd name="T39" fmla="*/ 1119 h 1899"/>
                <a:gd name="T40" fmla="*/ 1260 w 1261"/>
                <a:gd name="T41" fmla="*/ 1216 h 1899"/>
                <a:gd name="T42" fmla="*/ 1261 w 1261"/>
                <a:gd name="T43" fmla="*/ 1321 h 1899"/>
                <a:gd name="T44" fmla="*/ 1257 w 1261"/>
                <a:gd name="T45" fmla="*/ 1383 h 1899"/>
                <a:gd name="T46" fmla="*/ 1248 w 1261"/>
                <a:gd name="T47" fmla="*/ 1463 h 1899"/>
                <a:gd name="T48" fmla="*/ 1238 w 1261"/>
                <a:gd name="T49" fmla="*/ 1523 h 1899"/>
                <a:gd name="T50" fmla="*/ 1216 w 1261"/>
                <a:gd name="T51" fmla="*/ 1619 h 1899"/>
                <a:gd name="T52" fmla="*/ 1186 w 1261"/>
                <a:gd name="T53" fmla="*/ 1713 h 1899"/>
                <a:gd name="T54" fmla="*/ 1141 w 1261"/>
                <a:gd name="T55" fmla="*/ 1820 h 1899"/>
                <a:gd name="T56" fmla="*/ 709 w 1261"/>
                <a:gd name="T57" fmla="*/ 1899 h 1899"/>
                <a:gd name="T58" fmla="*/ 570 w 1261"/>
                <a:gd name="T59" fmla="*/ 1541 h 1899"/>
                <a:gd name="T60" fmla="*/ 590 w 1261"/>
                <a:gd name="T61" fmla="*/ 1488 h 1899"/>
                <a:gd name="T62" fmla="*/ 606 w 1261"/>
                <a:gd name="T63" fmla="*/ 1434 h 1899"/>
                <a:gd name="T64" fmla="*/ 617 w 1261"/>
                <a:gd name="T65" fmla="*/ 1378 h 1899"/>
                <a:gd name="T66" fmla="*/ 624 w 1261"/>
                <a:gd name="T67" fmla="*/ 1320 h 1899"/>
                <a:gd name="T68" fmla="*/ 624 w 1261"/>
                <a:gd name="T69" fmla="*/ 1248 h 1899"/>
                <a:gd name="T70" fmla="*/ 620 w 1261"/>
                <a:gd name="T71" fmla="*/ 1200 h 1899"/>
                <a:gd name="T72" fmla="*/ 612 w 1261"/>
                <a:gd name="T73" fmla="*/ 1153 h 1899"/>
                <a:gd name="T74" fmla="*/ 601 w 1261"/>
                <a:gd name="T75" fmla="*/ 1108 h 1899"/>
                <a:gd name="T76" fmla="*/ 576 w 1261"/>
                <a:gd name="T77" fmla="*/ 1034 h 1899"/>
                <a:gd name="T78" fmla="*/ 550 w 1261"/>
                <a:gd name="T79" fmla="*/ 979 h 1899"/>
                <a:gd name="T80" fmla="*/ 510 w 1261"/>
                <a:gd name="T81" fmla="*/ 915 h 1899"/>
                <a:gd name="T82" fmla="*/ 473 w 1261"/>
                <a:gd name="T83" fmla="*/ 866 h 1899"/>
                <a:gd name="T84" fmla="*/ 443 w 1261"/>
                <a:gd name="T85" fmla="*/ 832 h 1899"/>
                <a:gd name="T86" fmla="*/ 410 w 1261"/>
                <a:gd name="T87" fmla="*/ 801 h 1899"/>
                <a:gd name="T88" fmla="*/ 363 w 1261"/>
                <a:gd name="T89" fmla="*/ 763 h 1899"/>
                <a:gd name="T90" fmla="*/ 325 w 1261"/>
                <a:gd name="T91" fmla="*/ 737 h 1899"/>
                <a:gd name="T92" fmla="*/ 273 w 1261"/>
                <a:gd name="T93" fmla="*/ 706 h 1899"/>
                <a:gd name="T94" fmla="*/ 216 w 1261"/>
                <a:gd name="T95" fmla="*/ 681 h 1899"/>
                <a:gd name="T96" fmla="*/ 158 w 1261"/>
                <a:gd name="T97" fmla="*/ 662 h 1899"/>
                <a:gd name="T98" fmla="*/ 97 w 1261"/>
                <a:gd name="T99" fmla="*/ 647 h 1899"/>
                <a:gd name="T100" fmla="*/ 49 w 1261"/>
                <a:gd name="T101" fmla="*/ 641 h 1899"/>
                <a:gd name="T102" fmla="*/ 2 w 1261"/>
                <a:gd name="T103" fmla="*/ 637 h 18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61" h="1899">
                  <a:moveTo>
                    <a:pt x="0" y="0"/>
                  </a:moveTo>
                  <a:lnTo>
                    <a:pt x="33" y="1"/>
                  </a:lnTo>
                  <a:lnTo>
                    <a:pt x="66" y="3"/>
                  </a:lnTo>
                  <a:lnTo>
                    <a:pt x="98" y="5"/>
                  </a:lnTo>
                  <a:lnTo>
                    <a:pt x="130" y="8"/>
                  </a:lnTo>
                  <a:lnTo>
                    <a:pt x="161" y="13"/>
                  </a:lnTo>
                  <a:lnTo>
                    <a:pt x="193" y="17"/>
                  </a:lnTo>
                  <a:lnTo>
                    <a:pt x="225" y="23"/>
                  </a:lnTo>
                  <a:lnTo>
                    <a:pt x="255" y="29"/>
                  </a:lnTo>
                  <a:lnTo>
                    <a:pt x="286" y="36"/>
                  </a:lnTo>
                  <a:lnTo>
                    <a:pt x="316" y="44"/>
                  </a:lnTo>
                  <a:lnTo>
                    <a:pt x="346" y="53"/>
                  </a:lnTo>
                  <a:lnTo>
                    <a:pt x="376" y="62"/>
                  </a:lnTo>
                  <a:lnTo>
                    <a:pt x="406" y="72"/>
                  </a:lnTo>
                  <a:lnTo>
                    <a:pt x="435" y="83"/>
                  </a:lnTo>
                  <a:lnTo>
                    <a:pt x="463" y="94"/>
                  </a:lnTo>
                  <a:lnTo>
                    <a:pt x="492" y="106"/>
                  </a:lnTo>
                  <a:lnTo>
                    <a:pt x="520" y="119"/>
                  </a:lnTo>
                  <a:lnTo>
                    <a:pt x="548" y="132"/>
                  </a:lnTo>
                  <a:lnTo>
                    <a:pt x="576" y="146"/>
                  </a:lnTo>
                  <a:lnTo>
                    <a:pt x="602" y="161"/>
                  </a:lnTo>
                  <a:lnTo>
                    <a:pt x="629" y="176"/>
                  </a:lnTo>
                  <a:lnTo>
                    <a:pt x="655" y="191"/>
                  </a:lnTo>
                  <a:lnTo>
                    <a:pt x="680" y="208"/>
                  </a:lnTo>
                  <a:lnTo>
                    <a:pt x="707" y="225"/>
                  </a:lnTo>
                  <a:lnTo>
                    <a:pt x="731" y="243"/>
                  </a:lnTo>
                  <a:lnTo>
                    <a:pt x="756" y="261"/>
                  </a:lnTo>
                  <a:lnTo>
                    <a:pt x="780" y="280"/>
                  </a:lnTo>
                  <a:lnTo>
                    <a:pt x="803" y="299"/>
                  </a:lnTo>
                  <a:lnTo>
                    <a:pt x="826" y="319"/>
                  </a:lnTo>
                  <a:lnTo>
                    <a:pt x="848" y="339"/>
                  </a:lnTo>
                  <a:lnTo>
                    <a:pt x="871" y="360"/>
                  </a:lnTo>
                  <a:lnTo>
                    <a:pt x="893" y="381"/>
                  </a:lnTo>
                  <a:lnTo>
                    <a:pt x="914" y="404"/>
                  </a:lnTo>
                  <a:lnTo>
                    <a:pt x="934" y="426"/>
                  </a:lnTo>
                  <a:lnTo>
                    <a:pt x="954" y="449"/>
                  </a:lnTo>
                  <a:lnTo>
                    <a:pt x="974" y="472"/>
                  </a:lnTo>
                  <a:lnTo>
                    <a:pt x="993" y="496"/>
                  </a:lnTo>
                  <a:lnTo>
                    <a:pt x="1011" y="520"/>
                  </a:lnTo>
                  <a:lnTo>
                    <a:pt x="1030" y="545"/>
                  </a:lnTo>
                  <a:lnTo>
                    <a:pt x="1047" y="571"/>
                  </a:lnTo>
                  <a:lnTo>
                    <a:pt x="1063" y="596"/>
                  </a:lnTo>
                  <a:lnTo>
                    <a:pt x="1079" y="622"/>
                  </a:lnTo>
                  <a:lnTo>
                    <a:pt x="1095" y="648"/>
                  </a:lnTo>
                  <a:lnTo>
                    <a:pt x="1109" y="675"/>
                  </a:lnTo>
                  <a:lnTo>
                    <a:pt x="1124" y="702"/>
                  </a:lnTo>
                  <a:lnTo>
                    <a:pt x="1137" y="730"/>
                  </a:lnTo>
                  <a:lnTo>
                    <a:pt x="1150" y="758"/>
                  </a:lnTo>
                  <a:lnTo>
                    <a:pt x="1162" y="786"/>
                  </a:lnTo>
                  <a:lnTo>
                    <a:pt x="1174" y="815"/>
                  </a:lnTo>
                  <a:lnTo>
                    <a:pt x="1185" y="844"/>
                  </a:lnTo>
                  <a:lnTo>
                    <a:pt x="1196" y="873"/>
                  </a:lnTo>
                  <a:lnTo>
                    <a:pt x="1205" y="903"/>
                  </a:lnTo>
                  <a:lnTo>
                    <a:pt x="1214" y="933"/>
                  </a:lnTo>
                  <a:lnTo>
                    <a:pt x="1222" y="963"/>
                  </a:lnTo>
                  <a:lnTo>
                    <a:pt x="1229" y="994"/>
                  </a:lnTo>
                  <a:lnTo>
                    <a:pt x="1236" y="1024"/>
                  </a:lnTo>
                  <a:lnTo>
                    <a:pt x="1242" y="1056"/>
                  </a:lnTo>
                  <a:lnTo>
                    <a:pt x="1247" y="1088"/>
                  </a:lnTo>
                  <a:lnTo>
                    <a:pt x="1251" y="1119"/>
                  </a:lnTo>
                  <a:lnTo>
                    <a:pt x="1255" y="1151"/>
                  </a:lnTo>
                  <a:lnTo>
                    <a:pt x="1258" y="1183"/>
                  </a:lnTo>
                  <a:lnTo>
                    <a:pt x="1260" y="1216"/>
                  </a:lnTo>
                  <a:lnTo>
                    <a:pt x="1261" y="1248"/>
                  </a:lnTo>
                  <a:lnTo>
                    <a:pt x="1261" y="1281"/>
                  </a:lnTo>
                  <a:lnTo>
                    <a:pt x="1261" y="1321"/>
                  </a:lnTo>
                  <a:lnTo>
                    <a:pt x="1260" y="1342"/>
                  </a:lnTo>
                  <a:lnTo>
                    <a:pt x="1259" y="1363"/>
                  </a:lnTo>
                  <a:lnTo>
                    <a:pt x="1257" y="1383"/>
                  </a:lnTo>
                  <a:lnTo>
                    <a:pt x="1255" y="1403"/>
                  </a:lnTo>
                  <a:lnTo>
                    <a:pt x="1251" y="1443"/>
                  </a:lnTo>
                  <a:lnTo>
                    <a:pt x="1248" y="1463"/>
                  </a:lnTo>
                  <a:lnTo>
                    <a:pt x="1245" y="1483"/>
                  </a:lnTo>
                  <a:lnTo>
                    <a:pt x="1242" y="1502"/>
                  </a:lnTo>
                  <a:lnTo>
                    <a:pt x="1238" y="1523"/>
                  </a:lnTo>
                  <a:lnTo>
                    <a:pt x="1230" y="1562"/>
                  </a:lnTo>
                  <a:lnTo>
                    <a:pt x="1221" y="1600"/>
                  </a:lnTo>
                  <a:lnTo>
                    <a:pt x="1216" y="1619"/>
                  </a:lnTo>
                  <a:lnTo>
                    <a:pt x="1211" y="1638"/>
                  </a:lnTo>
                  <a:lnTo>
                    <a:pt x="1199" y="1675"/>
                  </a:lnTo>
                  <a:lnTo>
                    <a:pt x="1186" y="1713"/>
                  </a:lnTo>
                  <a:lnTo>
                    <a:pt x="1172" y="1749"/>
                  </a:lnTo>
                  <a:lnTo>
                    <a:pt x="1157" y="1785"/>
                  </a:lnTo>
                  <a:lnTo>
                    <a:pt x="1141" y="1820"/>
                  </a:lnTo>
                  <a:lnTo>
                    <a:pt x="1124" y="1856"/>
                  </a:lnTo>
                  <a:lnTo>
                    <a:pt x="1106" y="1890"/>
                  </a:lnTo>
                  <a:lnTo>
                    <a:pt x="709" y="1899"/>
                  </a:lnTo>
                  <a:lnTo>
                    <a:pt x="554" y="1574"/>
                  </a:lnTo>
                  <a:lnTo>
                    <a:pt x="562" y="1557"/>
                  </a:lnTo>
                  <a:lnTo>
                    <a:pt x="570" y="1541"/>
                  </a:lnTo>
                  <a:lnTo>
                    <a:pt x="577" y="1524"/>
                  </a:lnTo>
                  <a:lnTo>
                    <a:pt x="584" y="1505"/>
                  </a:lnTo>
                  <a:lnTo>
                    <a:pt x="590" y="1488"/>
                  </a:lnTo>
                  <a:lnTo>
                    <a:pt x="596" y="1470"/>
                  </a:lnTo>
                  <a:lnTo>
                    <a:pt x="601" y="1452"/>
                  </a:lnTo>
                  <a:lnTo>
                    <a:pt x="606" y="1434"/>
                  </a:lnTo>
                  <a:lnTo>
                    <a:pt x="610" y="1416"/>
                  </a:lnTo>
                  <a:lnTo>
                    <a:pt x="614" y="1397"/>
                  </a:lnTo>
                  <a:lnTo>
                    <a:pt x="617" y="1378"/>
                  </a:lnTo>
                  <a:lnTo>
                    <a:pt x="620" y="1358"/>
                  </a:lnTo>
                  <a:lnTo>
                    <a:pt x="622" y="1339"/>
                  </a:lnTo>
                  <a:lnTo>
                    <a:pt x="624" y="1320"/>
                  </a:lnTo>
                  <a:lnTo>
                    <a:pt x="624" y="1300"/>
                  </a:lnTo>
                  <a:lnTo>
                    <a:pt x="625" y="1281"/>
                  </a:lnTo>
                  <a:lnTo>
                    <a:pt x="624" y="1248"/>
                  </a:lnTo>
                  <a:lnTo>
                    <a:pt x="623" y="1232"/>
                  </a:lnTo>
                  <a:lnTo>
                    <a:pt x="622" y="1216"/>
                  </a:lnTo>
                  <a:lnTo>
                    <a:pt x="620" y="1200"/>
                  </a:lnTo>
                  <a:lnTo>
                    <a:pt x="618" y="1184"/>
                  </a:lnTo>
                  <a:lnTo>
                    <a:pt x="615" y="1169"/>
                  </a:lnTo>
                  <a:lnTo>
                    <a:pt x="612" y="1153"/>
                  </a:lnTo>
                  <a:lnTo>
                    <a:pt x="609" y="1138"/>
                  </a:lnTo>
                  <a:lnTo>
                    <a:pt x="605" y="1123"/>
                  </a:lnTo>
                  <a:lnTo>
                    <a:pt x="601" y="1108"/>
                  </a:lnTo>
                  <a:lnTo>
                    <a:pt x="597" y="1093"/>
                  </a:lnTo>
                  <a:lnTo>
                    <a:pt x="587" y="1064"/>
                  </a:lnTo>
                  <a:lnTo>
                    <a:pt x="576" y="1034"/>
                  </a:lnTo>
                  <a:lnTo>
                    <a:pt x="564" y="1006"/>
                  </a:lnTo>
                  <a:lnTo>
                    <a:pt x="557" y="993"/>
                  </a:lnTo>
                  <a:lnTo>
                    <a:pt x="550" y="979"/>
                  </a:lnTo>
                  <a:lnTo>
                    <a:pt x="534" y="953"/>
                  </a:lnTo>
                  <a:lnTo>
                    <a:pt x="518" y="927"/>
                  </a:lnTo>
                  <a:lnTo>
                    <a:pt x="510" y="915"/>
                  </a:lnTo>
                  <a:lnTo>
                    <a:pt x="501" y="902"/>
                  </a:lnTo>
                  <a:lnTo>
                    <a:pt x="483" y="877"/>
                  </a:lnTo>
                  <a:lnTo>
                    <a:pt x="473" y="866"/>
                  </a:lnTo>
                  <a:lnTo>
                    <a:pt x="463" y="854"/>
                  </a:lnTo>
                  <a:lnTo>
                    <a:pt x="453" y="843"/>
                  </a:lnTo>
                  <a:lnTo>
                    <a:pt x="443" y="832"/>
                  </a:lnTo>
                  <a:lnTo>
                    <a:pt x="432" y="822"/>
                  </a:lnTo>
                  <a:lnTo>
                    <a:pt x="421" y="811"/>
                  </a:lnTo>
                  <a:lnTo>
                    <a:pt x="410" y="801"/>
                  </a:lnTo>
                  <a:lnTo>
                    <a:pt x="399" y="791"/>
                  </a:lnTo>
                  <a:lnTo>
                    <a:pt x="375" y="772"/>
                  </a:lnTo>
                  <a:lnTo>
                    <a:pt x="363" y="763"/>
                  </a:lnTo>
                  <a:lnTo>
                    <a:pt x="350" y="754"/>
                  </a:lnTo>
                  <a:lnTo>
                    <a:pt x="338" y="746"/>
                  </a:lnTo>
                  <a:lnTo>
                    <a:pt x="325" y="737"/>
                  </a:lnTo>
                  <a:lnTo>
                    <a:pt x="312" y="729"/>
                  </a:lnTo>
                  <a:lnTo>
                    <a:pt x="299" y="722"/>
                  </a:lnTo>
                  <a:lnTo>
                    <a:pt x="273" y="706"/>
                  </a:lnTo>
                  <a:lnTo>
                    <a:pt x="245" y="693"/>
                  </a:lnTo>
                  <a:lnTo>
                    <a:pt x="231" y="687"/>
                  </a:lnTo>
                  <a:lnTo>
                    <a:pt x="216" y="681"/>
                  </a:lnTo>
                  <a:lnTo>
                    <a:pt x="202" y="676"/>
                  </a:lnTo>
                  <a:lnTo>
                    <a:pt x="187" y="671"/>
                  </a:lnTo>
                  <a:lnTo>
                    <a:pt x="158" y="662"/>
                  </a:lnTo>
                  <a:lnTo>
                    <a:pt x="143" y="657"/>
                  </a:lnTo>
                  <a:lnTo>
                    <a:pt x="128" y="654"/>
                  </a:lnTo>
                  <a:lnTo>
                    <a:pt x="97" y="647"/>
                  </a:lnTo>
                  <a:lnTo>
                    <a:pt x="82" y="645"/>
                  </a:lnTo>
                  <a:lnTo>
                    <a:pt x="66" y="642"/>
                  </a:lnTo>
                  <a:lnTo>
                    <a:pt x="49" y="641"/>
                  </a:lnTo>
                  <a:lnTo>
                    <a:pt x="34" y="639"/>
                  </a:lnTo>
                  <a:lnTo>
                    <a:pt x="18" y="638"/>
                  </a:lnTo>
                  <a:lnTo>
                    <a:pt x="2" y="637"/>
                  </a:lnTo>
                  <a:lnTo>
                    <a:pt x="199" y="348"/>
                  </a:lnTo>
                  <a:lnTo>
                    <a:pt x="0" y="0"/>
                  </a:lnTo>
                  <a:close/>
                </a:path>
              </a:pathLst>
            </a:custGeom>
            <a:grpFill/>
            <a:ln>
              <a:noFill/>
            </a:ln>
            <a:effectLst/>
          </p:spPr>
          <p:txBody>
            <a:bodyPr/>
            <a:lstStyle/>
            <a:p>
              <a:endParaRPr lang="zh-CN" altLang="en-US"/>
            </a:p>
          </p:txBody>
        </p:sp>
      </p:grpSp>
      <p:grpSp>
        <p:nvGrpSpPr>
          <p:cNvPr id="7" name="组 6"/>
          <p:cNvGrpSpPr/>
          <p:nvPr/>
        </p:nvGrpSpPr>
        <p:grpSpPr>
          <a:xfrm>
            <a:off x="1024961" y="1934675"/>
            <a:ext cx="3240000" cy="1397890"/>
            <a:chOff x="7573558" y="1789204"/>
            <a:chExt cx="3240000" cy="1397890"/>
          </a:xfrm>
        </p:grpSpPr>
        <p:grpSp>
          <p:nvGrpSpPr>
            <p:cNvPr id="8"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0" name="矩形 9">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1" name="矩形 10">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5059AC"/>
                    </a:solidFill>
                    <a:latin typeface="Calibri"/>
                    <a:ea typeface="微软雅黑"/>
                  </a:rPr>
                  <a:t>标题文字添加</a:t>
                </a:r>
              </a:p>
            </p:txBody>
          </p:sp>
        </p:grpSp>
        <p:cxnSp>
          <p:nvCxnSpPr>
            <p:cNvPr id="9"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12" name="组 11"/>
          <p:cNvGrpSpPr/>
          <p:nvPr/>
        </p:nvGrpSpPr>
        <p:grpSpPr>
          <a:xfrm>
            <a:off x="7968208" y="1988840"/>
            <a:ext cx="3240000" cy="1397890"/>
            <a:chOff x="7573558" y="1789204"/>
            <a:chExt cx="3240000" cy="1397890"/>
          </a:xfrm>
        </p:grpSpPr>
        <p:grpSp>
          <p:nvGrpSpPr>
            <p:cNvPr id="13"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5" name="矩形 14">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6" name="矩形 15">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5059AC"/>
                    </a:solidFill>
                    <a:latin typeface="Calibri"/>
                    <a:ea typeface="微软雅黑"/>
                  </a:rPr>
                  <a:t>标题文字添加</a:t>
                </a:r>
              </a:p>
            </p:txBody>
          </p:sp>
        </p:grpSp>
        <p:cxnSp>
          <p:nvCxnSpPr>
            <p:cNvPr id="14"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2" name="组 21"/>
          <p:cNvGrpSpPr/>
          <p:nvPr/>
        </p:nvGrpSpPr>
        <p:grpSpPr>
          <a:xfrm>
            <a:off x="2279576" y="5038976"/>
            <a:ext cx="7632848" cy="1397890"/>
            <a:chOff x="7580640" y="1789204"/>
            <a:chExt cx="3240000" cy="1397890"/>
          </a:xfrm>
        </p:grpSpPr>
        <p:grpSp>
          <p:nvGrpSpPr>
            <p:cNvPr id="23"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25" name="矩形 24">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6" name="矩形 25">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5059AC"/>
                    </a:solidFill>
                    <a:latin typeface="Calibri"/>
                    <a:ea typeface="微软雅黑"/>
                  </a:rPr>
                  <a:t>标题文字添加</a:t>
                </a:r>
              </a:p>
            </p:txBody>
          </p:sp>
        </p:grpSp>
        <p:cxnSp>
          <p:nvCxnSpPr>
            <p:cNvPr id="24"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
        <p:nvSpPr>
          <p:cNvPr id="27"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a:off x="5448300" y="3010160"/>
            <a:ext cx="1295400"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smtClean="0">
                <a:solidFill>
                  <a:srgbClr val="3F3F3F"/>
                </a:solidFill>
                <a:latin typeface="微软雅黑" panose="020B0503020204020204" pitchFamily="34" charset="-122"/>
                <a:ea typeface="微软雅黑" panose="020B0503020204020204" pitchFamily="34" charset="-122"/>
              </a:rPr>
              <a:t>关键字</a:t>
            </a:r>
            <a:endParaRPr lang="zh-CN" altLang="en-US" sz="2400" b="1" dirty="0">
              <a:solidFill>
                <a:srgbClr val="3F3F3F"/>
              </a:solidFill>
              <a:latin typeface="微软雅黑" panose="020B0503020204020204" pitchFamily="34" charset="-122"/>
              <a:ea typeface="微软雅黑" panose="020B0503020204020204" pitchFamily="34" charset="-122"/>
            </a:endParaRPr>
          </a:p>
        </p:txBody>
      </p:sp>
      <p:sp>
        <p:nvSpPr>
          <p:cNvPr id="28"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4031814">
            <a:off x="5152619" y="2206983"/>
            <a:ext cx="2016224" cy="1814248"/>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00034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smtClean="0">
                <a:solidFill>
                  <a:schemeClr val="bg1"/>
                </a:solidFill>
                <a:latin typeface="微软雅黑" panose="020B0503020204020204" pitchFamily="34" charset="-122"/>
                <a:ea typeface="微软雅黑" panose="020B0503020204020204" pitchFamily="34" charset="-122"/>
              </a:rPr>
              <a:t>输入</a:t>
            </a:r>
            <a:r>
              <a:rPr lang="zh-CN" altLang="en-US" sz="2400" dirty="0" smtClean="0">
                <a:solidFill>
                  <a:schemeClr val="bg1"/>
                </a:solidFill>
                <a:latin typeface="微软雅黑" panose="020B0503020204020204" pitchFamily="34" charset="-122"/>
                <a:ea typeface="微软雅黑" panose="020B0503020204020204" pitchFamily="34" charset="-122"/>
              </a:rPr>
              <a:t>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9"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18222351">
            <a:off x="4990613" y="2259715"/>
            <a:ext cx="2016224" cy="1814248"/>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19210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smtClean="0">
                <a:solidFill>
                  <a:schemeClr val="bg1"/>
                </a:solidFill>
                <a:latin typeface="微软雅黑" panose="020B0503020204020204" pitchFamily="34" charset="-122"/>
                <a:ea typeface="微软雅黑" panose="020B0503020204020204" pitchFamily="34" charset="-122"/>
              </a:rPr>
              <a:t>输入</a:t>
            </a:r>
            <a:r>
              <a:rPr lang="zh-CN" altLang="en-US" sz="2400" dirty="0" smtClean="0">
                <a:solidFill>
                  <a:schemeClr val="bg1"/>
                </a:solidFill>
                <a:latin typeface="微软雅黑" panose="020B0503020204020204" pitchFamily="34" charset="-122"/>
                <a:ea typeface="微软雅黑" panose="020B0503020204020204" pitchFamily="34" charset="-122"/>
              </a:rPr>
              <a:t>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11259474">
            <a:off x="5143013" y="2412115"/>
            <a:ext cx="2016224" cy="1814248"/>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19210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smtClean="0">
                <a:solidFill>
                  <a:schemeClr val="bg1"/>
                </a:solidFill>
                <a:latin typeface="微软雅黑" panose="020B0503020204020204" pitchFamily="34" charset="-122"/>
                <a:ea typeface="微软雅黑" panose="020B0503020204020204" pitchFamily="34" charset="-122"/>
              </a:rPr>
              <a:t>输入</a:t>
            </a:r>
            <a:r>
              <a:rPr lang="zh-CN" altLang="en-US" sz="2400" dirty="0" smtClean="0">
                <a:solidFill>
                  <a:schemeClr val="bg1"/>
                </a:solidFill>
                <a:latin typeface="微软雅黑" panose="020B0503020204020204" pitchFamily="34" charset="-122"/>
                <a:ea typeface="微软雅黑" panose="020B0503020204020204" pitchFamily="34" charset="-122"/>
              </a:rPr>
              <a:t>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754497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8">
            <a:extLst>
              <a:ext uri="{FF2B5EF4-FFF2-40B4-BE49-F238E27FC236}">
                <a16:creationId xmlns:a16="http://schemas.microsoft.com/office/drawing/2014/main" xmlns="" id="{31904FCD-D501-4F4B-A12C-35AEA140B460}"/>
              </a:ext>
            </a:extLst>
          </p:cNvPr>
          <p:cNvGrpSpPr>
            <a:grpSpLocks noChangeAspect="1"/>
          </p:cNvGrpSpPr>
          <p:nvPr/>
        </p:nvGrpSpPr>
        <p:grpSpPr bwMode="auto">
          <a:xfrm>
            <a:off x="4720731" y="2060848"/>
            <a:ext cx="2880000" cy="2880000"/>
            <a:chOff x="1840" y="1448"/>
            <a:chExt cx="2562" cy="2561"/>
          </a:xfrm>
          <a:solidFill>
            <a:srgbClr val="4372C4"/>
          </a:solidFill>
        </p:grpSpPr>
        <p:sp>
          <p:nvSpPr>
            <p:cNvPr id="32" name="Freeform 9">
              <a:extLst>
                <a:ext uri="{FF2B5EF4-FFF2-40B4-BE49-F238E27FC236}">
                  <a16:creationId xmlns:a16="http://schemas.microsoft.com/office/drawing/2014/main" xmlns="" id="{8B194F20-228E-468D-868C-C033619538F9}"/>
                </a:ext>
              </a:extLst>
            </p:cNvPr>
            <p:cNvSpPr>
              <a:spLocks noChangeAspect="1"/>
            </p:cNvSpPr>
            <p:nvPr/>
          </p:nvSpPr>
          <p:spPr bwMode="auto">
            <a:xfrm>
              <a:off x="3142" y="1448"/>
              <a:ext cx="1260" cy="1451"/>
            </a:xfrm>
            <a:custGeom>
              <a:avLst/>
              <a:gdLst>
                <a:gd name="T0" fmla="*/ 35 w 1260"/>
                <a:gd name="T1" fmla="*/ 1 h 1451"/>
                <a:gd name="T2" fmla="*/ 100 w 1260"/>
                <a:gd name="T3" fmla="*/ 6 h 1451"/>
                <a:gd name="T4" fmla="*/ 162 w 1260"/>
                <a:gd name="T5" fmla="*/ 13 h 1451"/>
                <a:gd name="T6" fmla="*/ 225 w 1260"/>
                <a:gd name="T7" fmla="*/ 23 h 1451"/>
                <a:gd name="T8" fmla="*/ 285 w 1260"/>
                <a:gd name="T9" fmla="*/ 37 h 1451"/>
                <a:gd name="T10" fmla="*/ 345 w 1260"/>
                <a:gd name="T11" fmla="*/ 53 h 1451"/>
                <a:gd name="T12" fmla="*/ 404 w 1260"/>
                <a:gd name="T13" fmla="*/ 72 h 1451"/>
                <a:gd name="T14" fmla="*/ 461 w 1260"/>
                <a:gd name="T15" fmla="*/ 94 h 1451"/>
                <a:gd name="T16" fmla="*/ 517 w 1260"/>
                <a:gd name="T17" fmla="*/ 119 h 1451"/>
                <a:gd name="T18" fmla="*/ 572 w 1260"/>
                <a:gd name="T19" fmla="*/ 145 h 1451"/>
                <a:gd name="T20" fmla="*/ 625 w 1260"/>
                <a:gd name="T21" fmla="*/ 175 h 1451"/>
                <a:gd name="T22" fmla="*/ 676 w 1260"/>
                <a:gd name="T23" fmla="*/ 206 h 1451"/>
                <a:gd name="T24" fmla="*/ 726 w 1260"/>
                <a:gd name="T25" fmla="*/ 240 h 1451"/>
                <a:gd name="T26" fmla="*/ 774 w 1260"/>
                <a:gd name="T27" fmla="*/ 277 h 1451"/>
                <a:gd name="T28" fmla="*/ 820 w 1260"/>
                <a:gd name="T29" fmla="*/ 316 h 1451"/>
                <a:gd name="T30" fmla="*/ 866 w 1260"/>
                <a:gd name="T31" fmla="*/ 356 h 1451"/>
                <a:gd name="T32" fmla="*/ 908 w 1260"/>
                <a:gd name="T33" fmla="*/ 398 h 1451"/>
                <a:gd name="T34" fmla="*/ 948 w 1260"/>
                <a:gd name="T35" fmla="*/ 444 h 1451"/>
                <a:gd name="T36" fmla="*/ 986 w 1260"/>
                <a:gd name="T37" fmla="*/ 490 h 1451"/>
                <a:gd name="T38" fmla="*/ 1023 w 1260"/>
                <a:gd name="T39" fmla="*/ 538 h 1451"/>
                <a:gd name="T40" fmla="*/ 1057 w 1260"/>
                <a:gd name="T41" fmla="*/ 589 h 1451"/>
                <a:gd name="T42" fmla="*/ 1088 w 1260"/>
                <a:gd name="T43" fmla="*/ 640 h 1451"/>
                <a:gd name="T44" fmla="*/ 1117 w 1260"/>
                <a:gd name="T45" fmla="*/ 693 h 1451"/>
                <a:gd name="T46" fmla="*/ 1144 w 1260"/>
                <a:gd name="T47" fmla="*/ 748 h 1451"/>
                <a:gd name="T48" fmla="*/ 1168 w 1260"/>
                <a:gd name="T49" fmla="*/ 804 h 1451"/>
                <a:gd name="T50" fmla="*/ 1190 w 1260"/>
                <a:gd name="T51" fmla="*/ 861 h 1451"/>
                <a:gd name="T52" fmla="*/ 1209 w 1260"/>
                <a:gd name="T53" fmla="*/ 921 h 1451"/>
                <a:gd name="T54" fmla="*/ 1224 w 1260"/>
                <a:gd name="T55" fmla="*/ 980 h 1451"/>
                <a:gd name="T56" fmla="*/ 1237 w 1260"/>
                <a:gd name="T57" fmla="*/ 1042 h 1451"/>
                <a:gd name="T58" fmla="*/ 1248 w 1260"/>
                <a:gd name="T59" fmla="*/ 1104 h 1451"/>
                <a:gd name="T60" fmla="*/ 1255 w 1260"/>
                <a:gd name="T61" fmla="*/ 1166 h 1451"/>
                <a:gd name="T62" fmla="*/ 1259 w 1260"/>
                <a:gd name="T63" fmla="*/ 1231 h 1451"/>
                <a:gd name="T64" fmla="*/ 921 w 1260"/>
                <a:gd name="T65" fmla="*/ 1451 h 1451"/>
                <a:gd name="T66" fmla="*/ 622 w 1260"/>
                <a:gd name="T67" fmla="*/ 1231 h 1451"/>
                <a:gd name="T68" fmla="*/ 616 w 1260"/>
                <a:gd name="T69" fmla="*/ 1184 h 1451"/>
                <a:gd name="T70" fmla="*/ 608 w 1260"/>
                <a:gd name="T71" fmla="*/ 1139 h 1451"/>
                <a:gd name="T72" fmla="*/ 597 w 1260"/>
                <a:gd name="T73" fmla="*/ 1096 h 1451"/>
                <a:gd name="T74" fmla="*/ 588 w 1260"/>
                <a:gd name="T75" fmla="*/ 1067 h 1451"/>
                <a:gd name="T76" fmla="*/ 572 w 1260"/>
                <a:gd name="T77" fmla="*/ 1025 h 1451"/>
                <a:gd name="T78" fmla="*/ 559 w 1260"/>
                <a:gd name="T79" fmla="*/ 998 h 1451"/>
                <a:gd name="T80" fmla="*/ 539 w 1260"/>
                <a:gd name="T81" fmla="*/ 959 h 1451"/>
                <a:gd name="T82" fmla="*/ 523 w 1260"/>
                <a:gd name="T83" fmla="*/ 934 h 1451"/>
                <a:gd name="T84" fmla="*/ 498 w 1260"/>
                <a:gd name="T85" fmla="*/ 898 h 1451"/>
                <a:gd name="T86" fmla="*/ 480 w 1260"/>
                <a:gd name="T87" fmla="*/ 874 h 1451"/>
                <a:gd name="T88" fmla="*/ 461 w 1260"/>
                <a:gd name="T89" fmla="*/ 852 h 1451"/>
                <a:gd name="T90" fmla="*/ 431 w 1260"/>
                <a:gd name="T91" fmla="*/ 821 h 1451"/>
                <a:gd name="T92" fmla="*/ 399 w 1260"/>
                <a:gd name="T93" fmla="*/ 791 h 1451"/>
                <a:gd name="T94" fmla="*/ 375 w 1260"/>
                <a:gd name="T95" fmla="*/ 773 h 1451"/>
                <a:gd name="T96" fmla="*/ 352 w 1260"/>
                <a:gd name="T97" fmla="*/ 755 h 1451"/>
                <a:gd name="T98" fmla="*/ 328 w 1260"/>
                <a:gd name="T99" fmla="*/ 739 h 1451"/>
                <a:gd name="T100" fmla="*/ 290 w 1260"/>
                <a:gd name="T101" fmla="*/ 716 h 1451"/>
                <a:gd name="T102" fmla="*/ 264 w 1260"/>
                <a:gd name="T103" fmla="*/ 702 h 1451"/>
                <a:gd name="T104" fmla="*/ 223 w 1260"/>
                <a:gd name="T105" fmla="*/ 684 h 1451"/>
                <a:gd name="T106" fmla="*/ 181 w 1260"/>
                <a:gd name="T107" fmla="*/ 669 h 1451"/>
                <a:gd name="T108" fmla="*/ 137 w 1260"/>
                <a:gd name="T109" fmla="*/ 656 h 1451"/>
                <a:gd name="T110" fmla="*/ 108 w 1260"/>
                <a:gd name="T111" fmla="*/ 649 h 1451"/>
                <a:gd name="T112" fmla="*/ 63 w 1260"/>
                <a:gd name="T113" fmla="*/ 642 h 1451"/>
                <a:gd name="T114" fmla="*/ 31 w 1260"/>
                <a:gd name="T115" fmla="*/ 639 h 1451"/>
                <a:gd name="T116" fmla="*/ 0 w 1260"/>
                <a:gd name="T117" fmla="*/ 637 h 1451"/>
                <a:gd name="T118" fmla="*/ 3 w 1260"/>
                <a:gd name="T119" fmla="*/ 0 h 1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60" h="1451">
                  <a:moveTo>
                    <a:pt x="3" y="0"/>
                  </a:moveTo>
                  <a:lnTo>
                    <a:pt x="35" y="1"/>
                  </a:lnTo>
                  <a:lnTo>
                    <a:pt x="68" y="3"/>
                  </a:lnTo>
                  <a:lnTo>
                    <a:pt x="100" y="6"/>
                  </a:lnTo>
                  <a:lnTo>
                    <a:pt x="131" y="9"/>
                  </a:lnTo>
                  <a:lnTo>
                    <a:pt x="162" y="13"/>
                  </a:lnTo>
                  <a:lnTo>
                    <a:pt x="193" y="18"/>
                  </a:lnTo>
                  <a:lnTo>
                    <a:pt x="225" y="23"/>
                  </a:lnTo>
                  <a:lnTo>
                    <a:pt x="255" y="30"/>
                  </a:lnTo>
                  <a:lnTo>
                    <a:pt x="285" y="37"/>
                  </a:lnTo>
                  <a:lnTo>
                    <a:pt x="315" y="44"/>
                  </a:lnTo>
                  <a:lnTo>
                    <a:pt x="345" y="53"/>
                  </a:lnTo>
                  <a:lnTo>
                    <a:pt x="374" y="62"/>
                  </a:lnTo>
                  <a:lnTo>
                    <a:pt x="404" y="72"/>
                  </a:lnTo>
                  <a:lnTo>
                    <a:pt x="433" y="83"/>
                  </a:lnTo>
                  <a:lnTo>
                    <a:pt x="461" y="94"/>
                  </a:lnTo>
                  <a:lnTo>
                    <a:pt x="489" y="106"/>
                  </a:lnTo>
                  <a:lnTo>
                    <a:pt x="517" y="119"/>
                  </a:lnTo>
                  <a:lnTo>
                    <a:pt x="545" y="132"/>
                  </a:lnTo>
                  <a:lnTo>
                    <a:pt x="572" y="145"/>
                  </a:lnTo>
                  <a:lnTo>
                    <a:pt x="599" y="160"/>
                  </a:lnTo>
                  <a:lnTo>
                    <a:pt x="625" y="175"/>
                  </a:lnTo>
                  <a:lnTo>
                    <a:pt x="651" y="190"/>
                  </a:lnTo>
                  <a:lnTo>
                    <a:pt x="676" y="206"/>
                  </a:lnTo>
                  <a:lnTo>
                    <a:pt x="702" y="223"/>
                  </a:lnTo>
                  <a:lnTo>
                    <a:pt x="726" y="240"/>
                  </a:lnTo>
                  <a:lnTo>
                    <a:pt x="751" y="259"/>
                  </a:lnTo>
                  <a:lnTo>
                    <a:pt x="774" y="277"/>
                  </a:lnTo>
                  <a:lnTo>
                    <a:pt x="798" y="296"/>
                  </a:lnTo>
                  <a:lnTo>
                    <a:pt x="820" y="316"/>
                  </a:lnTo>
                  <a:lnTo>
                    <a:pt x="843" y="336"/>
                  </a:lnTo>
                  <a:lnTo>
                    <a:pt x="866" y="356"/>
                  </a:lnTo>
                  <a:lnTo>
                    <a:pt x="887" y="377"/>
                  </a:lnTo>
                  <a:lnTo>
                    <a:pt x="908" y="398"/>
                  </a:lnTo>
                  <a:lnTo>
                    <a:pt x="928" y="421"/>
                  </a:lnTo>
                  <a:lnTo>
                    <a:pt x="948" y="444"/>
                  </a:lnTo>
                  <a:lnTo>
                    <a:pt x="967" y="467"/>
                  </a:lnTo>
                  <a:lnTo>
                    <a:pt x="986" y="490"/>
                  </a:lnTo>
                  <a:lnTo>
                    <a:pt x="1004" y="514"/>
                  </a:lnTo>
                  <a:lnTo>
                    <a:pt x="1023" y="538"/>
                  </a:lnTo>
                  <a:lnTo>
                    <a:pt x="1040" y="564"/>
                  </a:lnTo>
                  <a:lnTo>
                    <a:pt x="1057" y="589"/>
                  </a:lnTo>
                  <a:lnTo>
                    <a:pt x="1073" y="614"/>
                  </a:lnTo>
                  <a:lnTo>
                    <a:pt x="1088" y="640"/>
                  </a:lnTo>
                  <a:lnTo>
                    <a:pt x="1103" y="666"/>
                  </a:lnTo>
                  <a:lnTo>
                    <a:pt x="1117" y="693"/>
                  </a:lnTo>
                  <a:lnTo>
                    <a:pt x="1131" y="720"/>
                  </a:lnTo>
                  <a:lnTo>
                    <a:pt x="1144" y="748"/>
                  </a:lnTo>
                  <a:lnTo>
                    <a:pt x="1156" y="776"/>
                  </a:lnTo>
                  <a:lnTo>
                    <a:pt x="1168" y="804"/>
                  </a:lnTo>
                  <a:lnTo>
                    <a:pt x="1180" y="833"/>
                  </a:lnTo>
                  <a:lnTo>
                    <a:pt x="1190" y="861"/>
                  </a:lnTo>
                  <a:lnTo>
                    <a:pt x="1200" y="891"/>
                  </a:lnTo>
                  <a:lnTo>
                    <a:pt x="1209" y="921"/>
                  </a:lnTo>
                  <a:lnTo>
                    <a:pt x="1217" y="950"/>
                  </a:lnTo>
                  <a:lnTo>
                    <a:pt x="1224" y="980"/>
                  </a:lnTo>
                  <a:lnTo>
                    <a:pt x="1231" y="1010"/>
                  </a:lnTo>
                  <a:lnTo>
                    <a:pt x="1237" y="1042"/>
                  </a:lnTo>
                  <a:lnTo>
                    <a:pt x="1243" y="1073"/>
                  </a:lnTo>
                  <a:lnTo>
                    <a:pt x="1248" y="1104"/>
                  </a:lnTo>
                  <a:lnTo>
                    <a:pt x="1252" y="1135"/>
                  </a:lnTo>
                  <a:lnTo>
                    <a:pt x="1255" y="1166"/>
                  </a:lnTo>
                  <a:lnTo>
                    <a:pt x="1257" y="1198"/>
                  </a:lnTo>
                  <a:lnTo>
                    <a:pt x="1259" y="1231"/>
                  </a:lnTo>
                  <a:lnTo>
                    <a:pt x="1260" y="1263"/>
                  </a:lnTo>
                  <a:lnTo>
                    <a:pt x="921" y="1451"/>
                  </a:lnTo>
                  <a:lnTo>
                    <a:pt x="622" y="1246"/>
                  </a:lnTo>
                  <a:lnTo>
                    <a:pt x="622" y="1231"/>
                  </a:lnTo>
                  <a:lnTo>
                    <a:pt x="620" y="1215"/>
                  </a:lnTo>
                  <a:lnTo>
                    <a:pt x="616" y="1184"/>
                  </a:lnTo>
                  <a:lnTo>
                    <a:pt x="611" y="1154"/>
                  </a:lnTo>
                  <a:lnTo>
                    <a:pt x="608" y="1139"/>
                  </a:lnTo>
                  <a:lnTo>
                    <a:pt x="605" y="1125"/>
                  </a:lnTo>
                  <a:lnTo>
                    <a:pt x="597" y="1096"/>
                  </a:lnTo>
                  <a:lnTo>
                    <a:pt x="593" y="1082"/>
                  </a:lnTo>
                  <a:lnTo>
                    <a:pt x="588" y="1067"/>
                  </a:lnTo>
                  <a:lnTo>
                    <a:pt x="577" y="1039"/>
                  </a:lnTo>
                  <a:lnTo>
                    <a:pt x="572" y="1025"/>
                  </a:lnTo>
                  <a:lnTo>
                    <a:pt x="566" y="1012"/>
                  </a:lnTo>
                  <a:lnTo>
                    <a:pt x="559" y="998"/>
                  </a:lnTo>
                  <a:lnTo>
                    <a:pt x="553" y="985"/>
                  </a:lnTo>
                  <a:lnTo>
                    <a:pt x="539" y="959"/>
                  </a:lnTo>
                  <a:lnTo>
                    <a:pt x="530" y="947"/>
                  </a:lnTo>
                  <a:lnTo>
                    <a:pt x="523" y="934"/>
                  </a:lnTo>
                  <a:lnTo>
                    <a:pt x="506" y="910"/>
                  </a:lnTo>
                  <a:lnTo>
                    <a:pt x="498" y="898"/>
                  </a:lnTo>
                  <a:lnTo>
                    <a:pt x="489" y="887"/>
                  </a:lnTo>
                  <a:lnTo>
                    <a:pt x="480" y="874"/>
                  </a:lnTo>
                  <a:lnTo>
                    <a:pt x="471" y="863"/>
                  </a:lnTo>
                  <a:lnTo>
                    <a:pt x="461" y="852"/>
                  </a:lnTo>
                  <a:lnTo>
                    <a:pt x="451" y="841"/>
                  </a:lnTo>
                  <a:lnTo>
                    <a:pt x="431" y="821"/>
                  </a:lnTo>
                  <a:lnTo>
                    <a:pt x="410" y="801"/>
                  </a:lnTo>
                  <a:lnTo>
                    <a:pt x="399" y="791"/>
                  </a:lnTo>
                  <a:lnTo>
                    <a:pt x="388" y="782"/>
                  </a:lnTo>
                  <a:lnTo>
                    <a:pt x="375" y="773"/>
                  </a:lnTo>
                  <a:lnTo>
                    <a:pt x="364" y="764"/>
                  </a:lnTo>
                  <a:lnTo>
                    <a:pt x="352" y="755"/>
                  </a:lnTo>
                  <a:lnTo>
                    <a:pt x="340" y="747"/>
                  </a:lnTo>
                  <a:lnTo>
                    <a:pt x="328" y="739"/>
                  </a:lnTo>
                  <a:lnTo>
                    <a:pt x="315" y="731"/>
                  </a:lnTo>
                  <a:lnTo>
                    <a:pt x="290" y="716"/>
                  </a:lnTo>
                  <a:lnTo>
                    <a:pt x="277" y="709"/>
                  </a:lnTo>
                  <a:lnTo>
                    <a:pt x="264" y="702"/>
                  </a:lnTo>
                  <a:lnTo>
                    <a:pt x="237" y="690"/>
                  </a:lnTo>
                  <a:lnTo>
                    <a:pt x="223" y="684"/>
                  </a:lnTo>
                  <a:lnTo>
                    <a:pt x="209" y="678"/>
                  </a:lnTo>
                  <a:lnTo>
                    <a:pt x="181" y="669"/>
                  </a:lnTo>
                  <a:lnTo>
                    <a:pt x="152" y="660"/>
                  </a:lnTo>
                  <a:lnTo>
                    <a:pt x="137" y="656"/>
                  </a:lnTo>
                  <a:lnTo>
                    <a:pt x="123" y="653"/>
                  </a:lnTo>
                  <a:lnTo>
                    <a:pt x="108" y="649"/>
                  </a:lnTo>
                  <a:lnTo>
                    <a:pt x="93" y="647"/>
                  </a:lnTo>
                  <a:lnTo>
                    <a:pt x="63" y="642"/>
                  </a:lnTo>
                  <a:lnTo>
                    <a:pt x="47" y="640"/>
                  </a:lnTo>
                  <a:lnTo>
                    <a:pt x="31" y="639"/>
                  </a:lnTo>
                  <a:lnTo>
                    <a:pt x="16" y="638"/>
                  </a:lnTo>
                  <a:lnTo>
                    <a:pt x="0" y="637"/>
                  </a:lnTo>
                  <a:lnTo>
                    <a:pt x="197" y="348"/>
                  </a:lnTo>
                  <a:lnTo>
                    <a:pt x="3" y="0"/>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33" name="Freeform 10">
              <a:extLst>
                <a:ext uri="{FF2B5EF4-FFF2-40B4-BE49-F238E27FC236}">
                  <a16:creationId xmlns:a16="http://schemas.microsoft.com/office/drawing/2014/main" xmlns="" id="{9E5FB56A-8FC1-4890-8E25-4AF19B0C5595}"/>
                </a:ext>
              </a:extLst>
            </p:cNvPr>
            <p:cNvSpPr>
              <a:spLocks noChangeAspect="1"/>
            </p:cNvSpPr>
            <p:nvPr/>
          </p:nvSpPr>
          <p:spPr bwMode="auto">
            <a:xfrm>
              <a:off x="1840" y="1449"/>
              <a:ext cx="1431" cy="1325"/>
            </a:xfrm>
            <a:custGeom>
              <a:avLst/>
              <a:gdLst>
                <a:gd name="T0" fmla="*/ 637 w 1431"/>
                <a:gd name="T1" fmla="*/ 1302 h 1325"/>
                <a:gd name="T2" fmla="*/ 637 w 1431"/>
                <a:gd name="T3" fmla="*/ 1248 h 1325"/>
                <a:gd name="T4" fmla="*/ 640 w 1431"/>
                <a:gd name="T5" fmla="*/ 1217 h 1325"/>
                <a:gd name="T6" fmla="*/ 646 w 1431"/>
                <a:gd name="T7" fmla="*/ 1170 h 1325"/>
                <a:gd name="T8" fmla="*/ 655 w 1431"/>
                <a:gd name="T9" fmla="*/ 1125 h 1325"/>
                <a:gd name="T10" fmla="*/ 663 w 1431"/>
                <a:gd name="T11" fmla="*/ 1095 h 1325"/>
                <a:gd name="T12" fmla="*/ 678 w 1431"/>
                <a:gd name="T13" fmla="*/ 1052 h 1325"/>
                <a:gd name="T14" fmla="*/ 689 w 1431"/>
                <a:gd name="T15" fmla="*/ 1024 h 1325"/>
                <a:gd name="T16" fmla="*/ 708 w 1431"/>
                <a:gd name="T17" fmla="*/ 983 h 1325"/>
                <a:gd name="T18" fmla="*/ 724 w 1431"/>
                <a:gd name="T19" fmla="*/ 957 h 1325"/>
                <a:gd name="T20" fmla="*/ 739 w 1431"/>
                <a:gd name="T21" fmla="*/ 932 h 1325"/>
                <a:gd name="T22" fmla="*/ 756 w 1431"/>
                <a:gd name="T23" fmla="*/ 907 h 1325"/>
                <a:gd name="T24" fmla="*/ 773 w 1431"/>
                <a:gd name="T25" fmla="*/ 884 h 1325"/>
                <a:gd name="T26" fmla="*/ 792 w 1431"/>
                <a:gd name="T27" fmla="*/ 860 h 1325"/>
                <a:gd name="T28" fmla="*/ 822 w 1431"/>
                <a:gd name="T29" fmla="*/ 827 h 1325"/>
                <a:gd name="T30" fmla="*/ 843 w 1431"/>
                <a:gd name="T31" fmla="*/ 807 h 1325"/>
                <a:gd name="T32" fmla="*/ 877 w 1431"/>
                <a:gd name="T33" fmla="*/ 778 h 1325"/>
                <a:gd name="T34" fmla="*/ 901 w 1431"/>
                <a:gd name="T35" fmla="*/ 760 h 1325"/>
                <a:gd name="T36" fmla="*/ 938 w 1431"/>
                <a:gd name="T37" fmla="*/ 735 h 1325"/>
                <a:gd name="T38" fmla="*/ 976 w 1431"/>
                <a:gd name="T39" fmla="*/ 711 h 1325"/>
                <a:gd name="T40" fmla="*/ 1003 w 1431"/>
                <a:gd name="T41" fmla="*/ 698 h 1325"/>
                <a:gd name="T42" fmla="*/ 1030 w 1431"/>
                <a:gd name="T43" fmla="*/ 686 h 1325"/>
                <a:gd name="T44" fmla="*/ 1059 w 1431"/>
                <a:gd name="T45" fmla="*/ 675 h 1325"/>
                <a:gd name="T46" fmla="*/ 1117 w 1431"/>
                <a:gd name="T47" fmla="*/ 657 h 1325"/>
                <a:gd name="T48" fmla="*/ 1147 w 1431"/>
                <a:gd name="T49" fmla="*/ 649 h 1325"/>
                <a:gd name="T50" fmla="*/ 1192 w 1431"/>
                <a:gd name="T51" fmla="*/ 642 h 1325"/>
                <a:gd name="T52" fmla="*/ 1224 w 1431"/>
                <a:gd name="T53" fmla="*/ 638 h 1325"/>
                <a:gd name="T54" fmla="*/ 1431 w 1431"/>
                <a:gd name="T55" fmla="*/ 334 h 1325"/>
                <a:gd name="T56" fmla="*/ 1207 w 1431"/>
                <a:gd name="T57" fmla="*/ 1 h 1325"/>
                <a:gd name="T58" fmla="*/ 1142 w 1431"/>
                <a:gd name="T59" fmla="*/ 6 h 1325"/>
                <a:gd name="T60" fmla="*/ 1080 w 1431"/>
                <a:gd name="T61" fmla="*/ 15 h 1325"/>
                <a:gd name="T62" fmla="*/ 1018 w 1431"/>
                <a:gd name="T63" fmla="*/ 26 h 1325"/>
                <a:gd name="T64" fmla="*/ 957 w 1431"/>
                <a:gd name="T65" fmla="*/ 40 h 1325"/>
                <a:gd name="T66" fmla="*/ 898 w 1431"/>
                <a:gd name="T67" fmla="*/ 57 h 1325"/>
                <a:gd name="T68" fmla="*/ 839 w 1431"/>
                <a:gd name="T69" fmla="*/ 76 h 1325"/>
                <a:gd name="T70" fmla="*/ 783 w 1431"/>
                <a:gd name="T71" fmla="*/ 100 h 1325"/>
                <a:gd name="T72" fmla="*/ 728 w 1431"/>
                <a:gd name="T73" fmla="*/ 125 h 1325"/>
                <a:gd name="T74" fmla="*/ 673 w 1431"/>
                <a:gd name="T75" fmla="*/ 152 h 1325"/>
                <a:gd name="T76" fmla="*/ 620 w 1431"/>
                <a:gd name="T77" fmla="*/ 182 h 1325"/>
                <a:gd name="T78" fmla="*/ 570 w 1431"/>
                <a:gd name="T79" fmla="*/ 214 h 1325"/>
                <a:gd name="T80" fmla="*/ 520 w 1431"/>
                <a:gd name="T81" fmla="*/ 250 h 1325"/>
                <a:gd name="T82" fmla="*/ 472 w 1431"/>
                <a:gd name="T83" fmla="*/ 287 h 1325"/>
                <a:gd name="T84" fmla="*/ 427 w 1431"/>
                <a:gd name="T85" fmla="*/ 325 h 1325"/>
                <a:gd name="T86" fmla="*/ 382 w 1431"/>
                <a:gd name="T87" fmla="*/ 366 h 1325"/>
                <a:gd name="T88" fmla="*/ 341 w 1431"/>
                <a:gd name="T89" fmla="*/ 410 h 1325"/>
                <a:gd name="T90" fmla="*/ 301 w 1431"/>
                <a:gd name="T91" fmla="*/ 455 h 1325"/>
                <a:gd name="T92" fmla="*/ 263 w 1431"/>
                <a:gd name="T93" fmla="*/ 502 h 1325"/>
                <a:gd name="T94" fmla="*/ 227 w 1431"/>
                <a:gd name="T95" fmla="*/ 550 h 1325"/>
                <a:gd name="T96" fmla="*/ 194 w 1431"/>
                <a:gd name="T97" fmla="*/ 602 h 1325"/>
                <a:gd name="T98" fmla="*/ 163 w 1431"/>
                <a:gd name="T99" fmla="*/ 653 h 1325"/>
                <a:gd name="T100" fmla="*/ 135 w 1431"/>
                <a:gd name="T101" fmla="*/ 707 h 1325"/>
                <a:gd name="T102" fmla="*/ 109 w 1431"/>
                <a:gd name="T103" fmla="*/ 762 h 1325"/>
                <a:gd name="T104" fmla="*/ 86 w 1431"/>
                <a:gd name="T105" fmla="*/ 819 h 1325"/>
                <a:gd name="T106" fmla="*/ 64 w 1431"/>
                <a:gd name="T107" fmla="*/ 876 h 1325"/>
                <a:gd name="T108" fmla="*/ 47 w 1431"/>
                <a:gd name="T109" fmla="*/ 936 h 1325"/>
                <a:gd name="T110" fmla="*/ 31 w 1431"/>
                <a:gd name="T111" fmla="*/ 996 h 1325"/>
                <a:gd name="T112" fmla="*/ 19 w 1431"/>
                <a:gd name="T113" fmla="*/ 1058 h 1325"/>
                <a:gd name="T114" fmla="*/ 10 w 1431"/>
                <a:gd name="T115" fmla="*/ 1120 h 1325"/>
                <a:gd name="T116" fmla="*/ 4 w 1431"/>
                <a:gd name="T117" fmla="*/ 1183 h 1325"/>
                <a:gd name="T118" fmla="*/ 1 w 1431"/>
                <a:gd name="T119" fmla="*/ 1247 h 1325"/>
                <a:gd name="T120" fmla="*/ 1 w 1431"/>
                <a:gd name="T121" fmla="*/ 1302 h 1325"/>
                <a:gd name="T122" fmla="*/ 335 w 1431"/>
                <a:gd name="T123" fmla="*/ 1129 h 1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31" h="1325">
                  <a:moveTo>
                    <a:pt x="638" y="1324"/>
                  </a:moveTo>
                  <a:lnTo>
                    <a:pt x="637" y="1302"/>
                  </a:lnTo>
                  <a:lnTo>
                    <a:pt x="637" y="1280"/>
                  </a:lnTo>
                  <a:lnTo>
                    <a:pt x="637" y="1248"/>
                  </a:lnTo>
                  <a:lnTo>
                    <a:pt x="638" y="1232"/>
                  </a:lnTo>
                  <a:lnTo>
                    <a:pt x="640" y="1217"/>
                  </a:lnTo>
                  <a:lnTo>
                    <a:pt x="644" y="1185"/>
                  </a:lnTo>
                  <a:lnTo>
                    <a:pt x="646" y="1170"/>
                  </a:lnTo>
                  <a:lnTo>
                    <a:pt x="649" y="1154"/>
                  </a:lnTo>
                  <a:lnTo>
                    <a:pt x="655" y="1125"/>
                  </a:lnTo>
                  <a:lnTo>
                    <a:pt x="659" y="1110"/>
                  </a:lnTo>
                  <a:lnTo>
                    <a:pt x="663" y="1095"/>
                  </a:lnTo>
                  <a:lnTo>
                    <a:pt x="673" y="1067"/>
                  </a:lnTo>
                  <a:lnTo>
                    <a:pt x="678" y="1052"/>
                  </a:lnTo>
                  <a:lnTo>
                    <a:pt x="683" y="1038"/>
                  </a:lnTo>
                  <a:lnTo>
                    <a:pt x="689" y="1024"/>
                  </a:lnTo>
                  <a:lnTo>
                    <a:pt x="695" y="1010"/>
                  </a:lnTo>
                  <a:lnTo>
                    <a:pt x="708" y="983"/>
                  </a:lnTo>
                  <a:lnTo>
                    <a:pt x="715" y="970"/>
                  </a:lnTo>
                  <a:lnTo>
                    <a:pt x="724" y="957"/>
                  </a:lnTo>
                  <a:lnTo>
                    <a:pt x="731" y="944"/>
                  </a:lnTo>
                  <a:lnTo>
                    <a:pt x="739" y="932"/>
                  </a:lnTo>
                  <a:lnTo>
                    <a:pt x="747" y="920"/>
                  </a:lnTo>
                  <a:lnTo>
                    <a:pt x="756" y="907"/>
                  </a:lnTo>
                  <a:lnTo>
                    <a:pt x="764" y="895"/>
                  </a:lnTo>
                  <a:lnTo>
                    <a:pt x="773" y="884"/>
                  </a:lnTo>
                  <a:lnTo>
                    <a:pt x="783" y="871"/>
                  </a:lnTo>
                  <a:lnTo>
                    <a:pt x="792" y="860"/>
                  </a:lnTo>
                  <a:lnTo>
                    <a:pt x="812" y="838"/>
                  </a:lnTo>
                  <a:lnTo>
                    <a:pt x="822" y="827"/>
                  </a:lnTo>
                  <a:lnTo>
                    <a:pt x="832" y="817"/>
                  </a:lnTo>
                  <a:lnTo>
                    <a:pt x="843" y="807"/>
                  </a:lnTo>
                  <a:lnTo>
                    <a:pt x="854" y="797"/>
                  </a:lnTo>
                  <a:lnTo>
                    <a:pt x="877" y="778"/>
                  </a:lnTo>
                  <a:lnTo>
                    <a:pt x="889" y="769"/>
                  </a:lnTo>
                  <a:lnTo>
                    <a:pt x="901" y="760"/>
                  </a:lnTo>
                  <a:lnTo>
                    <a:pt x="925" y="743"/>
                  </a:lnTo>
                  <a:lnTo>
                    <a:pt x="938" y="735"/>
                  </a:lnTo>
                  <a:lnTo>
                    <a:pt x="951" y="727"/>
                  </a:lnTo>
                  <a:lnTo>
                    <a:pt x="976" y="711"/>
                  </a:lnTo>
                  <a:lnTo>
                    <a:pt x="990" y="705"/>
                  </a:lnTo>
                  <a:lnTo>
                    <a:pt x="1003" y="698"/>
                  </a:lnTo>
                  <a:lnTo>
                    <a:pt x="1017" y="692"/>
                  </a:lnTo>
                  <a:lnTo>
                    <a:pt x="1030" y="686"/>
                  </a:lnTo>
                  <a:lnTo>
                    <a:pt x="1045" y="680"/>
                  </a:lnTo>
                  <a:lnTo>
                    <a:pt x="1059" y="675"/>
                  </a:lnTo>
                  <a:lnTo>
                    <a:pt x="1088" y="665"/>
                  </a:lnTo>
                  <a:lnTo>
                    <a:pt x="1117" y="657"/>
                  </a:lnTo>
                  <a:lnTo>
                    <a:pt x="1132" y="653"/>
                  </a:lnTo>
                  <a:lnTo>
                    <a:pt x="1147" y="649"/>
                  </a:lnTo>
                  <a:lnTo>
                    <a:pt x="1177" y="644"/>
                  </a:lnTo>
                  <a:lnTo>
                    <a:pt x="1192" y="642"/>
                  </a:lnTo>
                  <a:lnTo>
                    <a:pt x="1209" y="640"/>
                  </a:lnTo>
                  <a:lnTo>
                    <a:pt x="1224" y="638"/>
                  </a:lnTo>
                  <a:lnTo>
                    <a:pt x="1240" y="637"/>
                  </a:lnTo>
                  <a:lnTo>
                    <a:pt x="1431" y="334"/>
                  </a:lnTo>
                  <a:lnTo>
                    <a:pt x="1239" y="0"/>
                  </a:lnTo>
                  <a:lnTo>
                    <a:pt x="1207" y="1"/>
                  </a:lnTo>
                  <a:lnTo>
                    <a:pt x="1174" y="3"/>
                  </a:lnTo>
                  <a:lnTo>
                    <a:pt x="1142" y="6"/>
                  </a:lnTo>
                  <a:lnTo>
                    <a:pt x="1111" y="10"/>
                  </a:lnTo>
                  <a:lnTo>
                    <a:pt x="1080" y="15"/>
                  </a:lnTo>
                  <a:lnTo>
                    <a:pt x="1049" y="20"/>
                  </a:lnTo>
                  <a:lnTo>
                    <a:pt x="1018" y="26"/>
                  </a:lnTo>
                  <a:lnTo>
                    <a:pt x="987" y="32"/>
                  </a:lnTo>
                  <a:lnTo>
                    <a:pt x="957" y="40"/>
                  </a:lnTo>
                  <a:lnTo>
                    <a:pt x="928" y="48"/>
                  </a:lnTo>
                  <a:lnTo>
                    <a:pt x="898" y="57"/>
                  </a:lnTo>
                  <a:lnTo>
                    <a:pt x="868" y="66"/>
                  </a:lnTo>
                  <a:lnTo>
                    <a:pt x="839" y="76"/>
                  </a:lnTo>
                  <a:lnTo>
                    <a:pt x="811" y="88"/>
                  </a:lnTo>
                  <a:lnTo>
                    <a:pt x="783" y="100"/>
                  </a:lnTo>
                  <a:lnTo>
                    <a:pt x="755" y="112"/>
                  </a:lnTo>
                  <a:lnTo>
                    <a:pt x="728" y="125"/>
                  </a:lnTo>
                  <a:lnTo>
                    <a:pt x="699" y="138"/>
                  </a:lnTo>
                  <a:lnTo>
                    <a:pt x="673" y="152"/>
                  </a:lnTo>
                  <a:lnTo>
                    <a:pt x="646" y="167"/>
                  </a:lnTo>
                  <a:lnTo>
                    <a:pt x="620" y="182"/>
                  </a:lnTo>
                  <a:lnTo>
                    <a:pt x="595" y="198"/>
                  </a:lnTo>
                  <a:lnTo>
                    <a:pt x="570" y="214"/>
                  </a:lnTo>
                  <a:lnTo>
                    <a:pt x="544" y="231"/>
                  </a:lnTo>
                  <a:lnTo>
                    <a:pt x="520" y="250"/>
                  </a:lnTo>
                  <a:lnTo>
                    <a:pt x="496" y="268"/>
                  </a:lnTo>
                  <a:lnTo>
                    <a:pt x="472" y="287"/>
                  </a:lnTo>
                  <a:lnTo>
                    <a:pt x="449" y="306"/>
                  </a:lnTo>
                  <a:lnTo>
                    <a:pt x="427" y="325"/>
                  </a:lnTo>
                  <a:lnTo>
                    <a:pt x="405" y="346"/>
                  </a:lnTo>
                  <a:lnTo>
                    <a:pt x="382" y="366"/>
                  </a:lnTo>
                  <a:lnTo>
                    <a:pt x="361" y="388"/>
                  </a:lnTo>
                  <a:lnTo>
                    <a:pt x="341" y="410"/>
                  </a:lnTo>
                  <a:lnTo>
                    <a:pt x="320" y="433"/>
                  </a:lnTo>
                  <a:lnTo>
                    <a:pt x="301" y="455"/>
                  </a:lnTo>
                  <a:lnTo>
                    <a:pt x="282" y="478"/>
                  </a:lnTo>
                  <a:lnTo>
                    <a:pt x="263" y="502"/>
                  </a:lnTo>
                  <a:lnTo>
                    <a:pt x="245" y="526"/>
                  </a:lnTo>
                  <a:lnTo>
                    <a:pt x="227" y="550"/>
                  </a:lnTo>
                  <a:lnTo>
                    <a:pt x="210" y="576"/>
                  </a:lnTo>
                  <a:lnTo>
                    <a:pt x="194" y="602"/>
                  </a:lnTo>
                  <a:lnTo>
                    <a:pt x="178" y="627"/>
                  </a:lnTo>
                  <a:lnTo>
                    <a:pt x="163" y="653"/>
                  </a:lnTo>
                  <a:lnTo>
                    <a:pt x="149" y="680"/>
                  </a:lnTo>
                  <a:lnTo>
                    <a:pt x="135" y="707"/>
                  </a:lnTo>
                  <a:lnTo>
                    <a:pt x="122" y="735"/>
                  </a:lnTo>
                  <a:lnTo>
                    <a:pt x="109" y="762"/>
                  </a:lnTo>
                  <a:lnTo>
                    <a:pt x="97" y="790"/>
                  </a:lnTo>
                  <a:lnTo>
                    <a:pt x="86" y="819"/>
                  </a:lnTo>
                  <a:lnTo>
                    <a:pt x="74" y="847"/>
                  </a:lnTo>
                  <a:lnTo>
                    <a:pt x="64" y="876"/>
                  </a:lnTo>
                  <a:lnTo>
                    <a:pt x="55" y="906"/>
                  </a:lnTo>
                  <a:lnTo>
                    <a:pt x="47" y="936"/>
                  </a:lnTo>
                  <a:lnTo>
                    <a:pt x="39" y="966"/>
                  </a:lnTo>
                  <a:lnTo>
                    <a:pt x="31" y="996"/>
                  </a:lnTo>
                  <a:lnTo>
                    <a:pt x="25" y="1026"/>
                  </a:lnTo>
                  <a:lnTo>
                    <a:pt x="19" y="1058"/>
                  </a:lnTo>
                  <a:lnTo>
                    <a:pt x="14" y="1089"/>
                  </a:lnTo>
                  <a:lnTo>
                    <a:pt x="10" y="1120"/>
                  </a:lnTo>
                  <a:lnTo>
                    <a:pt x="6" y="1151"/>
                  </a:lnTo>
                  <a:lnTo>
                    <a:pt x="4" y="1183"/>
                  </a:lnTo>
                  <a:lnTo>
                    <a:pt x="2" y="1215"/>
                  </a:lnTo>
                  <a:lnTo>
                    <a:pt x="1" y="1247"/>
                  </a:lnTo>
                  <a:lnTo>
                    <a:pt x="0" y="1280"/>
                  </a:lnTo>
                  <a:lnTo>
                    <a:pt x="1" y="1302"/>
                  </a:lnTo>
                  <a:lnTo>
                    <a:pt x="2" y="1325"/>
                  </a:lnTo>
                  <a:lnTo>
                    <a:pt x="335" y="1129"/>
                  </a:lnTo>
                  <a:lnTo>
                    <a:pt x="638" y="1324"/>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34" name="Freeform 11">
              <a:extLst>
                <a:ext uri="{FF2B5EF4-FFF2-40B4-BE49-F238E27FC236}">
                  <a16:creationId xmlns:a16="http://schemas.microsoft.com/office/drawing/2014/main" xmlns="" id="{71346187-9D9C-40F7-9283-4458805B1B61}"/>
                </a:ext>
              </a:extLst>
            </p:cNvPr>
            <p:cNvSpPr>
              <a:spLocks noChangeAspect="1"/>
            </p:cNvSpPr>
            <p:nvPr/>
          </p:nvSpPr>
          <p:spPr bwMode="auto">
            <a:xfrm>
              <a:off x="1845" y="2645"/>
              <a:ext cx="1295" cy="1364"/>
            </a:xfrm>
            <a:custGeom>
              <a:avLst/>
              <a:gdLst>
                <a:gd name="T0" fmla="*/ 1096 w 1295"/>
                <a:gd name="T1" fmla="*/ 1023 h 1364"/>
                <a:gd name="T2" fmla="*/ 1276 w 1295"/>
                <a:gd name="T3" fmla="*/ 728 h 1364"/>
                <a:gd name="T4" fmla="*/ 1232 w 1295"/>
                <a:gd name="T5" fmla="*/ 726 h 1364"/>
                <a:gd name="T6" fmla="*/ 1187 w 1295"/>
                <a:gd name="T7" fmla="*/ 722 h 1364"/>
                <a:gd name="T8" fmla="*/ 1131 w 1295"/>
                <a:gd name="T9" fmla="*/ 711 h 1364"/>
                <a:gd name="T10" fmla="*/ 1103 w 1295"/>
                <a:gd name="T11" fmla="*/ 704 h 1364"/>
                <a:gd name="T12" fmla="*/ 1050 w 1295"/>
                <a:gd name="T13" fmla="*/ 687 h 1364"/>
                <a:gd name="T14" fmla="*/ 1023 w 1295"/>
                <a:gd name="T15" fmla="*/ 677 h 1364"/>
                <a:gd name="T16" fmla="*/ 973 w 1295"/>
                <a:gd name="T17" fmla="*/ 653 h 1364"/>
                <a:gd name="T18" fmla="*/ 949 w 1295"/>
                <a:gd name="T19" fmla="*/ 638 h 1364"/>
                <a:gd name="T20" fmla="*/ 902 w 1295"/>
                <a:gd name="T21" fmla="*/ 608 h 1364"/>
                <a:gd name="T22" fmla="*/ 880 w 1295"/>
                <a:gd name="T23" fmla="*/ 591 h 1364"/>
                <a:gd name="T24" fmla="*/ 837 w 1295"/>
                <a:gd name="T25" fmla="*/ 556 h 1364"/>
                <a:gd name="T26" fmla="*/ 799 w 1295"/>
                <a:gd name="T27" fmla="*/ 517 h 1364"/>
                <a:gd name="T28" fmla="*/ 781 w 1295"/>
                <a:gd name="T29" fmla="*/ 496 h 1364"/>
                <a:gd name="T30" fmla="*/ 747 w 1295"/>
                <a:gd name="T31" fmla="*/ 451 h 1364"/>
                <a:gd name="T32" fmla="*/ 725 w 1295"/>
                <a:gd name="T33" fmla="*/ 417 h 1364"/>
                <a:gd name="T34" fmla="*/ 703 w 1295"/>
                <a:gd name="T35" fmla="*/ 380 h 1364"/>
                <a:gd name="T36" fmla="*/ 680 w 1295"/>
                <a:gd name="T37" fmla="*/ 330 h 1364"/>
                <a:gd name="T38" fmla="*/ 670 w 1295"/>
                <a:gd name="T39" fmla="*/ 303 h 1364"/>
                <a:gd name="T40" fmla="*/ 657 w 1295"/>
                <a:gd name="T41" fmla="*/ 263 h 1364"/>
                <a:gd name="T42" fmla="*/ 646 w 1295"/>
                <a:gd name="T43" fmla="*/ 221 h 1364"/>
                <a:gd name="T44" fmla="*/ 322 w 1295"/>
                <a:gd name="T45" fmla="*/ 0 h 1364"/>
                <a:gd name="T46" fmla="*/ 2 w 1295"/>
                <a:gd name="T47" fmla="*/ 222 h 1364"/>
                <a:gd name="T48" fmla="*/ 10 w 1295"/>
                <a:gd name="T49" fmla="*/ 282 h 1364"/>
                <a:gd name="T50" fmla="*/ 21 w 1295"/>
                <a:gd name="T51" fmla="*/ 343 h 1364"/>
                <a:gd name="T52" fmla="*/ 35 w 1295"/>
                <a:gd name="T53" fmla="*/ 401 h 1364"/>
                <a:gd name="T54" fmla="*/ 51 w 1295"/>
                <a:gd name="T55" fmla="*/ 458 h 1364"/>
                <a:gd name="T56" fmla="*/ 69 w 1295"/>
                <a:gd name="T57" fmla="*/ 516 h 1364"/>
                <a:gd name="T58" fmla="*/ 91 w 1295"/>
                <a:gd name="T59" fmla="*/ 571 h 1364"/>
                <a:gd name="T60" fmla="*/ 115 w 1295"/>
                <a:gd name="T61" fmla="*/ 624 h 1364"/>
                <a:gd name="T62" fmla="*/ 141 w 1295"/>
                <a:gd name="T63" fmla="*/ 678 h 1364"/>
                <a:gd name="T64" fmla="*/ 169 w 1295"/>
                <a:gd name="T65" fmla="*/ 729 h 1364"/>
                <a:gd name="T66" fmla="*/ 200 w 1295"/>
                <a:gd name="T67" fmla="*/ 779 h 1364"/>
                <a:gd name="T68" fmla="*/ 233 w 1295"/>
                <a:gd name="T69" fmla="*/ 828 h 1364"/>
                <a:gd name="T70" fmla="*/ 268 w 1295"/>
                <a:gd name="T71" fmla="*/ 874 h 1364"/>
                <a:gd name="T72" fmla="*/ 305 w 1295"/>
                <a:gd name="T73" fmla="*/ 919 h 1364"/>
                <a:gd name="T74" fmla="*/ 344 w 1295"/>
                <a:gd name="T75" fmla="*/ 962 h 1364"/>
                <a:gd name="T76" fmla="*/ 385 w 1295"/>
                <a:gd name="T77" fmla="*/ 1004 h 1364"/>
                <a:gd name="T78" fmla="*/ 428 w 1295"/>
                <a:gd name="T79" fmla="*/ 1043 h 1364"/>
                <a:gd name="T80" fmla="*/ 473 w 1295"/>
                <a:gd name="T81" fmla="*/ 1081 h 1364"/>
                <a:gd name="T82" fmla="*/ 519 w 1295"/>
                <a:gd name="T83" fmla="*/ 1116 h 1364"/>
                <a:gd name="T84" fmla="*/ 567 w 1295"/>
                <a:gd name="T85" fmla="*/ 1151 h 1364"/>
                <a:gd name="T86" fmla="*/ 616 w 1295"/>
                <a:gd name="T87" fmla="*/ 1182 h 1364"/>
                <a:gd name="T88" fmla="*/ 667 w 1295"/>
                <a:gd name="T89" fmla="*/ 1211 h 1364"/>
                <a:gd name="T90" fmla="*/ 720 w 1295"/>
                <a:gd name="T91" fmla="*/ 1237 h 1364"/>
                <a:gd name="T92" fmla="*/ 774 w 1295"/>
                <a:gd name="T93" fmla="*/ 1262 h 1364"/>
                <a:gd name="T94" fmla="*/ 828 w 1295"/>
                <a:gd name="T95" fmla="*/ 1283 h 1364"/>
                <a:gd name="T96" fmla="*/ 885 w 1295"/>
                <a:gd name="T97" fmla="*/ 1304 h 1364"/>
                <a:gd name="T98" fmla="*/ 942 w 1295"/>
                <a:gd name="T99" fmla="*/ 1321 h 1364"/>
                <a:gd name="T100" fmla="*/ 1001 w 1295"/>
                <a:gd name="T101" fmla="*/ 1335 h 1364"/>
                <a:gd name="T102" fmla="*/ 1061 w 1295"/>
                <a:gd name="T103" fmla="*/ 1346 h 1364"/>
                <a:gd name="T104" fmla="*/ 1121 w 1295"/>
                <a:gd name="T105" fmla="*/ 1355 h 1364"/>
                <a:gd name="T106" fmla="*/ 1182 w 1295"/>
                <a:gd name="T107" fmla="*/ 1361 h 1364"/>
                <a:gd name="T108" fmla="*/ 1245 w 1295"/>
                <a:gd name="T109" fmla="*/ 1364 h 1364"/>
                <a:gd name="T110" fmla="*/ 1281 w 1295"/>
                <a:gd name="T111" fmla="*/ 1364 h 1364"/>
                <a:gd name="T112" fmla="*/ 1290 w 1295"/>
                <a:gd name="T113" fmla="*/ 1362 h 1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95" h="1364">
                  <a:moveTo>
                    <a:pt x="1295" y="1362"/>
                  </a:moveTo>
                  <a:lnTo>
                    <a:pt x="1096" y="1023"/>
                  </a:lnTo>
                  <a:lnTo>
                    <a:pt x="1295" y="727"/>
                  </a:lnTo>
                  <a:lnTo>
                    <a:pt x="1276" y="728"/>
                  </a:lnTo>
                  <a:lnTo>
                    <a:pt x="1246" y="727"/>
                  </a:lnTo>
                  <a:lnTo>
                    <a:pt x="1232" y="726"/>
                  </a:lnTo>
                  <a:lnTo>
                    <a:pt x="1217" y="725"/>
                  </a:lnTo>
                  <a:lnTo>
                    <a:pt x="1187" y="722"/>
                  </a:lnTo>
                  <a:lnTo>
                    <a:pt x="1159" y="717"/>
                  </a:lnTo>
                  <a:lnTo>
                    <a:pt x="1131" y="711"/>
                  </a:lnTo>
                  <a:lnTo>
                    <a:pt x="1117" y="708"/>
                  </a:lnTo>
                  <a:lnTo>
                    <a:pt x="1103" y="704"/>
                  </a:lnTo>
                  <a:lnTo>
                    <a:pt x="1076" y="696"/>
                  </a:lnTo>
                  <a:lnTo>
                    <a:pt x="1050" y="687"/>
                  </a:lnTo>
                  <a:lnTo>
                    <a:pt x="1037" y="682"/>
                  </a:lnTo>
                  <a:lnTo>
                    <a:pt x="1023" y="677"/>
                  </a:lnTo>
                  <a:lnTo>
                    <a:pt x="998" y="665"/>
                  </a:lnTo>
                  <a:lnTo>
                    <a:pt x="973" y="653"/>
                  </a:lnTo>
                  <a:lnTo>
                    <a:pt x="961" y="646"/>
                  </a:lnTo>
                  <a:lnTo>
                    <a:pt x="949" y="638"/>
                  </a:lnTo>
                  <a:lnTo>
                    <a:pt x="925" y="623"/>
                  </a:lnTo>
                  <a:lnTo>
                    <a:pt x="902" y="608"/>
                  </a:lnTo>
                  <a:lnTo>
                    <a:pt x="891" y="600"/>
                  </a:lnTo>
                  <a:lnTo>
                    <a:pt x="880" y="591"/>
                  </a:lnTo>
                  <a:lnTo>
                    <a:pt x="858" y="574"/>
                  </a:lnTo>
                  <a:lnTo>
                    <a:pt x="837" y="556"/>
                  </a:lnTo>
                  <a:lnTo>
                    <a:pt x="818" y="537"/>
                  </a:lnTo>
                  <a:lnTo>
                    <a:pt x="799" y="517"/>
                  </a:lnTo>
                  <a:lnTo>
                    <a:pt x="790" y="506"/>
                  </a:lnTo>
                  <a:lnTo>
                    <a:pt x="781" y="496"/>
                  </a:lnTo>
                  <a:lnTo>
                    <a:pt x="764" y="473"/>
                  </a:lnTo>
                  <a:lnTo>
                    <a:pt x="747" y="451"/>
                  </a:lnTo>
                  <a:lnTo>
                    <a:pt x="732" y="428"/>
                  </a:lnTo>
                  <a:lnTo>
                    <a:pt x="725" y="417"/>
                  </a:lnTo>
                  <a:lnTo>
                    <a:pt x="718" y="405"/>
                  </a:lnTo>
                  <a:lnTo>
                    <a:pt x="703" y="380"/>
                  </a:lnTo>
                  <a:lnTo>
                    <a:pt x="691" y="355"/>
                  </a:lnTo>
                  <a:lnTo>
                    <a:pt x="680" y="330"/>
                  </a:lnTo>
                  <a:lnTo>
                    <a:pt x="675" y="316"/>
                  </a:lnTo>
                  <a:lnTo>
                    <a:pt x="670" y="303"/>
                  </a:lnTo>
                  <a:lnTo>
                    <a:pt x="661" y="276"/>
                  </a:lnTo>
                  <a:lnTo>
                    <a:pt x="657" y="263"/>
                  </a:lnTo>
                  <a:lnTo>
                    <a:pt x="653" y="249"/>
                  </a:lnTo>
                  <a:lnTo>
                    <a:pt x="646" y="221"/>
                  </a:lnTo>
                  <a:lnTo>
                    <a:pt x="641" y="193"/>
                  </a:lnTo>
                  <a:lnTo>
                    <a:pt x="322" y="0"/>
                  </a:lnTo>
                  <a:lnTo>
                    <a:pt x="0" y="191"/>
                  </a:lnTo>
                  <a:lnTo>
                    <a:pt x="2" y="222"/>
                  </a:lnTo>
                  <a:lnTo>
                    <a:pt x="6" y="252"/>
                  </a:lnTo>
                  <a:lnTo>
                    <a:pt x="10" y="282"/>
                  </a:lnTo>
                  <a:lnTo>
                    <a:pt x="15" y="312"/>
                  </a:lnTo>
                  <a:lnTo>
                    <a:pt x="21" y="343"/>
                  </a:lnTo>
                  <a:lnTo>
                    <a:pt x="27" y="372"/>
                  </a:lnTo>
                  <a:lnTo>
                    <a:pt x="35" y="401"/>
                  </a:lnTo>
                  <a:lnTo>
                    <a:pt x="42" y="430"/>
                  </a:lnTo>
                  <a:lnTo>
                    <a:pt x="51" y="458"/>
                  </a:lnTo>
                  <a:lnTo>
                    <a:pt x="60" y="488"/>
                  </a:lnTo>
                  <a:lnTo>
                    <a:pt x="69" y="516"/>
                  </a:lnTo>
                  <a:lnTo>
                    <a:pt x="81" y="543"/>
                  </a:lnTo>
                  <a:lnTo>
                    <a:pt x="91" y="571"/>
                  </a:lnTo>
                  <a:lnTo>
                    <a:pt x="103" y="598"/>
                  </a:lnTo>
                  <a:lnTo>
                    <a:pt x="115" y="624"/>
                  </a:lnTo>
                  <a:lnTo>
                    <a:pt x="128" y="652"/>
                  </a:lnTo>
                  <a:lnTo>
                    <a:pt x="141" y="678"/>
                  </a:lnTo>
                  <a:lnTo>
                    <a:pt x="155" y="704"/>
                  </a:lnTo>
                  <a:lnTo>
                    <a:pt x="169" y="729"/>
                  </a:lnTo>
                  <a:lnTo>
                    <a:pt x="184" y="754"/>
                  </a:lnTo>
                  <a:lnTo>
                    <a:pt x="200" y="779"/>
                  </a:lnTo>
                  <a:lnTo>
                    <a:pt x="216" y="803"/>
                  </a:lnTo>
                  <a:lnTo>
                    <a:pt x="233" y="828"/>
                  </a:lnTo>
                  <a:lnTo>
                    <a:pt x="251" y="851"/>
                  </a:lnTo>
                  <a:lnTo>
                    <a:pt x="268" y="874"/>
                  </a:lnTo>
                  <a:lnTo>
                    <a:pt x="287" y="897"/>
                  </a:lnTo>
                  <a:lnTo>
                    <a:pt x="305" y="919"/>
                  </a:lnTo>
                  <a:lnTo>
                    <a:pt x="324" y="941"/>
                  </a:lnTo>
                  <a:lnTo>
                    <a:pt x="344" y="962"/>
                  </a:lnTo>
                  <a:lnTo>
                    <a:pt x="364" y="984"/>
                  </a:lnTo>
                  <a:lnTo>
                    <a:pt x="385" y="1004"/>
                  </a:lnTo>
                  <a:lnTo>
                    <a:pt x="407" y="1024"/>
                  </a:lnTo>
                  <a:lnTo>
                    <a:pt x="428" y="1043"/>
                  </a:lnTo>
                  <a:lnTo>
                    <a:pt x="450" y="1062"/>
                  </a:lnTo>
                  <a:lnTo>
                    <a:pt x="473" y="1081"/>
                  </a:lnTo>
                  <a:lnTo>
                    <a:pt x="495" y="1099"/>
                  </a:lnTo>
                  <a:lnTo>
                    <a:pt x="519" y="1116"/>
                  </a:lnTo>
                  <a:lnTo>
                    <a:pt x="542" y="1134"/>
                  </a:lnTo>
                  <a:lnTo>
                    <a:pt x="567" y="1151"/>
                  </a:lnTo>
                  <a:lnTo>
                    <a:pt x="592" y="1166"/>
                  </a:lnTo>
                  <a:lnTo>
                    <a:pt x="616" y="1182"/>
                  </a:lnTo>
                  <a:lnTo>
                    <a:pt x="642" y="1196"/>
                  </a:lnTo>
                  <a:lnTo>
                    <a:pt x="667" y="1211"/>
                  </a:lnTo>
                  <a:lnTo>
                    <a:pt x="693" y="1224"/>
                  </a:lnTo>
                  <a:lnTo>
                    <a:pt x="720" y="1237"/>
                  </a:lnTo>
                  <a:lnTo>
                    <a:pt x="747" y="1250"/>
                  </a:lnTo>
                  <a:lnTo>
                    <a:pt x="774" y="1262"/>
                  </a:lnTo>
                  <a:lnTo>
                    <a:pt x="801" y="1273"/>
                  </a:lnTo>
                  <a:lnTo>
                    <a:pt x="828" y="1283"/>
                  </a:lnTo>
                  <a:lnTo>
                    <a:pt x="856" y="1294"/>
                  </a:lnTo>
                  <a:lnTo>
                    <a:pt x="885" y="1304"/>
                  </a:lnTo>
                  <a:lnTo>
                    <a:pt x="914" y="1312"/>
                  </a:lnTo>
                  <a:lnTo>
                    <a:pt x="942" y="1321"/>
                  </a:lnTo>
                  <a:lnTo>
                    <a:pt x="971" y="1328"/>
                  </a:lnTo>
                  <a:lnTo>
                    <a:pt x="1001" y="1335"/>
                  </a:lnTo>
                  <a:lnTo>
                    <a:pt x="1030" y="1341"/>
                  </a:lnTo>
                  <a:lnTo>
                    <a:pt x="1061" y="1346"/>
                  </a:lnTo>
                  <a:lnTo>
                    <a:pt x="1091" y="1351"/>
                  </a:lnTo>
                  <a:lnTo>
                    <a:pt x="1121" y="1355"/>
                  </a:lnTo>
                  <a:lnTo>
                    <a:pt x="1151" y="1358"/>
                  </a:lnTo>
                  <a:lnTo>
                    <a:pt x="1182" y="1361"/>
                  </a:lnTo>
                  <a:lnTo>
                    <a:pt x="1214" y="1363"/>
                  </a:lnTo>
                  <a:lnTo>
                    <a:pt x="1245" y="1364"/>
                  </a:lnTo>
                  <a:lnTo>
                    <a:pt x="1276" y="1364"/>
                  </a:lnTo>
                  <a:lnTo>
                    <a:pt x="1281" y="1364"/>
                  </a:lnTo>
                  <a:lnTo>
                    <a:pt x="1285" y="1363"/>
                  </a:lnTo>
                  <a:lnTo>
                    <a:pt x="1290" y="1362"/>
                  </a:lnTo>
                  <a:lnTo>
                    <a:pt x="1295" y="1362"/>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35" name="Freeform 12">
              <a:extLst>
                <a:ext uri="{FF2B5EF4-FFF2-40B4-BE49-F238E27FC236}">
                  <a16:creationId xmlns:a16="http://schemas.microsoft.com/office/drawing/2014/main" xmlns="" id="{69A1DD6B-D2CD-4973-8E24-3EE731A2CA0B}"/>
                </a:ext>
              </a:extLst>
            </p:cNvPr>
            <p:cNvSpPr>
              <a:spLocks noChangeAspect="1"/>
            </p:cNvSpPr>
            <p:nvPr/>
          </p:nvSpPr>
          <p:spPr bwMode="auto">
            <a:xfrm>
              <a:off x="3015" y="2774"/>
              <a:ext cx="1385" cy="1233"/>
            </a:xfrm>
            <a:custGeom>
              <a:avLst/>
              <a:gdLst>
                <a:gd name="T0" fmla="*/ 0 w 1385"/>
                <a:gd name="T1" fmla="*/ 903 h 1233"/>
                <a:gd name="T2" fmla="*/ 221 w 1385"/>
                <a:gd name="T3" fmla="*/ 588 h 1233"/>
                <a:gd name="T4" fmla="*/ 262 w 1385"/>
                <a:gd name="T5" fmla="*/ 579 h 1233"/>
                <a:gd name="T6" fmla="*/ 302 w 1385"/>
                <a:gd name="T7" fmla="*/ 567 h 1233"/>
                <a:gd name="T8" fmla="*/ 354 w 1385"/>
                <a:gd name="T9" fmla="*/ 548 h 1233"/>
                <a:gd name="T10" fmla="*/ 391 w 1385"/>
                <a:gd name="T11" fmla="*/ 531 h 1233"/>
                <a:gd name="T12" fmla="*/ 427 w 1385"/>
                <a:gd name="T13" fmla="*/ 511 h 1233"/>
                <a:gd name="T14" fmla="*/ 472 w 1385"/>
                <a:gd name="T15" fmla="*/ 482 h 1233"/>
                <a:gd name="T16" fmla="*/ 506 w 1385"/>
                <a:gd name="T17" fmla="*/ 458 h 1233"/>
                <a:gd name="T18" fmla="*/ 526 w 1385"/>
                <a:gd name="T19" fmla="*/ 441 h 1233"/>
                <a:gd name="T20" fmla="*/ 546 w 1385"/>
                <a:gd name="T21" fmla="*/ 423 h 1233"/>
                <a:gd name="T22" fmla="*/ 565 w 1385"/>
                <a:gd name="T23" fmla="*/ 405 h 1233"/>
                <a:gd name="T24" fmla="*/ 584 w 1385"/>
                <a:gd name="T25" fmla="*/ 385 h 1233"/>
                <a:gd name="T26" fmla="*/ 610 w 1385"/>
                <a:gd name="T27" fmla="*/ 353 h 1233"/>
                <a:gd name="T28" fmla="*/ 642 w 1385"/>
                <a:gd name="T29" fmla="*/ 310 h 1233"/>
                <a:gd name="T30" fmla="*/ 671 w 1385"/>
                <a:gd name="T31" fmla="*/ 264 h 1233"/>
                <a:gd name="T32" fmla="*/ 689 w 1385"/>
                <a:gd name="T33" fmla="*/ 228 h 1233"/>
                <a:gd name="T34" fmla="*/ 705 w 1385"/>
                <a:gd name="T35" fmla="*/ 189 h 1233"/>
                <a:gd name="T36" fmla="*/ 723 w 1385"/>
                <a:gd name="T37" fmla="*/ 138 h 1233"/>
                <a:gd name="T38" fmla="*/ 737 w 1385"/>
                <a:gd name="T39" fmla="*/ 84 h 1233"/>
                <a:gd name="T40" fmla="*/ 746 w 1385"/>
                <a:gd name="T41" fmla="*/ 28 h 1233"/>
                <a:gd name="T42" fmla="*/ 748 w 1385"/>
                <a:gd name="T43" fmla="*/ 0 h 1233"/>
                <a:gd name="T44" fmla="*/ 1385 w 1385"/>
                <a:gd name="T45" fmla="*/ 4 h 1233"/>
                <a:gd name="T46" fmla="*/ 1382 w 1385"/>
                <a:gd name="T47" fmla="*/ 66 h 1233"/>
                <a:gd name="T48" fmla="*/ 1375 w 1385"/>
                <a:gd name="T49" fmla="*/ 126 h 1233"/>
                <a:gd name="T50" fmla="*/ 1366 w 1385"/>
                <a:gd name="T51" fmla="*/ 185 h 1233"/>
                <a:gd name="T52" fmla="*/ 1354 w 1385"/>
                <a:gd name="T53" fmla="*/ 245 h 1233"/>
                <a:gd name="T54" fmla="*/ 1339 w 1385"/>
                <a:gd name="T55" fmla="*/ 302 h 1233"/>
                <a:gd name="T56" fmla="*/ 1322 w 1385"/>
                <a:gd name="T57" fmla="*/ 359 h 1233"/>
                <a:gd name="T58" fmla="*/ 1301 w 1385"/>
                <a:gd name="T59" fmla="*/ 414 h 1233"/>
                <a:gd name="T60" fmla="*/ 1279 w 1385"/>
                <a:gd name="T61" fmla="*/ 468 h 1233"/>
                <a:gd name="T62" fmla="*/ 1255 w 1385"/>
                <a:gd name="T63" fmla="*/ 522 h 1233"/>
                <a:gd name="T64" fmla="*/ 1228 w 1385"/>
                <a:gd name="T65" fmla="*/ 573 h 1233"/>
                <a:gd name="T66" fmla="*/ 1200 w 1385"/>
                <a:gd name="T67" fmla="*/ 623 h 1233"/>
                <a:gd name="T68" fmla="*/ 1169 w 1385"/>
                <a:gd name="T69" fmla="*/ 671 h 1233"/>
                <a:gd name="T70" fmla="*/ 1135 w 1385"/>
                <a:gd name="T71" fmla="*/ 719 h 1233"/>
                <a:gd name="T72" fmla="*/ 1099 w 1385"/>
                <a:gd name="T73" fmla="*/ 764 h 1233"/>
                <a:gd name="T74" fmla="*/ 1062 w 1385"/>
                <a:gd name="T75" fmla="*/ 808 h 1233"/>
                <a:gd name="T76" fmla="*/ 1023 w 1385"/>
                <a:gd name="T77" fmla="*/ 851 h 1233"/>
                <a:gd name="T78" fmla="*/ 982 w 1385"/>
                <a:gd name="T79" fmla="*/ 891 h 1233"/>
                <a:gd name="T80" fmla="*/ 939 w 1385"/>
                <a:gd name="T81" fmla="*/ 929 h 1233"/>
                <a:gd name="T82" fmla="*/ 895 w 1385"/>
                <a:gd name="T83" fmla="*/ 965 h 1233"/>
                <a:gd name="T84" fmla="*/ 849 w 1385"/>
                <a:gd name="T85" fmla="*/ 1000 h 1233"/>
                <a:gd name="T86" fmla="*/ 801 w 1385"/>
                <a:gd name="T87" fmla="*/ 1032 h 1233"/>
                <a:gd name="T88" fmla="*/ 752 w 1385"/>
                <a:gd name="T89" fmla="*/ 1063 h 1233"/>
                <a:gd name="T90" fmla="*/ 701 w 1385"/>
                <a:gd name="T91" fmla="*/ 1090 h 1233"/>
                <a:gd name="T92" fmla="*/ 649 w 1385"/>
                <a:gd name="T93" fmla="*/ 1116 h 1233"/>
                <a:gd name="T94" fmla="*/ 595 w 1385"/>
                <a:gd name="T95" fmla="*/ 1139 h 1233"/>
                <a:gd name="T96" fmla="*/ 541 w 1385"/>
                <a:gd name="T97" fmla="*/ 1161 h 1233"/>
                <a:gd name="T98" fmla="*/ 485 w 1385"/>
                <a:gd name="T99" fmla="*/ 1180 h 1233"/>
                <a:gd name="T100" fmla="*/ 428 w 1385"/>
                <a:gd name="T101" fmla="*/ 1196 h 1233"/>
                <a:gd name="T102" fmla="*/ 370 w 1385"/>
                <a:gd name="T103" fmla="*/ 1209 h 1233"/>
                <a:gd name="T104" fmla="*/ 311 w 1385"/>
                <a:gd name="T105" fmla="*/ 1220 h 1233"/>
                <a:gd name="T106" fmla="*/ 251 w 1385"/>
                <a:gd name="T107" fmla="*/ 1228 h 1233"/>
                <a:gd name="T108" fmla="*/ 191 w 1385"/>
                <a:gd name="T109" fmla="*/ 1233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85" h="1233">
                  <a:moveTo>
                    <a:pt x="191" y="1233"/>
                  </a:moveTo>
                  <a:lnTo>
                    <a:pt x="0" y="903"/>
                  </a:lnTo>
                  <a:lnTo>
                    <a:pt x="194" y="592"/>
                  </a:lnTo>
                  <a:lnTo>
                    <a:pt x="221" y="588"/>
                  </a:lnTo>
                  <a:lnTo>
                    <a:pt x="248" y="582"/>
                  </a:lnTo>
                  <a:lnTo>
                    <a:pt x="262" y="579"/>
                  </a:lnTo>
                  <a:lnTo>
                    <a:pt x="275" y="575"/>
                  </a:lnTo>
                  <a:lnTo>
                    <a:pt x="302" y="567"/>
                  </a:lnTo>
                  <a:lnTo>
                    <a:pt x="327" y="558"/>
                  </a:lnTo>
                  <a:lnTo>
                    <a:pt x="354" y="548"/>
                  </a:lnTo>
                  <a:lnTo>
                    <a:pt x="379" y="537"/>
                  </a:lnTo>
                  <a:lnTo>
                    <a:pt x="391" y="531"/>
                  </a:lnTo>
                  <a:lnTo>
                    <a:pt x="403" y="525"/>
                  </a:lnTo>
                  <a:lnTo>
                    <a:pt x="427" y="511"/>
                  </a:lnTo>
                  <a:lnTo>
                    <a:pt x="450" y="497"/>
                  </a:lnTo>
                  <a:lnTo>
                    <a:pt x="472" y="482"/>
                  </a:lnTo>
                  <a:lnTo>
                    <a:pt x="494" y="467"/>
                  </a:lnTo>
                  <a:lnTo>
                    <a:pt x="506" y="458"/>
                  </a:lnTo>
                  <a:lnTo>
                    <a:pt x="516" y="450"/>
                  </a:lnTo>
                  <a:lnTo>
                    <a:pt x="526" y="441"/>
                  </a:lnTo>
                  <a:lnTo>
                    <a:pt x="536" y="432"/>
                  </a:lnTo>
                  <a:lnTo>
                    <a:pt x="546" y="423"/>
                  </a:lnTo>
                  <a:lnTo>
                    <a:pt x="556" y="414"/>
                  </a:lnTo>
                  <a:lnTo>
                    <a:pt x="565" y="405"/>
                  </a:lnTo>
                  <a:lnTo>
                    <a:pt x="575" y="395"/>
                  </a:lnTo>
                  <a:lnTo>
                    <a:pt x="584" y="385"/>
                  </a:lnTo>
                  <a:lnTo>
                    <a:pt x="593" y="375"/>
                  </a:lnTo>
                  <a:lnTo>
                    <a:pt x="610" y="353"/>
                  </a:lnTo>
                  <a:lnTo>
                    <a:pt x="626" y="332"/>
                  </a:lnTo>
                  <a:lnTo>
                    <a:pt x="642" y="310"/>
                  </a:lnTo>
                  <a:lnTo>
                    <a:pt x="656" y="287"/>
                  </a:lnTo>
                  <a:lnTo>
                    <a:pt x="671" y="264"/>
                  </a:lnTo>
                  <a:lnTo>
                    <a:pt x="683" y="240"/>
                  </a:lnTo>
                  <a:lnTo>
                    <a:pt x="689" y="228"/>
                  </a:lnTo>
                  <a:lnTo>
                    <a:pt x="695" y="215"/>
                  </a:lnTo>
                  <a:lnTo>
                    <a:pt x="705" y="189"/>
                  </a:lnTo>
                  <a:lnTo>
                    <a:pt x="715" y="164"/>
                  </a:lnTo>
                  <a:lnTo>
                    <a:pt x="723" y="138"/>
                  </a:lnTo>
                  <a:lnTo>
                    <a:pt x="731" y="111"/>
                  </a:lnTo>
                  <a:lnTo>
                    <a:pt x="737" y="84"/>
                  </a:lnTo>
                  <a:lnTo>
                    <a:pt x="742" y="57"/>
                  </a:lnTo>
                  <a:lnTo>
                    <a:pt x="746" y="28"/>
                  </a:lnTo>
                  <a:lnTo>
                    <a:pt x="747" y="14"/>
                  </a:lnTo>
                  <a:lnTo>
                    <a:pt x="748" y="0"/>
                  </a:lnTo>
                  <a:lnTo>
                    <a:pt x="1032" y="202"/>
                  </a:lnTo>
                  <a:lnTo>
                    <a:pt x="1385" y="4"/>
                  </a:lnTo>
                  <a:lnTo>
                    <a:pt x="1384" y="36"/>
                  </a:lnTo>
                  <a:lnTo>
                    <a:pt x="1382" y="66"/>
                  </a:lnTo>
                  <a:lnTo>
                    <a:pt x="1379" y="96"/>
                  </a:lnTo>
                  <a:lnTo>
                    <a:pt x="1375" y="126"/>
                  </a:lnTo>
                  <a:lnTo>
                    <a:pt x="1371" y="156"/>
                  </a:lnTo>
                  <a:lnTo>
                    <a:pt x="1366" y="185"/>
                  </a:lnTo>
                  <a:lnTo>
                    <a:pt x="1360" y="216"/>
                  </a:lnTo>
                  <a:lnTo>
                    <a:pt x="1354" y="245"/>
                  </a:lnTo>
                  <a:lnTo>
                    <a:pt x="1347" y="273"/>
                  </a:lnTo>
                  <a:lnTo>
                    <a:pt x="1339" y="302"/>
                  </a:lnTo>
                  <a:lnTo>
                    <a:pt x="1331" y="330"/>
                  </a:lnTo>
                  <a:lnTo>
                    <a:pt x="1322" y="359"/>
                  </a:lnTo>
                  <a:lnTo>
                    <a:pt x="1313" y="387"/>
                  </a:lnTo>
                  <a:lnTo>
                    <a:pt x="1301" y="414"/>
                  </a:lnTo>
                  <a:lnTo>
                    <a:pt x="1291" y="441"/>
                  </a:lnTo>
                  <a:lnTo>
                    <a:pt x="1279" y="468"/>
                  </a:lnTo>
                  <a:lnTo>
                    <a:pt x="1268" y="494"/>
                  </a:lnTo>
                  <a:lnTo>
                    <a:pt x="1255" y="522"/>
                  </a:lnTo>
                  <a:lnTo>
                    <a:pt x="1242" y="547"/>
                  </a:lnTo>
                  <a:lnTo>
                    <a:pt x="1228" y="573"/>
                  </a:lnTo>
                  <a:lnTo>
                    <a:pt x="1214" y="598"/>
                  </a:lnTo>
                  <a:lnTo>
                    <a:pt x="1200" y="623"/>
                  </a:lnTo>
                  <a:lnTo>
                    <a:pt x="1184" y="647"/>
                  </a:lnTo>
                  <a:lnTo>
                    <a:pt x="1169" y="671"/>
                  </a:lnTo>
                  <a:lnTo>
                    <a:pt x="1152" y="696"/>
                  </a:lnTo>
                  <a:lnTo>
                    <a:pt x="1135" y="719"/>
                  </a:lnTo>
                  <a:lnTo>
                    <a:pt x="1117" y="742"/>
                  </a:lnTo>
                  <a:lnTo>
                    <a:pt x="1099" y="764"/>
                  </a:lnTo>
                  <a:lnTo>
                    <a:pt x="1081" y="786"/>
                  </a:lnTo>
                  <a:lnTo>
                    <a:pt x="1062" y="808"/>
                  </a:lnTo>
                  <a:lnTo>
                    <a:pt x="1043" y="829"/>
                  </a:lnTo>
                  <a:lnTo>
                    <a:pt x="1023" y="851"/>
                  </a:lnTo>
                  <a:lnTo>
                    <a:pt x="1003" y="871"/>
                  </a:lnTo>
                  <a:lnTo>
                    <a:pt x="982" y="891"/>
                  </a:lnTo>
                  <a:lnTo>
                    <a:pt x="961" y="910"/>
                  </a:lnTo>
                  <a:lnTo>
                    <a:pt x="939" y="929"/>
                  </a:lnTo>
                  <a:lnTo>
                    <a:pt x="917" y="947"/>
                  </a:lnTo>
                  <a:lnTo>
                    <a:pt x="895" y="965"/>
                  </a:lnTo>
                  <a:lnTo>
                    <a:pt x="872" y="982"/>
                  </a:lnTo>
                  <a:lnTo>
                    <a:pt x="849" y="1000"/>
                  </a:lnTo>
                  <a:lnTo>
                    <a:pt x="826" y="1017"/>
                  </a:lnTo>
                  <a:lnTo>
                    <a:pt x="801" y="1032"/>
                  </a:lnTo>
                  <a:lnTo>
                    <a:pt x="776" y="1048"/>
                  </a:lnTo>
                  <a:lnTo>
                    <a:pt x="752" y="1063"/>
                  </a:lnTo>
                  <a:lnTo>
                    <a:pt x="727" y="1077"/>
                  </a:lnTo>
                  <a:lnTo>
                    <a:pt x="701" y="1090"/>
                  </a:lnTo>
                  <a:lnTo>
                    <a:pt x="676" y="1104"/>
                  </a:lnTo>
                  <a:lnTo>
                    <a:pt x="649" y="1116"/>
                  </a:lnTo>
                  <a:lnTo>
                    <a:pt x="622" y="1128"/>
                  </a:lnTo>
                  <a:lnTo>
                    <a:pt x="595" y="1139"/>
                  </a:lnTo>
                  <a:lnTo>
                    <a:pt x="568" y="1150"/>
                  </a:lnTo>
                  <a:lnTo>
                    <a:pt x="541" y="1161"/>
                  </a:lnTo>
                  <a:lnTo>
                    <a:pt x="514" y="1171"/>
                  </a:lnTo>
                  <a:lnTo>
                    <a:pt x="485" y="1180"/>
                  </a:lnTo>
                  <a:lnTo>
                    <a:pt x="456" y="1188"/>
                  </a:lnTo>
                  <a:lnTo>
                    <a:pt x="428" y="1196"/>
                  </a:lnTo>
                  <a:lnTo>
                    <a:pt x="399" y="1203"/>
                  </a:lnTo>
                  <a:lnTo>
                    <a:pt x="370" y="1209"/>
                  </a:lnTo>
                  <a:lnTo>
                    <a:pt x="340" y="1215"/>
                  </a:lnTo>
                  <a:lnTo>
                    <a:pt x="311" y="1220"/>
                  </a:lnTo>
                  <a:lnTo>
                    <a:pt x="281" y="1224"/>
                  </a:lnTo>
                  <a:lnTo>
                    <a:pt x="251" y="1228"/>
                  </a:lnTo>
                  <a:lnTo>
                    <a:pt x="221" y="1231"/>
                  </a:lnTo>
                  <a:lnTo>
                    <a:pt x="191" y="1233"/>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grpSp>
      <p:sp>
        <p:nvSpPr>
          <p:cNvPr id="28"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3138709">
            <a:off x="5228158" y="2494328"/>
            <a:ext cx="2016224" cy="1814248"/>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00034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dirty="0" smtClean="0">
                <a:solidFill>
                  <a:schemeClr val="bg1"/>
                </a:solidFill>
                <a:latin typeface="微软雅黑" panose="020B0503020204020204" pitchFamily="34" charset="-122"/>
                <a:ea typeface="微软雅黑" panose="020B0503020204020204" pitchFamily="34" charset="-122"/>
              </a:rPr>
              <a:t>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9"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19121756">
            <a:off x="5096155" y="2499823"/>
            <a:ext cx="2016224" cy="1814248"/>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19210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smtClean="0">
                <a:solidFill>
                  <a:schemeClr val="bg1"/>
                </a:solidFill>
                <a:latin typeface="微软雅黑" panose="020B0503020204020204" pitchFamily="34" charset="-122"/>
                <a:ea typeface="微软雅黑" panose="020B0503020204020204" pitchFamily="34" charset="-122"/>
              </a:rPr>
              <a:t>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0"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8374858">
            <a:off x="5229036" y="2697203"/>
            <a:ext cx="2016224" cy="1814248"/>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19210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smtClean="0">
                <a:solidFill>
                  <a:schemeClr val="bg1"/>
                </a:solidFill>
                <a:latin typeface="微软雅黑" panose="020B0503020204020204" pitchFamily="34" charset="-122"/>
                <a:ea typeface="微软雅黑" panose="020B0503020204020204" pitchFamily="34" charset="-122"/>
              </a:rPr>
              <a:t>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grpSp>
        <p:nvGrpSpPr>
          <p:cNvPr id="7" name="组 6"/>
          <p:cNvGrpSpPr/>
          <p:nvPr/>
        </p:nvGrpSpPr>
        <p:grpSpPr>
          <a:xfrm>
            <a:off x="1024961" y="1854454"/>
            <a:ext cx="3240000" cy="1397890"/>
            <a:chOff x="7573558" y="1789204"/>
            <a:chExt cx="3240000" cy="1397890"/>
          </a:xfrm>
        </p:grpSpPr>
        <p:grpSp>
          <p:nvGrpSpPr>
            <p:cNvPr id="8"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0" name="矩形 9">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1" name="矩形 10">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9"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12" name="组 11"/>
          <p:cNvGrpSpPr/>
          <p:nvPr/>
        </p:nvGrpSpPr>
        <p:grpSpPr>
          <a:xfrm>
            <a:off x="7968208" y="1988840"/>
            <a:ext cx="3240000" cy="1397890"/>
            <a:chOff x="7573558" y="1789204"/>
            <a:chExt cx="3240000" cy="1397890"/>
          </a:xfrm>
        </p:grpSpPr>
        <p:grpSp>
          <p:nvGrpSpPr>
            <p:cNvPr id="13"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5" name="矩形 14">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6" name="矩形 15">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14"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
        <p:nvSpPr>
          <p:cNvPr id="36"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13637347">
            <a:off x="5032338" y="2634916"/>
            <a:ext cx="2016224" cy="1814248"/>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00034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smtClean="0">
                <a:solidFill>
                  <a:schemeClr val="bg1"/>
                </a:solidFill>
                <a:latin typeface="微软雅黑" panose="020B0503020204020204" pitchFamily="34" charset="-122"/>
                <a:ea typeface="微软雅黑" panose="020B0503020204020204" pitchFamily="34" charset="-122"/>
              </a:rPr>
              <a:t>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37"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a:off x="5518354" y="3319772"/>
            <a:ext cx="1295400"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smtClean="0">
                <a:solidFill>
                  <a:srgbClr val="3F3F3F"/>
                </a:solidFill>
                <a:latin typeface="微软雅黑" panose="020B0503020204020204" pitchFamily="34" charset="-122"/>
                <a:ea typeface="微软雅黑" panose="020B0503020204020204" pitchFamily="34" charset="-122"/>
              </a:rPr>
              <a:t>关键字</a:t>
            </a:r>
            <a:endParaRPr lang="zh-CN" altLang="en-US" sz="2400" b="1" dirty="0">
              <a:solidFill>
                <a:srgbClr val="3F3F3F"/>
              </a:solidFill>
              <a:latin typeface="微软雅黑" panose="020B0503020204020204" pitchFamily="34" charset="-122"/>
              <a:ea typeface="微软雅黑" panose="020B0503020204020204" pitchFamily="34" charset="-122"/>
            </a:endParaRPr>
          </a:p>
        </p:txBody>
      </p:sp>
      <p:grpSp>
        <p:nvGrpSpPr>
          <p:cNvPr id="38" name="组 37"/>
          <p:cNvGrpSpPr/>
          <p:nvPr/>
        </p:nvGrpSpPr>
        <p:grpSpPr>
          <a:xfrm>
            <a:off x="1024961" y="4117323"/>
            <a:ext cx="3240000" cy="1397890"/>
            <a:chOff x="7573558" y="1789204"/>
            <a:chExt cx="3240000" cy="1397890"/>
          </a:xfrm>
        </p:grpSpPr>
        <p:grpSp>
          <p:nvGrpSpPr>
            <p:cNvPr id="39"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41" name="矩形 4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2" name="矩形 4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4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43" name="组 42"/>
          <p:cNvGrpSpPr/>
          <p:nvPr/>
        </p:nvGrpSpPr>
        <p:grpSpPr>
          <a:xfrm>
            <a:off x="7968208" y="4117323"/>
            <a:ext cx="3240000" cy="1397890"/>
            <a:chOff x="7573558" y="1789204"/>
            <a:chExt cx="3240000" cy="1397890"/>
          </a:xfrm>
        </p:grpSpPr>
        <p:grpSp>
          <p:nvGrpSpPr>
            <p:cNvPr id="44"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46" name="矩形 45">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7" name="矩形 4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4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042166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68" name="Rectangle 20"/>
          <p:cNvSpPr>
            <a:spLocks noGrp="1" noChangeArrowheads="1"/>
          </p:cNvSpPr>
          <p:nvPr>
            <p:ph type="title"/>
          </p:nvPr>
        </p:nvSpPr>
        <p:spPr/>
        <p:txBody>
          <a:bodyPr/>
          <a:lstStyle/>
          <a:p>
            <a:r>
              <a:rPr lang="zh-CN" altLang="en-US" dirty="0"/>
              <a:t>让金融更简单 让金融更美好</a:t>
            </a:r>
            <a:endParaRPr lang="en-US" altLang="zh-CN" dirty="0"/>
          </a:p>
        </p:txBody>
      </p:sp>
      <p:grpSp>
        <p:nvGrpSpPr>
          <p:cNvPr id="15" name="组 14"/>
          <p:cNvGrpSpPr/>
          <p:nvPr/>
        </p:nvGrpSpPr>
        <p:grpSpPr>
          <a:xfrm>
            <a:off x="8114069" y="1913136"/>
            <a:ext cx="3202962" cy="1441390"/>
            <a:chOff x="7573558" y="1789204"/>
            <a:chExt cx="3202962" cy="1441390"/>
          </a:xfrm>
        </p:grpSpPr>
        <p:grpSp>
          <p:nvGrpSpPr>
            <p:cNvPr id="16" name="组合 31">
              <a:extLst>
                <a:ext uri="{FF2B5EF4-FFF2-40B4-BE49-F238E27FC236}">
                  <a16:creationId xmlns="" xmlns:a16="http://schemas.microsoft.com/office/drawing/2014/main" id="{CDC40244-A310-4C3D-9986-CA192517ACF7}"/>
                </a:ext>
              </a:extLst>
            </p:cNvPr>
            <p:cNvGrpSpPr/>
            <p:nvPr/>
          </p:nvGrpSpPr>
          <p:grpSpPr>
            <a:xfrm>
              <a:off x="7573558" y="1789204"/>
              <a:ext cx="3202962" cy="1441390"/>
              <a:chOff x="874713" y="3137001"/>
              <a:chExt cx="3202962" cy="1441390"/>
            </a:xfrm>
          </p:grpSpPr>
          <p:sp>
            <p:nvSpPr>
              <p:cNvPr id="18" name="矩形 17">
                <a:extLst>
                  <a:ext uri="{FF2B5EF4-FFF2-40B4-BE49-F238E27FC236}">
                    <a16:creationId xmlns="" xmlns:a16="http://schemas.microsoft.com/office/drawing/2014/main" id="{B1602A64-58A0-4E75-B4E1-54317C0C2470}"/>
                  </a:ext>
                </a:extLst>
              </p:cNvPr>
              <p:cNvSpPr/>
              <p:nvPr/>
            </p:nvSpPr>
            <p:spPr>
              <a:xfrm>
                <a:off x="874713" y="3821261"/>
                <a:ext cx="3202962" cy="757130"/>
              </a:xfrm>
              <a:prstGeom prst="rect">
                <a:avLst/>
              </a:prstGeom>
            </p:spPr>
            <p:txBody>
              <a:bodyPr wrap="square">
                <a:spAutoFit/>
                <a:scene3d>
                  <a:camera prst="orthographicFront"/>
                  <a:lightRig rig="threePt" dir="t"/>
                </a:scene3d>
                <a:sp3d contourW="12700"/>
              </a:bodyPr>
              <a:lstStyle/>
              <a:p>
                <a:pPr defTabSz="914400">
                  <a:lnSpc>
                    <a:spcPct val="120000"/>
                  </a:lnSpc>
                </a:pPr>
                <a:r>
                  <a:rPr lang="zh-CN" altLang="en-US" sz="1200" dirty="0">
                    <a:solidFill>
                      <a:srgbClr val="141735"/>
                    </a:solidFill>
                    <a:latin typeface="Calibri"/>
                    <a:ea typeface="微软雅黑"/>
                  </a:rPr>
                  <a:t>用户可以在投影仪或者计算机上进行演示也可以示文稿打印出来制作成胶片以便应用到更广泛的领域中</a:t>
                </a:r>
              </a:p>
            </p:txBody>
          </p:sp>
          <p:sp>
            <p:nvSpPr>
              <p:cNvPr id="19" name="矩形 18">
                <a:extLst>
                  <a:ext uri="{FF2B5EF4-FFF2-40B4-BE49-F238E27FC236}">
                    <a16:creationId xmlns="" xmlns:a16="http://schemas.microsoft.com/office/drawing/2014/main" id="{C8C36275-6870-414C-A750-2AE2D13A8ADB}"/>
                  </a:ext>
                </a:extLst>
              </p:cNvPr>
              <p:cNvSpPr/>
              <p:nvPr/>
            </p:nvSpPr>
            <p:spPr>
              <a:xfrm>
                <a:off x="874713" y="3137001"/>
                <a:ext cx="2241974" cy="401264"/>
              </a:xfrm>
              <a:prstGeom prst="rect">
                <a:avLst/>
              </a:prstGeom>
            </p:spPr>
            <p:txBody>
              <a:bodyPr wrap="square">
                <a:spAutoFit/>
                <a:scene3d>
                  <a:camera prst="orthographicFront"/>
                  <a:lightRig rig="threePt" dir="t"/>
                </a:scene3d>
                <a:sp3d contourW="12700"/>
              </a:bodyPr>
              <a:lstStyle/>
              <a:p>
                <a:pPr algn="just" defTabSz="914400">
                  <a:lnSpc>
                    <a:spcPct val="120000"/>
                  </a:lnSpc>
                </a:pPr>
                <a:r>
                  <a:rPr lang="zh-CN" altLang="en-US" sz="1800" b="1" dirty="0">
                    <a:solidFill>
                      <a:srgbClr val="141735"/>
                    </a:solidFill>
                    <a:latin typeface="Calibri"/>
                    <a:ea typeface="微软雅黑"/>
                  </a:rPr>
                  <a:t>标题文字添加</a:t>
                </a:r>
              </a:p>
            </p:txBody>
          </p:sp>
        </p:grpSp>
        <p:cxnSp>
          <p:nvCxnSpPr>
            <p:cNvPr id="17"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317899"/>
              <a:ext cx="623210" cy="0"/>
            </a:xfrm>
            <a:prstGeom prst="line">
              <a:avLst/>
            </a:prstGeom>
            <a:noFill/>
            <a:ln w="9525" algn="ctr">
              <a:solidFill>
                <a:srgbClr val="5059AC"/>
              </a:solidFill>
              <a:round/>
              <a:headEnd/>
              <a:tailEnd/>
            </a:ln>
            <a:extLst>
              <a:ext uri="{909E8E84-426E-40DD-AFC4-6F175D3DCCD1}">
                <a14:hiddenFill xmlns:a14="http://schemas.microsoft.com/office/drawing/2010/main">
                  <a:noFill/>
                </a14:hiddenFill>
              </a:ext>
            </a:extLst>
          </p:spPr>
        </p:cxnSp>
      </p:grpSp>
      <p:grpSp>
        <p:nvGrpSpPr>
          <p:cNvPr id="20" name="组 19"/>
          <p:cNvGrpSpPr/>
          <p:nvPr/>
        </p:nvGrpSpPr>
        <p:grpSpPr>
          <a:xfrm>
            <a:off x="8114069" y="4077072"/>
            <a:ext cx="3202962" cy="1441390"/>
            <a:chOff x="7573558" y="1789204"/>
            <a:chExt cx="3202962" cy="1441390"/>
          </a:xfrm>
        </p:grpSpPr>
        <p:grpSp>
          <p:nvGrpSpPr>
            <p:cNvPr id="32" name="组合 31">
              <a:extLst>
                <a:ext uri="{FF2B5EF4-FFF2-40B4-BE49-F238E27FC236}">
                  <a16:creationId xmlns="" xmlns:a16="http://schemas.microsoft.com/office/drawing/2014/main" id="{CDC40244-A310-4C3D-9986-CA192517ACF7}"/>
                </a:ext>
              </a:extLst>
            </p:cNvPr>
            <p:cNvGrpSpPr/>
            <p:nvPr/>
          </p:nvGrpSpPr>
          <p:grpSpPr>
            <a:xfrm>
              <a:off x="7573558" y="1789204"/>
              <a:ext cx="3202962" cy="1441390"/>
              <a:chOff x="874713" y="3137001"/>
              <a:chExt cx="3202962" cy="1441390"/>
            </a:xfrm>
          </p:grpSpPr>
          <p:sp>
            <p:nvSpPr>
              <p:cNvPr id="34" name="矩形 33">
                <a:extLst>
                  <a:ext uri="{FF2B5EF4-FFF2-40B4-BE49-F238E27FC236}">
                    <a16:creationId xmlns="" xmlns:a16="http://schemas.microsoft.com/office/drawing/2014/main" id="{B1602A64-58A0-4E75-B4E1-54317C0C2470}"/>
                  </a:ext>
                </a:extLst>
              </p:cNvPr>
              <p:cNvSpPr/>
              <p:nvPr/>
            </p:nvSpPr>
            <p:spPr>
              <a:xfrm>
                <a:off x="874713" y="3821261"/>
                <a:ext cx="3202962" cy="757130"/>
              </a:xfrm>
              <a:prstGeom prst="rect">
                <a:avLst/>
              </a:prstGeom>
            </p:spPr>
            <p:txBody>
              <a:bodyPr wrap="square">
                <a:spAutoFit/>
                <a:scene3d>
                  <a:camera prst="orthographicFront"/>
                  <a:lightRig rig="threePt" dir="t"/>
                </a:scene3d>
                <a:sp3d contourW="12700"/>
              </a:bodyPr>
              <a:lstStyle/>
              <a:p>
                <a:pPr defTabSz="914400">
                  <a:lnSpc>
                    <a:spcPct val="120000"/>
                  </a:lnSpc>
                </a:pPr>
                <a:r>
                  <a:rPr lang="zh-CN" altLang="en-US" sz="1200" dirty="0">
                    <a:solidFill>
                      <a:srgbClr val="141735"/>
                    </a:solidFill>
                    <a:latin typeface="Calibri"/>
                    <a:ea typeface="微软雅黑"/>
                  </a:rPr>
                  <a:t>用户可以在投影仪或者计算机上进行演示也可以示文稿打印出来制作成胶片以便应用到更广泛的领域中</a:t>
                </a:r>
              </a:p>
            </p:txBody>
          </p:sp>
          <p:sp>
            <p:nvSpPr>
              <p:cNvPr id="35" name="矩形 34">
                <a:extLst>
                  <a:ext uri="{FF2B5EF4-FFF2-40B4-BE49-F238E27FC236}">
                    <a16:creationId xmlns="" xmlns:a16="http://schemas.microsoft.com/office/drawing/2014/main" id="{C8C36275-6870-414C-A750-2AE2D13A8ADB}"/>
                  </a:ext>
                </a:extLst>
              </p:cNvPr>
              <p:cNvSpPr/>
              <p:nvPr/>
            </p:nvSpPr>
            <p:spPr>
              <a:xfrm>
                <a:off x="874713" y="3137001"/>
                <a:ext cx="2241974" cy="401264"/>
              </a:xfrm>
              <a:prstGeom prst="rect">
                <a:avLst/>
              </a:prstGeom>
            </p:spPr>
            <p:txBody>
              <a:bodyPr wrap="square">
                <a:spAutoFit/>
                <a:scene3d>
                  <a:camera prst="orthographicFront"/>
                  <a:lightRig rig="threePt" dir="t"/>
                </a:scene3d>
                <a:sp3d contourW="12700"/>
              </a:bodyPr>
              <a:lstStyle/>
              <a:p>
                <a:pPr algn="just" defTabSz="914400">
                  <a:lnSpc>
                    <a:spcPct val="120000"/>
                  </a:lnSpc>
                </a:pPr>
                <a:r>
                  <a:rPr lang="zh-CN" altLang="en-US" sz="1800" b="1" dirty="0">
                    <a:solidFill>
                      <a:srgbClr val="141735"/>
                    </a:solidFill>
                    <a:latin typeface="Calibri"/>
                    <a:ea typeface="微软雅黑"/>
                  </a:rPr>
                  <a:t>标题文字添加</a:t>
                </a:r>
              </a:p>
            </p:txBody>
          </p:sp>
        </p:grpSp>
        <p:cxnSp>
          <p:nvCxnSpPr>
            <p:cNvPr id="3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317899"/>
              <a:ext cx="623210" cy="0"/>
            </a:xfrm>
            <a:prstGeom prst="line">
              <a:avLst/>
            </a:prstGeom>
            <a:noFill/>
            <a:ln w="9525" algn="ctr">
              <a:solidFill>
                <a:srgbClr val="5059AC"/>
              </a:solidFill>
              <a:round/>
              <a:headEnd/>
              <a:tailEnd/>
            </a:ln>
            <a:extLst>
              <a:ext uri="{909E8E84-426E-40DD-AFC4-6F175D3DCCD1}">
                <a14:hiddenFill xmlns:a14="http://schemas.microsoft.com/office/drawing/2010/main">
                  <a:noFill/>
                </a14:hiddenFill>
              </a:ext>
            </a:extLst>
          </p:spPr>
        </p:cxnSp>
      </p:grpSp>
      <p:grpSp>
        <p:nvGrpSpPr>
          <p:cNvPr id="36" name="组 35"/>
          <p:cNvGrpSpPr/>
          <p:nvPr/>
        </p:nvGrpSpPr>
        <p:grpSpPr>
          <a:xfrm>
            <a:off x="718219" y="1913136"/>
            <a:ext cx="3202962" cy="1441390"/>
            <a:chOff x="7573558" y="1789204"/>
            <a:chExt cx="3202962" cy="1441390"/>
          </a:xfrm>
        </p:grpSpPr>
        <p:grpSp>
          <p:nvGrpSpPr>
            <p:cNvPr id="37" name="组合 31">
              <a:extLst>
                <a:ext uri="{FF2B5EF4-FFF2-40B4-BE49-F238E27FC236}">
                  <a16:creationId xmlns="" xmlns:a16="http://schemas.microsoft.com/office/drawing/2014/main" id="{CDC40244-A310-4C3D-9986-CA192517ACF7}"/>
                </a:ext>
              </a:extLst>
            </p:cNvPr>
            <p:cNvGrpSpPr/>
            <p:nvPr/>
          </p:nvGrpSpPr>
          <p:grpSpPr>
            <a:xfrm>
              <a:off x="7573558" y="1789204"/>
              <a:ext cx="3202962" cy="1441390"/>
              <a:chOff x="874713" y="3137001"/>
              <a:chExt cx="3202962" cy="1441390"/>
            </a:xfrm>
          </p:grpSpPr>
          <p:sp>
            <p:nvSpPr>
              <p:cNvPr id="39" name="矩形 38">
                <a:extLst>
                  <a:ext uri="{FF2B5EF4-FFF2-40B4-BE49-F238E27FC236}">
                    <a16:creationId xmlns="" xmlns:a16="http://schemas.microsoft.com/office/drawing/2014/main" id="{B1602A64-58A0-4E75-B4E1-54317C0C2470}"/>
                  </a:ext>
                </a:extLst>
              </p:cNvPr>
              <p:cNvSpPr/>
              <p:nvPr/>
            </p:nvSpPr>
            <p:spPr>
              <a:xfrm>
                <a:off x="874713" y="3821261"/>
                <a:ext cx="3202962" cy="757130"/>
              </a:xfrm>
              <a:prstGeom prst="rect">
                <a:avLst/>
              </a:prstGeom>
            </p:spPr>
            <p:txBody>
              <a:bodyPr wrap="square">
                <a:spAutoFit/>
                <a:scene3d>
                  <a:camera prst="orthographicFront"/>
                  <a:lightRig rig="threePt" dir="t"/>
                </a:scene3d>
                <a:sp3d contourW="12700"/>
              </a:bodyPr>
              <a:lstStyle/>
              <a:p>
                <a:pPr algn="r" defTabSz="914400">
                  <a:lnSpc>
                    <a:spcPct val="120000"/>
                  </a:lnSpc>
                </a:pPr>
                <a:r>
                  <a:rPr lang="zh-CN" altLang="en-US" sz="1200" dirty="0">
                    <a:solidFill>
                      <a:srgbClr val="141735"/>
                    </a:solidFill>
                    <a:latin typeface="Calibri"/>
                    <a:ea typeface="微软雅黑"/>
                  </a:rPr>
                  <a:t>用户可以在投影仪或者计算机上进行演示也可以示文稿打印出来制作成胶片以便应用到更广泛的领域中</a:t>
                </a:r>
              </a:p>
            </p:txBody>
          </p:sp>
          <p:sp>
            <p:nvSpPr>
              <p:cNvPr id="40" name="矩形 39">
                <a:extLst>
                  <a:ext uri="{FF2B5EF4-FFF2-40B4-BE49-F238E27FC236}">
                    <a16:creationId xmlns="" xmlns:a16="http://schemas.microsoft.com/office/drawing/2014/main" id="{C8C36275-6870-414C-A750-2AE2D13A8ADB}"/>
                  </a:ext>
                </a:extLst>
              </p:cNvPr>
              <p:cNvSpPr/>
              <p:nvPr/>
            </p:nvSpPr>
            <p:spPr>
              <a:xfrm>
                <a:off x="1835701" y="3137001"/>
                <a:ext cx="2241974" cy="401264"/>
              </a:xfrm>
              <a:prstGeom prst="rect">
                <a:avLst/>
              </a:prstGeom>
            </p:spPr>
            <p:txBody>
              <a:bodyPr wrap="square">
                <a:spAutoFit/>
                <a:scene3d>
                  <a:camera prst="orthographicFront"/>
                  <a:lightRig rig="threePt" dir="t"/>
                </a:scene3d>
                <a:sp3d contourW="12700"/>
              </a:bodyPr>
              <a:lstStyle/>
              <a:p>
                <a:pPr algn="r" defTabSz="914400">
                  <a:lnSpc>
                    <a:spcPct val="120000"/>
                  </a:lnSpc>
                </a:pPr>
                <a:r>
                  <a:rPr lang="zh-CN" altLang="en-US" sz="1800" b="1" dirty="0">
                    <a:solidFill>
                      <a:srgbClr val="141735"/>
                    </a:solidFill>
                    <a:latin typeface="Calibri"/>
                    <a:ea typeface="微软雅黑"/>
                  </a:rPr>
                  <a:t>标题文字添加</a:t>
                </a:r>
              </a:p>
            </p:txBody>
          </p:sp>
        </p:grpSp>
        <p:cxnSp>
          <p:nvCxnSpPr>
            <p:cNvPr id="3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13098" y="2317899"/>
              <a:ext cx="623210" cy="0"/>
            </a:xfrm>
            <a:prstGeom prst="line">
              <a:avLst/>
            </a:prstGeom>
            <a:noFill/>
            <a:ln w="9525" algn="ctr">
              <a:solidFill>
                <a:srgbClr val="5059AC"/>
              </a:solidFill>
              <a:round/>
              <a:headEnd/>
              <a:tailEnd/>
            </a:ln>
            <a:extLst>
              <a:ext uri="{909E8E84-426E-40DD-AFC4-6F175D3DCCD1}">
                <a14:hiddenFill xmlns:a14="http://schemas.microsoft.com/office/drawing/2010/main">
                  <a:noFill/>
                </a14:hiddenFill>
              </a:ext>
            </a:extLst>
          </p:spPr>
        </p:cxnSp>
      </p:grpSp>
      <p:grpSp>
        <p:nvGrpSpPr>
          <p:cNvPr id="49" name="组 48"/>
          <p:cNvGrpSpPr/>
          <p:nvPr/>
        </p:nvGrpSpPr>
        <p:grpSpPr>
          <a:xfrm>
            <a:off x="718219" y="4077072"/>
            <a:ext cx="3202962" cy="1441390"/>
            <a:chOff x="7573558" y="1789204"/>
            <a:chExt cx="3202962" cy="1441390"/>
          </a:xfrm>
        </p:grpSpPr>
        <p:grpSp>
          <p:nvGrpSpPr>
            <p:cNvPr id="50" name="组合 31">
              <a:extLst>
                <a:ext uri="{FF2B5EF4-FFF2-40B4-BE49-F238E27FC236}">
                  <a16:creationId xmlns="" xmlns:a16="http://schemas.microsoft.com/office/drawing/2014/main" id="{CDC40244-A310-4C3D-9986-CA192517ACF7}"/>
                </a:ext>
              </a:extLst>
            </p:cNvPr>
            <p:cNvGrpSpPr/>
            <p:nvPr/>
          </p:nvGrpSpPr>
          <p:grpSpPr>
            <a:xfrm>
              <a:off x="7573558" y="1789204"/>
              <a:ext cx="3202962" cy="1441390"/>
              <a:chOff x="874713" y="3137001"/>
              <a:chExt cx="3202962" cy="1441390"/>
            </a:xfrm>
          </p:grpSpPr>
          <p:sp>
            <p:nvSpPr>
              <p:cNvPr id="52" name="矩形 51">
                <a:extLst>
                  <a:ext uri="{FF2B5EF4-FFF2-40B4-BE49-F238E27FC236}">
                    <a16:creationId xmlns="" xmlns:a16="http://schemas.microsoft.com/office/drawing/2014/main" id="{B1602A64-58A0-4E75-B4E1-54317C0C2470}"/>
                  </a:ext>
                </a:extLst>
              </p:cNvPr>
              <p:cNvSpPr/>
              <p:nvPr/>
            </p:nvSpPr>
            <p:spPr>
              <a:xfrm>
                <a:off x="874713" y="3821261"/>
                <a:ext cx="3202962" cy="757130"/>
              </a:xfrm>
              <a:prstGeom prst="rect">
                <a:avLst/>
              </a:prstGeom>
            </p:spPr>
            <p:txBody>
              <a:bodyPr wrap="square">
                <a:spAutoFit/>
                <a:scene3d>
                  <a:camera prst="orthographicFront"/>
                  <a:lightRig rig="threePt" dir="t"/>
                </a:scene3d>
                <a:sp3d contourW="12700"/>
              </a:bodyPr>
              <a:lstStyle/>
              <a:p>
                <a:pPr algn="r" defTabSz="914400">
                  <a:lnSpc>
                    <a:spcPct val="120000"/>
                  </a:lnSpc>
                </a:pPr>
                <a:r>
                  <a:rPr lang="zh-CN" altLang="en-US" sz="1200" dirty="0">
                    <a:solidFill>
                      <a:srgbClr val="141735"/>
                    </a:solidFill>
                    <a:latin typeface="Calibri"/>
                    <a:ea typeface="微软雅黑"/>
                  </a:rPr>
                  <a:t>用户可以在投影仪或者计算机上进行演示也可以示文稿打印出来制作成胶片以便应用到更广泛的领域中</a:t>
                </a:r>
              </a:p>
            </p:txBody>
          </p:sp>
          <p:sp>
            <p:nvSpPr>
              <p:cNvPr id="53" name="矩形 52">
                <a:extLst>
                  <a:ext uri="{FF2B5EF4-FFF2-40B4-BE49-F238E27FC236}">
                    <a16:creationId xmlns="" xmlns:a16="http://schemas.microsoft.com/office/drawing/2014/main" id="{C8C36275-6870-414C-A750-2AE2D13A8ADB}"/>
                  </a:ext>
                </a:extLst>
              </p:cNvPr>
              <p:cNvSpPr/>
              <p:nvPr/>
            </p:nvSpPr>
            <p:spPr>
              <a:xfrm>
                <a:off x="1835701" y="3137001"/>
                <a:ext cx="2241974" cy="401264"/>
              </a:xfrm>
              <a:prstGeom prst="rect">
                <a:avLst/>
              </a:prstGeom>
            </p:spPr>
            <p:txBody>
              <a:bodyPr wrap="square">
                <a:spAutoFit/>
                <a:scene3d>
                  <a:camera prst="orthographicFront"/>
                  <a:lightRig rig="threePt" dir="t"/>
                </a:scene3d>
                <a:sp3d contourW="12700"/>
              </a:bodyPr>
              <a:lstStyle/>
              <a:p>
                <a:pPr algn="r" defTabSz="914400">
                  <a:lnSpc>
                    <a:spcPct val="120000"/>
                  </a:lnSpc>
                </a:pPr>
                <a:r>
                  <a:rPr lang="zh-CN" altLang="en-US" sz="1800" b="1" dirty="0">
                    <a:solidFill>
                      <a:srgbClr val="141735"/>
                    </a:solidFill>
                    <a:latin typeface="Calibri"/>
                    <a:ea typeface="微软雅黑"/>
                  </a:rPr>
                  <a:t>标题文字添加</a:t>
                </a:r>
              </a:p>
            </p:txBody>
          </p:sp>
        </p:grpSp>
        <p:cxnSp>
          <p:nvCxnSpPr>
            <p:cNvPr id="51"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13098" y="2317899"/>
              <a:ext cx="623210" cy="0"/>
            </a:xfrm>
            <a:prstGeom prst="line">
              <a:avLst/>
            </a:prstGeom>
            <a:noFill/>
            <a:ln w="9525" algn="ctr">
              <a:solidFill>
                <a:srgbClr val="5059AC"/>
              </a:solidFill>
              <a:round/>
              <a:headEnd/>
              <a:tailEnd/>
            </a:ln>
            <a:extLst>
              <a:ext uri="{909E8E84-426E-40DD-AFC4-6F175D3DCCD1}">
                <a14:hiddenFill xmlns:a14="http://schemas.microsoft.com/office/drawing/2010/main">
                  <a:noFill/>
                </a14:hiddenFill>
              </a:ext>
            </a:extLst>
          </p:spPr>
        </p:cxnSp>
      </p:grpSp>
      <p:grpSp>
        <p:nvGrpSpPr>
          <p:cNvPr id="41" name="Group 8">
            <a:extLst>
              <a:ext uri="{FF2B5EF4-FFF2-40B4-BE49-F238E27FC236}">
                <a16:creationId xmlns:a16="http://schemas.microsoft.com/office/drawing/2014/main" xmlns="" id="{31904FCD-D501-4F4B-A12C-35AEA140B460}"/>
              </a:ext>
            </a:extLst>
          </p:cNvPr>
          <p:cNvGrpSpPr>
            <a:grpSpLocks noChangeAspect="1"/>
          </p:cNvGrpSpPr>
          <p:nvPr/>
        </p:nvGrpSpPr>
        <p:grpSpPr bwMode="auto">
          <a:xfrm>
            <a:off x="4720731" y="2060848"/>
            <a:ext cx="2880000" cy="2880000"/>
            <a:chOff x="1840" y="1448"/>
            <a:chExt cx="2562" cy="2561"/>
          </a:xfrm>
          <a:solidFill>
            <a:srgbClr val="4372C4"/>
          </a:solidFill>
        </p:grpSpPr>
        <p:sp>
          <p:nvSpPr>
            <p:cNvPr id="42" name="Freeform 9">
              <a:extLst>
                <a:ext uri="{FF2B5EF4-FFF2-40B4-BE49-F238E27FC236}">
                  <a16:creationId xmlns:a16="http://schemas.microsoft.com/office/drawing/2014/main" xmlns="" id="{8B194F20-228E-468D-868C-C033619538F9}"/>
                </a:ext>
              </a:extLst>
            </p:cNvPr>
            <p:cNvSpPr>
              <a:spLocks noChangeAspect="1"/>
            </p:cNvSpPr>
            <p:nvPr/>
          </p:nvSpPr>
          <p:spPr bwMode="auto">
            <a:xfrm>
              <a:off x="3142" y="1448"/>
              <a:ext cx="1260" cy="1451"/>
            </a:xfrm>
            <a:custGeom>
              <a:avLst/>
              <a:gdLst>
                <a:gd name="T0" fmla="*/ 35 w 1260"/>
                <a:gd name="T1" fmla="*/ 1 h 1451"/>
                <a:gd name="T2" fmla="*/ 100 w 1260"/>
                <a:gd name="T3" fmla="*/ 6 h 1451"/>
                <a:gd name="T4" fmla="*/ 162 w 1260"/>
                <a:gd name="T5" fmla="*/ 13 h 1451"/>
                <a:gd name="T6" fmla="*/ 225 w 1260"/>
                <a:gd name="T7" fmla="*/ 23 h 1451"/>
                <a:gd name="T8" fmla="*/ 285 w 1260"/>
                <a:gd name="T9" fmla="*/ 37 h 1451"/>
                <a:gd name="T10" fmla="*/ 345 w 1260"/>
                <a:gd name="T11" fmla="*/ 53 h 1451"/>
                <a:gd name="T12" fmla="*/ 404 w 1260"/>
                <a:gd name="T13" fmla="*/ 72 h 1451"/>
                <a:gd name="T14" fmla="*/ 461 w 1260"/>
                <a:gd name="T15" fmla="*/ 94 h 1451"/>
                <a:gd name="T16" fmla="*/ 517 w 1260"/>
                <a:gd name="T17" fmla="*/ 119 h 1451"/>
                <a:gd name="T18" fmla="*/ 572 w 1260"/>
                <a:gd name="T19" fmla="*/ 145 h 1451"/>
                <a:gd name="T20" fmla="*/ 625 w 1260"/>
                <a:gd name="T21" fmla="*/ 175 h 1451"/>
                <a:gd name="T22" fmla="*/ 676 w 1260"/>
                <a:gd name="T23" fmla="*/ 206 h 1451"/>
                <a:gd name="T24" fmla="*/ 726 w 1260"/>
                <a:gd name="T25" fmla="*/ 240 h 1451"/>
                <a:gd name="T26" fmla="*/ 774 w 1260"/>
                <a:gd name="T27" fmla="*/ 277 h 1451"/>
                <a:gd name="T28" fmla="*/ 820 w 1260"/>
                <a:gd name="T29" fmla="*/ 316 h 1451"/>
                <a:gd name="T30" fmla="*/ 866 w 1260"/>
                <a:gd name="T31" fmla="*/ 356 h 1451"/>
                <a:gd name="T32" fmla="*/ 908 w 1260"/>
                <a:gd name="T33" fmla="*/ 398 h 1451"/>
                <a:gd name="T34" fmla="*/ 948 w 1260"/>
                <a:gd name="T35" fmla="*/ 444 h 1451"/>
                <a:gd name="T36" fmla="*/ 986 w 1260"/>
                <a:gd name="T37" fmla="*/ 490 h 1451"/>
                <a:gd name="T38" fmla="*/ 1023 w 1260"/>
                <a:gd name="T39" fmla="*/ 538 h 1451"/>
                <a:gd name="T40" fmla="*/ 1057 w 1260"/>
                <a:gd name="T41" fmla="*/ 589 h 1451"/>
                <a:gd name="T42" fmla="*/ 1088 w 1260"/>
                <a:gd name="T43" fmla="*/ 640 h 1451"/>
                <a:gd name="T44" fmla="*/ 1117 w 1260"/>
                <a:gd name="T45" fmla="*/ 693 h 1451"/>
                <a:gd name="T46" fmla="*/ 1144 w 1260"/>
                <a:gd name="T47" fmla="*/ 748 h 1451"/>
                <a:gd name="T48" fmla="*/ 1168 w 1260"/>
                <a:gd name="T49" fmla="*/ 804 h 1451"/>
                <a:gd name="T50" fmla="*/ 1190 w 1260"/>
                <a:gd name="T51" fmla="*/ 861 h 1451"/>
                <a:gd name="T52" fmla="*/ 1209 w 1260"/>
                <a:gd name="T53" fmla="*/ 921 h 1451"/>
                <a:gd name="T54" fmla="*/ 1224 w 1260"/>
                <a:gd name="T55" fmla="*/ 980 h 1451"/>
                <a:gd name="T56" fmla="*/ 1237 w 1260"/>
                <a:gd name="T57" fmla="*/ 1042 h 1451"/>
                <a:gd name="T58" fmla="*/ 1248 w 1260"/>
                <a:gd name="T59" fmla="*/ 1104 h 1451"/>
                <a:gd name="T60" fmla="*/ 1255 w 1260"/>
                <a:gd name="T61" fmla="*/ 1166 h 1451"/>
                <a:gd name="T62" fmla="*/ 1259 w 1260"/>
                <a:gd name="T63" fmla="*/ 1231 h 1451"/>
                <a:gd name="T64" fmla="*/ 921 w 1260"/>
                <a:gd name="T65" fmla="*/ 1451 h 1451"/>
                <a:gd name="T66" fmla="*/ 622 w 1260"/>
                <a:gd name="T67" fmla="*/ 1231 h 1451"/>
                <a:gd name="T68" fmla="*/ 616 w 1260"/>
                <a:gd name="T69" fmla="*/ 1184 h 1451"/>
                <a:gd name="T70" fmla="*/ 608 w 1260"/>
                <a:gd name="T71" fmla="*/ 1139 h 1451"/>
                <a:gd name="T72" fmla="*/ 597 w 1260"/>
                <a:gd name="T73" fmla="*/ 1096 h 1451"/>
                <a:gd name="T74" fmla="*/ 588 w 1260"/>
                <a:gd name="T75" fmla="*/ 1067 h 1451"/>
                <a:gd name="T76" fmla="*/ 572 w 1260"/>
                <a:gd name="T77" fmla="*/ 1025 h 1451"/>
                <a:gd name="T78" fmla="*/ 559 w 1260"/>
                <a:gd name="T79" fmla="*/ 998 h 1451"/>
                <a:gd name="T80" fmla="*/ 539 w 1260"/>
                <a:gd name="T81" fmla="*/ 959 h 1451"/>
                <a:gd name="T82" fmla="*/ 523 w 1260"/>
                <a:gd name="T83" fmla="*/ 934 h 1451"/>
                <a:gd name="T84" fmla="*/ 498 w 1260"/>
                <a:gd name="T85" fmla="*/ 898 h 1451"/>
                <a:gd name="T86" fmla="*/ 480 w 1260"/>
                <a:gd name="T87" fmla="*/ 874 h 1451"/>
                <a:gd name="T88" fmla="*/ 461 w 1260"/>
                <a:gd name="T89" fmla="*/ 852 h 1451"/>
                <a:gd name="T90" fmla="*/ 431 w 1260"/>
                <a:gd name="T91" fmla="*/ 821 h 1451"/>
                <a:gd name="T92" fmla="*/ 399 w 1260"/>
                <a:gd name="T93" fmla="*/ 791 h 1451"/>
                <a:gd name="T94" fmla="*/ 375 w 1260"/>
                <a:gd name="T95" fmla="*/ 773 h 1451"/>
                <a:gd name="T96" fmla="*/ 352 w 1260"/>
                <a:gd name="T97" fmla="*/ 755 h 1451"/>
                <a:gd name="T98" fmla="*/ 328 w 1260"/>
                <a:gd name="T99" fmla="*/ 739 h 1451"/>
                <a:gd name="T100" fmla="*/ 290 w 1260"/>
                <a:gd name="T101" fmla="*/ 716 h 1451"/>
                <a:gd name="T102" fmla="*/ 264 w 1260"/>
                <a:gd name="T103" fmla="*/ 702 h 1451"/>
                <a:gd name="T104" fmla="*/ 223 w 1260"/>
                <a:gd name="T105" fmla="*/ 684 h 1451"/>
                <a:gd name="T106" fmla="*/ 181 w 1260"/>
                <a:gd name="T107" fmla="*/ 669 h 1451"/>
                <a:gd name="T108" fmla="*/ 137 w 1260"/>
                <a:gd name="T109" fmla="*/ 656 h 1451"/>
                <a:gd name="T110" fmla="*/ 108 w 1260"/>
                <a:gd name="T111" fmla="*/ 649 h 1451"/>
                <a:gd name="T112" fmla="*/ 63 w 1260"/>
                <a:gd name="T113" fmla="*/ 642 h 1451"/>
                <a:gd name="T114" fmla="*/ 31 w 1260"/>
                <a:gd name="T115" fmla="*/ 639 h 1451"/>
                <a:gd name="T116" fmla="*/ 0 w 1260"/>
                <a:gd name="T117" fmla="*/ 637 h 1451"/>
                <a:gd name="T118" fmla="*/ 3 w 1260"/>
                <a:gd name="T119" fmla="*/ 0 h 14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260" h="1451">
                  <a:moveTo>
                    <a:pt x="3" y="0"/>
                  </a:moveTo>
                  <a:lnTo>
                    <a:pt x="35" y="1"/>
                  </a:lnTo>
                  <a:lnTo>
                    <a:pt x="68" y="3"/>
                  </a:lnTo>
                  <a:lnTo>
                    <a:pt x="100" y="6"/>
                  </a:lnTo>
                  <a:lnTo>
                    <a:pt x="131" y="9"/>
                  </a:lnTo>
                  <a:lnTo>
                    <a:pt x="162" y="13"/>
                  </a:lnTo>
                  <a:lnTo>
                    <a:pt x="193" y="18"/>
                  </a:lnTo>
                  <a:lnTo>
                    <a:pt x="225" y="23"/>
                  </a:lnTo>
                  <a:lnTo>
                    <a:pt x="255" y="30"/>
                  </a:lnTo>
                  <a:lnTo>
                    <a:pt x="285" y="37"/>
                  </a:lnTo>
                  <a:lnTo>
                    <a:pt x="315" y="44"/>
                  </a:lnTo>
                  <a:lnTo>
                    <a:pt x="345" y="53"/>
                  </a:lnTo>
                  <a:lnTo>
                    <a:pt x="374" y="62"/>
                  </a:lnTo>
                  <a:lnTo>
                    <a:pt x="404" y="72"/>
                  </a:lnTo>
                  <a:lnTo>
                    <a:pt x="433" y="83"/>
                  </a:lnTo>
                  <a:lnTo>
                    <a:pt x="461" y="94"/>
                  </a:lnTo>
                  <a:lnTo>
                    <a:pt x="489" y="106"/>
                  </a:lnTo>
                  <a:lnTo>
                    <a:pt x="517" y="119"/>
                  </a:lnTo>
                  <a:lnTo>
                    <a:pt x="545" y="132"/>
                  </a:lnTo>
                  <a:lnTo>
                    <a:pt x="572" y="145"/>
                  </a:lnTo>
                  <a:lnTo>
                    <a:pt x="599" y="160"/>
                  </a:lnTo>
                  <a:lnTo>
                    <a:pt x="625" y="175"/>
                  </a:lnTo>
                  <a:lnTo>
                    <a:pt x="651" y="190"/>
                  </a:lnTo>
                  <a:lnTo>
                    <a:pt x="676" y="206"/>
                  </a:lnTo>
                  <a:lnTo>
                    <a:pt x="702" y="223"/>
                  </a:lnTo>
                  <a:lnTo>
                    <a:pt x="726" y="240"/>
                  </a:lnTo>
                  <a:lnTo>
                    <a:pt x="751" y="259"/>
                  </a:lnTo>
                  <a:lnTo>
                    <a:pt x="774" y="277"/>
                  </a:lnTo>
                  <a:lnTo>
                    <a:pt x="798" y="296"/>
                  </a:lnTo>
                  <a:lnTo>
                    <a:pt x="820" y="316"/>
                  </a:lnTo>
                  <a:lnTo>
                    <a:pt x="843" y="336"/>
                  </a:lnTo>
                  <a:lnTo>
                    <a:pt x="866" y="356"/>
                  </a:lnTo>
                  <a:lnTo>
                    <a:pt x="887" y="377"/>
                  </a:lnTo>
                  <a:lnTo>
                    <a:pt x="908" y="398"/>
                  </a:lnTo>
                  <a:lnTo>
                    <a:pt x="928" y="421"/>
                  </a:lnTo>
                  <a:lnTo>
                    <a:pt x="948" y="444"/>
                  </a:lnTo>
                  <a:lnTo>
                    <a:pt x="967" y="467"/>
                  </a:lnTo>
                  <a:lnTo>
                    <a:pt x="986" y="490"/>
                  </a:lnTo>
                  <a:lnTo>
                    <a:pt x="1004" y="514"/>
                  </a:lnTo>
                  <a:lnTo>
                    <a:pt x="1023" y="538"/>
                  </a:lnTo>
                  <a:lnTo>
                    <a:pt x="1040" y="564"/>
                  </a:lnTo>
                  <a:lnTo>
                    <a:pt x="1057" y="589"/>
                  </a:lnTo>
                  <a:lnTo>
                    <a:pt x="1073" y="614"/>
                  </a:lnTo>
                  <a:lnTo>
                    <a:pt x="1088" y="640"/>
                  </a:lnTo>
                  <a:lnTo>
                    <a:pt x="1103" y="666"/>
                  </a:lnTo>
                  <a:lnTo>
                    <a:pt x="1117" y="693"/>
                  </a:lnTo>
                  <a:lnTo>
                    <a:pt x="1131" y="720"/>
                  </a:lnTo>
                  <a:lnTo>
                    <a:pt x="1144" y="748"/>
                  </a:lnTo>
                  <a:lnTo>
                    <a:pt x="1156" y="776"/>
                  </a:lnTo>
                  <a:lnTo>
                    <a:pt x="1168" y="804"/>
                  </a:lnTo>
                  <a:lnTo>
                    <a:pt x="1180" y="833"/>
                  </a:lnTo>
                  <a:lnTo>
                    <a:pt x="1190" y="861"/>
                  </a:lnTo>
                  <a:lnTo>
                    <a:pt x="1200" y="891"/>
                  </a:lnTo>
                  <a:lnTo>
                    <a:pt x="1209" y="921"/>
                  </a:lnTo>
                  <a:lnTo>
                    <a:pt x="1217" y="950"/>
                  </a:lnTo>
                  <a:lnTo>
                    <a:pt x="1224" y="980"/>
                  </a:lnTo>
                  <a:lnTo>
                    <a:pt x="1231" y="1010"/>
                  </a:lnTo>
                  <a:lnTo>
                    <a:pt x="1237" y="1042"/>
                  </a:lnTo>
                  <a:lnTo>
                    <a:pt x="1243" y="1073"/>
                  </a:lnTo>
                  <a:lnTo>
                    <a:pt x="1248" y="1104"/>
                  </a:lnTo>
                  <a:lnTo>
                    <a:pt x="1252" y="1135"/>
                  </a:lnTo>
                  <a:lnTo>
                    <a:pt x="1255" y="1166"/>
                  </a:lnTo>
                  <a:lnTo>
                    <a:pt x="1257" y="1198"/>
                  </a:lnTo>
                  <a:lnTo>
                    <a:pt x="1259" y="1231"/>
                  </a:lnTo>
                  <a:lnTo>
                    <a:pt x="1260" y="1263"/>
                  </a:lnTo>
                  <a:lnTo>
                    <a:pt x="921" y="1451"/>
                  </a:lnTo>
                  <a:lnTo>
                    <a:pt x="622" y="1246"/>
                  </a:lnTo>
                  <a:lnTo>
                    <a:pt x="622" y="1231"/>
                  </a:lnTo>
                  <a:lnTo>
                    <a:pt x="620" y="1215"/>
                  </a:lnTo>
                  <a:lnTo>
                    <a:pt x="616" y="1184"/>
                  </a:lnTo>
                  <a:lnTo>
                    <a:pt x="611" y="1154"/>
                  </a:lnTo>
                  <a:lnTo>
                    <a:pt x="608" y="1139"/>
                  </a:lnTo>
                  <a:lnTo>
                    <a:pt x="605" y="1125"/>
                  </a:lnTo>
                  <a:lnTo>
                    <a:pt x="597" y="1096"/>
                  </a:lnTo>
                  <a:lnTo>
                    <a:pt x="593" y="1082"/>
                  </a:lnTo>
                  <a:lnTo>
                    <a:pt x="588" y="1067"/>
                  </a:lnTo>
                  <a:lnTo>
                    <a:pt x="577" y="1039"/>
                  </a:lnTo>
                  <a:lnTo>
                    <a:pt x="572" y="1025"/>
                  </a:lnTo>
                  <a:lnTo>
                    <a:pt x="566" y="1012"/>
                  </a:lnTo>
                  <a:lnTo>
                    <a:pt x="559" y="998"/>
                  </a:lnTo>
                  <a:lnTo>
                    <a:pt x="553" y="985"/>
                  </a:lnTo>
                  <a:lnTo>
                    <a:pt x="539" y="959"/>
                  </a:lnTo>
                  <a:lnTo>
                    <a:pt x="530" y="947"/>
                  </a:lnTo>
                  <a:lnTo>
                    <a:pt x="523" y="934"/>
                  </a:lnTo>
                  <a:lnTo>
                    <a:pt x="506" y="910"/>
                  </a:lnTo>
                  <a:lnTo>
                    <a:pt x="498" y="898"/>
                  </a:lnTo>
                  <a:lnTo>
                    <a:pt x="489" y="887"/>
                  </a:lnTo>
                  <a:lnTo>
                    <a:pt x="480" y="874"/>
                  </a:lnTo>
                  <a:lnTo>
                    <a:pt x="471" y="863"/>
                  </a:lnTo>
                  <a:lnTo>
                    <a:pt x="461" y="852"/>
                  </a:lnTo>
                  <a:lnTo>
                    <a:pt x="451" y="841"/>
                  </a:lnTo>
                  <a:lnTo>
                    <a:pt x="431" y="821"/>
                  </a:lnTo>
                  <a:lnTo>
                    <a:pt x="410" y="801"/>
                  </a:lnTo>
                  <a:lnTo>
                    <a:pt x="399" y="791"/>
                  </a:lnTo>
                  <a:lnTo>
                    <a:pt x="388" y="782"/>
                  </a:lnTo>
                  <a:lnTo>
                    <a:pt x="375" y="773"/>
                  </a:lnTo>
                  <a:lnTo>
                    <a:pt x="364" y="764"/>
                  </a:lnTo>
                  <a:lnTo>
                    <a:pt x="352" y="755"/>
                  </a:lnTo>
                  <a:lnTo>
                    <a:pt x="340" y="747"/>
                  </a:lnTo>
                  <a:lnTo>
                    <a:pt x="328" y="739"/>
                  </a:lnTo>
                  <a:lnTo>
                    <a:pt x="315" y="731"/>
                  </a:lnTo>
                  <a:lnTo>
                    <a:pt x="290" y="716"/>
                  </a:lnTo>
                  <a:lnTo>
                    <a:pt x="277" y="709"/>
                  </a:lnTo>
                  <a:lnTo>
                    <a:pt x="264" y="702"/>
                  </a:lnTo>
                  <a:lnTo>
                    <a:pt x="237" y="690"/>
                  </a:lnTo>
                  <a:lnTo>
                    <a:pt x="223" y="684"/>
                  </a:lnTo>
                  <a:lnTo>
                    <a:pt x="209" y="678"/>
                  </a:lnTo>
                  <a:lnTo>
                    <a:pt x="181" y="669"/>
                  </a:lnTo>
                  <a:lnTo>
                    <a:pt x="152" y="660"/>
                  </a:lnTo>
                  <a:lnTo>
                    <a:pt x="137" y="656"/>
                  </a:lnTo>
                  <a:lnTo>
                    <a:pt x="123" y="653"/>
                  </a:lnTo>
                  <a:lnTo>
                    <a:pt x="108" y="649"/>
                  </a:lnTo>
                  <a:lnTo>
                    <a:pt x="93" y="647"/>
                  </a:lnTo>
                  <a:lnTo>
                    <a:pt x="63" y="642"/>
                  </a:lnTo>
                  <a:lnTo>
                    <a:pt x="47" y="640"/>
                  </a:lnTo>
                  <a:lnTo>
                    <a:pt x="31" y="639"/>
                  </a:lnTo>
                  <a:lnTo>
                    <a:pt x="16" y="638"/>
                  </a:lnTo>
                  <a:lnTo>
                    <a:pt x="0" y="637"/>
                  </a:lnTo>
                  <a:lnTo>
                    <a:pt x="197" y="348"/>
                  </a:lnTo>
                  <a:lnTo>
                    <a:pt x="3" y="0"/>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43" name="Freeform 10">
              <a:extLst>
                <a:ext uri="{FF2B5EF4-FFF2-40B4-BE49-F238E27FC236}">
                  <a16:creationId xmlns:a16="http://schemas.microsoft.com/office/drawing/2014/main" xmlns="" id="{9E5FB56A-8FC1-4890-8E25-4AF19B0C5595}"/>
                </a:ext>
              </a:extLst>
            </p:cNvPr>
            <p:cNvSpPr>
              <a:spLocks noChangeAspect="1"/>
            </p:cNvSpPr>
            <p:nvPr/>
          </p:nvSpPr>
          <p:spPr bwMode="auto">
            <a:xfrm>
              <a:off x="1840" y="1449"/>
              <a:ext cx="1431" cy="1325"/>
            </a:xfrm>
            <a:custGeom>
              <a:avLst/>
              <a:gdLst>
                <a:gd name="T0" fmla="*/ 637 w 1431"/>
                <a:gd name="T1" fmla="*/ 1302 h 1325"/>
                <a:gd name="T2" fmla="*/ 637 w 1431"/>
                <a:gd name="T3" fmla="*/ 1248 h 1325"/>
                <a:gd name="T4" fmla="*/ 640 w 1431"/>
                <a:gd name="T5" fmla="*/ 1217 h 1325"/>
                <a:gd name="T6" fmla="*/ 646 w 1431"/>
                <a:gd name="T7" fmla="*/ 1170 h 1325"/>
                <a:gd name="T8" fmla="*/ 655 w 1431"/>
                <a:gd name="T9" fmla="*/ 1125 h 1325"/>
                <a:gd name="T10" fmla="*/ 663 w 1431"/>
                <a:gd name="T11" fmla="*/ 1095 h 1325"/>
                <a:gd name="T12" fmla="*/ 678 w 1431"/>
                <a:gd name="T13" fmla="*/ 1052 h 1325"/>
                <a:gd name="T14" fmla="*/ 689 w 1431"/>
                <a:gd name="T15" fmla="*/ 1024 h 1325"/>
                <a:gd name="T16" fmla="*/ 708 w 1431"/>
                <a:gd name="T17" fmla="*/ 983 h 1325"/>
                <a:gd name="T18" fmla="*/ 724 w 1431"/>
                <a:gd name="T19" fmla="*/ 957 h 1325"/>
                <a:gd name="T20" fmla="*/ 739 w 1431"/>
                <a:gd name="T21" fmla="*/ 932 h 1325"/>
                <a:gd name="T22" fmla="*/ 756 w 1431"/>
                <a:gd name="T23" fmla="*/ 907 h 1325"/>
                <a:gd name="T24" fmla="*/ 773 w 1431"/>
                <a:gd name="T25" fmla="*/ 884 h 1325"/>
                <a:gd name="T26" fmla="*/ 792 w 1431"/>
                <a:gd name="T27" fmla="*/ 860 h 1325"/>
                <a:gd name="T28" fmla="*/ 822 w 1431"/>
                <a:gd name="T29" fmla="*/ 827 h 1325"/>
                <a:gd name="T30" fmla="*/ 843 w 1431"/>
                <a:gd name="T31" fmla="*/ 807 h 1325"/>
                <a:gd name="T32" fmla="*/ 877 w 1431"/>
                <a:gd name="T33" fmla="*/ 778 h 1325"/>
                <a:gd name="T34" fmla="*/ 901 w 1431"/>
                <a:gd name="T35" fmla="*/ 760 h 1325"/>
                <a:gd name="T36" fmla="*/ 938 w 1431"/>
                <a:gd name="T37" fmla="*/ 735 h 1325"/>
                <a:gd name="T38" fmla="*/ 976 w 1431"/>
                <a:gd name="T39" fmla="*/ 711 h 1325"/>
                <a:gd name="T40" fmla="*/ 1003 w 1431"/>
                <a:gd name="T41" fmla="*/ 698 h 1325"/>
                <a:gd name="T42" fmla="*/ 1030 w 1431"/>
                <a:gd name="T43" fmla="*/ 686 h 1325"/>
                <a:gd name="T44" fmla="*/ 1059 w 1431"/>
                <a:gd name="T45" fmla="*/ 675 h 1325"/>
                <a:gd name="T46" fmla="*/ 1117 w 1431"/>
                <a:gd name="T47" fmla="*/ 657 h 1325"/>
                <a:gd name="T48" fmla="*/ 1147 w 1431"/>
                <a:gd name="T49" fmla="*/ 649 h 1325"/>
                <a:gd name="T50" fmla="*/ 1192 w 1431"/>
                <a:gd name="T51" fmla="*/ 642 h 1325"/>
                <a:gd name="T52" fmla="*/ 1224 w 1431"/>
                <a:gd name="T53" fmla="*/ 638 h 1325"/>
                <a:gd name="T54" fmla="*/ 1431 w 1431"/>
                <a:gd name="T55" fmla="*/ 334 h 1325"/>
                <a:gd name="T56" fmla="*/ 1207 w 1431"/>
                <a:gd name="T57" fmla="*/ 1 h 1325"/>
                <a:gd name="T58" fmla="*/ 1142 w 1431"/>
                <a:gd name="T59" fmla="*/ 6 h 1325"/>
                <a:gd name="T60" fmla="*/ 1080 w 1431"/>
                <a:gd name="T61" fmla="*/ 15 h 1325"/>
                <a:gd name="T62" fmla="*/ 1018 w 1431"/>
                <a:gd name="T63" fmla="*/ 26 h 1325"/>
                <a:gd name="T64" fmla="*/ 957 w 1431"/>
                <a:gd name="T65" fmla="*/ 40 h 1325"/>
                <a:gd name="T66" fmla="*/ 898 w 1431"/>
                <a:gd name="T67" fmla="*/ 57 h 1325"/>
                <a:gd name="T68" fmla="*/ 839 w 1431"/>
                <a:gd name="T69" fmla="*/ 76 h 1325"/>
                <a:gd name="T70" fmla="*/ 783 w 1431"/>
                <a:gd name="T71" fmla="*/ 100 h 1325"/>
                <a:gd name="T72" fmla="*/ 728 w 1431"/>
                <a:gd name="T73" fmla="*/ 125 h 1325"/>
                <a:gd name="T74" fmla="*/ 673 w 1431"/>
                <a:gd name="T75" fmla="*/ 152 h 1325"/>
                <a:gd name="T76" fmla="*/ 620 w 1431"/>
                <a:gd name="T77" fmla="*/ 182 h 1325"/>
                <a:gd name="T78" fmla="*/ 570 w 1431"/>
                <a:gd name="T79" fmla="*/ 214 h 1325"/>
                <a:gd name="T80" fmla="*/ 520 w 1431"/>
                <a:gd name="T81" fmla="*/ 250 h 1325"/>
                <a:gd name="T82" fmla="*/ 472 w 1431"/>
                <a:gd name="T83" fmla="*/ 287 h 1325"/>
                <a:gd name="T84" fmla="*/ 427 w 1431"/>
                <a:gd name="T85" fmla="*/ 325 h 1325"/>
                <a:gd name="T86" fmla="*/ 382 w 1431"/>
                <a:gd name="T87" fmla="*/ 366 h 1325"/>
                <a:gd name="T88" fmla="*/ 341 w 1431"/>
                <a:gd name="T89" fmla="*/ 410 h 1325"/>
                <a:gd name="T90" fmla="*/ 301 w 1431"/>
                <a:gd name="T91" fmla="*/ 455 h 1325"/>
                <a:gd name="T92" fmla="*/ 263 w 1431"/>
                <a:gd name="T93" fmla="*/ 502 h 1325"/>
                <a:gd name="T94" fmla="*/ 227 w 1431"/>
                <a:gd name="T95" fmla="*/ 550 h 1325"/>
                <a:gd name="T96" fmla="*/ 194 w 1431"/>
                <a:gd name="T97" fmla="*/ 602 h 1325"/>
                <a:gd name="T98" fmla="*/ 163 w 1431"/>
                <a:gd name="T99" fmla="*/ 653 h 1325"/>
                <a:gd name="T100" fmla="*/ 135 w 1431"/>
                <a:gd name="T101" fmla="*/ 707 h 1325"/>
                <a:gd name="T102" fmla="*/ 109 w 1431"/>
                <a:gd name="T103" fmla="*/ 762 h 1325"/>
                <a:gd name="T104" fmla="*/ 86 w 1431"/>
                <a:gd name="T105" fmla="*/ 819 h 1325"/>
                <a:gd name="T106" fmla="*/ 64 w 1431"/>
                <a:gd name="T107" fmla="*/ 876 h 1325"/>
                <a:gd name="T108" fmla="*/ 47 w 1431"/>
                <a:gd name="T109" fmla="*/ 936 h 1325"/>
                <a:gd name="T110" fmla="*/ 31 w 1431"/>
                <a:gd name="T111" fmla="*/ 996 h 1325"/>
                <a:gd name="T112" fmla="*/ 19 w 1431"/>
                <a:gd name="T113" fmla="*/ 1058 h 1325"/>
                <a:gd name="T114" fmla="*/ 10 w 1431"/>
                <a:gd name="T115" fmla="*/ 1120 h 1325"/>
                <a:gd name="T116" fmla="*/ 4 w 1431"/>
                <a:gd name="T117" fmla="*/ 1183 h 1325"/>
                <a:gd name="T118" fmla="*/ 1 w 1431"/>
                <a:gd name="T119" fmla="*/ 1247 h 1325"/>
                <a:gd name="T120" fmla="*/ 1 w 1431"/>
                <a:gd name="T121" fmla="*/ 1302 h 1325"/>
                <a:gd name="T122" fmla="*/ 335 w 1431"/>
                <a:gd name="T123" fmla="*/ 1129 h 1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431" h="1325">
                  <a:moveTo>
                    <a:pt x="638" y="1324"/>
                  </a:moveTo>
                  <a:lnTo>
                    <a:pt x="637" y="1302"/>
                  </a:lnTo>
                  <a:lnTo>
                    <a:pt x="637" y="1280"/>
                  </a:lnTo>
                  <a:lnTo>
                    <a:pt x="637" y="1248"/>
                  </a:lnTo>
                  <a:lnTo>
                    <a:pt x="638" y="1232"/>
                  </a:lnTo>
                  <a:lnTo>
                    <a:pt x="640" y="1217"/>
                  </a:lnTo>
                  <a:lnTo>
                    <a:pt x="644" y="1185"/>
                  </a:lnTo>
                  <a:lnTo>
                    <a:pt x="646" y="1170"/>
                  </a:lnTo>
                  <a:lnTo>
                    <a:pt x="649" y="1154"/>
                  </a:lnTo>
                  <a:lnTo>
                    <a:pt x="655" y="1125"/>
                  </a:lnTo>
                  <a:lnTo>
                    <a:pt x="659" y="1110"/>
                  </a:lnTo>
                  <a:lnTo>
                    <a:pt x="663" y="1095"/>
                  </a:lnTo>
                  <a:lnTo>
                    <a:pt x="673" y="1067"/>
                  </a:lnTo>
                  <a:lnTo>
                    <a:pt x="678" y="1052"/>
                  </a:lnTo>
                  <a:lnTo>
                    <a:pt x="683" y="1038"/>
                  </a:lnTo>
                  <a:lnTo>
                    <a:pt x="689" y="1024"/>
                  </a:lnTo>
                  <a:lnTo>
                    <a:pt x="695" y="1010"/>
                  </a:lnTo>
                  <a:lnTo>
                    <a:pt x="708" y="983"/>
                  </a:lnTo>
                  <a:lnTo>
                    <a:pt x="715" y="970"/>
                  </a:lnTo>
                  <a:lnTo>
                    <a:pt x="724" y="957"/>
                  </a:lnTo>
                  <a:lnTo>
                    <a:pt x="731" y="944"/>
                  </a:lnTo>
                  <a:lnTo>
                    <a:pt x="739" y="932"/>
                  </a:lnTo>
                  <a:lnTo>
                    <a:pt x="747" y="920"/>
                  </a:lnTo>
                  <a:lnTo>
                    <a:pt x="756" y="907"/>
                  </a:lnTo>
                  <a:lnTo>
                    <a:pt x="764" y="895"/>
                  </a:lnTo>
                  <a:lnTo>
                    <a:pt x="773" y="884"/>
                  </a:lnTo>
                  <a:lnTo>
                    <a:pt x="783" y="871"/>
                  </a:lnTo>
                  <a:lnTo>
                    <a:pt x="792" y="860"/>
                  </a:lnTo>
                  <a:lnTo>
                    <a:pt x="812" y="838"/>
                  </a:lnTo>
                  <a:lnTo>
                    <a:pt x="822" y="827"/>
                  </a:lnTo>
                  <a:lnTo>
                    <a:pt x="832" y="817"/>
                  </a:lnTo>
                  <a:lnTo>
                    <a:pt x="843" y="807"/>
                  </a:lnTo>
                  <a:lnTo>
                    <a:pt x="854" y="797"/>
                  </a:lnTo>
                  <a:lnTo>
                    <a:pt x="877" y="778"/>
                  </a:lnTo>
                  <a:lnTo>
                    <a:pt x="889" y="769"/>
                  </a:lnTo>
                  <a:lnTo>
                    <a:pt x="901" y="760"/>
                  </a:lnTo>
                  <a:lnTo>
                    <a:pt x="925" y="743"/>
                  </a:lnTo>
                  <a:lnTo>
                    <a:pt x="938" y="735"/>
                  </a:lnTo>
                  <a:lnTo>
                    <a:pt x="951" y="727"/>
                  </a:lnTo>
                  <a:lnTo>
                    <a:pt x="976" y="711"/>
                  </a:lnTo>
                  <a:lnTo>
                    <a:pt x="990" y="705"/>
                  </a:lnTo>
                  <a:lnTo>
                    <a:pt x="1003" y="698"/>
                  </a:lnTo>
                  <a:lnTo>
                    <a:pt x="1017" y="692"/>
                  </a:lnTo>
                  <a:lnTo>
                    <a:pt x="1030" y="686"/>
                  </a:lnTo>
                  <a:lnTo>
                    <a:pt x="1045" y="680"/>
                  </a:lnTo>
                  <a:lnTo>
                    <a:pt x="1059" y="675"/>
                  </a:lnTo>
                  <a:lnTo>
                    <a:pt x="1088" y="665"/>
                  </a:lnTo>
                  <a:lnTo>
                    <a:pt x="1117" y="657"/>
                  </a:lnTo>
                  <a:lnTo>
                    <a:pt x="1132" y="653"/>
                  </a:lnTo>
                  <a:lnTo>
                    <a:pt x="1147" y="649"/>
                  </a:lnTo>
                  <a:lnTo>
                    <a:pt x="1177" y="644"/>
                  </a:lnTo>
                  <a:lnTo>
                    <a:pt x="1192" y="642"/>
                  </a:lnTo>
                  <a:lnTo>
                    <a:pt x="1209" y="640"/>
                  </a:lnTo>
                  <a:lnTo>
                    <a:pt x="1224" y="638"/>
                  </a:lnTo>
                  <a:lnTo>
                    <a:pt x="1240" y="637"/>
                  </a:lnTo>
                  <a:lnTo>
                    <a:pt x="1431" y="334"/>
                  </a:lnTo>
                  <a:lnTo>
                    <a:pt x="1239" y="0"/>
                  </a:lnTo>
                  <a:lnTo>
                    <a:pt x="1207" y="1"/>
                  </a:lnTo>
                  <a:lnTo>
                    <a:pt x="1174" y="3"/>
                  </a:lnTo>
                  <a:lnTo>
                    <a:pt x="1142" y="6"/>
                  </a:lnTo>
                  <a:lnTo>
                    <a:pt x="1111" y="10"/>
                  </a:lnTo>
                  <a:lnTo>
                    <a:pt x="1080" y="15"/>
                  </a:lnTo>
                  <a:lnTo>
                    <a:pt x="1049" y="20"/>
                  </a:lnTo>
                  <a:lnTo>
                    <a:pt x="1018" y="26"/>
                  </a:lnTo>
                  <a:lnTo>
                    <a:pt x="987" y="32"/>
                  </a:lnTo>
                  <a:lnTo>
                    <a:pt x="957" y="40"/>
                  </a:lnTo>
                  <a:lnTo>
                    <a:pt x="928" y="48"/>
                  </a:lnTo>
                  <a:lnTo>
                    <a:pt x="898" y="57"/>
                  </a:lnTo>
                  <a:lnTo>
                    <a:pt x="868" y="66"/>
                  </a:lnTo>
                  <a:lnTo>
                    <a:pt x="839" y="76"/>
                  </a:lnTo>
                  <a:lnTo>
                    <a:pt x="811" y="88"/>
                  </a:lnTo>
                  <a:lnTo>
                    <a:pt x="783" y="100"/>
                  </a:lnTo>
                  <a:lnTo>
                    <a:pt x="755" y="112"/>
                  </a:lnTo>
                  <a:lnTo>
                    <a:pt x="728" y="125"/>
                  </a:lnTo>
                  <a:lnTo>
                    <a:pt x="699" y="138"/>
                  </a:lnTo>
                  <a:lnTo>
                    <a:pt x="673" y="152"/>
                  </a:lnTo>
                  <a:lnTo>
                    <a:pt x="646" y="167"/>
                  </a:lnTo>
                  <a:lnTo>
                    <a:pt x="620" y="182"/>
                  </a:lnTo>
                  <a:lnTo>
                    <a:pt x="595" y="198"/>
                  </a:lnTo>
                  <a:lnTo>
                    <a:pt x="570" y="214"/>
                  </a:lnTo>
                  <a:lnTo>
                    <a:pt x="544" y="231"/>
                  </a:lnTo>
                  <a:lnTo>
                    <a:pt x="520" y="250"/>
                  </a:lnTo>
                  <a:lnTo>
                    <a:pt x="496" y="268"/>
                  </a:lnTo>
                  <a:lnTo>
                    <a:pt x="472" y="287"/>
                  </a:lnTo>
                  <a:lnTo>
                    <a:pt x="449" y="306"/>
                  </a:lnTo>
                  <a:lnTo>
                    <a:pt x="427" y="325"/>
                  </a:lnTo>
                  <a:lnTo>
                    <a:pt x="405" y="346"/>
                  </a:lnTo>
                  <a:lnTo>
                    <a:pt x="382" y="366"/>
                  </a:lnTo>
                  <a:lnTo>
                    <a:pt x="361" y="388"/>
                  </a:lnTo>
                  <a:lnTo>
                    <a:pt x="341" y="410"/>
                  </a:lnTo>
                  <a:lnTo>
                    <a:pt x="320" y="433"/>
                  </a:lnTo>
                  <a:lnTo>
                    <a:pt x="301" y="455"/>
                  </a:lnTo>
                  <a:lnTo>
                    <a:pt x="282" y="478"/>
                  </a:lnTo>
                  <a:lnTo>
                    <a:pt x="263" y="502"/>
                  </a:lnTo>
                  <a:lnTo>
                    <a:pt x="245" y="526"/>
                  </a:lnTo>
                  <a:lnTo>
                    <a:pt x="227" y="550"/>
                  </a:lnTo>
                  <a:lnTo>
                    <a:pt x="210" y="576"/>
                  </a:lnTo>
                  <a:lnTo>
                    <a:pt x="194" y="602"/>
                  </a:lnTo>
                  <a:lnTo>
                    <a:pt x="178" y="627"/>
                  </a:lnTo>
                  <a:lnTo>
                    <a:pt x="163" y="653"/>
                  </a:lnTo>
                  <a:lnTo>
                    <a:pt x="149" y="680"/>
                  </a:lnTo>
                  <a:lnTo>
                    <a:pt x="135" y="707"/>
                  </a:lnTo>
                  <a:lnTo>
                    <a:pt x="122" y="735"/>
                  </a:lnTo>
                  <a:lnTo>
                    <a:pt x="109" y="762"/>
                  </a:lnTo>
                  <a:lnTo>
                    <a:pt x="97" y="790"/>
                  </a:lnTo>
                  <a:lnTo>
                    <a:pt x="86" y="819"/>
                  </a:lnTo>
                  <a:lnTo>
                    <a:pt x="74" y="847"/>
                  </a:lnTo>
                  <a:lnTo>
                    <a:pt x="64" y="876"/>
                  </a:lnTo>
                  <a:lnTo>
                    <a:pt x="55" y="906"/>
                  </a:lnTo>
                  <a:lnTo>
                    <a:pt x="47" y="936"/>
                  </a:lnTo>
                  <a:lnTo>
                    <a:pt x="39" y="966"/>
                  </a:lnTo>
                  <a:lnTo>
                    <a:pt x="31" y="996"/>
                  </a:lnTo>
                  <a:lnTo>
                    <a:pt x="25" y="1026"/>
                  </a:lnTo>
                  <a:lnTo>
                    <a:pt x="19" y="1058"/>
                  </a:lnTo>
                  <a:lnTo>
                    <a:pt x="14" y="1089"/>
                  </a:lnTo>
                  <a:lnTo>
                    <a:pt x="10" y="1120"/>
                  </a:lnTo>
                  <a:lnTo>
                    <a:pt x="6" y="1151"/>
                  </a:lnTo>
                  <a:lnTo>
                    <a:pt x="4" y="1183"/>
                  </a:lnTo>
                  <a:lnTo>
                    <a:pt x="2" y="1215"/>
                  </a:lnTo>
                  <a:lnTo>
                    <a:pt x="1" y="1247"/>
                  </a:lnTo>
                  <a:lnTo>
                    <a:pt x="0" y="1280"/>
                  </a:lnTo>
                  <a:lnTo>
                    <a:pt x="1" y="1302"/>
                  </a:lnTo>
                  <a:lnTo>
                    <a:pt x="2" y="1325"/>
                  </a:lnTo>
                  <a:lnTo>
                    <a:pt x="335" y="1129"/>
                  </a:lnTo>
                  <a:lnTo>
                    <a:pt x="638" y="1324"/>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44" name="Freeform 11">
              <a:extLst>
                <a:ext uri="{FF2B5EF4-FFF2-40B4-BE49-F238E27FC236}">
                  <a16:creationId xmlns:a16="http://schemas.microsoft.com/office/drawing/2014/main" xmlns="" id="{71346187-9D9C-40F7-9283-4458805B1B61}"/>
                </a:ext>
              </a:extLst>
            </p:cNvPr>
            <p:cNvSpPr>
              <a:spLocks noChangeAspect="1"/>
            </p:cNvSpPr>
            <p:nvPr/>
          </p:nvSpPr>
          <p:spPr bwMode="auto">
            <a:xfrm>
              <a:off x="1845" y="2645"/>
              <a:ext cx="1295" cy="1364"/>
            </a:xfrm>
            <a:custGeom>
              <a:avLst/>
              <a:gdLst>
                <a:gd name="T0" fmla="*/ 1096 w 1295"/>
                <a:gd name="T1" fmla="*/ 1023 h 1364"/>
                <a:gd name="T2" fmla="*/ 1276 w 1295"/>
                <a:gd name="T3" fmla="*/ 728 h 1364"/>
                <a:gd name="T4" fmla="*/ 1232 w 1295"/>
                <a:gd name="T5" fmla="*/ 726 h 1364"/>
                <a:gd name="T6" fmla="*/ 1187 w 1295"/>
                <a:gd name="T7" fmla="*/ 722 h 1364"/>
                <a:gd name="T8" fmla="*/ 1131 w 1295"/>
                <a:gd name="T9" fmla="*/ 711 h 1364"/>
                <a:gd name="T10" fmla="*/ 1103 w 1295"/>
                <a:gd name="T11" fmla="*/ 704 h 1364"/>
                <a:gd name="T12" fmla="*/ 1050 w 1295"/>
                <a:gd name="T13" fmla="*/ 687 h 1364"/>
                <a:gd name="T14" fmla="*/ 1023 w 1295"/>
                <a:gd name="T15" fmla="*/ 677 h 1364"/>
                <a:gd name="T16" fmla="*/ 973 w 1295"/>
                <a:gd name="T17" fmla="*/ 653 h 1364"/>
                <a:gd name="T18" fmla="*/ 949 w 1295"/>
                <a:gd name="T19" fmla="*/ 638 h 1364"/>
                <a:gd name="T20" fmla="*/ 902 w 1295"/>
                <a:gd name="T21" fmla="*/ 608 h 1364"/>
                <a:gd name="T22" fmla="*/ 880 w 1295"/>
                <a:gd name="T23" fmla="*/ 591 h 1364"/>
                <a:gd name="T24" fmla="*/ 837 w 1295"/>
                <a:gd name="T25" fmla="*/ 556 h 1364"/>
                <a:gd name="T26" fmla="*/ 799 w 1295"/>
                <a:gd name="T27" fmla="*/ 517 h 1364"/>
                <a:gd name="T28" fmla="*/ 781 w 1295"/>
                <a:gd name="T29" fmla="*/ 496 h 1364"/>
                <a:gd name="T30" fmla="*/ 747 w 1295"/>
                <a:gd name="T31" fmla="*/ 451 h 1364"/>
                <a:gd name="T32" fmla="*/ 725 w 1295"/>
                <a:gd name="T33" fmla="*/ 417 h 1364"/>
                <a:gd name="T34" fmla="*/ 703 w 1295"/>
                <a:gd name="T35" fmla="*/ 380 h 1364"/>
                <a:gd name="T36" fmla="*/ 680 w 1295"/>
                <a:gd name="T37" fmla="*/ 330 h 1364"/>
                <a:gd name="T38" fmla="*/ 670 w 1295"/>
                <a:gd name="T39" fmla="*/ 303 h 1364"/>
                <a:gd name="T40" fmla="*/ 657 w 1295"/>
                <a:gd name="T41" fmla="*/ 263 h 1364"/>
                <a:gd name="T42" fmla="*/ 646 w 1295"/>
                <a:gd name="T43" fmla="*/ 221 h 1364"/>
                <a:gd name="T44" fmla="*/ 322 w 1295"/>
                <a:gd name="T45" fmla="*/ 0 h 1364"/>
                <a:gd name="T46" fmla="*/ 2 w 1295"/>
                <a:gd name="T47" fmla="*/ 222 h 1364"/>
                <a:gd name="T48" fmla="*/ 10 w 1295"/>
                <a:gd name="T49" fmla="*/ 282 h 1364"/>
                <a:gd name="T50" fmla="*/ 21 w 1295"/>
                <a:gd name="T51" fmla="*/ 343 h 1364"/>
                <a:gd name="T52" fmla="*/ 35 w 1295"/>
                <a:gd name="T53" fmla="*/ 401 h 1364"/>
                <a:gd name="T54" fmla="*/ 51 w 1295"/>
                <a:gd name="T55" fmla="*/ 458 h 1364"/>
                <a:gd name="T56" fmla="*/ 69 w 1295"/>
                <a:gd name="T57" fmla="*/ 516 h 1364"/>
                <a:gd name="T58" fmla="*/ 91 w 1295"/>
                <a:gd name="T59" fmla="*/ 571 h 1364"/>
                <a:gd name="T60" fmla="*/ 115 w 1295"/>
                <a:gd name="T61" fmla="*/ 624 h 1364"/>
                <a:gd name="T62" fmla="*/ 141 w 1295"/>
                <a:gd name="T63" fmla="*/ 678 h 1364"/>
                <a:gd name="T64" fmla="*/ 169 w 1295"/>
                <a:gd name="T65" fmla="*/ 729 h 1364"/>
                <a:gd name="T66" fmla="*/ 200 w 1295"/>
                <a:gd name="T67" fmla="*/ 779 h 1364"/>
                <a:gd name="T68" fmla="*/ 233 w 1295"/>
                <a:gd name="T69" fmla="*/ 828 h 1364"/>
                <a:gd name="T70" fmla="*/ 268 w 1295"/>
                <a:gd name="T71" fmla="*/ 874 h 1364"/>
                <a:gd name="T72" fmla="*/ 305 w 1295"/>
                <a:gd name="T73" fmla="*/ 919 h 1364"/>
                <a:gd name="T74" fmla="*/ 344 w 1295"/>
                <a:gd name="T75" fmla="*/ 962 h 1364"/>
                <a:gd name="T76" fmla="*/ 385 w 1295"/>
                <a:gd name="T77" fmla="*/ 1004 h 1364"/>
                <a:gd name="T78" fmla="*/ 428 w 1295"/>
                <a:gd name="T79" fmla="*/ 1043 h 1364"/>
                <a:gd name="T80" fmla="*/ 473 w 1295"/>
                <a:gd name="T81" fmla="*/ 1081 h 1364"/>
                <a:gd name="T82" fmla="*/ 519 w 1295"/>
                <a:gd name="T83" fmla="*/ 1116 h 1364"/>
                <a:gd name="T84" fmla="*/ 567 w 1295"/>
                <a:gd name="T85" fmla="*/ 1151 h 1364"/>
                <a:gd name="T86" fmla="*/ 616 w 1295"/>
                <a:gd name="T87" fmla="*/ 1182 h 1364"/>
                <a:gd name="T88" fmla="*/ 667 w 1295"/>
                <a:gd name="T89" fmla="*/ 1211 h 1364"/>
                <a:gd name="T90" fmla="*/ 720 w 1295"/>
                <a:gd name="T91" fmla="*/ 1237 h 1364"/>
                <a:gd name="T92" fmla="*/ 774 w 1295"/>
                <a:gd name="T93" fmla="*/ 1262 h 1364"/>
                <a:gd name="T94" fmla="*/ 828 w 1295"/>
                <a:gd name="T95" fmla="*/ 1283 h 1364"/>
                <a:gd name="T96" fmla="*/ 885 w 1295"/>
                <a:gd name="T97" fmla="*/ 1304 h 1364"/>
                <a:gd name="T98" fmla="*/ 942 w 1295"/>
                <a:gd name="T99" fmla="*/ 1321 h 1364"/>
                <a:gd name="T100" fmla="*/ 1001 w 1295"/>
                <a:gd name="T101" fmla="*/ 1335 h 1364"/>
                <a:gd name="T102" fmla="*/ 1061 w 1295"/>
                <a:gd name="T103" fmla="*/ 1346 h 1364"/>
                <a:gd name="T104" fmla="*/ 1121 w 1295"/>
                <a:gd name="T105" fmla="*/ 1355 h 1364"/>
                <a:gd name="T106" fmla="*/ 1182 w 1295"/>
                <a:gd name="T107" fmla="*/ 1361 h 1364"/>
                <a:gd name="T108" fmla="*/ 1245 w 1295"/>
                <a:gd name="T109" fmla="*/ 1364 h 1364"/>
                <a:gd name="T110" fmla="*/ 1281 w 1295"/>
                <a:gd name="T111" fmla="*/ 1364 h 1364"/>
                <a:gd name="T112" fmla="*/ 1290 w 1295"/>
                <a:gd name="T113" fmla="*/ 1362 h 13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295" h="1364">
                  <a:moveTo>
                    <a:pt x="1295" y="1362"/>
                  </a:moveTo>
                  <a:lnTo>
                    <a:pt x="1096" y="1023"/>
                  </a:lnTo>
                  <a:lnTo>
                    <a:pt x="1295" y="727"/>
                  </a:lnTo>
                  <a:lnTo>
                    <a:pt x="1276" y="728"/>
                  </a:lnTo>
                  <a:lnTo>
                    <a:pt x="1246" y="727"/>
                  </a:lnTo>
                  <a:lnTo>
                    <a:pt x="1232" y="726"/>
                  </a:lnTo>
                  <a:lnTo>
                    <a:pt x="1217" y="725"/>
                  </a:lnTo>
                  <a:lnTo>
                    <a:pt x="1187" y="722"/>
                  </a:lnTo>
                  <a:lnTo>
                    <a:pt x="1159" y="717"/>
                  </a:lnTo>
                  <a:lnTo>
                    <a:pt x="1131" y="711"/>
                  </a:lnTo>
                  <a:lnTo>
                    <a:pt x="1117" y="708"/>
                  </a:lnTo>
                  <a:lnTo>
                    <a:pt x="1103" y="704"/>
                  </a:lnTo>
                  <a:lnTo>
                    <a:pt x="1076" y="696"/>
                  </a:lnTo>
                  <a:lnTo>
                    <a:pt x="1050" y="687"/>
                  </a:lnTo>
                  <a:lnTo>
                    <a:pt x="1037" y="682"/>
                  </a:lnTo>
                  <a:lnTo>
                    <a:pt x="1023" y="677"/>
                  </a:lnTo>
                  <a:lnTo>
                    <a:pt x="998" y="665"/>
                  </a:lnTo>
                  <a:lnTo>
                    <a:pt x="973" y="653"/>
                  </a:lnTo>
                  <a:lnTo>
                    <a:pt x="961" y="646"/>
                  </a:lnTo>
                  <a:lnTo>
                    <a:pt x="949" y="638"/>
                  </a:lnTo>
                  <a:lnTo>
                    <a:pt x="925" y="623"/>
                  </a:lnTo>
                  <a:lnTo>
                    <a:pt x="902" y="608"/>
                  </a:lnTo>
                  <a:lnTo>
                    <a:pt x="891" y="600"/>
                  </a:lnTo>
                  <a:lnTo>
                    <a:pt x="880" y="591"/>
                  </a:lnTo>
                  <a:lnTo>
                    <a:pt x="858" y="574"/>
                  </a:lnTo>
                  <a:lnTo>
                    <a:pt x="837" y="556"/>
                  </a:lnTo>
                  <a:lnTo>
                    <a:pt x="818" y="537"/>
                  </a:lnTo>
                  <a:lnTo>
                    <a:pt x="799" y="517"/>
                  </a:lnTo>
                  <a:lnTo>
                    <a:pt x="790" y="506"/>
                  </a:lnTo>
                  <a:lnTo>
                    <a:pt x="781" y="496"/>
                  </a:lnTo>
                  <a:lnTo>
                    <a:pt x="764" y="473"/>
                  </a:lnTo>
                  <a:lnTo>
                    <a:pt x="747" y="451"/>
                  </a:lnTo>
                  <a:lnTo>
                    <a:pt x="732" y="428"/>
                  </a:lnTo>
                  <a:lnTo>
                    <a:pt x="725" y="417"/>
                  </a:lnTo>
                  <a:lnTo>
                    <a:pt x="718" y="405"/>
                  </a:lnTo>
                  <a:lnTo>
                    <a:pt x="703" y="380"/>
                  </a:lnTo>
                  <a:lnTo>
                    <a:pt x="691" y="355"/>
                  </a:lnTo>
                  <a:lnTo>
                    <a:pt x="680" y="330"/>
                  </a:lnTo>
                  <a:lnTo>
                    <a:pt x="675" y="316"/>
                  </a:lnTo>
                  <a:lnTo>
                    <a:pt x="670" y="303"/>
                  </a:lnTo>
                  <a:lnTo>
                    <a:pt x="661" y="276"/>
                  </a:lnTo>
                  <a:lnTo>
                    <a:pt x="657" y="263"/>
                  </a:lnTo>
                  <a:lnTo>
                    <a:pt x="653" y="249"/>
                  </a:lnTo>
                  <a:lnTo>
                    <a:pt x="646" y="221"/>
                  </a:lnTo>
                  <a:lnTo>
                    <a:pt x="641" y="193"/>
                  </a:lnTo>
                  <a:lnTo>
                    <a:pt x="322" y="0"/>
                  </a:lnTo>
                  <a:lnTo>
                    <a:pt x="0" y="191"/>
                  </a:lnTo>
                  <a:lnTo>
                    <a:pt x="2" y="222"/>
                  </a:lnTo>
                  <a:lnTo>
                    <a:pt x="6" y="252"/>
                  </a:lnTo>
                  <a:lnTo>
                    <a:pt x="10" y="282"/>
                  </a:lnTo>
                  <a:lnTo>
                    <a:pt x="15" y="312"/>
                  </a:lnTo>
                  <a:lnTo>
                    <a:pt x="21" y="343"/>
                  </a:lnTo>
                  <a:lnTo>
                    <a:pt x="27" y="372"/>
                  </a:lnTo>
                  <a:lnTo>
                    <a:pt x="35" y="401"/>
                  </a:lnTo>
                  <a:lnTo>
                    <a:pt x="42" y="430"/>
                  </a:lnTo>
                  <a:lnTo>
                    <a:pt x="51" y="458"/>
                  </a:lnTo>
                  <a:lnTo>
                    <a:pt x="60" y="488"/>
                  </a:lnTo>
                  <a:lnTo>
                    <a:pt x="69" y="516"/>
                  </a:lnTo>
                  <a:lnTo>
                    <a:pt x="81" y="543"/>
                  </a:lnTo>
                  <a:lnTo>
                    <a:pt x="91" y="571"/>
                  </a:lnTo>
                  <a:lnTo>
                    <a:pt x="103" y="598"/>
                  </a:lnTo>
                  <a:lnTo>
                    <a:pt x="115" y="624"/>
                  </a:lnTo>
                  <a:lnTo>
                    <a:pt x="128" y="652"/>
                  </a:lnTo>
                  <a:lnTo>
                    <a:pt x="141" y="678"/>
                  </a:lnTo>
                  <a:lnTo>
                    <a:pt x="155" y="704"/>
                  </a:lnTo>
                  <a:lnTo>
                    <a:pt x="169" y="729"/>
                  </a:lnTo>
                  <a:lnTo>
                    <a:pt x="184" y="754"/>
                  </a:lnTo>
                  <a:lnTo>
                    <a:pt x="200" y="779"/>
                  </a:lnTo>
                  <a:lnTo>
                    <a:pt x="216" y="803"/>
                  </a:lnTo>
                  <a:lnTo>
                    <a:pt x="233" y="828"/>
                  </a:lnTo>
                  <a:lnTo>
                    <a:pt x="251" y="851"/>
                  </a:lnTo>
                  <a:lnTo>
                    <a:pt x="268" y="874"/>
                  </a:lnTo>
                  <a:lnTo>
                    <a:pt x="287" y="897"/>
                  </a:lnTo>
                  <a:lnTo>
                    <a:pt x="305" y="919"/>
                  </a:lnTo>
                  <a:lnTo>
                    <a:pt x="324" y="941"/>
                  </a:lnTo>
                  <a:lnTo>
                    <a:pt x="344" y="962"/>
                  </a:lnTo>
                  <a:lnTo>
                    <a:pt x="364" y="984"/>
                  </a:lnTo>
                  <a:lnTo>
                    <a:pt x="385" y="1004"/>
                  </a:lnTo>
                  <a:lnTo>
                    <a:pt x="407" y="1024"/>
                  </a:lnTo>
                  <a:lnTo>
                    <a:pt x="428" y="1043"/>
                  </a:lnTo>
                  <a:lnTo>
                    <a:pt x="450" y="1062"/>
                  </a:lnTo>
                  <a:lnTo>
                    <a:pt x="473" y="1081"/>
                  </a:lnTo>
                  <a:lnTo>
                    <a:pt x="495" y="1099"/>
                  </a:lnTo>
                  <a:lnTo>
                    <a:pt x="519" y="1116"/>
                  </a:lnTo>
                  <a:lnTo>
                    <a:pt x="542" y="1134"/>
                  </a:lnTo>
                  <a:lnTo>
                    <a:pt x="567" y="1151"/>
                  </a:lnTo>
                  <a:lnTo>
                    <a:pt x="592" y="1166"/>
                  </a:lnTo>
                  <a:lnTo>
                    <a:pt x="616" y="1182"/>
                  </a:lnTo>
                  <a:lnTo>
                    <a:pt x="642" y="1196"/>
                  </a:lnTo>
                  <a:lnTo>
                    <a:pt x="667" y="1211"/>
                  </a:lnTo>
                  <a:lnTo>
                    <a:pt x="693" y="1224"/>
                  </a:lnTo>
                  <a:lnTo>
                    <a:pt x="720" y="1237"/>
                  </a:lnTo>
                  <a:lnTo>
                    <a:pt x="747" y="1250"/>
                  </a:lnTo>
                  <a:lnTo>
                    <a:pt x="774" y="1262"/>
                  </a:lnTo>
                  <a:lnTo>
                    <a:pt x="801" y="1273"/>
                  </a:lnTo>
                  <a:lnTo>
                    <a:pt x="828" y="1283"/>
                  </a:lnTo>
                  <a:lnTo>
                    <a:pt x="856" y="1294"/>
                  </a:lnTo>
                  <a:lnTo>
                    <a:pt x="885" y="1304"/>
                  </a:lnTo>
                  <a:lnTo>
                    <a:pt x="914" y="1312"/>
                  </a:lnTo>
                  <a:lnTo>
                    <a:pt x="942" y="1321"/>
                  </a:lnTo>
                  <a:lnTo>
                    <a:pt x="971" y="1328"/>
                  </a:lnTo>
                  <a:lnTo>
                    <a:pt x="1001" y="1335"/>
                  </a:lnTo>
                  <a:lnTo>
                    <a:pt x="1030" y="1341"/>
                  </a:lnTo>
                  <a:lnTo>
                    <a:pt x="1061" y="1346"/>
                  </a:lnTo>
                  <a:lnTo>
                    <a:pt x="1091" y="1351"/>
                  </a:lnTo>
                  <a:lnTo>
                    <a:pt x="1121" y="1355"/>
                  </a:lnTo>
                  <a:lnTo>
                    <a:pt x="1151" y="1358"/>
                  </a:lnTo>
                  <a:lnTo>
                    <a:pt x="1182" y="1361"/>
                  </a:lnTo>
                  <a:lnTo>
                    <a:pt x="1214" y="1363"/>
                  </a:lnTo>
                  <a:lnTo>
                    <a:pt x="1245" y="1364"/>
                  </a:lnTo>
                  <a:lnTo>
                    <a:pt x="1276" y="1364"/>
                  </a:lnTo>
                  <a:lnTo>
                    <a:pt x="1281" y="1364"/>
                  </a:lnTo>
                  <a:lnTo>
                    <a:pt x="1285" y="1363"/>
                  </a:lnTo>
                  <a:lnTo>
                    <a:pt x="1290" y="1362"/>
                  </a:lnTo>
                  <a:lnTo>
                    <a:pt x="1295" y="1362"/>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45" name="Freeform 12">
              <a:extLst>
                <a:ext uri="{FF2B5EF4-FFF2-40B4-BE49-F238E27FC236}">
                  <a16:creationId xmlns:a16="http://schemas.microsoft.com/office/drawing/2014/main" xmlns="" id="{69A1DD6B-D2CD-4973-8E24-3EE731A2CA0B}"/>
                </a:ext>
              </a:extLst>
            </p:cNvPr>
            <p:cNvSpPr>
              <a:spLocks noChangeAspect="1"/>
            </p:cNvSpPr>
            <p:nvPr/>
          </p:nvSpPr>
          <p:spPr bwMode="auto">
            <a:xfrm>
              <a:off x="3015" y="2774"/>
              <a:ext cx="1385" cy="1233"/>
            </a:xfrm>
            <a:custGeom>
              <a:avLst/>
              <a:gdLst>
                <a:gd name="T0" fmla="*/ 0 w 1385"/>
                <a:gd name="T1" fmla="*/ 903 h 1233"/>
                <a:gd name="T2" fmla="*/ 221 w 1385"/>
                <a:gd name="T3" fmla="*/ 588 h 1233"/>
                <a:gd name="T4" fmla="*/ 262 w 1385"/>
                <a:gd name="T5" fmla="*/ 579 h 1233"/>
                <a:gd name="T6" fmla="*/ 302 w 1385"/>
                <a:gd name="T7" fmla="*/ 567 h 1233"/>
                <a:gd name="T8" fmla="*/ 354 w 1385"/>
                <a:gd name="T9" fmla="*/ 548 h 1233"/>
                <a:gd name="T10" fmla="*/ 391 w 1385"/>
                <a:gd name="T11" fmla="*/ 531 h 1233"/>
                <a:gd name="T12" fmla="*/ 427 w 1385"/>
                <a:gd name="T13" fmla="*/ 511 h 1233"/>
                <a:gd name="T14" fmla="*/ 472 w 1385"/>
                <a:gd name="T15" fmla="*/ 482 h 1233"/>
                <a:gd name="T16" fmla="*/ 506 w 1385"/>
                <a:gd name="T17" fmla="*/ 458 h 1233"/>
                <a:gd name="T18" fmla="*/ 526 w 1385"/>
                <a:gd name="T19" fmla="*/ 441 h 1233"/>
                <a:gd name="T20" fmla="*/ 546 w 1385"/>
                <a:gd name="T21" fmla="*/ 423 h 1233"/>
                <a:gd name="T22" fmla="*/ 565 w 1385"/>
                <a:gd name="T23" fmla="*/ 405 h 1233"/>
                <a:gd name="T24" fmla="*/ 584 w 1385"/>
                <a:gd name="T25" fmla="*/ 385 h 1233"/>
                <a:gd name="T26" fmla="*/ 610 w 1385"/>
                <a:gd name="T27" fmla="*/ 353 h 1233"/>
                <a:gd name="T28" fmla="*/ 642 w 1385"/>
                <a:gd name="T29" fmla="*/ 310 h 1233"/>
                <a:gd name="T30" fmla="*/ 671 w 1385"/>
                <a:gd name="T31" fmla="*/ 264 h 1233"/>
                <a:gd name="T32" fmla="*/ 689 w 1385"/>
                <a:gd name="T33" fmla="*/ 228 h 1233"/>
                <a:gd name="T34" fmla="*/ 705 w 1385"/>
                <a:gd name="T35" fmla="*/ 189 h 1233"/>
                <a:gd name="T36" fmla="*/ 723 w 1385"/>
                <a:gd name="T37" fmla="*/ 138 h 1233"/>
                <a:gd name="T38" fmla="*/ 737 w 1385"/>
                <a:gd name="T39" fmla="*/ 84 h 1233"/>
                <a:gd name="T40" fmla="*/ 746 w 1385"/>
                <a:gd name="T41" fmla="*/ 28 h 1233"/>
                <a:gd name="T42" fmla="*/ 748 w 1385"/>
                <a:gd name="T43" fmla="*/ 0 h 1233"/>
                <a:gd name="T44" fmla="*/ 1385 w 1385"/>
                <a:gd name="T45" fmla="*/ 4 h 1233"/>
                <a:gd name="T46" fmla="*/ 1382 w 1385"/>
                <a:gd name="T47" fmla="*/ 66 h 1233"/>
                <a:gd name="T48" fmla="*/ 1375 w 1385"/>
                <a:gd name="T49" fmla="*/ 126 h 1233"/>
                <a:gd name="T50" fmla="*/ 1366 w 1385"/>
                <a:gd name="T51" fmla="*/ 185 h 1233"/>
                <a:gd name="T52" fmla="*/ 1354 w 1385"/>
                <a:gd name="T53" fmla="*/ 245 h 1233"/>
                <a:gd name="T54" fmla="*/ 1339 w 1385"/>
                <a:gd name="T55" fmla="*/ 302 h 1233"/>
                <a:gd name="T56" fmla="*/ 1322 w 1385"/>
                <a:gd name="T57" fmla="*/ 359 h 1233"/>
                <a:gd name="T58" fmla="*/ 1301 w 1385"/>
                <a:gd name="T59" fmla="*/ 414 h 1233"/>
                <a:gd name="T60" fmla="*/ 1279 w 1385"/>
                <a:gd name="T61" fmla="*/ 468 h 1233"/>
                <a:gd name="T62" fmla="*/ 1255 w 1385"/>
                <a:gd name="T63" fmla="*/ 522 h 1233"/>
                <a:gd name="T64" fmla="*/ 1228 w 1385"/>
                <a:gd name="T65" fmla="*/ 573 h 1233"/>
                <a:gd name="T66" fmla="*/ 1200 w 1385"/>
                <a:gd name="T67" fmla="*/ 623 h 1233"/>
                <a:gd name="T68" fmla="*/ 1169 w 1385"/>
                <a:gd name="T69" fmla="*/ 671 h 1233"/>
                <a:gd name="T70" fmla="*/ 1135 w 1385"/>
                <a:gd name="T71" fmla="*/ 719 h 1233"/>
                <a:gd name="T72" fmla="*/ 1099 w 1385"/>
                <a:gd name="T73" fmla="*/ 764 h 1233"/>
                <a:gd name="T74" fmla="*/ 1062 w 1385"/>
                <a:gd name="T75" fmla="*/ 808 h 1233"/>
                <a:gd name="T76" fmla="*/ 1023 w 1385"/>
                <a:gd name="T77" fmla="*/ 851 h 1233"/>
                <a:gd name="T78" fmla="*/ 982 w 1385"/>
                <a:gd name="T79" fmla="*/ 891 h 1233"/>
                <a:gd name="T80" fmla="*/ 939 w 1385"/>
                <a:gd name="T81" fmla="*/ 929 h 1233"/>
                <a:gd name="T82" fmla="*/ 895 w 1385"/>
                <a:gd name="T83" fmla="*/ 965 h 1233"/>
                <a:gd name="T84" fmla="*/ 849 w 1385"/>
                <a:gd name="T85" fmla="*/ 1000 h 1233"/>
                <a:gd name="T86" fmla="*/ 801 w 1385"/>
                <a:gd name="T87" fmla="*/ 1032 h 1233"/>
                <a:gd name="T88" fmla="*/ 752 w 1385"/>
                <a:gd name="T89" fmla="*/ 1063 h 1233"/>
                <a:gd name="T90" fmla="*/ 701 w 1385"/>
                <a:gd name="T91" fmla="*/ 1090 h 1233"/>
                <a:gd name="T92" fmla="*/ 649 w 1385"/>
                <a:gd name="T93" fmla="*/ 1116 h 1233"/>
                <a:gd name="T94" fmla="*/ 595 w 1385"/>
                <a:gd name="T95" fmla="*/ 1139 h 1233"/>
                <a:gd name="T96" fmla="*/ 541 w 1385"/>
                <a:gd name="T97" fmla="*/ 1161 h 1233"/>
                <a:gd name="T98" fmla="*/ 485 w 1385"/>
                <a:gd name="T99" fmla="*/ 1180 h 1233"/>
                <a:gd name="T100" fmla="*/ 428 w 1385"/>
                <a:gd name="T101" fmla="*/ 1196 h 1233"/>
                <a:gd name="T102" fmla="*/ 370 w 1385"/>
                <a:gd name="T103" fmla="*/ 1209 h 1233"/>
                <a:gd name="T104" fmla="*/ 311 w 1385"/>
                <a:gd name="T105" fmla="*/ 1220 h 1233"/>
                <a:gd name="T106" fmla="*/ 251 w 1385"/>
                <a:gd name="T107" fmla="*/ 1228 h 1233"/>
                <a:gd name="T108" fmla="*/ 191 w 1385"/>
                <a:gd name="T109" fmla="*/ 1233 h 12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385" h="1233">
                  <a:moveTo>
                    <a:pt x="191" y="1233"/>
                  </a:moveTo>
                  <a:lnTo>
                    <a:pt x="0" y="903"/>
                  </a:lnTo>
                  <a:lnTo>
                    <a:pt x="194" y="592"/>
                  </a:lnTo>
                  <a:lnTo>
                    <a:pt x="221" y="588"/>
                  </a:lnTo>
                  <a:lnTo>
                    <a:pt x="248" y="582"/>
                  </a:lnTo>
                  <a:lnTo>
                    <a:pt x="262" y="579"/>
                  </a:lnTo>
                  <a:lnTo>
                    <a:pt x="275" y="575"/>
                  </a:lnTo>
                  <a:lnTo>
                    <a:pt x="302" y="567"/>
                  </a:lnTo>
                  <a:lnTo>
                    <a:pt x="327" y="558"/>
                  </a:lnTo>
                  <a:lnTo>
                    <a:pt x="354" y="548"/>
                  </a:lnTo>
                  <a:lnTo>
                    <a:pt x="379" y="537"/>
                  </a:lnTo>
                  <a:lnTo>
                    <a:pt x="391" y="531"/>
                  </a:lnTo>
                  <a:lnTo>
                    <a:pt x="403" y="525"/>
                  </a:lnTo>
                  <a:lnTo>
                    <a:pt x="427" y="511"/>
                  </a:lnTo>
                  <a:lnTo>
                    <a:pt x="450" y="497"/>
                  </a:lnTo>
                  <a:lnTo>
                    <a:pt x="472" y="482"/>
                  </a:lnTo>
                  <a:lnTo>
                    <a:pt x="494" y="467"/>
                  </a:lnTo>
                  <a:lnTo>
                    <a:pt x="506" y="458"/>
                  </a:lnTo>
                  <a:lnTo>
                    <a:pt x="516" y="450"/>
                  </a:lnTo>
                  <a:lnTo>
                    <a:pt x="526" y="441"/>
                  </a:lnTo>
                  <a:lnTo>
                    <a:pt x="536" y="432"/>
                  </a:lnTo>
                  <a:lnTo>
                    <a:pt x="546" y="423"/>
                  </a:lnTo>
                  <a:lnTo>
                    <a:pt x="556" y="414"/>
                  </a:lnTo>
                  <a:lnTo>
                    <a:pt x="565" y="405"/>
                  </a:lnTo>
                  <a:lnTo>
                    <a:pt x="575" y="395"/>
                  </a:lnTo>
                  <a:lnTo>
                    <a:pt x="584" y="385"/>
                  </a:lnTo>
                  <a:lnTo>
                    <a:pt x="593" y="375"/>
                  </a:lnTo>
                  <a:lnTo>
                    <a:pt x="610" y="353"/>
                  </a:lnTo>
                  <a:lnTo>
                    <a:pt x="626" y="332"/>
                  </a:lnTo>
                  <a:lnTo>
                    <a:pt x="642" y="310"/>
                  </a:lnTo>
                  <a:lnTo>
                    <a:pt x="656" y="287"/>
                  </a:lnTo>
                  <a:lnTo>
                    <a:pt x="671" y="264"/>
                  </a:lnTo>
                  <a:lnTo>
                    <a:pt x="683" y="240"/>
                  </a:lnTo>
                  <a:lnTo>
                    <a:pt x="689" y="228"/>
                  </a:lnTo>
                  <a:lnTo>
                    <a:pt x="695" y="215"/>
                  </a:lnTo>
                  <a:lnTo>
                    <a:pt x="705" y="189"/>
                  </a:lnTo>
                  <a:lnTo>
                    <a:pt x="715" y="164"/>
                  </a:lnTo>
                  <a:lnTo>
                    <a:pt x="723" y="138"/>
                  </a:lnTo>
                  <a:lnTo>
                    <a:pt x="731" y="111"/>
                  </a:lnTo>
                  <a:lnTo>
                    <a:pt x="737" y="84"/>
                  </a:lnTo>
                  <a:lnTo>
                    <a:pt x="742" y="57"/>
                  </a:lnTo>
                  <a:lnTo>
                    <a:pt x="746" y="28"/>
                  </a:lnTo>
                  <a:lnTo>
                    <a:pt x="747" y="14"/>
                  </a:lnTo>
                  <a:lnTo>
                    <a:pt x="748" y="0"/>
                  </a:lnTo>
                  <a:lnTo>
                    <a:pt x="1032" y="202"/>
                  </a:lnTo>
                  <a:lnTo>
                    <a:pt x="1385" y="4"/>
                  </a:lnTo>
                  <a:lnTo>
                    <a:pt x="1384" y="36"/>
                  </a:lnTo>
                  <a:lnTo>
                    <a:pt x="1382" y="66"/>
                  </a:lnTo>
                  <a:lnTo>
                    <a:pt x="1379" y="96"/>
                  </a:lnTo>
                  <a:lnTo>
                    <a:pt x="1375" y="126"/>
                  </a:lnTo>
                  <a:lnTo>
                    <a:pt x="1371" y="156"/>
                  </a:lnTo>
                  <a:lnTo>
                    <a:pt x="1366" y="185"/>
                  </a:lnTo>
                  <a:lnTo>
                    <a:pt x="1360" y="216"/>
                  </a:lnTo>
                  <a:lnTo>
                    <a:pt x="1354" y="245"/>
                  </a:lnTo>
                  <a:lnTo>
                    <a:pt x="1347" y="273"/>
                  </a:lnTo>
                  <a:lnTo>
                    <a:pt x="1339" y="302"/>
                  </a:lnTo>
                  <a:lnTo>
                    <a:pt x="1331" y="330"/>
                  </a:lnTo>
                  <a:lnTo>
                    <a:pt x="1322" y="359"/>
                  </a:lnTo>
                  <a:lnTo>
                    <a:pt x="1313" y="387"/>
                  </a:lnTo>
                  <a:lnTo>
                    <a:pt x="1301" y="414"/>
                  </a:lnTo>
                  <a:lnTo>
                    <a:pt x="1291" y="441"/>
                  </a:lnTo>
                  <a:lnTo>
                    <a:pt x="1279" y="468"/>
                  </a:lnTo>
                  <a:lnTo>
                    <a:pt x="1268" y="494"/>
                  </a:lnTo>
                  <a:lnTo>
                    <a:pt x="1255" y="522"/>
                  </a:lnTo>
                  <a:lnTo>
                    <a:pt x="1242" y="547"/>
                  </a:lnTo>
                  <a:lnTo>
                    <a:pt x="1228" y="573"/>
                  </a:lnTo>
                  <a:lnTo>
                    <a:pt x="1214" y="598"/>
                  </a:lnTo>
                  <a:lnTo>
                    <a:pt x="1200" y="623"/>
                  </a:lnTo>
                  <a:lnTo>
                    <a:pt x="1184" y="647"/>
                  </a:lnTo>
                  <a:lnTo>
                    <a:pt x="1169" y="671"/>
                  </a:lnTo>
                  <a:lnTo>
                    <a:pt x="1152" y="696"/>
                  </a:lnTo>
                  <a:lnTo>
                    <a:pt x="1135" y="719"/>
                  </a:lnTo>
                  <a:lnTo>
                    <a:pt x="1117" y="742"/>
                  </a:lnTo>
                  <a:lnTo>
                    <a:pt x="1099" y="764"/>
                  </a:lnTo>
                  <a:lnTo>
                    <a:pt x="1081" y="786"/>
                  </a:lnTo>
                  <a:lnTo>
                    <a:pt x="1062" y="808"/>
                  </a:lnTo>
                  <a:lnTo>
                    <a:pt x="1043" y="829"/>
                  </a:lnTo>
                  <a:lnTo>
                    <a:pt x="1023" y="851"/>
                  </a:lnTo>
                  <a:lnTo>
                    <a:pt x="1003" y="871"/>
                  </a:lnTo>
                  <a:lnTo>
                    <a:pt x="982" y="891"/>
                  </a:lnTo>
                  <a:lnTo>
                    <a:pt x="961" y="910"/>
                  </a:lnTo>
                  <a:lnTo>
                    <a:pt x="939" y="929"/>
                  </a:lnTo>
                  <a:lnTo>
                    <a:pt x="917" y="947"/>
                  </a:lnTo>
                  <a:lnTo>
                    <a:pt x="895" y="965"/>
                  </a:lnTo>
                  <a:lnTo>
                    <a:pt x="872" y="982"/>
                  </a:lnTo>
                  <a:lnTo>
                    <a:pt x="849" y="1000"/>
                  </a:lnTo>
                  <a:lnTo>
                    <a:pt x="826" y="1017"/>
                  </a:lnTo>
                  <a:lnTo>
                    <a:pt x="801" y="1032"/>
                  </a:lnTo>
                  <a:lnTo>
                    <a:pt x="776" y="1048"/>
                  </a:lnTo>
                  <a:lnTo>
                    <a:pt x="752" y="1063"/>
                  </a:lnTo>
                  <a:lnTo>
                    <a:pt x="727" y="1077"/>
                  </a:lnTo>
                  <a:lnTo>
                    <a:pt x="701" y="1090"/>
                  </a:lnTo>
                  <a:lnTo>
                    <a:pt x="676" y="1104"/>
                  </a:lnTo>
                  <a:lnTo>
                    <a:pt x="649" y="1116"/>
                  </a:lnTo>
                  <a:lnTo>
                    <a:pt x="622" y="1128"/>
                  </a:lnTo>
                  <a:lnTo>
                    <a:pt x="595" y="1139"/>
                  </a:lnTo>
                  <a:lnTo>
                    <a:pt x="568" y="1150"/>
                  </a:lnTo>
                  <a:lnTo>
                    <a:pt x="541" y="1161"/>
                  </a:lnTo>
                  <a:lnTo>
                    <a:pt x="514" y="1171"/>
                  </a:lnTo>
                  <a:lnTo>
                    <a:pt x="485" y="1180"/>
                  </a:lnTo>
                  <a:lnTo>
                    <a:pt x="456" y="1188"/>
                  </a:lnTo>
                  <a:lnTo>
                    <a:pt x="428" y="1196"/>
                  </a:lnTo>
                  <a:lnTo>
                    <a:pt x="399" y="1203"/>
                  </a:lnTo>
                  <a:lnTo>
                    <a:pt x="370" y="1209"/>
                  </a:lnTo>
                  <a:lnTo>
                    <a:pt x="340" y="1215"/>
                  </a:lnTo>
                  <a:lnTo>
                    <a:pt x="311" y="1220"/>
                  </a:lnTo>
                  <a:lnTo>
                    <a:pt x="281" y="1224"/>
                  </a:lnTo>
                  <a:lnTo>
                    <a:pt x="251" y="1228"/>
                  </a:lnTo>
                  <a:lnTo>
                    <a:pt x="221" y="1231"/>
                  </a:lnTo>
                  <a:lnTo>
                    <a:pt x="191" y="1233"/>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grpSp>
      <p:sp>
        <p:nvSpPr>
          <p:cNvPr id="54"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3138709">
            <a:off x="5228158" y="2494328"/>
            <a:ext cx="2016224" cy="1814248"/>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00034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dirty="0" smtClean="0">
                <a:solidFill>
                  <a:schemeClr val="bg1"/>
                </a:solidFill>
                <a:latin typeface="微软雅黑" panose="020B0503020204020204" pitchFamily="34" charset="-122"/>
                <a:ea typeface="微软雅黑" panose="020B0503020204020204" pitchFamily="34" charset="-122"/>
              </a:rPr>
              <a:t>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55"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19121756">
            <a:off x="5096155" y="2499823"/>
            <a:ext cx="2016224" cy="1814248"/>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19210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smtClean="0">
                <a:solidFill>
                  <a:schemeClr val="bg1"/>
                </a:solidFill>
                <a:latin typeface="微软雅黑" panose="020B0503020204020204" pitchFamily="34" charset="-122"/>
                <a:ea typeface="微软雅黑" panose="020B0503020204020204" pitchFamily="34" charset="-122"/>
              </a:rPr>
              <a:t>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56"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8374858">
            <a:off x="5229036" y="2697203"/>
            <a:ext cx="2016224" cy="1814248"/>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19210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smtClean="0">
                <a:solidFill>
                  <a:schemeClr val="bg1"/>
                </a:solidFill>
                <a:latin typeface="微软雅黑" panose="020B0503020204020204" pitchFamily="34" charset="-122"/>
                <a:ea typeface="微软雅黑" panose="020B0503020204020204" pitchFamily="34" charset="-122"/>
              </a:rPr>
              <a:t>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57"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rot="13637347">
            <a:off x="5032338" y="2634916"/>
            <a:ext cx="2016224" cy="1814248"/>
          </a:xfrm>
          <a:prstGeom prst="rect">
            <a:avLst/>
          </a:prstGeom>
          <a:noFill/>
          <a:ln>
            <a:noFill/>
          </a:ln>
          <a:scene3d>
            <a:camera prst="orthographicFront">
              <a:rot lat="0" lon="0" rev="0"/>
            </a:camera>
            <a:lightRig rig="threePt" dir="t"/>
          </a:scene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prstTxWarp prst="textArchUp">
              <a:avLst>
                <a:gd name="adj" fmla="val 10003411"/>
              </a:avLst>
            </a:prstTxWarp>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smtClean="0">
                <a:solidFill>
                  <a:schemeClr val="bg1"/>
                </a:solidFill>
                <a:latin typeface="微软雅黑" panose="020B0503020204020204" pitchFamily="34" charset="-122"/>
                <a:ea typeface="微软雅黑" panose="020B0503020204020204" pitchFamily="34" charset="-122"/>
              </a:rPr>
              <a:t>关键字</a:t>
            </a:r>
            <a:endParaRPr lang="zh-CN" altLang="en-US" sz="2400" dirty="0">
              <a:solidFill>
                <a:schemeClr val="bg1"/>
              </a:solidFill>
              <a:latin typeface="微软雅黑" panose="020B0503020204020204" pitchFamily="34" charset="-122"/>
              <a:ea typeface="微软雅黑" panose="020B0503020204020204" pitchFamily="34" charset="-122"/>
            </a:endParaRPr>
          </a:p>
        </p:txBody>
      </p:sp>
      <p:sp>
        <p:nvSpPr>
          <p:cNvPr id="58"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a:off x="5518354" y="3319772"/>
            <a:ext cx="1295400"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80" tIns="34290" rIns="68580" bIns="3429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smtClean="0">
                <a:solidFill>
                  <a:srgbClr val="3F3F3F"/>
                </a:solidFill>
                <a:latin typeface="微软雅黑" panose="020B0503020204020204" pitchFamily="34" charset="-122"/>
                <a:ea typeface="微软雅黑" panose="020B0503020204020204" pitchFamily="34" charset="-122"/>
              </a:rPr>
              <a:t>关键字</a:t>
            </a:r>
            <a:endParaRPr lang="zh-CN" altLang="en-US" sz="2400" b="1" dirty="0">
              <a:solidFill>
                <a:srgbClr val="3F3F3F"/>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465622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 24"/>
          <p:cNvGrpSpPr/>
          <p:nvPr/>
        </p:nvGrpSpPr>
        <p:grpSpPr>
          <a:xfrm>
            <a:off x="4220291" y="1772816"/>
            <a:ext cx="3757710" cy="3741157"/>
            <a:chOff x="407368" y="1567805"/>
            <a:chExt cx="4252935" cy="4234200"/>
          </a:xfrm>
        </p:grpSpPr>
        <p:sp>
          <p:nvSpPr>
            <p:cNvPr id="2" name="饼形 1"/>
            <p:cNvSpPr/>
            <p:nvPr/>
          </p:nvSpPr>
          <p:spPr>
            <a:xfrm>
              <a:off x="508471" y="1641781"/>
              <a:ext cx="4151832" cy="4151828"/>
            </a:xfrm>
            <a:prstGeom prst="pie">
              <a:avLst>
                <a:gd name="adj1" fmla="val 0"/>
                <a:gd name="adj2" fmla="val 5400000"/>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0D0D0D"/>
                </a:solidFill>
                <a:latin typeface="微软雅黑" panose="020B0503020204020204" pitchFamily="34" charset="-122"/>
                <a:ea typeface="微软雅黑" panose="020B0503020204020204" pitchFamily="34" charset="-122"/>
              </a:endParaRPr>
            </a:p>
          </p:txBody>
        </p:sp>
        <p:sp>
          <p:nvSpPr>
            <p:cNvPr id="3" name="饼形 2"/>
            <p:cNvSpPr/>
            <p:nvPr/>
          </p:nvSpPr>
          <p:spPr>
            <a:xfrm flipV="1">
              <a:off x="508471" y="1568217"/>
              <a:ext cx="4151832" cy="4151828"/>
            </a:xfrm>
            <a:prstGeom prst="pie">
              <a:avLst>
                <a:gd name="adj1" fmla="val 0"/>
                <a:gd name="adj2" fmla="val 5400000"/>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0D0D0D"/>
                </a:solidFill>
                <a:latin typeface="微软雅黑" panose="020B0503020204020204" pitchFamily="34" charset="-122"/>
                <a:ea typeface="微软雅黑" panose="020B0503020204020204" pitchFamily="34" charset="-122"/>
              </a:endParaRPr>
            </a:p>
          </p:txBody>
        </p:sp>
        <p:sp>
          <p:nvSpPr>
            <p:cNvPr id="4" name="饼形 3"/>
            <p:cNvSpPr/>
            <p:nvPr/>
          </p:nvSpPr>
          <p:spPr>
            <a:xfrm flipH="1">
              <a:off x="407368" y="1650177"/>
              <a:ext cx="4151832" cy="4151828"/>
            </a:xfrm>
            <a:prstGeom prst="pie">
              <a:avLst>
                <a:gd name="adj1" fmla="val 0"/>
                <a:gd name="adj2" fmla="val 5400000"/>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0D0D0D"/>
                </a:solidFill>
                <a:latin typeface="微软雅黑" panose="020B0503020204020204" pitchFamily="34" charset="-122"/>
                <a:ea typeface="微软雅黑" panose="020B0503020204020204" pitchFamily="34" charset="-122"/>
              </a:endParaRPr>
            </a:p>
          </p:txBody>
        </p:sp>
        <p:sp>
          <p:nvSpPr>
            <p:cNvPr id="5" name="饼形 4"/>
            <p:cNvSpPr/>
            <p:nvPr/>
          </p:nvSpPr>
          <p:spPr>
            <a:xfrm flipH="1" flipV="1">
              <a:off x="407368" y="1567805"/>
              <a:ext cx="4151832" cy="4151828"/>
            </a:xfrm>
            <a:prstGeom prst="pie">
              <a:avLst>
                <a:gd name="adj1" fmla="val 0"/>
                <a:gd name="adj2" fmla="val 5400000"/>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srgbClr val="0D0D0D"/>
                </a:solidFill>
                <a:latin typeface="微软雅黑" panose="020B0503020204020204" pitchFamily="34" charset="-122"/>
                <a:ea typeface="微软雅黑" panose="020B0503020204020204" pitchFamily="34" charset="-122"/>
              </a:endParaRPr>
            </a:p>
          </p:txBody>
        </p:sp>
        <p:sp>
          <p:nvSpPr>
            <p:cNvPr id="6" name="椭圆 5"/>
            <p:cNvSpPr/>
            <p:nvPr/>
          </p:nvSpPr>
          <p:spPr>
            <a:xfrm>
              <a:off x="1495817" y="2682134"/>
              <a:ext cx="2071132" cy="2071132"/>
            </a:xfrm>
            <a:prstGeom prst="ellipse">
              <a:avLst/>
            </a:prstGeom>
            <a:solidFill>
              <a:schemeClr val="bg1"/>
            </a:solidFill>
            <a:ln w="38100">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zh-CN" altLang="en-US" sz="3600" b="1" dirty="0">
                  <a:solidFill>
                    <a:srgbClr val="0D0D0D"/>
                  </a:solidFill>
                  <a:latin typeface="微软雅黑" panose="020B0503020204020204" pitchFamily="34" charset="-122"/>
                  <a:ea typeface="微软雅黑" panose="020B0503020204020204" pitchFamily="34" charset="-122"/>
                </a:rPr>
                <a:t>价值</a:t>
              </a:r>
            </a:p>
          </p:txBody>
        </p:sp>
        <p:sp>
          <p:nvSpPr>
            <p:cNvPr id="7" name="文本框 6"/>
            <p:cNvSpPr txBox="1"/>
            <p:nvPr/>
          </p:nvSpPr>
          <p:spPr>
            <a:xfrm>
              <a:off x="3211770" y="4358600"/>
              <a:ext cx="1008433" cy="801178"/>
            </a:xfrm>
            <a:prstGeom prst="rect">
              <a:avLst/>
            </a:prstGeom>
            <a:noFill/>
          </p:spPr>
          <p:txBody>
            <a:bodyPr wrap="square" rtlCol="0">
              <a:spAutoFit/>
            </a:bodyPr>
            <a:lstStyle/>
            <a:p>
              <a:r>
                <a:rPr lang="zh-CN" altLang="en-US" sz="2000" dirty="0">
                  <a:solidFill>
                    <a:schemeClr val="bg1"/>
                  </a:solidFill>
                  <a:latin typeface="微软雅黑" panose="020B0503020204020204" pitchFamily="34" charset="-122"/>
                  <a:ea typeface="微软雅黑" panose="020B0503020204020204" pitchFamily="34" charset="-122"/>
                </a:rPr>
                <a:t>智慧银行</a:t>
              </a:r>
            </a:p>
          </p:txBody>
        </p:sp>
        <p:sp>
          <p:nvSpPr>
            <p:cNvPr id="8" name="文本框 7"/>
            <p:cNvSpPr txBox="1"/>
            <p:nvPr/>
          </p:nvSpPr>
          <p:spPr>
            <a:xfrm>
              <a:off x="3211770" y="2157603"/>
              <a:ext cx="912563" cy="801178"/>
            </a:xfrm>
            <a:prstGeom prst="rect">
              <a:avLst/>
            </a:prstGeom>
            <a:noFill/>
          </p:spPr>
          <p:txBody>
            <a:bodyPr wrap="square" rtlCol="0">
              <a:spAutoFit/>
            </a:bodyPr>
            <a:lstStyle/>
            <a:p>
              <a:pPr lvl="0"/>
              <a:r>
                <a:rPr lang="zh-CN" altLang="en-US" sz="2000" dirty="0">
                  <a:solidFill>
                    <a:schemeClr val="bg1"/>
                  </a:solidFill>
                  <a:latin typeface="微软雅黑" panose="020B0503020204020204" pitchFamily="34" charset="-122"/>
                  <a:ea typeface="微软雅黑" panose="020B0503020204020204" pitchFamily="34" charset="-122"/>
                </a:rPr>
                <a:t>流程银行</a:t>
              </a:r>
            </a:p>
          </p:txBody>
        </p:sp>
        <p:sp>
          <p:nvSpPr>
            <p:cNvPr id="9" name="文本框 8"/>
            <p:cNvSpPr txBox="1"/>
            <p:nvPr/>
          </p:nvSpPr>
          <p:spPr>
            <a:xfrm>
              <a:off x="1062799" y="2157603"/>
              <a:ext cx="1444225" cy="801178"/>
            </a:xfrm>
            <a:prstGeom prst="rect">
              <a:avLst/>
            </a:prstGeom>
            <a:noFill/>
          </p:spPr>
          <p:txBody>
            <a:bodyPr wrap="square" rtlCol="0">
              <a:spAutoFit/>
            </a:bodyPr>
            <a:lstStyle/>
            <a:p>
              <a:pPr lvl="0"/>
              <a:r>
                <a:rPr lang="zh-CN" altLang="en-US" sz="2000" dirty="0">
                  <a:solidFill>
                    <a:schemeClr val="bg1"/>
                  </a:solidFill>
                  <a:latin typeface="微软雅黑" panose="020B0503020204020204" pitchFamily="34" charset="-122"/>
                  <a:ea typeface="微软雅黑" panose="020B0503020204020204" pitchFamily="34" charset="-122"/>
                </a:rPr>
                <a:t>安全</a:t>
              </a:r>
              <a:endParaRPr lang="en-US" altLang="zh-CN" sz="2000" dirty="0">
                <a:solidFill>
                  <a:schemeClr val="bg1"/>
                </a:solidFill>
                <a:latin typeface="微软雅黑" panose="020B0503020204020204" pitchFamily="34" charset="-122"/>
                <a:ea typeface="微软雅黑" panose="020B0503020204020204" pitchFamily="34" charset="-122"/>
              </a:endParaRPr>
            </a:p>
            <a:p>
              <a:pPr lvl="0"/>
              <a:r>
                <a:rPr lang="zh-CN" altLang="en-US" sz="2000" dirty="0">
                  <a:solidFill>
                    <a:schemeClr val="bg1"/>
                  </a:solidFill>
                  <a:latin typeface="微软雅黑" panose="020B0503020204020204" pitchFamily="34" charset="-122"/>
                  <a:ea typeface="微软雅黑" panose="020B0503020204020204" pitchFamily="34" charset="-122"/>
                </a:rPr>
                <a:t>银行</a:t>
              </a:r>
            </a:p>
          </p:txBody>
        </p:sp>
        <p:sp>
          <p:nvSpPr>
            <p:cNvPr id="10" name="文本框 9"/>
            <p:cNvSpPr txBox="1"/>
            <p:nvPr/>
          </p:nvSpPr>
          <p:spPr>
            <a:xfrm>
              <a:off x="1062799" y="4358600"/>
              <a:ext cx="912563" cy="801178"/>
            </a:xfrm>
            <a:prstGeom prst="rect">
              <a:avLst/>
            </a:prstGeom>
            <a:noFill/>
          </p:spPr>
          <p:txBody>
            <a:bodyPr wrap="square" rtlCol="0">
              <a:spAutoFit/>
            </a:bodyPr>
            <a:lstStyle/>
            <a:p>
              <a:pPr lvl="0"/>
              <a:r>
                <a:rPr lang="zh-CN" altLang="en-US" sz="2000" dirty="0">
                  <a:solidFill>
                    <a:schemeClr val="bg1"/>
                  </a:solidFill>
                  <a:latin typeface="微软雅黑" panose="020B0503020204020204" pitchFamily="34" charset="-122"/>
                  <a:ea typeface="微软雅黑" panose="020B0503020204020204" pitchFamily="34" charset="-122"/>
                </a:rPr>
                <a:t>开放银行</a:t>
              </a:r>
            </a:p>
          </p:txBody>
        </p:sp>
      </p:grpSp>
      <p:sp>
        <p:nvSpPr>
          <p:cNvPr id="24" name="标题 23"/>
          <p:cNvSpPr>
            <a:spLocks noGrp="1"/>
          </p:cNvSpPr>
          <p:nvPr>
            <p:ph type="title"/>
          </p:nvPr>
        </p:nvSpPr>
        <p:spPr>
          <a:prstGeom prst="rect">
            <a:avLst/>
          </a:prstGeom>
        </p:spPr>
        <p:txBody>
          <a:bodyPr anchor="ctr"/>
          <a:lstStyle/>
          <a:p>
            <a:r>
              <a:rPr lang="zh-CN" altLang="en-US" sz="3200" b="1" dirty="0">
                <a:latin typeface="Microsoft YaHei" charset="-122"/>
                <a:ea typeface="Microsoft YaHei" charset="-122"/>
                <a:cs typeface="Microsoft YaHei" charset="-122"/>
              </a:rPr>
              <a:t>构建“四个银行”</a:t>
            </a:r>
          </a:p>
        </p:txBody>
      </p:sp>
      <p:grpSp>
        <p:nvGrpSpPr>
          <p:cNvPr id="21" name="组 20"/>
          <p:cNvGrpSpPr/>
          <p:nvPr/>
        </p:nvGrpSpPr>
        <p:grpSpPr>
          <a:xfrm>
            <a:off x="8301546" y="1854454"/>
            <a:ext cx="3240000" cy="1397890"/>
            <a:chOff x="7573558" y="1789204"/>
            <a:chExt cx="3240000" cy="1397890"/>
          </a:xfrm>
        </p:grpSpPr>
        <p:grpSp>
          <p:nvGrpSpPr>
            <p:cNvPr id="2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6" name="矩形 25">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8" name="矩形 27">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6" name="组 35"/>
          <p:cNvGrpSpPr/>
          <p:nvPr/>
        </p:nvGrpSpPr>
        <p:grpSpPr>
          <a:xfrm>
            <a:off x="682692" y="1854454"/>
            <a:ext cx="3240000" cy="1397890"/>
            <a:chOff x="7573558" y="1789204"/>
            <a:chExt cx="3240000" cy="1397890"/>
          </a:xfrm>
        </p:grpSpPr>
        <p:grpSp>
          <p:nvGrpSpPr>
            <p:cNvPr id="3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9" name="矩形 3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0" name="矩形 3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3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46" name="组 45"/>
          <p:cNvGrpSpPr/>
          <p:nvPr/>
        </p:nvGrpSpPr>
        <p:grpSpPr>
          <a:xfrm>
            <a:off x="8301546" y="4195965"/>
            <a:ext cx="3240000" cy="1397890"/>
            <a:chOff x="7573558" y="1789204"/>
            <a:chExt cx="3240000" cy="1397890"/>
          </a:xfrm>
        </p:grpSpPr>
        <p:grpSp>
          <p:nvGrpSpPr>
            <p:cNvPr id="4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49" name="矩形 4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50" name="矩形 4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4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51" name="组 50"/>
          <p:cNvGrpSpPr/>
          <p:nvPr/>
        </p:nvGrpSpPr>
        <p:grpSpPr>
          <a:xfrm>
            <a:off x="682692" y="4195965"/>
            <a:ext cx="3240000" cy="1397890"/>
            <a:chOff x="7573558" y="1789204"/>
            <a:chExt cx="3240000" cy="1397890"/>
          </a:xfrm>
        </p:grpSpPr>
        <p:grpSp>
          <p:nvGrpSpPr>
            <p:cNvPr id="5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54" name="矩形 5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55" name="矩形 5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5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7430293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sp>
        <p:nvSpPr>
          <p:cNvPr id="3" name="TextBox 17">
            <a:extLst>
              <a:ext uri="{FF2B5EF4-FFF2-40B4-BE49-F238E27FC236}">
                <a16:creationId xmlns="" xmlns:a16="http://schemas.microsoft.com/office/drawing/2014/main" id="{F34705C8-B224-4AC3-B19D-F9DAD97FCF7D}"/>
              </a:ext>
            </a:extLst>
          </p:cNvPr>
          <p:cNvSpPr txBox="1"/>
          <p:nvPr/>
        </p:nvSpPr>
        <p:spPr>
          <a:xfrm>
            <a:off x="5472255" y="3047496"/>
            <a:ext cx="1247490" cy="861774"/>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smtClean="0">
                <a:ln>
                  <a:noFill/>
                </a:ln>
                <a:solidFill>
                  <a:srgbClr val="141735"/>
                </a:solidFill>
                <a:effectLst/>
                <a:uLnTx/>
                <a:uFillTx/>
                <a:latin typeface="微软雅黑" pitchFamily="34" charset="-122"/>
                <a:ea typeface="微软雅黑" pitchFamily="34" charset="-122"/>
              </a:rPr>
              <a:t>添加</a:t>
            </a:r>
            <a:endParaRPr kumimoji="0" lang="en-US" altLang="zh-CN" sz="2800" b="1" i="0" u="none" strike="noStrike" kern="0" cap="none" spc="0" normalizeH="0" baseline="0" noProof="0" dirty="0" smtClean="0">
              <a:ln>
                <a:noFill/>
              </a:ln>
              <a:solidFill>
                <a:srgbClr val="141735"/>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smtClean="0">
                <a:ln>
                  <a:noFill/>
                </a:ln>
                <a:solidFill>
                  <a:srgbClr val="141735"/>
                </a:solidFill>
                <a:effectLst/>
                <a:uLnTx/>
                <a:uFillTx/>
                <a:latin typeface="微软雅黑" pitchFamily="34" charset="-122"/>
                <a:ea typeface="微软雅黑" pitchFamily="34" charset="-122"/>
              </a:rPr>
              <a:t>标题</a:t>
            </a:r>
            <a:endParaRPr kumimoji="0" lang="zh-CN" altLang="en-US" sz="2800" b="1" i="0" u="none" strike="noStrike" kern="0" cap="none" spc="0" normalizeH="0" baseline="0" noProof="0" dirty="0">
              <a:ln>
                <a:noFill/>
              </a:ln>
              <a:solidFill>
                <a:srgbClr val="141735"/>
              </a:solidFill>
              <a:effectLst/>
              <a:uLnTx/>
              <a:uFillTx/>
              <a:latin typeface="微软雅黑" pitchFamily="34" charset="-122"/>
              <a:ea typeface="微软雅黑" pitchFamily="34" charset="-122"/>
            </a:endParaRPr>
          </a:p>
        </p:txBody>
      </p:sp>
      <p:grpSp>
        <p:nvGrpSpPr>
          <p:cNvPr id="4" name="组合 20">
            <a:extLst>
              <a:ext uri="{FF2B5EF4-FFF2-40B4-BE49-F238E27FC236}">
                <a16:creationId xmlns="" xmlns:a16="http://schemas.microsoft.com/office/drawing/2014/main" id="{2AAD9E8F-D927-451D-80F8-3CB973A58FC6}"/>
              </a:ext>
            </a:extLst>
          </p:cNvPr>
          <p:cNvGrpSpPr>
            <a:grpSpLocks/>
          </p:cNvGrpSpPr>
          <p:nvPr/>
        </p:nvGrpSpPr>
        <p:grpSpPr>
          <a:xfrm>
            <a:off x="4655840" y="2060848"/>
            <a:ext cx="2880000" cy="2880000"/>
            <a:chOff x="3325813" y="1973262"/>
            <a:chExt cx="2492375" cy="2501901"/>
          </a:xfrm>
          <a:solidFill>
            <a:srgbClr val="5059AC"/>
          </a:solidFill>
        </p:grpSpPr>
        <p:sp>
          <p:nvSpPr>
            <p:cNvPr id="5" name="Freeform 5">
              <a:extLst>
                <a:ext uri="{FF2B5EF4-FFF2-40B4-BE49-F238E27FC236}">
                  <a16:creationId xmlns="" xmlns:a16="http://schemas.microsoft.com/office/drawing/2014/main" id="{0C192C84-2F89-45A7-BF3D-62F16661A974}"/>
                </a:ext>
              </a:extLst>
            </p:cNvPr>
            <p:cNvSpPr>
              <a:spLocks/>
            </p:cNvSpPr>
            <p:nvPr/>
          </p:nvSpPr>
          <p:spPr bwMode="auto">
            <a:xfrm>
              <a:off x="3325813" y="3276600"/>
              <a:ext cx="1193800" cy="1198563"/>
            </a:xfrm>
            <a:custGeom>
              <a:avLst/>
              <a:gdLst>
                <a:gd name="T0" fmla="*/ 1809 w 4497"/>
                <a:gd name="T1" fmla="*/ 3511 h 4497"/>
                <a:gd name="T2" fmla="*/ 986 w 4497"/>
                <a:gd name="T3" fmla="*/ 3511 h 4497"/>
                <a:gd name="T4" fmla="*/ 986 w 4497"/>
                <a:gd name="T5" fmla="*/ 2687 h 4497"/>
                <a:gd name="T6" fmla="*/ 0 w 4497"/>
                <a:gd name="T7" fmla="*/ 0 h 4497"/>
                <a:gd name="T8" fmla="*/ 1873 w 4497"/>
                <a:gd name="T9" fmla="*/ 0 h 4497"/>
                <a:gd name="T10" fmla="*/ 2721 w 4497"/>
                <a:gd name="T11" fmla="*/ 1776 h 4497"/>
                <a:gd name="T12" fmla="*/ 4497 w 4497"/>
                <a:gd name="T13" fmla="*/ 2624 h 4497"/>
                <a:gd name="T14" fmla="*/ 4497 w 4497"/>
                <a:gd name="T15" fmla="*/ 4497 h 4497"/>
                <a:gd name="T16" fmla="*/ 1809 w 4497"/>
                <a:gd name="T17" fmla="*/ 3511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1809" y="3511"/>
                  </a:moveTo>
                  <a:lnTo>
                    <a:pt x="986" y="3511"/>
                  </a:lnTo>
                  <a:lnTo>
                    <a:pt x="986" y="2687"/>
                  </a:lnTo>
                  <a:cubicBezTo>
                    <a:pt x="369" y="1896"/>
                    <a:pt x="40" y="953"/>
                    <a:pt x="0" y="0"/>
                  </a:cubicBezTo>
                  <a:lnTo>
                    <a:pt x="1873" y="0"/>
                  </a:lnTo>
                  <a:cubicBezTo>
                    <a:pt x="1938" y="644"/>
                    <a:pt x="2222" y="1276"/>
                    <a:pt x="2721" y="1776"/>
                  </a:cubicBezTo>
                  <a:cubicBezTo>
                    <a:pt x="3221" y="2275"/>
                    <a:pt x="3853" y="2558"/>
                    <a:pt x="4497" y="2624"/>
                  </a:cubicBezTo>
                  <a:lnTo>
                    <a:pt x="4497" y="4497"/>
                  </a:lnTo>
                  <a:cubicBezTo>
                    <a:pt x="3544" y="4457"/>
                    <a:pt x="2601" y="4128"/>
                    <a:pt x="1809" y="3511"/>
                  </a:cubicBezTo>
                  <a:close/>
                </a:path>
              </a:pathLst>
            </a:custGeom>
            <a:solidFill>
              <a:srgbClr val="4372C4"/>
            </a:solidFill>
            <a:ln>
              <a:noFill/>
            </a:ln>
          </p:spPr>
          <p:txBody>
            <a:bodyPr vert="horz" wrap="square" lIns="121856" tIns="60928" rIns="121856" bIns="60928"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86"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6" name="Freeform 6">
              <a:extLst>
                <a:ext uri="{FF2B5EF4-FFF2-40B4-BE49-F238E27FC236}">
                  <a16:creationId xmlns="" xmlns:a16="http://schemas.microsoft.com/office/drawing/2014/main" id="{8B1D3985-7A93-435C-92AB-0E7FE3665E29}"/>
                </a:ext>
              </a:extLst>
            </p:cNvPr>
            <p:cNvSpPr>
              <a:spLocks/>
            </p:cNvSpPr>
            <p:nvPr/>
          </p:nvSpPr>
          <p:spPr bwMode="auto">
            <a:xfrm>
              <a:off x="3325814" y="1973262"/>
              <a:ext cx="1193800" cy="1196975"/>
            </a:xfrm>
            <a:custGeom>
              <a:avLst/>
              <a:gdLst>
                <a:gd name="T0" fmla="*/ 986 w 4497"/>
                <a:gd name="T1" fmla="*/ 1809 h 4497"/>
                <a:gd name="T2" fmla="*/ 986 w 4497"/>
                <a:gd name="T3" fmla="*/ 986 h 4497"/>
                <a:gd name="T4" fmla="*/ 1809 w 4497"/>
                <a:gd name="T5" fmla="*/ 986 h 4497"/>
                <a:gd name="T6" fmla="*/ 4497 w 4497"/>
                <a:gd name="T7" fmla="*/ 0 h 4497"/>
                <a:gd name="T8" fmla="*/ 4497 w 4497"/>
                <a:gd name="T9" fmla="*/ 1861 h 4497"/>
                <a:gd name="T10" fmla="*/ 2659 w 4497"/>
                <a:gd name="T11" fmla="*/ 2659 h 4497"/>
                <a:gd name="T12" fmla="*/ 1861 w 4497"/>
                <a:gd name="T13" fmla="*/ 4497 h 4497"/>
                <a:gd name="T14" fmla="*/ 0 w 4497"/>
                <a:gd name="T15" fmla="*/ 4497 h 4497"/>
                <a:gd name="T16" fmla="*/ 986 w 4497"/>
                <a:gd name="T17" fmla="*/ 1809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986" y="1809"/>
                  </a:moveTo>
                  <a:lnTo>
                    <a:pt x="986" y="986"/>
                  </a:lnTo>
                  <a:lnTo>
                    <a:pt x="1809" y="986"/>
                  </a:lnTo>
                  <a:cubicBezTo>
                    <a:pt x="2601" y="369"/>
                    <a:pt x="3544" y="40"/>
                    <a:pt x="4497" y="0"/>
                  </a:cubicBezTo>
                  <a:lnTo>
                    <a:pt x="4497" y="1861"/>
                  </a:lnTo>
                  <a:cubicBezTo>
                    <a:pt x="3824" y="1887"/>
                    <a:pt x="3165" y="2152"/>
                    <a:pt x="2659" y="2659"/>
                  </a:cubicBezTo>
                  <a:cubicBezTo>
                    <a:pt x="2152" y="3165"/>
                    <a:pt x="1887" y="3824"/>
                    <a:pt x="1861" y="4497"/>
                  </a:cubicBezTo>
                  <a:lnTo>
                    <a:pt x="0" y="4497"/>
                  </a:lnTo>
                  <a:cubicBezTo>
                    <a:pt x="40" y="3544"/>
                    <a:pt x="369" y="2601"/>
                    <a:pt x="986" y="1809"/>
                  </a:cubicBezTo>
                  <a:close/>
                </a:path>
              </a:pathLst>
            </a:custGeom>
            <a:solidFill>
              <a:srgbClr val="4372C4"/>
            </a:solidFill>
            <a:ln>
              <a:noFill/>
            </a:ln>
          </p:spPr>
          <p:txBody>
            <a:bodyPr vert="horz" wrap="square" lIns="121856" tIns="60928" rIns="121856" bIns="60928"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86"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7" name="Freeform 7">
              <a:extLst>
                <a:ext uri="{FF2B5EF4-FFF2-40B4-BE49-F238E27FC236}">
                  <a16:creationId xmlns="" xmlns:a16="http://schemas.microsoft.com/office/drawing/2014/main" id="{09E0DCDA-CF41-492E-9E38-50115A0D0054}"/>
                </a:ext>
              </a:extLst>
            </p:cNvPr>
            <p:cNvSpPr>
              <a:spLocks/>
            </p:cNvSpPr>
            <p:nvPr/>
          </p:nvSpPr>
          <p:spPr bwMode="auto">
            <a:xfrm>
              <a:off x="4624388" y="3276600"/>
              <a:ext cx="1193800" cy="1198563"/>
            </a:xfrm>
            <a:custGeom>
              <a:avLst/>
              <a:gdLst>
                <a:gd name="T0" fmla="*/ 3511 w 4497"/>
                <a:gd name="T1" fmla="*/ 3511 h 4497"/>
                <a:gd name="T2" fmla="*/ 2687 w 4497"/>
                <a:gd name="T3" fmla="*/ 3511 h 4497"/>
                <a:gd name="T4" fmla="*/ 0 w 4497"/>
                <a:gd name="T5" fmla="*/ 4497 h 4497"/>
                <a:gd name="T6" fmla="*/ 0 w 4497"/>
                <a:gd name="T7" fmla="*/ 2636 h 4497"/>
                <a:gd name="T8" fmla="*/ 1838 w 4497"/>
                <a:gd name="T9" fmla="*/ 1838 h 4497"/>
                <a:gd name="T10" fmla="*/ 2636 w 4497"/>
                <a:gd name="T11" fmla="*/ 0 h 4497"/>
                <a:gd name="T12" fmla="*/ 4497 w 4497"/>
                <a:gd name="T13" fmla="*/ 0 h 4497"/>
                <a:gd name="T14" fmla="*/ 3511 w 4497"/>
                <a:gd name="T15" fmla="*/ 2687 h 4497"/>
                <a:gd name="T16" fmla="*/ 3511 w 4497"/>
                <a:gd name="T17" fmla="*/ 3511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3511" y="3511"/>
                  </a:moveTo>
                  <a:lnTo>
                    <a:pt x="2687" y="3511"/>
                  </a:lnTo>
                  <a:cubicBezTo>
                    <a:pt x="1896" y="4128"/>
                    <a:pt x="953" y="4457"/>
                    <a:pt x="0" y="4497"/>
                  </a:cubicBezTo>
                  <a:lnTo>
                    <a:pt x="0" y="2636"/>
                  </a:lnTo>
                  <a:cubicBezTo>
                    <a:pt x="673" y="2610"/>
                    <a:pt x="1332" y="2345"/>
                    <a:pt x="1838" y="1838"/>
                  </a:cubicBezTo>
                  <a:cubicBezTo>
                    <a:pt x="2345" y="1332"/>
                    <a:pt x="2610" y="673"/>
                    <a:pt x="2636" y="0"/>
                  </a:cubicBezTo>
                  <a:lnTo>
                    <a:pt x="4497" y="0"/>
                  </a:lnTo>
                  <a:cubicBezTo>
                    <a:pt x="4457" y="953"/>
                    <a:pt x="4128" y="1896"/>
                    <a:pt x="3511" y="2687"/>
                  </a:cubicBezTo>
                  <a:lnTo>
                    <a:pt x="3511" y="3511"/>
                  </a:lnTo>
                  <a:close/>
                </a:path>
              </a:pathLst>
            </a:custGeom>
            <a:solidFill>
              <a:srgbClr val="4372C4"/>
            </a:solidFill>
            <a:ln>
              <a:noFill/>
            </a:ln>
          </p:spPr>
          <p:txBody>
            <a:bodyPr vert="horz" wrap="square" lIns="121856" tIns="60928" rIns="121856" bIns="60928"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86"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8" name="Freeform 8">
              <a:extLst>
                <a:ext uri="{FF2B5EF4-FFF2-40B4-BE49-F238E27FC236}">
                  <a16:creationId xmlns="" xmlns:a16="http://schemas.microsoft.com/office/drawing/2014/main" id="{E1C98837-2855-4F21-886E-0BAF7BE54256}"/>
                </a:ext>
              </a:extLst>
            </p:cNvPr>
            <p:cNvSpPr>
              <a:spLocks/>
            </p:cNvSpPr>
            <p:nvPr/>
          </p:nvSpPr>
          <p:spPr bwMode="auto">
            <a:xfrm>
              <a:off x="4624388" y="1973262"/>
              <a:ext cx="1193800" cy="1196975"/>
            </a:xfrm>
            <a:custGeom>
              <a:avLst/>
              <a:gdLst>
                <a:gd name="T0" fmla="*/ 3511 w 4497"/>
                <a:gd name="T1" fmla="*/ 1809 h 4497"/>
                <a:gd name="T2" fmla="*/ 4497 w 4497"/>
                <a:gd name="T3" fmla="*/ 4497 h 4497"/>
                <a:gd name="T4" fmla="*/ 2624 w 4497"/>
                <a:gd name="T5" fmla="*/ 4497 h 4497"/>
                <a:gd name="T6" fmla="*/ 1776 w 4497"/>
                <a:gd name="T7" fmla="*/ 2721 h 4497"/>
                <a:gd name="T8" fmla="*/ 0 w 4497"/>
                <a:gd name="T9" fmla="*/ 1873 h 4497"/>
                <a:gd name="T10" fmla="*/ 0 w 4497"/>
                <a:gd name="T11" fmla="*/ 0 h 4497"/>
                <a:gd name="T12" fmla="*/ 2687 w 4497"/>
                <a:gd name="T13" fmla="*/ 986 h 4497"/>
                <a:gd name="T14" fmla="*/ 3511 w 4497"/>
                <a:gd name="T15" fmla="*/ 986 h 4497"/>
                <a:gd name="T16" fmla="*/ 3511 w 4497"/>
                <a:gd name="T17" fmla="*/ 1809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3511" y="1809"/>
                  </a:moveTo>
                  <a:cubicBezTo>
                    <a:pt x="4128" y="2601"/>
                    <a:pt x="4457" y="3544"/>
                    <a:pt x="4497" y="4497"/>
                  </a:cubicBezTo>
                  <a:lnTo>
                    <a:pt x="2624" y="4497"/>
                  </a:lnTo>
                  <a:cubicBezTo>
                    <a:pt x="2558" y="3853"/>
                    <a:pt x="2275" y="3221"/>
                    <a:pt x="1776" y="2721"/>
                  </a:cubicBezTo>
                  <a:cubicBezTo>
                    <a:pt x="1276" y="2222"/>
                    <a:pt x="644" y="1938"/>
                    <a:pt x="0" y="1873"/>
                  </a:cubicBezTo>
                  <a:lnTo>
                    <a:pt x="0" y="0"/>
                  </a:lnTo>
                  <a:cubicBezTo>
                    <a:pt x="953" y="40"/>
                    <a:pt x="1896" y="369"/>
                    <a:pt x="2687" y="986"/>
                  </a:cubicBezTo>
                  <a:lnTo>
                    <a:pt x="3511" y="986"/>
                  </a:lnTo>
                  <a:lnTo>
                    <a:pt x="3511" y="1809"/>
                  </a:lnTo>
                  <a:close/>
                </a:path>
              </a:pathLst>
            </a:custGeom>
            <a:solidFill>
              <a:srgbClr val="4372C4"/>
            </a:solidFill>
            <a:ln>
              <a:noFill/>
            </a:ln>
          </p:spPr>
          <p:txBody>
            <a:bodyPr vert="horz" wrap="square" lIns="121856" tIns="60928" rIns="121856" bIns="60928"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86"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9" name="TextBox 50">
              <a:extLst>
                <a:ext uri="{FF2B5EF4-FFF2-40B4-BE49-F238E27FC236}">
                  <a16:creationId xmlns="" xmlns:a16="http://schemas.microsoft.com/office/drawing/2014/main" id="{7A20440F-D956-4740-9CB4-AC13CD8F563F}"/>
                </a:ext>
              </a:extLst>
            </p:cNvPr>
            <p:cNvSpPr txBox="1"/>
            <p:nvPr/>
          </p:nvSpPr>
          <p:spPr>
            <a:xfrm>
              <a:off x="3786883" y="2348629"/>
              <a:ext cx="144016" cy="338683"/>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1</a:t>
              </a:r>
              <a:endParaRPr kumimoji="0" lang="zh-CN" altLang="en-US"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0" name="TextBox 36">
              <a:extLst>
                <a:ext uri="{FF2B5EF4-FFF2-40B4-BE49-F238E27FC236}">
                  <a16:creationId xmlns="" xmlns:a16="http://schemas.microsoft.com/office/drawing/2014/main" id="{6E870D57-B7C2-4AE0-BFE9-91DED6F265FB}"/>
                </a:ext>
              </a:extLst>
            </p:cNvPr>
            <p:cNvSpPr txBox="1"/>
            <p:nvPr/>
          </p:nvSpPr>
          <p:spPr>
            <a:xfrm>
              <a:off x="5251579" y="2348629"/>
              <a:ext cx="144016" cy="338683"/>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2</a:t>
              </a:r>
              <a:endParaRPr kumimoji="0" lang="zh-CN" altLang="en-US"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1" name="TextBox 34">
              <a:extLst>
                <a:ext uri="{FF2B5EF4-FFF2-40B4-BE49-F238E27FC236}">
                  <a16:creationId xmlns="" xmlns:a16="http://schemas.microsoft.com/office/drawing/2014/main" id="{4D7DB7AF-454E-41C8-A19A-23EFCE986C27}"/>
                </a:ext>
              </a:extLst>
            </p:cNvPr>
            <p:cNvSpPr txBox="1"/>
            <p:nvPr/>
          </p:nvSpPr>
          <p:spPr>
            <a:xfrm>
              <a:off x="3786883" y="3767794"/>
              <a:ext cx="144016" cy="338683"/>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4</a:t>
              </a:r>
              <a:endParaRPr kumimoji="0" lang="zh-CN" altLang="en-US"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2" name="TextBox 32">
              <a:extLst>
                <a:ext uri="{FF2B5EF4-FFF2-40B4-BE49-F238E27FC236}">
                  <a16:creationId xmlns="" xmlns:a16="http://schemas.microsoft.com/office/drawing/2014/main" id="{196A9143-6B09-4888-9F0E-8F11FAFBC930}"/>
                </a:ext>
              </a:extLst>
            </p:cNvPr>
            <p:cNvSpPr txBox="1"/>
            <p:nvPr/>
          </p:nvSpPr>
          <p:spPr>
            <a:xfrm>
              <a:off x="5251579" y="3767794"/>
              <a:ext cx="144016" cy="338683"/>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3</a:t>
              </a:r>
              <a:endParaRPr kumimoji="0" lang="zh-CN" altLang="en-US"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49" name="组 48"/>
          <p:cNvGrpSpPr/>
          <p:nvPr/>
        </p:nvGrpSpPr>
        <p:grpSpPr>
          <a:xfrm>
            <a:off x="1024961" y="1854454"/>
            <a:ext cx="3240000" cy="1427386"/>
            <a:chOff x="7573558" y="1789204"/>
            <a:chExt cx="3240000" cy="1427386"/>
          </a:xfrm>
        </p:grpSpPr>
        <p:grpSp>
          <p:nvGrpSpPr>
            <p:cNvPr id="50" name="组合 31">
              <a:extLst>
                <a:ext uri="{FF2B5EF4-FFF2-40B4-BE49-F238E27FC236}">
                  <a16:creationId xmlns="" xmlns:a16="http://schemas.microsoft.com/office/drawing/2014/main" id="{CDC40244-A310-4C3D-9986-CA192517ACF7}"/>
                </a:ext>
              </a:extLst>
            </p:cNvPr>
            <p:cNvGrpSpPr/>
            <p:nvPr/>
          </p:nvGrpSpPr>
          <p:grpSpPr>
            <a:xfrm>
              <a:off x="7573558" y="1789204"/>
              <a:ext cx="3240000" cy="1427386"/>
              <a:chOff x="874713" y="3137001"/>
              <a:chExt cx="3240000" cy="1427386"/>
            </a:xfrm>
          </p:grpSpPr>
          <p:sp>
            <p:nvSpPr>
              <p:cNvPr id="52" name="矩形 51">
                <a:extLst>
                  <a:ext uri="{FF2B5EF4-FFF2-40B4-BE49-F238E27FC236}">
                    <a16:creationId xmlns="" xmlns:a16="http://schemas.microsoft.com/office/drawing/2014/main" id="{B1602A64-58A0-4E75-B4E1-54317C0C2470}"/>
                  </a:ext>
                </a:extLst>
              </p:cNvPr>
              <p:cNvSpPr/>
              <p:nvPr/>
            </p:nvSpPr>
            <p:spPr>
              <a:xfrm>
                <a:off x="874713" y="3641057"/>
                <a:ext cx="3240000" cy="923330"/>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a:t>
                </a:r>
                <a:r>
                  <a:rPr lang="zh-CN" altLang="en-US" sz="1200" b="1" dirty="0">
                    <a:solidFill>
                      <a:srgbClr val="B7393F"/>
                    </a:solidFill>
                    <a:latin typeface="Microsoft YaHei Light" charset="-122"/>
                    <a:ea typeface="Microsoft YaHei Light" charset="-122"/>
                    <a:cs typeface="Microsoft YaHei Light" charset="-122"/>
                  </a:rPr>
                  <a:t>制作成胶片以便应用</a:t>
                </a:r>
                <a:r>
                  <a:rPr lang="zh-CN" altLang="en-US" sz="1200" dirty="0">
                    <a:solidFill>
                      <a:srgbClr val="141735"/>
                    </a:solidFill>
                    <a:latin typeface="Microsoft YaHei Light" charset="-122"/>
                    <a:ea typeface="Microsoft YaHei Light" charset="-122"/>
                    <a:cs typeface="Microsoft YaHei Light" charset="-122"/>
                  </a:rPr>
                  <a:t>到更广泛的领域中</a:t>
                </a:r>
              </a:p>
            </p:txBody>
          </p:sp>
          <p:sp>
            <p:nvSpPr>
              <p:cNvPr id="53" name="矩形 52">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51"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54" name="组 53"/>
          <p:cNvGrpSpPr/>
          <p:nvPr/>
        </p:nvGrpSpPr>
        <p:grpSpPr>
          <a:xfrm>
            <a:off x="1024961" y="4117323"/>
            <a:ext cx="3240000" cy="1397890"/>
            <a:chOff x="7573558" y="1789204"/>
            <a:chExt cx="3240000" cy="1397890"/>
          </a:xfrm>
        </p:grpSpPr>
        <p:grpSp>
          <p:nvGrpSpPr>
            <p:cNvPr id="55"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57" name="矩形 56">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58" name="矩形 57">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56"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59" name="组 58"/>
          <p:cNvGrpSpPr/>
          <p:nvPr/>
        </p:nvGrpSpPr>
        <p:grpSpPr>
          <a:xfrm>
            <a:off x="7968208" y="1988840"/>
            <a:ext cx="3240000" cy="1397890"/>
            <a:chOff x="7573558" y="1789204"/>
            <a:chExt cx="3240000" cy="1397890"/>
          </a:xfrm>
        </p:grpSpPr>
        <p:grpSp>
          <p:nvGrpSpPr>
            <p:cNvPr id="60"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62" name="矩形 61">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63" name="矩形 62">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61"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64" name="组 63"/>
          <p:cNvGrpSpPr/>
          <p:nvPr/>
        </p:nvGrpSpPr>
        <p:grpSpPr>
          <a:xfrm>
            <a:off x="7968208" y="4117323"/>
            <a:ext cx="3240000" cy="1397890"/>
            <a:chOff x="7573558" y="1789204"/>
            <a:chExt cx="3240000" cy="1397890"/>
          </a:xfrm>
        </p:grpSpPr>
        <p:grpSp>
          <p:nvGrpSpPr>
            <p:cNvPr id="65"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67" name="矩形 66">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68" name="矩形 67">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66"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58887766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sp>
        <p:nvSpPr>
          <p:cNvPr id="3" name="TextBox 17">
            <a:extLst>
              <a:ext uri="{FF2B5EF4-FFF2-40B4-BE49-F238E27FC236}">
                <a16:creationId xmlns="" xmlns:a16="http://schemas.microsoft.com/office/drawing/2014/main" id="{F34705C8-B224-4AC3-B19D-F9DAD97FCF7D}"/>
              </a:ext>
            </a:extLst>
          </p:cNvPr>
          <p:cNvSpPr txBox="1"/>
          <p:nvPr/>
        </p:nvSpPr>
        <p:spPr>
          <a:xfrm>
            <a:off x="5472255" y="3047496"/>
            <a:ext cx="1247490" cy="861774"/>
          </a:xfrm>
          <a:prstGeom prst="rect">
            <a:avLst/>
          </a:prstGeom>
          <a:noFill/>
        </p:spPr>
        <p:txBody>
          <a:bodyPr wrap="square" lIns="0" tIns="0" rIns="0" bIns="0" rtlCol="0">
            <a:spAutoFit/>
          </a:bodyPr>
          <a:lstStyle>
            <a:defPPr>
              <a:defRPr lang="zh-CN"/>
            </a:defPPr>
            <a:lvl1pPr>
              <a:defRPr sz="2200">
                <a:solidFill>
                  <a:schemeClr val="bg1"/>
                </a:solidFill>
                <a:latin typeface="微软雅黑" pitchFamily="34" charset="-122"/>
                <a:ea typeface="微软雅黑" pitchFamily="34" charset="-122"/>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smtClean="0">
                <a:ln>
                  <a:noFill/>
                </a:ln>
                <a:solidFill>
                  <a:srgbClr val="141735"/>
                </a:solidFill>
                <a:effectLst/>
                <a:uLnTx/>
                <a:uFillTx/>
                <a:latin typeface="微软雅黑" pitchFamily="34" charset="-122"/>
                <a:ea typeface="微软雅黑" pitchFamily="34" charset="-122"/>
              </a:rPr>
              <a:t>添加</a:t>
            </a:r>
            <a:endParaRPr kumimoji="0" lang="en-US" altLang="zh-CN" sz="2800" b="1" i="0" u="none" strike="noStrike" kern="0" cap="none" spc="0" normalizeH="0" baseline="0" noProof="0" dirty="0" smtClean="0">
              <a:ln>
                <a:noFill/>
              </a:ln>
              <a:solidFill>
                <a:srgbClr val="141735"/>
              </a:solidFill>
              <a:effectLst/>
              <a:uLnTx/>
              <a:uFillTx/>
              <a:latin typeface="微软雅黑" pitchFamily="34" charset="-122"/>
              <a:ea typeface="微软雅黑" pitchFamily="34" charset="-122"/>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smtClean="0">
                <a:ln>
                  <a:noFill/>
                </a:ln>
                <a:solidFill>
                  <a:srgbClr val="141735"/>
                </a:solidFill>
                <a:effectLst/>
                <a:uLnTx/>
                <a:uFillTx/>
                <a:latin typeface="微软雅黑" pitchFamily="34" charset="-122"/>
                <a:ea typeface="微软雅黑" pitchFamily="34" charset="-122"/>
              </a:rPr>
              <a:t>标题</a:t>
            </a:r>
            <a:endParaRPr kumimoji="0" lang="zh-CN" altLang="en-US" sz="2800" b="1" i="0" u="none" strike="noStrike" kern="0" cap="none" spc="0" normalizeH="0" baseline="0" noProof="0" dirty="0">
              <a:ln>
                <a:noFill/>
              </a:ln>
              <a:solidFill>
                <a:srgbClr val="141735"/>
              </a:solidFill>
              <a:effectLst/>
              <a:uLnTx/>
              <a:uFillTx/>
              <a:latin typeface="微软雅黑" pitchFamily="34" charset="-122"/>
              <a:ea typeface="微软雅黑" pitchFamily="34" charset="-122"/>
            </a:endParaRPr>
          </a:p>
        </p:txBody>
      </p:sp>
      <p:grpSp>
        <p:nvGrpSpPr>
          <p:cNvPr id="4" name="组合 20">
            <a:extLst>
              <a:ext uri="{FF2B5EF4-FFF2-40B4-BE49-F238E27FC236}">
                <a16:creationId xmlns="" xmlns:a16="http://schemas.microsoft.com/office/drawing/2014/main" id="{2AAD9E8F-D927-451D-80F8-3CB973A58FC6}"/>
              </a:ext>
            </a:extLst>
          </p:cNvPr>
          <p:cNvGrpSpPr>
            <a:grpSpLocks/>
          </p:cNvGrpSpPr>
          <p:nvPr/>
        </p:nvGrpSpPr>
        <p:grpSpPr>
          <a:xfrm>
            <a:off x="4655841" y="2060848"/>
            <a:ext cx="2879999" cy="2880000"/>
            <a:chOff x="3325814" y="1973262"/>
            <a:chExt cx="2492374" cy="2501901"/>
          </a:xfrm>
          <a:solidFill>
            <a:srgbClr val="5059AC"/>
          </a:solidFill>
        </p:grpSpPr>
        <p:sp>
          <p:nvSpPr>
            <p:cNvPr id="5" name="Freeform 5">
              <a:extLst>
                <a:ext uri="{FF2B5EF4-FFF2-40B4-BE49-F238E27FC236}">
                  <a16:creationId xmlns="" xmlns:a16="http://schemas.microsoft.com/office/drawing/2014/main" id="{0C192C84-2F89-45A7-BF3D-62F16661A974}"/>
                </a:ext>
              </a:extLst>
            </p:cNvPr>
            <p:cNvSpPr>
              <a:spLocks/>
            </p:cNvSpPr>
            <p:nvPr/>
          </p:nvSpPr>
          <p:spPr bwMode="auto">
            <a:xfrm>
              <a:off x="3325814" y="3276600"/>
              <a:ext cx="1193800" cy="1198563"/>
            </a:xfrm>
            <a:custGeom>
              <a:avLst/>
              <a:gdLst>
                <a:gd name="T0" fmla="*/ 1809 w 4497"/>
                <a:gd name="T1" fmla="*/ 3511 h 4497"/>
                <a:gd name="T2" fmla="*/ 986 w 4497"/>
                <a:gd name="T3" fmla="*/ 3511 h 4497"/>
                <a:gd name="T4" fmla="*/ 986 w 4497"/>
                <a:gd name="T5" fmla="*/ 2687 h 4497"/>
                <a:gd name="T6" fmla="*/ 0 w 4497"/>
                <a:gd name="T7" fmla="*/ 0 h 4497"/>
                <a:gd name="T8" fmla="*/ 1873 w 4497"/>
                <a:gd name="T9" fmla="*/ 0 h 4497"/>
                <a:gd name="T10" fmla="*/ 2721 w 4497"/>
                <a:gd name="T11" fmla="*/ 1776 h 4497"/>
                <a:gd name="T12" fmla="*/ 4497 w 4497"/>
                <a:gd name="T13" fmla="*/ 2624 h 4497"/>
                <a:gd name="T14" fmla="*/ 4497 w 4497"/>
                <a:gd name="T15" fmla="*/ 4497 h 4497"/>
                <a:gd name="T16" fmla="*/ 1809 w 4497"/>
                <a:gd name="T17" fmla="*/ 3511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1809" y="3511"/>
                  </a:moveTo>
                  <a:lnTo>
                    <a:pt x="986" y="3511"/>
                  </a:lnTo>
                  <a:lnTo>
                    <a:pt x="986" y="2687"/>
                  </a:lnTo>
                  <a:cubicBezTo>
                    <a:pt x="369" y="1896"/>
                    <a:pt x="40" y="953"/>
                    <a:pt x="0" y="0"/>
                  </a:cubicBezTo>
                  <a:lnTo>
                    <a:pt x="1873" y="0"/>
                  </a:lnTo>
                  <a:cubicBezTo>
                    <a:pt x="1938" y="644"/>
                    <a:pt x="2222" y="1276"/>
                    <a:pt x="2721" y="1776"/>
                  </a:cubicBezTo>
                  <a:cubicBezTo>
                    <a:pt x="3221" y="2275"/>
                    <a:pt x="3853" y="2558"/>
                    <a:pt x="4497" y="2624"/>
                  </a:cubicBezTo>
                  <a:lnTo>
                    <a:pt x="4497" y="4497"/>
                  </a:lnTo>
                  <a:cubicBezTo>
                    <a:pt x="3544" y="4457"/>
                    <a:pt x="2601" y="4128"/>
                    <a:pt x="1809" y="3511"/>
                  </a:cubicBezTo>
                  <a:close/>
                </a:path>
              </a:pathLst>
            </a:custGeom>
            <a:solidFill>
              <a:srgbClr val="01CD99"/>
            </a:solidFill>
            <a:ln>
              <a:noFill/>
            </a:ln>
          </p:spPr>
          <p:txBody>
            <a:bodyPr vert="horz" wrap="square" lIns="121856" tIns="60928" rIns="121856" bIns="60928"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86"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6" name="Freeform 6">
              <a:extLst>
                <a:ext uri="{FF2B5EF4-FFF2-40B4-BE49-F238E27FC236}">
                  <a16:creationId xmlns="" xmlns:a16="http://schemas.microsoft.com/office/drawing/2014/main" id="{8B1D3985-7A93-435C-92AB-0E7FE3665E29}"/>
                </a:ext>
              </a:extLst>
            </p:cNvPr>
            <p:cNvSpPr>
              <a:spLocks/>
            </p:cNvSpPr>
            <p:nvPr/>
          </p:nvSpPr>
          <p:spPr bwMode="auto">
            <a:xfrm>
              <a:off x="3325814" y="1973262"/>
              <a:ext cx="1193800" cy="1196975"/>
            </a:xfrm>
            <a:custGeom>
              <a:avLst/>
              <a:gdLst>
                <a:gd name="T0" fmla="*/ 986 w 4497"/>
                <a:gd name="T1" fmla="*/ 1809 h 4497"/>
                <a:gd name="T2" fmla="*/ 986 w 4497"/>
                <a:gd name="T3" fmla="*/ 986 h 4497"/>
                <a:gd name="T4" fmla="*/ 1809 w 4497"/>
                <a:gd name="T5" fmla="*/ 986 h 4497"/>
                <a:gd name="T6" fmla="*/ 4497 w 4497"/>
                <a:gd name="T7" fmla="*/ 0 h 4497"/>
                <a:gd name="T8" fmla="*/ 4497 w 4497"/>
                <a:gd name="T9" fmla="*/ 1861 h 4497"/>
                <a:gd name="T10" fmla="*/ 2659 w 4497"/>
                <a:gd name="T11" fmla="*/ 2659 h 4497"/>
                <a:gd name="T12" fmla="*/ 1861 w 4497"/>
                <a:gd name="T13" fmla="*/ 4497 h 4497"/>
                <a:gd name="T14" fmla="*/ 0 w 4497"/>
                <a:gd name="T15" fmla="*/ 4497 h 4497"/>
                <a:gd name="T16" fmla="*/ 986 w 4497"/>
                <a:gd name="T17" fmla="*/ 1809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986" y="1809"/>
                  </a:moveTo>
                  <a:lnTo>
                    <a:pt x="986" y="986"/>
                  </a:lnTo>
                  <a:lnTo>
                    <a:pt x="1809" y="986"/>
                  </a:lnTo>
                  <a:cubicBezTo>
                    <a:pt x="2601" y="369"/>
                    <a:pt x="3544" y="40"/>
                    <a:pt x="4497" y="0"/>
                  </a:cubicBezTo>
                  <a:lnTo>
                    <a:pt x="4497" y="1861"/>
                  </a:lnTo>
                  <a:cubicBezTo>
                    <a:pt x="3824" y="1887"/>
                    <a:pt x="3165" y="2152"/>
                    <a:pt x="2659" y="2659"/>
                  </a:cubicBezTo>
                  <a:cubicBezTo>
                    <a:pt x="2152" y="3165"/>
                    <a:pt x="1887" y="3824"/>
                    <a:pt x="1861" y="4497"/>
                  </a:cubicBezTo>
                  <a:lnTo>
                    <a:pt x="0" y="4497"/>
                  </a:lnTo>
                  <a:cubicBezTo>
                    <a:pt x="40" y="3544"/>
                    <a:pt x="369" y="2601"/>
                    <a:pt x="986" y="1809"/>
                  </a:cubicBezTo>
                  <a:close/>
                </a:path>
              </a:pathLst>
            </a:custGeom>
            <a:solidFill>
              <a:srgbClr val="4372C4"/>
            </a:solidFill>
            <a:ln>
              <a:noFill/>
            </a:ln>
          </p:spPr>
          <p:txBody>
            <a:bodyPr vert="horz" wrap="square" lIns="121856" tIns="60928" rIns="121856" bIns="60928"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86"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7" name="Freeform 7">
              <a:extLst>
                <a:ext uri="{FF2B5EF4-FFF2-40B4-BE49-F238E27FC236}">
                  <a16:creationId xmlns="" xmlns:a16="http://schemas.microsoft.com/office/drawing/2014/main" id="{09E0DCDA-CF41-492E-9E38-50115A0D0054}"/>
                </a:ext>
              </a:extLst>
            </p:cNvPr>
            <p:cNvSpPr>
              <a:spLocks/>
            </p:cNvSpPr>
            <p:nvPr/>
          </p:nvSpPr>
          <p:spPr bwMode="auto">
            <a:xfrm>
              <a:off x="4624388" y="3276600"/>
              <a:ext cx="1193800" cy="1198563"/>
            </a:xfrm>
            <a:custGeom>
              <a:avLst/>
              <a:gdLst>
                <a:gd name="T0" fmla="*/ 3511 w 4497"/>
                <a:gd name="T1" fmla="*/ 3511 h 4497"/>
                <a:gd name="T2" fmla="*/ 2687 w 4497"/>
                <a:gd name="T3" fmla="*/ 3511 h 4497"/>
                <a:gd name="T4" fmla="*/ 0 w 4497"/>
                <a:gd name="T5" fmla="*/ 4497 h 4497"/>
                <a:gd name="T6" fmla="*/ 0 w 4497"/>
                <a:gd name="T7" fmla="*/ 2636 h 4497"/>
                <a:gd name="T8" fmla="*/ 1838 w 4497"/>
                <a:gd name="T9" fmla="*/ 1838 h 4497"/>
                <a:gd name="T10" fmla="*/ 2636 w 4497"/>
                <a:gd name="T11" fmla="*/ 0 h 4497"/>
                <a:gd name="T12" fmla="*/ 4497 w 4497"/>
                <a:gd name="T13" fmla="*/ 0 h 4497"/>
                <a:gd name="T14" fmla="*/ 3511 w 4497"/>
                <a:gd name="T15" fmla="*/ 2687 h 4497"/>
                <a:gd name="T16" fmla="*/ 3511 w 4497"/>
                <a:gd name="T17" fmla="*/ 3511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3511" y="3511"/>
                  </a:moveTo>
                  <a:lnTo>
                    <a:pt x="2687" y="3511"/>
                  </a:lnTo>
                  <a:cubicBezTo>
                    <a:pt x="1896" y="4128"/>
                    <a:pt x="953" y="4457"/>
                    <a:pt x="0" y="4497"/>
                  </a:cubicBezTo>
                  <a:lnTo>
                    <a:pt x="0" y="2636"/>
                  </a:lnTo>
                  <a:cubicBezTo>
                    <a:pt x="673" y="2610"/>
                    <a:pt x="1332" y="2345"/>
                    <a:pt x="1838" y="1838"/>
                  </a:cubicBezTo>
                  <a:cubicBezTo>
                    <a:pt x="2345" y="1332"/>
                    <a:pt x="2610" y="673"/>
                    <a:pt x="2636" y="0"/>
                  </a:cubicBezTo>
                  <a:lnTo>
                    <a:pt x="4497" y="0"/>
                  </a:lnTo>
                  <a:cubicBezTo>
                    <a:pt x="4457" y="953"/>
                    <a:pt x="4128" y="1896"/>
                    <a:pt x="3511" y="2687"/>
                  </a:cubicBezTo>
                  <a:lnTo>
                    <a:pt x="3511" y="3511"/>
                  </a:lnTo>
                  <a:close/>
                </a:path>
              </a:pathLst>
            </a:custGeom>
            <a:solidFill>
              <a:srgbClr val="14A0C1"/>
            </a:solidFill>
            <a:ln>
              <a:noFill/>
            </a:ln>
          </p:spPr>
          <p:txBody>
            <a:bodyPr vert="horz" wrap="square" lIns="121856" tIns="60928" rIns="121856" bIns="60928"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86"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8" name="Freeform 8">
              <a:extLst>
                <a:ext uri="{FF2B5EF4-FFF2-40B4-BE49-F238E27FC236}">
                  <a16:creationId xmlns="" xmlns:a16="http://schemas.microsoft.com/office/drawing/2014/main" id="{E1C98837-2855-4F21-886E-0BAF7BE54256}"/>
                </a:ext>
              </a:extLst>
            </p:cNvPr>
            <p:cNvSpPr>
              <a:spLocks/>
            </p:cNvSpPr>
            <p:nvPr/>
          </p:nvSpPr>
          <p:spPr bwMode="auto">
            <a:xfrm>
              <a:off x="4624388" y="1973262"/>
              <a:ext cx="1193800" cy="1196975"/>
            </a:xfrm>
            <a:custGeom>
              <a:avLst/>
              <a:gdLst>
                <a:gd name="T0" fmla="*/ 3511 w 4497"/>
                <a:gd name="T1" fmla="*/ 1809 h 4497"/>
                <a:gd name="T2" fmla="*/ 4497 w 4497"/>
                <a:gd name="T3" fmla="*/ 4497 h 4497"/>
                <a:gd name="T4" fmla="*/ 2624 w 4497"/>
                <a:gd name="T5" fmla="*/ 4497 h 4497"/>
                <a:gd name="T6" fmla="*/ 1776 w 4497"/>
                <a:gd name="T7" fmla="*/ 2721 h 4497"/>
                <a:gd name="T8" fmla="*/ 0 w 4497"/>
                <a:gd name="T9" fmla="*/ 1873 h 4497"/>
                <a:gd name="T10" fmla="*/ 0 w 4497"/>
                <a:gd name="T11" fmla="*/ 0 h 4497"/>
                <a:gd name="T12" fmla="*/ 2687 w 4497"/>
                <a:gd name="T13" fmla="*/ 986 h 4497"/>
                <a:gd name="T14" fmla="*/ 3511 w 4497"/>
                <a:gd name="T15" fmla="*/ 986 h 4497"/>
                <a:gd name="T16" fmla="*/ 3511 w 4497"/>
                <a:gd name="T17" fmla="*/ 1809 h 4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97" h="4497">
                  <a:moveTo>
                    <a:pt x="3511" y="1809"/>
                  </a:moveTo>
                  <a:cubicBezTo>
                    <a:pt x="4128" y="2601"/>
                    <a:pt x="4457" y="3544"/>
                    <a:pt x="4497" y="4497"/>
                  </a:cubicBezTo>
                  <a:lnTo>
                    <a:pt x="2624" y="4497"/>
                  </a:lnTo>
                  <a:cubicBezTo>
                    <a:pt x="2558" y="3853"/>
                    <a:pt x="2275" y="3221"/>
                    <a:pt x="1776" y="2721"/>
                  </a:cubicBezTo>
                  <a:cubicBezTo>
                    <a:pt x="1276" y="2222"/>
                    <a:pt x="644" y="1938"/>
                    <a:pt x="0" y="1873"/>
                  </a:cubicBezTo>
                  <a:lnTo>
                    <a:pt x="0" y="0"/>
                  </a:lnTo>
                  <a:cubicBezTo>
                    <a:pt x="953" y="40"/>
                    <a:pt x="1896" y="369"/>
                    <a:pt x="2687" y="986"/>
                  </a:cubicBezTo>
                  <a:lnTo>
                    <a:pt x="3511" y="986"/>
                  </a:lnTo>
                  <a:lnTo>
                    <a:pt x="3511" y="1809"/>
                  </a:lnTo>
                  <a:close/>
                </a:path>
              </a:pathLst>
            </a:custGeom>
            <a:solidFill>
              <a:srgbClr val="507CAA"/>
            </a:solidFill>
            <a:ln>
              <a:noFill/>
            </a:ln>
          </p:spPr>
          <p:txBody>
            <a:bodyPr vert="horz" wrap="square" lIns="121856" tIns="60928" rIns="121856" bIns="60928"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486"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9" name="TextBox 50">
              <a:extLst>
                <a:ext uri="{FF2B5EF4-FFF2-40B4-BE49-F238E27FC236}">
                  <a16:creationId xmlns="" xmlns:a16="http://schemas.microsoft.com/office/drawing/2014/main" id="{7A20440F-D956-4740-9CB4-AC13CD8F563F}"/>
                </a:ext>
              </a:extLst>
            </p:cNvPr>
            <p:cNvSpPr txBox="1"/>
            <p:nvPr/>
          </p:nvSpPr>
          <p:spPr>
            <a:xfrm>
              <a:off x="3786883" y="2348629"/>
              <a:ext cx="144016" cy="338683"/>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1</a:t>
              </a:r>
              <a:endParaRPr kumimoji="0" lang="zh-CN" altLang="en-US"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0" name="TextBox 36">
              <a:extLst>
                <a:ext uri="{FF2B5EF4-FFF2-40B4-BE49-F238E27FC236}">
                  <a16:creationId xmlns="" xmlns:a16="http://schemas.microsoft.com/office/drawing/2014/main" id="{6E870D57-B7C2-4AE0-BFE9-91DED6F265FB}"/>
                </a:ext>
              </a:extLst>
            </p:cNvPr>
            <p:cNvSpPr txBox="1"/>
            <p:nvPr/>
          </p:nvSpPr>
          <p:spPr>
            <a:xfrm>
              <a:off x="5251579" y="2348629"/>
              <a:ext cx="144016" cy="338683"/>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2</a:t>
              </a:r>
              <a:endParaRPr kumimoji="0" lang="zh-CN" altLang="en-US"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1" name="TextBox 34">
              <a:extLst>
                <a:ext uri="{FF2B5EF4-FFF2-40B4-BE49-F238E27FC236}">
                  <a16:creationId xmlns="" xmlns:a16="http://schemas.microsoft.com/office/drawing/2014/main" id="{4D7DB7AF-454E-41C8-A19A-23EFCE986C27}"/>
                </a:ext>
              </a:extLst>
            </p:cNvPr>
            <p:cNvSpPr txBox="1"/>
            <p:nvPr/>
          </p:nvSpPr>
          <p:spPr>
            <a:xfrm>
              <a:off x="3786883" y="3767794"/>
              <a:ext cx="144016" cy="338683"/>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4</a:t>
              </a:r>
              <a:endParaRPr kumimoji="0" lang="zh-CN" altLang="en-US"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sp>
          <p:nvSpPr>
            <p:cNvPr id="12" name="TextBox 32">
              <a:extLst>
                <a:ext uri="{FF2B5EF4-FFF2-40B4-BE49-F238E27FC236}">
                  <a16:creationId xmlns="" xmlns:a16="http://schemas.microsoft.com/office/drawing/2014/main" id="{196A9143-6B09-4888-9F0E-8F11FAFBC930}"/>
                </a:ext>
              </a:extLst>
            </p:cNvPr>
            <p:cNvSpPr txBox="1"/>
            <p:nvPr/>
          </p:nvSpPr>
          <p:spPr>
            <a:xfrm>
              <a:off x="5251579" y="3767794"/>
              <a:ext cx="144016" cy="338683"/>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3</a:t>
              </a:r>
              <a:endParaRPr kumimoji="0" lang="zh-CN" altLang="en-US" sz="2933"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grpSp>
        <p:nvGrpSpPr>
          <p:cNvPr id="13" name="组 12"/>
          <p:cNvGrpSpPr/>
          <p:nvPr/>
        </p:nvGrpSpPr>
        <p:grpSpPr>
          <a:xfrm>
            <a:off x="1024961" y="1854454"/>
            <a:ext cx="3240000" cy="1397890"/>
            <a:chOff x="7573558" y="1789204"/>
            <a:chExt cx="3240000" cy="1397890"/>
          </a:xfrm>
        </p:grpSpPr>
        <p:grpSp>
          <p:nvGrpSpPr>
            <p:cNvPr id="14"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6" name="矩形 15">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7" name="矩形 1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1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18" name="组 17"/>
          <p:cNvGrpSpPr/>
          <p:nvPr/>
        </p:nvGrpSpPr>
        <p:grpSpPr>
          <a:xfrm>
            <a:off x="1024961" y="4117323"/>
            <a:ext cx="3240000" cy="1397890"/>
            <a:chOff x="7573558" y="1789204"/>
            <a:chExt cx="3240000" cy="1397890"/>
          </a:xfrm>
        </p:grpSpPr>
        <p:grpSp>
          <p:nvGrpSpPr>
            <p:cNvPr id="19"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1" name="矩形 2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2" name="矩形 2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3" name="组 22"/>
          <p:cNvGrpSpPr/>
          <p:nvPr/>
        </p:nvGrpSpPr>
        <p:grpSpPr>
          <a:xfrm>
            <a:off x="7968208" y="1988840"/>
            <a:ext cx="3240000" cy="1397890"/>
            <a:chOff x="7573558" y="1789204"/>
            <a:chExt cx="3240000" cy="1397890"/>
          </a:xfrm>
        </p:grpSpPr>
        <p:grpSp>
          <p:nvGrpSpPr>
            <p:cNvPr id="24"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6" name="矩形 25">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7" name="矩形 2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2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8" name="组 27"/>
          <p:cNvGrpSpPr/>
          <p:nvPr/>
        </p:nvGrpSpPr>
        <p:grpSpPr>
          <a:xfrm>
            <a:off x="7968208" y="4126578"/>
            <a:ext cx="3240000" cy="1388635"/>
            <a:chOff x="7573558" y="1798459"/>
            <a:chExt cx="3240000" cy="1388635"/>
          </a:xfrm>
        </p:grpSpPr>
        <p:grpSp>
          <p:nvGrpSpPr>
            <p:cNvPr id="29" name="组合 31">
              <a:extLst>
                <a:ext uri="{FF2B5EF4-FFF2-40B4-BE49-F238E27FC236}">
                  <a16:creationId xmlns="" xmlns:a16="http://schemas.microsoft.com/office/drawing/2014/main" id="{CDC40244-A310-4C3D-9986-CA192517ACF7}"/>
                </a:ext>
              </a:extLst>
            </p:cNvPr>
            <p:cNvGrpSpPr/>
            <p:nvPr/>
          </p:nvGrpSpPr>
          <p:grpSpPr>
            <a:xfrm>
              <a:off x="7573558" y="1798459"/>
              <a:ext cx="3240000" cy="1388635"/>
              <a:chOff x="874713" y="3146256"/>
              <a:chExt cx="3240000" cy="1388635"/>
            </a:xfrm>
          </p:grpSpPr>
          <p:sp>
            <p:nvSpPr>
              <p:cNvPr id="31" name="矩形 3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2" name="矩形 31">
                <a:extLst>
                  <a:ext uri="{FF2B5EF4-FFF2-40B4-BE49-F238E27FC236}">
                    <a16:creationId xmlns="" xmlns:a16="http://schemas.microsoft.com/office/drawing/2014/main" id="{C8C36275-6870-414C-A750-2AE2D13A8ADB}"/>
                  </a:ext>
                </a:extLst>
              </p:cNvPr>
              <p:cNvSpPr/>
              <p:nvPr/>
            </p:nvSpPr>
            <p:spPr>
              <a:xfrm>
                <a:off x="874713" y="3146256"/>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3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54795573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421068" y="1772816"/>
            <a:ext cx="3255784" cy="3255784"/>
            <a:chOff x="4259262" y="2338122"/>
            <a:chExt cx="1836738" cy="1836738"/>
          </a:xfrm>
        </p:grpSpPr>
        <p:sp>
          <p:nvSpPr>
            <p:cNvPr id="3" name="Freeform 5"/>
            <p:cNvSpPr>
              <a:spLocks/>
            </p:cNvSpPr>
            <p:nvPr/>
          </p:nvSpPr>
          <p:spPr bwMode="auto">
            <a:xfrm>
              <a:off x="4719637" y="3258872"/>
              <a:ext cx="915988" cy="915988"/>
            </a:xfrm>
            <a:custGeom>
              <a:avLst/>
              <a:gdLst>
                <a:gd name="T0" fmla="*/ 243 w 243"/>
                <a:gd name="T1" fmla="*/ 210 h 243"/>
                <a:gd name="T2" fmla="*/ 122 w 243"/>
                <a:gd name="T3" fmla="*/ 243 h 243"/>
                <a:gd name="T4" fmla="*/ 0 w 243"/>
                <a:gd name="T5" fmla="*/ 210 h 243"/>
                <a:gd name="T6" fmla="*/ 0 w 243"/>
                <a:gd name="T7" fmla="*/ 210 h 243"/>
                <a:gd name="T8" fmla="*/ 121 w 243"/>
                <a:gd name="T9" fmla="*/ 0 h 243"/>
                <a:gd name="T10" fmla="*/ 122 w 243"/>
                <a:gd name="T11" fmla="*/ 0 h 243"/>
                <a:gd name="T12" fmla="*/ 243 w 243"/>
                <a:gd name="T13" fmla="*/ 210 h 243"/>
              </a:gdLst>
              <a:ahLst/>
              <a:cxnLst>
                <a:cxn ang="0">
                  <a:pos x="T0" y="T1"/>
                </a:cxn>
                <a:cxn ang="0">
                  <a:pos x="T2" y="T3"/>
                </a:cxn>
                <a:cxn ang="0">
                  <a:pos x="T4" y="T5"/>
                </a:cxn>
                <a:cxn ang="0">
                  <a:pos x="T6" y="T7"/>
                </a:cxn>
                <a:cxn ang="0">
                  <a:pos x="T8" y="T9"/>
                </a:cxn>
                <a:cxn ang="0">
                  <a:pos x="T10" y="T11"/>
                </a:cxn>
                <a:cxn ang="0">
                  <a:pos x="T12" y="T13"/>
                </a:cxn>
              </a:cxnLst>
              <a:rect l="0" t="0" r="r" b="b"/>
              <a:pathLst>
                <a:path w="243" h="243">
                  <a:moveTo>
                    <a:pt x="243" y="210"/>
                  </a:moveTo>
                  <a:cubicBezTo>
                    <a:pt x="207" y="231"/>
                    <a:pt x="166" y="243"/>
                    <a:pt x="122" y="243"/>
                  </a:cubicBezTo>
                  <a:cubicBezTo>
                    <a:pt x="77" y="243"/>
                    <a:pt x="36" y="231"/>
                    <a:pt x="0" y="210"/>
                  </a:cubicBezTo>
                  <a:cubicBezTo>
                    <a:pt x="0" y="210"/>
                    <a:pt x="0" y="210"/>
                    <a:pt x="0" y="210"/>
                  </a:cubicBezTo>
                  <a:cubicBezTo>
                    <a:pt x="121" y="0"/>
                    <a:pt x="121" y="0"/>
                    <a:pt x="121" y="0"/>
                  </a:cubicBezTo>
                  <a:cubicBezTo>
                    <a:pt x="122" y="0"/>
                    <a:pt x="122" y="0"/>
                    <a:pt x="122" y="0"/>
                  </a:cubicBezTo>
                  <a:lnTo>
                    <a:pt x="243" y="210"/>
                  </a:lnTo>
                  <a:close/>
                </a:path>
              </a:pathLst>
            </a:custGeom>
            <a:solidFill>
              <a:srgbClr val="4372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4" name="Freeform 6"/>
            <p:cNvSpPr>
              <a:spLocks/>
            </p:cNvSpPr>
            <p:nvPr/>
          </p:nvSpPr>
          <p:spPr bwMode="auto">
            <a:xfrm>
              <a:off x="4259262" y="3258872"/>
              <a:ext cx="915988" cy="792163"/>
            </a:xfrm>
            <a:custGeom>
              <a:avLst/>
              <a:gdLst>
                <a:gd name="T0" fmla="*/ 122 w 243"/>
                <a:gd name="T1" fmla="*/ 210 h 210"/>
                <a:gd name="T2" fmla="*/ 122 w 243"/>
                <a:gd name="T3" fmla="*/ 210 h 210"/>
                <a:gd name="T4" fmla="*/ 0 w 243"/>
                <a:gd name="T5" fmla="*/ 0 h 210"/>
                <a:gd name="T6" fmla="*/ 243 w 243"/>
                <a:gd name="T7" fmla="*/ 0 h 210"/>
                <a:gd name="T8" fmla="*/ 243 w 243"/>
                <a:gd name="T9" fmla="*/ 0 h 210"/>
                <a:gd name="T10" fmla="*/ 122 w 243"/>
                <a:gd name="T11" fmla="*/ 210 h 210"/>
              </a:gdLst>
              <a:ahLst/>
              <a:cxnLst>
                <a:cxn ang="0">
                  <a:pos x="T0" y="T1"/>
                </a:cxn>
                <a:cxn ang="0">
                  <a:pos x="T2" y="T3"/>
                </a:cxn>
                <a:cxn ang="0">
                  <a:pos x="T4" y="T5"/>
                </a:cxn>
                <a:cxn ang="0">
                  <a:pos x="T6" y="T7"/>
                </a:cxn>
                <a:cxn ang="0">
                  <a:pos x="T8" y="T9"/>
                </a:cxn>
                <a:cxn ang="0">
                  <a:pos x="T10" y="T11"/>
                </a:cxn>
              </a:cxnLst>
              <a:rect l="0" t="0" r="r" b="b"/>
              <a:pathLst>
                <a:path w="243" h="210">
                  <a:moveTo>
                    <a:pt x="122" y="210"/>
                  </a:moveTo>
                  <a:cubicBezTo>
                    <a:pt x="122" y="210"/>
                    <a:pt x="122" y="210"/>
                    <a:pt x="122" y="210"/>
                  </a:cubicBezTo>
                  <a:cubicBezTo>
                    <a:pt x="49" y="168"/>
                    <a:pt x="0" y="90"/>
                    <a:pt x="0" y="0"/>
                  </a:cubicBezTo>
                  <a:cubicBezTo>
                    <a:pt x="243" y="0"/>
                    <a:pt x="243" y="0"/>
                    <a:pt x="243" y="0"/>
                  </a:cubicBezTo>
                  <a:cubicBezTo>
                    <a:pt x="243" y="0"/>
                    <a:pt x="243" y="0"/>
                    <a:pt x="243" y="0"/>
                  </a:cubicBezTo>
                  <a:lnTo>
                    <a:pt x="122" y="210"/>
                  </a:lnTo>
                  <a:close/>
                </a:path>
              </a:pathLst>
            </a:custGeom>
            <a:solidFill>
              <a:srgbClr val="01C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5" name="Freeform 7"/>
            <p:cNvSpPr>
              <a:spLocks/>
            </p:cNvSpPr>
            <p:nvPr/>
          </p:nvSpPr>
          <p:spPr bwMode="auto">
            <a:xfrm>
              <a:off x="5180012" y="3258872"/>
              <a:ext cx="915988" cy="792163"/>
            </a:xfrm>
            <a:custGeom>
              <a:avLst/>
              <a:gdLst>
                <a:gd name="T0" fmla="*/ 121 w 243"/>
                <a:gd name="T1" fmla="*/ 210 h 210"/>
                <a:gd name="T2" fmla="*/ 0 w 243"/>
                <a:gd name="T3" fmla="*/ 0 h 210"/>
                <a:gd name="T4" fmla="*/ 242 w 243"/>
                <a:gd name="T5" fmla="*/ 0 h 210"/>
                <a:gd name="T6" fmla="*/ 243 w 243"/>
                <a:gd name="T7" fmla="*/ 0 h 210"/>
                <a:gd name="T8" fmla="*/ 121 w 243"/>
                <a:gd name="T9" fmla="*/ 210 h 210"/>
              </a:gdLst>
              <a:ahLst/>
              <a:cxnLst>
                <a:cxn ang="0">
                  <a:pos x="T0" y="T1"/>
                </a:cxn>
                <a:cxn ang="0">
                  <a:pos x="T2" y="T3"/>
                </a:cxn>
                <a:cxn ang="0">
                  <a:pos x="T4" y="T5"/>
                </a:cxn>
                <a:cxn ang="0">
                  <a:pos x="T6" y="T7"/>
                </a:cxn>
                <a:cxn ang="0">
                  <a:pos x="T8" y="T9"/>
                </a:cxn>
              </a:cxnLst>
              <a:rect l="0" t="0" r="r" b="b"/>
              <a:pathLst>
                <a:path w="243" h="210">
                  <a:moveTo>
                    <a:pt x="121" y="210"/>
                  </a:moveTo>
                  <a:cubicBezTo>
                    <a:pt x="0" y="0"/>
                    <a:pt x="0" y="0"/>
                    <a:pt x="0" y="0"/>
                  </a:cubicBezTo>
                  <a:cubicBezTo>
                    <a:pt x="242" y="0"/>
                    <a:pt x="242" y="0"/>
                    <a:pt x="242" y="0"/>
                  </a:cubicBezTo>
                  <a:cubicBezTo>
                    <a:pt x="243" y="0"/>
                    <a:pt x="243" y="0"/>
                    <a:pt x="243" y="0"/>
                  </a:cubicBezTo>
                  <a:cubicBezTo>
                    <a:pt x="243" y="90"/>
                    <a:pt x="194" y="168"/>
                    <a:pt x="121" y="210"/>
                  </a:cubicBezTo>
                  <a:close/>
                </a:path>
              </a:pathLst>
            </a:custGeom>
            <a:solidFill>
              <a:srgbClr val="14A0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6" name="Freeform 8"/>
            <p:cNvSpPr>
              <a:spLocks/>
            </p:cNvSpPr>
            <p:nvPr/>
          </p:nvSpPr>
          <p:spPr bwMode="auto">
            <a:xfrm>
              <a:off x="4259262" y="2461947"/>
              <a:ext cx="920750" cy="796925"/>
            </a:xfrm>
            <a:custGeom>
              <a:avLst/>
              <a:gdLst>
                <a:gd name="T0" fmla="*/ 243 w 244"/>
                <a:gd name="T1" fmla="*/ 211 h 211"/>
                <a:gd name="T2" fmla="*/ 0 w 244"/>
                <a:gd name="T3" fmla="*/ 211 h 211"/>
                <a:gd name="T4" fmla="*/ 0 w 244"/>
                <a:gd name="T5" fmla="*/ 210 h 211"/>
                <a:gd name="T6" fmla="*/ 122 w 244"/>
                <a:gd name="T7" fmla="*/ 0 h 211"/>
                <a:gd name="T8" fmla="*/ 122 w 244"/>
                <a:gd name="T9" fmla="*/ 0 h 211"/>
                <a:gd name="T10" fmla="*/ 244 w 244"/>
                <a:gd name="T11" fmla="*/ 210 h 211"/>
                <a:gd name="T12" fmla="*/ 243 w 244"/>
                <a:gd name="T13" fmla="*/ 211 h 211"/>
              </a:gdLst>
              <a:ahLst/>
              <a:cxnLst>
                <a:cxn ang="0">
                  <a:pos x="T0" y="T1"/>
                </a:cxn>
                <a:cxn ang="0">
                  <a:pos x="T2" y="T3"/>
                </a:cxn>
                <a:cxn ang="0">
                  <a:pos x="T4" y="T5"/>
                </a:cxn>
                <a:cxn ang="0">
                  <a:pos x="T6" y="T7"/>
                </a:cxn>
                <a:cxn ang="0">
                  <a:pos x="T8" y="T9"/>
                </a:cxn>
                <a:cxn ang="0">
                  <a:pos x="T10" y="T11"/>
                </a:cxn>
                <a:cxn ang="0">
                  <a:pos x="T12" y="T13"/>
                </a:cxn>
              </a:cxnLst>
              <a:rect l="0" t="0" r="r" b="b"/>
              <a:pathLst>
                <a:path w="244" h="211">
                  <a:moveTo>
                    <a:pt x="243" y="211"/>
                  </a:moveTo>
                  <a:cubicBezTo>
                    <a:pt x="0" y="211"/>
                    <a:pt x="0" y="211"/>
                    <a:pt x="0" y="211"/>
                  </a:cubicBezTo>
                  <a:cubicBezTo>
                    <a:pt x="0" y="210"/>
                    <a:pt x="0" y="210"/>
                    <a:pt x="0" y="210"/>
                  </a:cubicBezTo>
                  <a:cubicBezTo>
                    <a:pt x="0" y="120"/>
                    <a:pt x="49" y="42"/>
                    <a:pt x="122" y="0"/>
                  </a:cubicBezTo>
                  <a:cubicBezTo>
                    <a:pt x="122" y="0"/>
                    <a:pt x="122" y="0"/>
                    <a:pt x="122" y="0"/>
                  </a:cubicBezTo>
                  <a:cubicBezTo>
                    <a:pt x="244" y="210"/>
                    <a:pt x="244" y="210"/>
                    <a:pt x="244" y="210"/>
                  </a:cubicBezTo>
                  <a:cubicBezTo>
                    <a:pt x="243" y="211"/>
                    <a:pt x="243" y="211"/>
                    <a:pt x="243" y="211"/>
                  </a:cubicBezTo>
                  <a:close/>
                </a:path>
              </a:pathLst>
            </a:custGeom>
            <a:solidFill>
              <a:srgbClr val="14A0C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7" name="Freeform 9"/>
            <p:cNvSpPr>
              <a:spLocks/>
            </p:cNvSpPr>
            <p:nvPr/>
          </p:nvSpPr>
          <p:spPr bwMode="auto">
            <a:xfrm>
              <a:off x="5180012" y="2461947"/>
              <a:ext cx="915988" cy="796925"/>
            </a:xfrm>
            <a:custGeom>
              <a:avLst/>
              <a:gdLst>
                <a:gd name="T0" fmla="*/ 242 w 243"/>
                <a:gd name="T1" fmla="*/ 211 h 211"/>
                <a:gd name="T2" fmla="*/ 0 w 243"/>
                <a:gd name="T3" fmla="*/ 211 h 211"/>
                <a:gd name="T4" fmla="*/ 0 w 243"/>
                <a:gd name="T5" fmla="*/ 210 h 211"/>
                <a:gd name="T6" fmla="*/ 121 w 243"/>
                <a:gd name="T7" fmla="*/ 0 h 211"/>
                <a:gd name="T8" fmla="*/ 121 w 243"/>
                <a:gd name="T9" fmla="*/ 0 h 211"/>
                <a:gd name="T10" fmla="*/ 243 w 243"/>
                <a:gd name="T11" fmla="*/ 210 h 211"/>
                <a:gd name="T12" fmla="*/ 243 w 243"/>
                <a:gd name="T13" fmla="*/ 211 h 211"/>
                <a:gd name="T14" fmla="*/ 242 w 243"/>
                <a:gd name="T15" fmla="*/ 211 h 2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3" h="211">
                  <a:moveTo>
                    <a:pt x="242" y="211"/>
                  </a:moveTo>
                  <a:cubicBezTo>
                    <a:pt x="0" y="211"/>
                    <a:pt x="0" y="211"/>
                    <a:pt x="0" y="211"/>
                  </a:cubicBezTo>
                  <a:cubicBezTo>
                    <a:pt x="0" y="210"/>
                    <a:pt x="0" y="210"/>
                    <a:pt x="0" y="210"/>
                  </a:cubicBezTo>
                  <a:cubicBezTo>
                    <a:pt x="121" y="0"/>
                    <a:pt x="121" y="0"/>
                    <a:pt x="121" y="0"/>
                  </a:cubicBezTo>
                  <a:cubicBezTo>
                    <a:pt x="121" y="0"/>
                    <a:pt x="121" y="0"/>
                    <a:pt x="121" y="0"/>
                  </a:cubicBezTo>
                  <a:cubicBezTo>
                    <a:pt x="194" y="42"/>
                    <a:pt x="243" y="120"/>
                    <a:pt x="243" y="210"/>
                  </a:cubicBezTo>
                  <a:cubicBezTo>
                    <a:pt x="243" y="210"/>
                    <a:pt x="243" y="210"/>
                    <a:pt x="243" y="211"/>
                  </a:cubicBezTo>
                  <a:lnTo>
                    <a:pt x="242" y="211"/>
                  </a:lnTo>
                  <a:close/>
                </a:path>
              </a:pathLst>
            </a:custGeom>
            <a:solidFill>
              <a:srgbClr val="01CD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8" name="Freeform 10"/>
            <p:cNvSpPr>
              <a:spLocks/>
            </p:cNvSpPr>
            <p:nvPr/>
          </p:nvSpPr>
          <p:spPr bwMode="auto">
            <a:xfrm>
              <a:off x="4719637" y="2338122"/>
              <a:ext cx="915988" cy="915988"/>
            </a:xfrm>
            <a:custGeom>
              <a:avLst/>
              <a:gdLst>
                <a:gd name="T0" fmla="*/ 122 w 243"/>
                <a:gd name="T1" fmla="*/ 243 h 243"/>
                <a:gd name="T2" fmla="*/ 0 w 243"/>
                <a:gd name="T3" fmla="*/ 33 h 243"/>
                <a:gd name="T4" fmla="*/ 0 w 243"/>
                <a:gd name="T5" fmla="*/ 33 h 243"/>
                <a:gd name="T6" fmla="*/ 122 w 243"/>
                <a:gd name="T7" fmla="*/ 0 h 243"/>
                <a:gd name="T8" fmla="*/ 243 w 243"/>
                <a:gd name="T9" fmla="*/ 33 h 243"/>
                <a:gd name="T10" fmla="*/ 243 w 243"/>
                <a:gd name="T11" fmla="*/ 33 h 243"/>
                <a:gd name="T12" fmla="*/ 122 w 243"/>
                <a:gd name="T13" fmla="*/ 243 h 243"/>
              </a:gdLst>
              <a:ahLst/>
              <a:cxnLst>
                <a:cxn ang="0">
                  <a:pos x="T0" y="T1"/>
                </a:cxn>
                <a:cxn ang="0">
                  <a:pos x="T2" y="T3"/>
                </a:cxn>
                <a:cxn ang="0">
                  <a:pos x="T4" y="T5"/>
                </a:cxn>
                <a:cxn ang="0">
                  <a:pos x="T6" y="T7"/>
                </a:cxn>
                <a:cxn ang="0">
                  <a:pos x="T8" y="T9"/>
                </a:cxn>
                <a:cxn ang="0">
                  <a:pos x="T10" y="T11"/>
                </a:cxn>
                <a:cxn ang="0">
                  <a:pos x="T12" y="T13"/>
                </a:cxn>
              </a:cxnLst>
              <a:rect l="0" t="0" r="r" b="b"/>
              <a:pathLst>
                <a:path w="243" h="243">
                  <a:moveTo>
                    <a:pt x="122" y="243"/>
                  </a:moveTo>
                  <a:cubicBezTo>
                    <a:pt x="0" y="33"/>
                    <a:pt x="0" y="33"/>
                    <a:pt x="0" y="33"/>
                  </a:cubicBezTo>
                  <a:cubicBezTo>
                    <a:pt x="0" y="33"/>
                    <a:pt x="0" y="33"/>
                    <a:pt x="0" y="33"/>
                  </a:cubicBezTo>
                  <a:cubicBezTo>
                    <a:pt x="36" y="12"/>
                    <a:pt x="77" y="0"/>
                    <a:pt x="122" y="0"/>
                  </a:cubicBezTo>
                  <a:cubicBezTo>
                    <a:pt x="166" y="0"/>
                    <a:pt x="207" y="12"/>
                    <a:pt x="243" y="33"/>
                  </a:cubicBezTo>
                  <a:cubicBezTo>
                    <a:pt x="243" y="33"/>
                    <a:pt x="243" y="33"/>
                    <a:pt x="243" y="33"/>
                  </a:cubicBezTo>
                  <a:lnTo>
                    <a:pt x="122" y="243"/>
                  </a:lnTo>
                  <a:close/>
                </a:path>
              </a:pathLst>
            </a:custGeom>
            <a:solidFill>
              <a:srgbClr val="4372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dirty="0">
                <a:solidFill>
                  <a:prstClr val="black"/>
                </a:solidFill>
                <a:latin typeface="Segoe UI"/>
                <a:ea typeface="微软雅黑"/>
              </a:endParaRPr>
            </a:p>
          </p:txBody>
        </p:sp>
        <p:sp>
          <p:nvSpPr>
            <p:cNvPr id="9" name="Freeform 11"/>
            <p:cNvSpPr>
              <a:spLocks/>
            </p:cNvSpPr>
            <p:nvPr/>
          </p:nvSpPr>
          <p:spPr bwMode="auto">
            <a:xfrm>
              <a:off x="4692649" y="2828660"/>
              <a:ext cx="969963" cy="844550"/>
            </a:xfrm>
            <a:custGeom>
              <a:avLst/>
              <a:gdLst>
                <a:gd name="T0" fmla="*/ 152 w 611"/>
                <a:gd name="T1" fmla="*/ 532 h 532"/>
                <a:gd name="T2" fmla="*/ 0 w 611"/>
                <a:gd name="T3" fmla="*/ 266 h 532"/>
                <a:gd name="T4" fmla="*/ 152 w 611"/>
                <a:gd name="T5" fmla="*/ 0 h 532"/>
                <a:gd name="T6" fmla="*/ 459 w 611"/>
                <a:gd name="T7" fmla="*/ 0 h 532"/>
                <a:gd name="T8" fmla="*/ 611 w 611"/>
                <a:gd name="T9" fmla="*/ 266 h 532"/>
                <a:gd name="T10" fmla="*/ 459 w 611"/>
                <a:gd name="T11" fmla="*/ 532 h 532"/>
                <a:gd name="T12" fmla="*/ 152 w 611"/>
                <a:gd name="T13" fmla="*/ 532 h 532"/>
              </a:gdLst>
              <a:ahLst/>
              <a:cxnLst>
                <a:cxn ang="0">
                  <a:pos x="T0" y="T1"/>
                </a:cxn>
                <a:cxn ang="0">
                  <a:pos x="T2" y="T3"/>
                </a:cxn>
                <a:cxn ang="0">
                  <a:pos x="T4" y="T5"/>
                </a:cxn>
                <a:cxn ang="0">
                  <a:pos x="T6" y="T7"/>
                </a:cxn>
                <a:cxn ang="0">
                  <a:pos x="T8" y="T9"/>
                </a:cxn>
                <a:cxn ang="0">
                  <a:pos x="T10" y="T11"/>
                </a:cxn>
                <a:cxn ang="0">
                  <a:pos x="T12" y="T13"/>
                </a:cxn>
              </a:cxnLst>
              <a:rect l="0" t="0" r="r" b="b"/>
              <a:pathLst>
                <a:path w="611" h="532">
                  <a:moveTo>
                    <a:pt x="152" y="532"/>
                  </a:moveTo>
                  <a:lnTo>
                    <a:pt x="0" y="266"/>
                  </a:lnTo>
                  <a:lnTo>
                    <a:pt x="152" y="0"/>
                  </a:lnTo>
                  <a:lnTo>
                    <a:pt x="459" y="0"/>
                  </a:lnTo>
                  <a:lnTo>
                    <a:pt x="611" y="266"/>
                  </a:lnTo>
                  <a:lnTo>
                    <a:pt x="459" y="532"/>
                  </a:lnTo>
                  <a:lnTo>
                    <a:pt x="152" y="5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grpSp>
      <p:grpSp>
        <p:nvGrpSpPr>
          <p:cNvPr id="42" name="组合 41"/>
          <p:cNvGrpSpPr/>
          <p:nvPr/>
        </p:nvGrpSpPr>
        <p:grpSpPr>
          <a:xfrm>
            <a:off x="5573458" y="2962228"/>
            <a:ext cx="927100" cy="917576"/>
            <a:chOff x="3830638" y="1492250"/>
            <a:chExt cx="927100" cy="917576"/>
          </a:xfrm>
          <a:solidFill>
            <a:srgbClr val="0B0D0F"/>
          </a:solidFill>
        </p:grpSpPr>
        <p:sp>
          <p:nvSpPr>
            <p:cNvPr id="43" name="Oval 112"/>
            <p:cNvSpPr>
              <a:spLocks noChangeArrowheads="1"/>
            </p:cNvSpPr>
            <p:nvPr/>
          </p:nvSpPr>
          <p:spPr bwMode="auto">
            <a:xfrm>
              <a:off x="4027488" y="1677988"/>
              <a:ext cx="550863" cy="5508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44" name="Oval 113"/>
            <p:cNvSpPr>
              <a:spLocks noChangeArrowheads="1"/>
            </p:cNvSpPr>
            <p:nvPr/>
          </p:nvSpPr>
          <p:spPr bwMode="auto">
            <a:xfrm>
              <a:off x="4503738" y="1536700"/>
              <a:ext cx="212725" cy="2127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45" name="Oval 114"/>
            <p:cNvSpPr>
              <a:spLocks noChangeArrowheads="1"/>
            </p:cNvSpPr>
            <p:nvPr/>
          </p:nvSpPr>
          <p:spPr bwMode="auto">
            <a:xfrm>
              <a:off x="4457701" y="2198688"/>
              <a:ext cx="215900" cy="2111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46" name="Oval 115"/>
            <p:cNvSpPr>
              <a:spLocks noChangeArrowheads="1"/>
            </p:cNvSpPr>
            <p:nvPr/>
          </p:nvSpPr>
          <p:spPr bwMode="auto">
            <a:xfrm>
              <a:off x="3830638" y="2016125"/>
              <a:ext cx="136525" cy="1365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47" name="Oval 116"/>
            <p:cNvSpPr>
              <a:spLocks noChangeArrowheads="1"/>
            </p:cNvSpPr>
            <p:nvPr/>
          </p:nvSpPr>
          <p:spPr bwMode="auto">
            <a:xfrm>
              <a:off x="4000501" y="1555750"/>
              <a:ext cx="133350" cy="1333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48" name="Oval 117"/>
            <p:cNvSpPr>
              <a:spLocks noChangeArrowheads="1"/>
            </p:cNvSpPr>
            <p:nvPr/>
          </p:nvSpPr>
          <p:spPr bwMode="auto">
            <a:xfrm>
              <a:off x="4621213" y="1981200"/>
              <a:ext cx="136525" cy="1365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49" name="Oval 118"/>
            <p:cNvSpPr>
              <a:spLocks noChangeArrowheads="1"/>
            </p:cNvSpPr>
            <p:nvPr/>
          </p:nvSpPr>
          <p:spPr bwMode="auto">
            <a:xfrm>
              <a:off x="4259263" y="1492250"/>
              <a:ext cx="133350" cy="13652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50" name="Oval 119"/>
            <p:cNvSpPr>
              <a:spLocks noChangeArrowheads="1"/>
            </p:cNvSpPr>
            <p:nvPr/>
          </p:nvSpPr>
          <p:spPr bwMode="auto">
            <a:xfrm>
              <a:off x="4024313" y="2235200"/>
              <a:ext cx="76200" cy="809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51" name="Oval 120"/>
            <p:cNvSpPr>
              <a:spLocks noChangeArrowheads="1"/>
            </p:cNvSpPr>
            <p:nvPr/>
          </p:nvSpPr>
          <p:spPr bwMode="auto">
            <a:xfrm>
              <a:off x="4651376" y="1806575"/>
              <a:ext cx="76200" cy="793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52" name="Oval 121"/>
            <p:cNvSpPr>
              <a:spLocks noChangeArrowheads="1"/>
            </p:cNvSpPr>
            <p:nvPr/>
          </p:nvSpPr>
          <p:spPr bwMode="auto">
            <a:xfrm>
              <a:off x="4264026" y="2316163"/>
              <a:ext cx="79375" cy="762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sp>
          <p:nvSpPr>
            <p:cNvPr id="53" name="Oval 122"/>
            <p:cNvSpPr>
              <a:spLocks noChangeArrowheads="1"/>
            </p:cNvSpPr>
            <p:nvPr/>
          </p:nvSpPr>
          <p:spPr bwMode="auto">
            <a:xfrm>
              <a:off x="3875088" y="1784350"/>
              <a:ext cx="80963" cy="7937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solidFill>
                  <a:prstClr val="black"/>
                </a:solidFill>
                <a:latin typeface="Segoe UI"/>
                <a:ea typeface="微软雅黑"/>
              </a:endParaRPr>
            </a:p>
          </p:txBody>
        </p:sp>
      </p:grpSp>
      <p:sp>
        <p:nvSpPr>
          <p:cNvPr id="54" name="文本框 53"/>
          <p:cNvSpPr txBox="1"/>
          <p:nvPr/>
        </p:nvSpPr>
        <p:spPr>
          <a:xfrm>
            <a:off x="5596457" y="1946703"/>
            <a:ext cx="858838" cy="523220"/>
          </a:xfrm>
          <a:prstGeom prst="rect">
            <a:avLst/>
          </a:prstGeom>
          <a:noFill/>
        </p:spPr>
        <p:txBody>
          <a:bodyPr wrap="square" rtlCol="0">
            <a:spAutoFit/>
          </a:bodyPr>
          <a:lstStyle/>
          <a:p>
            <a:pPr algn="ctr"/>
            <a:r>
              <a:rPr lang="en-US" altLang="zh-CN" sz="2800" b="1" dirty="0">
                <a:solidFill>
                  <a:prstClr val="white"/>
                </a:solidFill>
                <a:latin typeface="Segoe UI"/>
                <a:ea typeface="微软雅黑"/>
              </a:rPr>
              <a:t>1</a:t>
            </a:r>
            <a:endParaRPr lang="zh-CN" altLang="en-US" sz="2800" b="1" dirty="0">
              <a:solidFill>
                <a:prstClr val="white"/>
              </a:solidFill>
              <a:latin typeface="Segoe UI"/>
              <a:ea typeface="微软雅黑"/>
            </a:endParaRPr>
          </a:p>
        </p:txBody>
      </p:sp>
      <p:sp>
        <p:nvSpPr>
          <p:cNvPr id="55" name="文本框 54"/>
          <p:cNvSpPr txBox="1"/>
          <p:nvPr/>
        </p:nvSpPr>
        <p:spPr>
          <a:xfrm>
            <a:off x="5611558" y="4381547"/>
            <a:ext cx="858838" cy="523220"/>
          </a:xfrm>
          <a:prstGeom prst="rect">
            <a:avLst/>
          </a:prstGeom>
          <a:noFill/>
        </p:spPr>
        <p:txBody>
          <a:bodyPr wrap="square" rtlCol="0">
            <a:spAutoFit/>
          </a:bodyPr>
          <a:lstStyle/>
          <a:p>
            <a:pPr algn="ctr"/>
            <a:r>
              <a:rPr lang="en-US" altLang="zh-CN" sz="2800" b="1" dirty="0">
                <a:solidFill>
                  <a:prstClr val="white"/>
                </a:solidFill>
                <a:latin typeface="Segoe UI"/>
                <a:ea typeface="微软雅黑"/>
              </a:rPr>
              <a:t>4</a:t>
            </a:r>
            <a:endParaRPr lang="zh-CN" altLang="en-US" sz="2800" b="1" dirty="0">
              <a:solidFill>
                <a:prstClr val="white"/>
              </a:solidFill>
              <a:latin typeface="Segoe UI"/>
              <a:ea typeface="微软雅黑"/>
            </a:endParaRPr>
          </a:p>
        </p:txBody>
      </p:sp>
      <p:sp>
        <p:nvSpPr>
          <p:cNvPr id="56" name="文本框 55"/>
          <p:cNvSpPr txBox="1"/>
          <p:nvPr/>
        </p:nvSpPr>
        <p:spPr>
          <a:xfrm>
            <a:off x="4612226" y="3746330"/>
            <a:ext cx="858838" cy="523220"/>
          </a:xfrm>
          <a:prstGeom prst="rect">
            <a:avLst/>
          </a:prstGeom>
          <a:noFill/>
        </p:spPr>
        <p:txBody>
          <a:bodyPr wrap="square" rtlCol="0">
            <a:spAutoFit/>
          </a:bodyPr>
          <a:lstStyle/>
          <a:p>
            <a:pPr algn="ctr"/>
            <a:r>
              <a:rPr lang="en-US" altLang="zh-CN" sz="2800" b="1" dirty="0">
                <a:solidFill>
                  <a:prstClr val="white"/>
                </a:solidFill>
                <a:latin typeface="Segoe UI"/>
                <a:ea typeface="微软雅黑"/>
              </a:rPr>
              <a:t>3</a:t>
            </a:r>
            <a:endParaRPr lang="zh-CN" altLang="en-US" sz="2800" b="1" dirty="0">
              <a:solidFill>
                <a:prstClr val="white"/>
              </a:solidFill>
              <a:latin typeface="Segoe UI"/>
              <a:ea typeface="微软雅黑"/>
            </a:endParaRPr>
          </a:p>
        </p:txBody>
      </p:sp>
      <p:sp>
        <p:nvSpPr>
          <p:cNvPr id="57" name="文本框 56"/>
          <p:cNvSpPr txBox="1"/>
          <p:nvPr/>
        </p:nvSpPr>
        <p:spPr>
          <a:xfrm>
            <a:off x="4588540" y="2552345"/>
            <a:ext cx="858838" cy="523220"/>
          </a:xfrm>
          <a:prstGeom prst="rect">
            <a:avLst/>
          </a:prstGeom>
          <a:noFill/>
        </p:spPr>
        <p:txBody>
          <a:bodyPr wrap="square" rtlCol="0">
            <a:spAutoFit/>
          </a:bodyPr>
          <a:lstStyle/>
          <a:p>
            <a:pPr algn="ctr"/>
            <a:r>
              <a:rPr lang="en-US" altLang="zh-CN" sz="2800" b="1" dirty="0">
                <a:solidFill>
                  <a:prstClr val="white"/>
                </a:solidFill>
                <a:latin typeface="Segoe UI"/>
                <a:ea typeface="微软雅黑"/>
              </a:rPr>
              <a:t>2</a:t>
            </a:r>
            <a:endParaRPr lang="zh-CN" altLang="en-US" sz="2800" b="1" dirty="0">
              <a:solidFill>
                <a:prstClr val="white"/>
              </a:solidFill>
              <a:latin typeface="Segoe UI"/>
              <a:ea typeface="微软雅黑"/>
            </a:endParaRPr>
          </a:p>
        </p:txBody>
      </p:sp>
      <p:sp>
        <p:nvSpPr>
          <p:cNvPr id="58" name="文本框 57"/>
          <p:cNvSpPr txBox="1"/>
          <p:nvPr/>
        </p:nvSpPr>
        <p:spPr>
          <a:xfrm>
            <a:off x="6697616" y="3725906"/>
            <a:ext cx="858838" cy="523220"/>
          </a:xfrm>
          <a:prstGeom prst="rect">
            <a:avLst/>
          </a:prstGeom>
          <a:noFill/>
        </p:spPr>
        <p:txBody>
          <a:bodyPr wrap="square" rtlCol="0">
            <a:spAutoFit/>
          </a:bodyPr>
          <a:lstStyle/>
          <a:p>
            <a:pPr algn="ctr"/>
            <a:r>
              <a:rPr lang="en-US" altLang="zh-CN" sz="2800" b="1" dirty="0">
                <a:solidFill>
                  <a:prstClr val="white"/>
                </a:solidFill>
                <a:latin typeface="Segoe UI"/>
                <a:ea typeface="微软雅黑"/>
              </a:rPr>
              <a:t>5</a:t>
            </a:r>
            <a:endParaRPr lang="zh-CN" altLang="en-US" sz="2800" b="1" dirty="0">
              <a:solidFill>
                <a:prstClr val="white"/>
              </a:solidFill>
              <a:latin typeface="Segoe UI"/>
              <a:ea typeface="微软雅黑"/>
            </a:endParaRPr>
          </a:p>
        </p:txBody>
      </p:sp>
      <p:sp>
        <p:nvSpPr>
          <p:cNvPr id="59" name="文本框 58"/>
          <p:cNvSpPr txBox="1"/>
          <p:nvPr/>
        </p:nvSpPr>
        <p:spPr>
          <a:xfrm>
            <a:off x="6706233" y="2542360"/>
            <a:ext cx="858838" cy="523220"/>
          </a:xfrm>
          <a:prstGeom prst="rect">
            <a:avLst/>
          </a:prstGeom>
          <a:noFill/>
        </p:spPr>
        <p:txBody>
          <a:bodyPr wrap="square" rtlCol="0">
            <a:spAutoFit/>
          </a:bodyPr>
          <a:lstStyle/>
          <a:p>
            <a:pPr algn="ctr"/>
            <a:r>
              <a:rPr lang="en-US" altLang="zh-CN" sz="2800" b="1" dirty="0">
                <a:solidFill>
                  <a:prstClr val="white"/>
                </a:solidFill>
                <a:latin typeface="Segoe UI"/>
                <a:ea typeface="微软雅黑"/>
              </a:rPr>
              <a:t>6</a:t>
            </a:r>
            <a:endParaRPr lang="zh-CN" altLang="en-US" sz="2800" b="1" dirty="0">
              <a:solidFill>
                <a:prstClr val="white"/>
              </a:solidFill>
              <a:latin typeface="Segoe UI"/>
              <a:ea typeface="微软雅黑"/>
            </a:endParaRPr>
          </a:p>
        </p:txBody>
      </p:sp>
      <p:sp>
        <p:nvSpPr>
          <p:cNvPr id="91" name="标题 90"/>
          <p:cNvSpPr>
            <a:spLocks noGrp="1"/>
          </p:cNvSpPr>
          <p:nvPr>
            <p:ph type="title"/>
          </p:nvPr>
        </p:nvSpPr>
        <p:spPr/>
        <p:txBody>
          <a:bodyPr/>
          <a:lstStyle/>
          <a:p>
            <a:r>
              <a:rPr lang="zh-CN" altLang="en-US" dirty="0"/>
              <a:t>让金融更简单 让金融更美好</a:t>
            </a:r>
            <a:endParaRPr kumimoji="1" lang="zh-CN" altLang="en-US" dirty="0"/>
          </a:p>
        </p:txBody>
      </p:sp>
      <p:grpSp>
        <p:nvGrpSpPr>
          <p:cNvPr id="61" name="组 60"/>
          <p:cNvGrpSpPr/>
          <p:nvPr/>
        </p:nvGrpSpPr>
        <p:grpSpPr>
          <a:xfrm>
            <a:off x="8209506" y="1506958"/>
            <a:ext cx="3240000" cy="1397890"/>
            <a:chOff x="7573558" y="1789204"/>
            <a:chExt cx="3240000" cy="1397890"/>
          </a:xfrm>
        </p:grpSpPr>
        <p:grpSp>
          <p:nvGrpSpPr>
            <p:cNvPr id="6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64" name="矩形 6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65" name="矩形 6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6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66" name="组 65"/>
          <p:cNvGrpSpPr/>
          <p:nvPr/>
        </p:nvGrpSpPr>
        <p:grpSpPr>
          <a:xfrm>
            <a:off x="8209506" y="4720519"/>
            <a:ext cx="3240000" cy="1397890"/>
            <a:chOff x="7573558" y="1789204"/>
            <a:chExt cx="3240000" cy="1397890"/>
          </a:xfrm>
        </p:grpSpPr>
        <p:grpSp>
          <p:nvGrpSpPr>
            <p:cNvPr id="6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69" name="矩形 6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70" name="矩形 6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6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71" name="组 70"/>
          <p:cNvGrpSpPr/>
          <p:nvPr/>
        </p:nvGrpSpPr>
        <p:grpSpPr>
          <a:xfrm>
            <a:off x="8209506" y="3071958"/>
            <a:ext cx="3240000" cy="1397890"/>
            <a:chOff x="7573558" y="1789204"/>
            <a:chExt cx="3240000" cy="1397890"/>
          </a:xfrm>
        </p:grpSpPr>
        <p:grpSp>
          <p:nvGrpSpPr>
            <p:cNvPr id="7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74" name="矩形 7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75" name="矩形 7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7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76" name="组 75"/>
          <p:cNvGrpSpPr/>
          <p:nvPr/>
        </p:nvGrpSpPr>
        <p:grpSpPr>
          <a:xfrm>
            <a:off x="915597" y="1443403"/>
            <a:ext cx="3240000" cy="1397890"/>
            <a:chOff x="7573558" y="1789204"/>
            <a:chExt cx="3240000" cy="1397890"/>
          </a:xfrm>
        </p:grpSpPr>
        <p:grpSp>
          <p:nvGrpSpPr>
            <p:cNvPr id="7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79" name="矩形 7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80" name="矩形 7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7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81" name="组 80"/>
          <p:cNvGrpSpPr/>
          <p:nvPr/>
        </p:nvGrpSpPr>
        <p:grpSpPr>
          <a:xfrm>
            <a:off x="915597" y="3155753"/>
            <a:ext cx="3240000" cy="1397890"/>
            <a:chOff x="7573558" y="1789204"/>
            <a:chExt cx="3240000" cy="1397890"/>
          </a:xfrm>
        </p:grpSpPr>
        <p:grpSp>
          <p:nvGrpSpPr>
            <p:cNvPr id="8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84" name="矩形 8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85" name="矩形 8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8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86" name="组 85"/>
          <p:cNvGrpSpPr/>
          <p:nvPr/>
        </p:nvGrpSpPr>
        <p:grpSpPr>
          <a:xfrm>
            <a:off x="915597" y="4868103"/>
            <a:ext cx="3240000" cy="1397890"/>
            <a:chOff x="7573558" y="1789204"/>
            <a:chExt cx="3240000" cy="1397890"/>
          </a:xfrm>
        </p:grpSpPr>
        <p:grpSp>
          <p:nvGrpSpPr>
            <p:cNvPr id="8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89" name="矩形 8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90" name="矩形 8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8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9353772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Group 13">
            <a:extLst>
              <a:ext uri="{FF2B5EF4-FFF2-40B4-BE49-F238E27FC236}">
                <a16:creationId xmlns:a16="http://schemas.microsoft.com/office/drawing/2014/main" xmlns="" id="{C2ABCFA3-A2C8-4DC8-BF1E-6FF0D8F8D1D3}"/>
              </a:ext>
            </a:extLst>
          </p:cNvPr>
          <p:cNvGrpSpPr>
            <a:grpSpLocks/>
          </p:cNvGrpSpPr>
          <p:nvPr/>
        </p:nvGrpSpPr>
        <p:grpSpPr bwMode="auto">
          <a:xfrm>
            <a:off x="1146742" y="2122263"/>
            <a:ext cx="1800000" cy="1800000"/>
            <a:chOff x="1840" y="1426"/>
            <a:chExt cx="2561" cy="2560"/>
          </a:xfrm>
          <a:solidFill>
            <a:srgbClr val="4372C4"/>
          </a:solidFill>
        </p:grpSpPr>
        <p:sp>
          <p:nvSpPr>
            <p:cNvPr id="45" name="Freeform 14">
              <a:extLst>
                <a:ext uri="{FF2B5EF4-FFF2-40B4-BE49-F238E27FC236}">
                  <a16:creationId xmlns:a16="http://schemas.microsoft.com/office/drawing/2014/main" xmlns="" id="{74E116C9-8C4E-4E83-850A-E3EF353185CB}"/>
                </a:ext>
              </a:extLst>
            </p:cNvPr>
            <p:cNvSpPr>
              <a:spLocks noChangeAspect="1"/>
            </p:cNvSpPr>
            <p:nvPr/>
          </p:nvSpPr>
          <p:spPr bwMode="auto">
            <a:xfrm>
              <a:off x="1890" y="1426"/>
              <a:ext cx="1381" cy="1119"/>
            </a:xfrm>
            <a:custGeom>
              <a:avLst/>
              <a:gdLst>
                <a:gd name="T0" fmla="*/ 1165 w 1381"/>
                <a:gd name="T1" fmla="*/ 639 h 1119"/>
                <a:gd name="T2" fmla="*/ 1112 w 1381"/>
                <a:gd name="T3" fmla="*/ 646 h 1119"/>
                <a:gd name="T4" fmla="*/ 1062 w 1381"/>
                <a:gd name="T5" fmla="*/ 658 h 1119"/>
                <a:gd name="T6" fmla="*/ 1038 w 1381"/>
                <a:gd name="T7" fmla="*/ 665 h 1119"/>
                <a:gd name="T8" fmla="*/ 1002 w 1381"/>
                <a:gd name="T9" fmla="*/ 677 h 1119"/>
                <a:gd name="T10" fmla="*/ 966 w 1381"/>
                <a:gd name="T11" fmla="*/ 692 h 1119"/>
                <a:gd name="T12" fmla="*/ 921 w 1381"/>
                <a:gd name="T13" fmla="*/ 714 h 1119"/>
                <a:gd name="T14" fmla="*/ 879 w 1381"/>
                <a:gd name="T15" fmla="*/ 741 h 1119"/>
                <a:gd name="T16" fmla="*/ 838 w 1381"/>
                <a:gd name="T17" fmla="*/ 770 h 1119"/>
                <a:gd name="T18" fmla="*/ 799 w 1381"/>
                <a:gd name="T19" fmla="*/ 801 h 1119"/>
                <a:gd name="T20" fmla="*/ 781 w 1381"/>
                <a:gd name="T21" fmla="*/ 818 h 1119"/>
                <a:gd name="T22" fmla="*/ 747 w 1381"/>
                <a:gd name="T23" fmla="*/ 854 h 1119"/>
                <a:gd name="T24" fmla="*/ 716 w 1381"/>
                <a:gd name="T25" fmla="*/ 894 h 1119"/>
                <a:gd name="T26" fmla="*/ 701 w 1381"/>
                <a:gd name="T27" fmla="*/ 914 h 1119"/>
                <a:gd name="T28" fmla="*/ 674 w 1381"/>
                <a:gd name="T29" fmla="*/ 956 h 1119"/>
                <a:gd name="T30" fmla="*/ 656 w 1381"/>
                <a:gd name="T31" fmla="*/ 989 h 1119"/>
                <a:gd name="T32" fmla="*/ 640 w 1381"/>
                <a:gd name="T33" fmla="*/ 1023 h 1119"/>
                <a:gd name="T34" fmla="*/ 621 w 1381"/>
                <a:gd name="T35" fmla="*/ 1071 h 1119"/>
                <a:gd name="T36" fmla="*/ 610 w 1381"/>
                <a:gd name="T37" fmla="*/ 1107 h 1119"/>
                <a:gd name="T38" fmla="*/ 383 w 1381"/>
                <a:gd name="T39" fmla="*/ 833 h 1119"/>
                <a:gd name="T40" fmla="*/ 7 w 1381"/>
                <a:gd name="T41" fmla="*/ 899 h 1119"/>
                <a:gd name="T42" fmla="*/ 23 w 1381"/>
                <a:gd name="T43" fmla="*/ 850 h 1119"/>
                <a:gd name="T44" fmla="*/ 42 w 1381"/>
                <a:gd name="T45" fmla="*/ 804 h 1119"/>
                <a:gd name="T46" fmla="*/ 61 w 1381"/>
                <a:gd name="T47" fmla="*/ 758 h 1119"/>
                <a:gd name="T48" fmla="*/ 83 w 1381"/>
                <a:gd name="T49" fmla="*/ 712 h 1119"/>
                <a:gd name="T50" fmla="*/ 105 w 1381"/>
                <a:gd name="T51" fmla="*/ 668 h 1119"/>
                <a:gd name="T52" fmla="*/ 130 w 1381"/>
                <a:gd name="T53" fmla="*/ 625 h 1119"/>
                <a:gd name="T54" fmla="*/ 156 w 1381"/>
                <a:gd name="T55" fmla="*/ 583 h 1119"/>
                <a:gd name="T56" fmla="*/ 184 w 1381"/>
                <a:gd name="T57" fmla="*/ 541 h 1119"/>
                <a:gd name="T58" fmla="*/ 214 w 1381"/>
                <a:gd name="T59" fmla="*/ 502 h 1119"/>
                <a:gd name="T60" fmla="*/ 245 w 1381"/>
                <a:gd name="T61" fmla="*/ 463 h 1119"/>
                <a:gd name="T62" fmla="*/ 277 w 1381"/>
                <a:gd name="T63" fmla="*/ 426 h 1119"/>
                <a:gd name="T64" fmla="*/ 310 w 1381"/>
                <a:gd name="T65" fmla="*/ 389 h 1119"/>
                <a:gd name="T66" fmla="*/ 345 w 1381"/>
                <a:gd name="T67" fmla="*/ 354 h 1119"/>
                <a:gd name="T68" fmla="*/ 382 w 1381"/>
                <a:gd name="T69" fmla="*/ 321 h 1119"/>
                <a:gd name="T70" fmla="*/ 439 w 1381"/>
                <a:gd name="T71" fmla="*/ 274 h 1119"/>
                <a:gd name="T72" fmla="*/ 478 w 1381"/>
                <a:gd name="T73" fmla="*/ 244 h 1119"/>
                <a:gd name="T74" fmla="*/ 519 w 1381"/>
                <a:gd name="T75" fmla="*/ 215 h 1119"/>
                <a:gd name="T76" fmla="*/ 561 w 1381"/>
                <a:gd name="T77" fmla="*/ 188 h 1119"/>
                <a:gd name="T78" fmla="*/ 603 w 1381"/>
                <a:gd name="T79" fmla="*/ 163 h 1119"/>
                <a:gd name="T80" fmla="*/ 647 w 1381"/>
                <a:gd name="T81" fmla="*/ 140 h 1119"/>
                <a:gd name="T82" fmla="*/ 693 w 1381"/>
                <a:gd name="T83" fmla="*/ 118 h 1119"/>
                <a:gd name="T84" fmla="*/ 738 w 1381"/>
                <a:gd name="T85" fmla="*/ 98 h 1119"/>
                <a:gd name="T86" fmla="*/ 785 w 1381"/>
                <a:gd name="T87" fmla="*/ 79 h 1119"/>
                <a:gd name="T88" fmla="*/ 833 w 1381"/>
                <a:gd name="T89" fmla="*/ 62 h 1119"/>
                <a:gd name="T90" fmla="*/ 882 w 1381"/>
                <a:gd name="T91" fmla="*/ 47 h 1119"/>
                <a:gd name="T92" fmla="*/ 931 w 1381"/>
                <a:gd name="T93" fmla="*/ 35 h 1119"/>
                <a:gd name="T94" fmla="*/ 980 w 1381"/>
                <a:gd name="T95" fmla="*/ 24 h 1119"/>
                <a:gd name="T96" fmla="*/ 1032 w 1381"/>
                <a:gd name="T97" fmla="*/ 15 h 1119"/>
                <a:gd name="T98" fmla="*/ 1083 w 1381"/>
                <a:gd name="T99" fmla="*/ 8 h 1119"/>
                <a:gd name="T100" fmla="*/ 1135 w 1381"/>
                <a:gd name="T101" fmla="*/ 3 h 1119"/>
                <a:gd name="T102" fmla="*/ 1188 w 1381"/>
                <a:gd name="T103" fmla="*/ 0 h 1119"/>
                <a:gd name="T104" fmla="*/ 1190 w 1381"/>
                <a:gd name="T105" fmla="*/ 637 h 1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81" h="1119">
                  <a:moveTo>
                    <a:pt x="1191" y="637"/>
                  </a:moveTo>
                  <a:lnTo>
                    <a:pt x="1165" y="639"/>
                  </a:lnTo>
                  <a:lnTo>
                    <a:pt x="1138" y="642"/>
                  </a:lnTo>
                  <a:lnTo>
                    <a:pt x="1112" y="646"/>
                  </a:lnTo>
                  <a:lnTo>
                    <a:pt x="1087" y="652"/>
                  </a:lnTo>
                  <a:lnTo>
                    <a:pt x="1062" y="658"/>
                  </a:lnTo>
                  <a:lnTo>
                    <a:pt x="1050" y="661"/>
                  </a:lnTo>
                  <a:lnTo>
                    <a:pt x="1038" y="665"/>
                  </a:lnTo>
                  <a:lnTo>
                    <a:pt x="1014" y="673"/>
                  </a:lnTo>
                  <a:lnTo>
                    <a:pt x="1002" y="677"/>
                  </a:lnTo>
                  <a:lnTo>
                    <a:pt x="989" y="682"/>
                  </a:lnTo>
                  <a:lnTo>
                    <a:pt x="966" y="692"/>
                  </a:lnTo>
                  <a:lnTo>
                    <a:pt x="943" y="703"/>
                  </a:lnTo>
                  <a:lnTo>
                    <a:pt x="921" y="714"/>
                  </a:lnTo>
                  <a:lnTo>
                    <a:pt x="900" y="728"/>
                  </a:lnTo>
                  <a:lnTo>
                    <a:pt x="879" y="741"/>
                  </a:lnTo>
                  <a:lnTo>
                    <a:pt x="858" y="755"/>
                  </a:lnTo>
                  <a:lnTo>
                    <a:pt x="838" y="770"/>
                  </a:lnTo>
                  <a:lnTo>
                    <a:pt x="818" y="785"/>
                  </a:lnTo>
                  <a:lnTo>
                    <a:pt x="799" y="801"/>
                  </a:lnTo>
                  <a:lnTo>
                    <a:pt x="790" y="810"/>
                  </a:lnTo>
                  <a:lnTo>
                    <a:pt x="781" y="818"/>
                  </a:lnTo>
                  <a:lnTo>
                    <a:pt x="764" y="836"/>
                  </a:lnTo>
                  <a:lnTo>
                    <a:pt x="747" y="854"/>
                  </a:lnTo>
                  <a:lnTo>
                    <a:pt x="731" y="873"/>
                  </a:lnTo>
                  <a:lnTo>
                    <a:pt x="716" y="894"/>
                  </a:lnTo>
                  <a:lnTo>
                    <a:pt x="708" y="904"/>
                  </a:lnTo>
                  <a:lnTo>
                    <a:pt x="701" y="914"/>
                  </a:lnTo>
                  <a:lnTo>
                    <a:pt x="687" y="934"/>
                  </a:lnTo>
                  <a:lnTo>
                    <a:pt x="674" y="956"/>
                  </a:lnTo>
                  <a:lnTo>
                    <a:pt x="661" y="978"/>
                  </a:lnTo>
                  <a:lnTo>
                    <a:pt x="656" y="989"/>
                  </a:lnTo>
                  <a:lnTo>
                    <a:pt x="650" y="1000"/>
                  </a:lnTo>
                  <a:lnTo>
                    <a:pt x="640" y="1023"/>
                  </a:lnTo>
                  <a:lnTo>
                    <a:pt x="630" y="1047"/>
                  </a:lnTo>
                  <a:lnTo>
                    <a:pt x="621" y="1071"/>
                  </a:lnTo>
                  <a:lnTo>
                    <a:pt x="614" y="1095"/>
                  </a:lnTo>
                  <a:lnTo>
                    <a:pt x="610" y="1107"/>
                  </a:lnTo>
                  <a:lnTo>
                    <a:pt x="607" y="1119"/>
                  </a:lnTo>
                  <a:lnTo>
                    <a:pt x="383" y="833"/>
                  </a:lnTo>
                  <a:lnTo>
                    <a:pt x="0" y="923"/>
                  </a:lnTo>
                  <a:lnTo>
                    <a:pt x="7" y="899"/>
                  </a:lnTo>
                  <a:lnTo>
                    <a:pt x="15" y="874"/>
                  </a:lnTo>
                  <a:lnTo>
                    <a:pt x="23" y="850"/>
                  </a:lnTo>
                  <a:lnTo>
                    <a:pt x="33" y="827"/>
                  </a:lnTo>
                  <a:lnTo>
                    <a:pt x="42" y="804"/>
                  </a:lnTo>
                  <a:lnTo>
                    <a:pt x="51" y="781"/>
                  </a:lnTo>
                  <a:lnTo>
                    <a:pt x="61" y="758"/>
                  </a:lnTo>
                  <a:lnTo>
                    <a:pt x="72" y="735"/>
                  </a:lnTo>
                  <a:lnTo>
                    <a:pt x="83" y="712"/>
                  </a:lnTo>
                  <a:lnTo>
                    <a:pt x="94" y="690"/>
                  </a:lnTo>
                  <a:lnTo>
                    <a:pt x="105" y="668"/>
                  </a:lnTo>
                  <a:lnTo>
                    <a:pt x="117" y="646"/>
                  </a:lnTo>
                  <a:lnTo>
                    <a:pt x="130" y="625"/>
                  </a:lnTo>
                  <a:lnTo>
                    <a:pt x="143" y="604"/>
                  </a:lnTo>
                  <a:lnTo>
                    <a:pt x="156" y="583"/>
                  </a:lnTo>
                  <a:lnTo>
                    <a:pt x="170" y="562"/>
                  </a:lnTo>
                  <a:lnTo>
                    <a:pt x="184" y="541"/>
                  </a:lnTo>
                  <a:lnTo>
                    <a:pt x="199" y="521"/>
                  </a:lnTo>
                  <a:lnTo>
                    <a:pt x="214" y="502"/>
                  </a:lnTo>
                  <a:lnTo>
                    <a:pt x="229" y="482"/>
                  </a:lnTo>
                  <a:lnTo>
                    <a:pt x="245" y="463"/>
                  </a:lnTo>
                  <a:lnTo>
                    <a:pt x="260" y="444"/>
                  </a:lnTo>
                  <a:lnTo>
                    <a:pt x="277" y="426"/>
                  </a:lnTo>
                  <a:lnTo>
                    <a:pt x="293" y="408"/>
                  </a:lnTo>
                  <a:lnTo>
                    <a:pt x="310" y="389"/>
                  </a:lnTo>
                  <a:lnTo>
                    <a:pt x="327" y="371"/>
                  </a:lnTo>
                  <a:lnTo>
                    <a:pt x="345" y="354"/>
                  </a:lnTo>
                  <a:lnTo>
                    <a:pt x="364" y="337"/>
                  </a:lnTo>
                  <a:lnTo>
                    <a:pt x="382" y="321"/>
                  </a:lnTo>
                  <a:lnTo>
                    <a:pt x="401" y="305"/>
                  </a:lnTo>
                  <a:lnTo>
                    <a:pt x="439" y="274"/>
                  </a:lnTo>
                  <a:lnTo>
                    <a:pt x="458" y="259"/>
                  </a:lnTo>
                  <a:lnTo>
                    <a:pt x="478" y="244"/>
                  </a:lnTo>
                  <a:lnTo>
                    <a:pt x="498" y="229"/>
                  </a:lnTo>
                  <a:lnTo>
                    <a:pt x="519" y="215"/>
                  </a:lnTo>
                  <a:lnTo>
                    <a:pt x="540" y="201"/>
                  </a:lnTo>
                  <a:lnTo>
                    <a:pt x="561" y="188"/>
                  </a:lnTo>
                  <a:lnTo>
                    <a:pt x="582" y="175"/>
                  </a:lnTo>
                  <a:lnTo>
                    <a:pt x="603" y="163"/>
                  </a:lnTo>
                  <a:lnTo>
                    <a:pt x="625" y="151"/>
                  </a:lnTo>
                  <a:lnTo>
                    <a:pt x="647" y="140"/>
                  </a:lnTo>
                  <a:lnTo>
                    <a:pt x="669" y="129"/>
                  </a:lnTo>
                  <a:lnTo>
                    <a:pt x="693" y="118"/>
                  </a:lnTo>
                  <a:lnTo>
                    <a:pt x="715" y="108"/>
                  </a:lnTo>
                  <a:lnTo>
                    <a:pt x="738" y="98"/>
                  </a:lnTo>
                  <a:lnTo>
                    <a:pt x="762" y="88"/>
                  </a:lnTo>
                  <a:lnTo>
                    <a:pt x="785" y="79"/>
                  </a:lnTo>
                  <a:lnTo>
                    <a:pt x="808" y="70"/>
                  </a:lnTo>
                  <a:lnTo>
                    <a:pt x="833" y="62"/>
                  </a:lnTo>
                  <a:lnTo>
                    <a:pt x="857" y="54"/>
                  </a:lnTo>
                  <a:lnTo>
                    <a:pt x="882" y="47"/>
                  </a:lnTo>
                  <a:lnTo>
                    <a:pt x="906" y="41"/>
                  </a:lnTo>
                  <a:lnTo>
                    <a:pt x="931" y="35"/>
                  </a:lnTo>
                  <a:lnTo>
                    <a:pt x="955" y="29"/>
                  </a:lnTo>
                  <a:lnTo>
                    <a:pt x="980" y="24"/>
                  </a:lnTo>
                  <a:lnTo>
                    <a:pt x="1006" y="19"/>
                  </a:lnTo>
                  <a:lnTo>
                    <a:pt x="1032" y="15"/>
                  </a:lnTo>
                  <a:lnTo>
                    <a:pt x="1057" y="11"/>
                  </a:lnTo>
                  <a:lnTo>
                    <a:pt x="1083" y="8"/>
                  </a:lnTo>
                  <a:lnTo>
                    <a:pt x="1109" y="5"/>
                  </a:lnTo>
                  <a:lnTo>
                    <a:pt x="1135" y="3"/>
                  </a:lnTo>
                  <a:lnTo>
                    <a:pt x="1162" y="1"/>
                  </a:lnTo>
                  <a:lnTo>
                    <a:pt x="1188" y="0"/>
                  </a:lnTo>
                  <a:lnTo>
                    <a:pt x="1381" y="334"/>
                  </a:lnTo>
                  <a:lnTo>
                    <a:pt x="1190" y="637"/>
                  </a:lnTo>
                  <a:lnTo>
                    <a:pt x="1191" y="637"/>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46" name="Freeform 15">
              <a:extLst>
                <a:ext uri="{FF2B5EF4-FFF2-40B4-BE49-F238E27FC236}">
                  <a16:creationId xmlns:a16="http://schemas.microsoft.com/office/drawing/2014/main" xmlns="" id="{1AD203AC-A607-4B62-A578-DC05F81C3C0F}"/>
                </a:ext>
              </a:extLst>
            </p:cNvPr>
            <p:cNvSpPr>
              <a:spLocks noChangeAspect="1"/>
            </p:cNvSpPr>
            <p:nvPr/>
          </p:nvSpPr>
          <p:spPr bwMode="auto">
            <a:xfrm>
              <a:off x="3143" y="1426"/>
              <a:ext cx="1190" cy="1155"/>
            </a:xfrm>
            <a:custGeom>
              <a:avLst/>
              <a:gdLst>
                <a:gd name="T0" fmla="*/ 25 w 1190"/>
                <a:gd name="T1" fmla="*/ 637 h 1155"/>
                <a:gd name="T2" fmla="*/ 49 w 1190"/>
                <a:gd name="T3" fmla="*/ 639 h 1155"/>
                <a:gd name="T4" fmla="*/ 98 w 1190"/>
                <a:gd name="T5" fmla="*/ 647 h 1155"/>
                <a:gd name="T6" fmla="*/ 121 w 1190"/>
                <a:gd name="T7" fmla="*/ 652 h 1155"/>
                <a:gd name="T8" fmla="*/ 167 w 1190"/>
                <a:gd name="T9" fmla="*/ 664 h 1155"/>
                <a:gd name="T10" fmla="*/ 201 w 1190"/>
                <a:gd name="T11" fmla="*/ 675 h 1155"/>
                <a:gd name="T12" fmla="*/ 235 w 1190"/>
                <a:gd name="T13" fmla="*/ 688 h 1155"/>
                <a:gd name="T14" fmla="*/ 256 w 1190"/>
                <a:gd name="T15" fmla="*/ 698 h 1155"/>
                <a:gd name="T16" fmla="*/ 277 w 1190"/>
                <a:gd name="T17" fmla="*/ 708 h 1155"/>
                <a:gd name="T18" fmla="*/ 297 w 1190"/>
                <a:gd name="T19" fmla="*/ 721 h 1155"/>
                <a:gd name="T20" fmla="*/ 317 w 1190"/>
                <a:gd name="T21" fmla="*/ 733 h 1155"/>
                <a:gd name="T22" fmla="*/ 356 w 1190"/>
                <a:gd name="T23" fmla="*/ 758 h 1155"/>
                <a:gd name="T24" fmla="*/ 393 w 1190"/>
                <a:gd name="T25" fmla="*/ 787 h 1155"/>
                <a:gd name="T26" fmla="*/ 427 w 1190"/>
                <a:gd name="T27" fmla="*/ 818 h 1155"/>
                <a:gd name="T28" fmla="*/ 443 w 1190"/>
                <a:gd name="T29" fmla="*/ 834 h 1155"/>
                <a:gd name="T30" fmla="*/ 467 w 1190"/>
                <a:gd name="T31" fmla="*/ 860 h 1155"/>
                <a:gd name="T32" fmla="*/ 489 w 1190"/>
                <a:gd name="T33" fmla="*/ 888 h 1155"/>
                <a:gd name="T34" fmla="*/ 515 w 1190"/>
                <a:gd name="T35" fmla="*/ 926 h 1155"/>
                <a:gd name="T36" fmla="*/ 541 w 1190"/>
                <a:gd name="T37" fmla="*/ 965 h 1155"/>
                <a:gd name="T38" fmla="*/ 562 w 1190"/>
                <a:gd name="T39" fmla="*/ 1007 h 1155"/>
                <a:gd name="T40" fmla="*/ 580 w 1190"/>
                <a:gd name="T41" fmla="*/ 1051 h 1155"/>
                <a:gd name="T42" fmla="*/ 1190 w 1190"/>
                <a:gd name="T43" fmla="*/ 865 h 1155"/>
                <a:gd name="T44" fmla="*/ 1173 w 1190"/>
                <a:gd name="T45" fmla="*/ 819 h 1155"/>
                <a:gd name="T46" fmla="*/ 1154 w 1190"/>
                <a:gd name="T47" fmla="*/ 774 h 1155"/>
                <a:gd name="T48" fmla="*/ 1134 w 1190"/>
                <a:gd name="T49" fmla="*/ 730 h 1155"/>
                <a:gd name="T50" fmla="*/ 1112 w 1190"/>
                <a:gd name="T51" fmla="*/ 685 h 1155"/>
                <a:gd name="T52" fmla="*/ 1089 w 1190"/>
                <a:gd name="T53" fmla="*/ 643 h 1155"/>
                <a:gd name="T54" fmla="*/ 1064 w 1190"/>
                <a:gd name="T55" fmla="*/ 602 h 1155"/>
                <a:gd name="T56" fmla="*/ 1038 w 1190"/>
                <a:gd name="T57" fmla="*/ 561 h 1155"/>
                <a:gd name="T58" fmla="*/ 1009 w 1190"/>
                <a:gd name="T59" fmla="*/ 521 h 1155"/>
                <a:gd name="T60" fmla="*/ 980 w 1190"/>
                <a:gd name="T61" fmla="*/ 483 h 1155"/>
                <a:gd name="T62" fmla="*/ 934 w 1190"/>
                <a:gd name="T63" fmla="*/ 428 h 1155"/>
                <a:gd name="T64" fmla="*/ 901 w 1190"/>
                <a:gd name="T65" fmla="*/ 392 h 1155"/>
                <a:gd name="T66" fmla="*/ 868 w 1190"/>
                <a:gd name="T67" fmla="*/ 358 h 1155"/>
                <a:gd name="T68" fmla="*/ 831 w 1190"/>
                <a:gd name="T69" fmla="*/ 326 h 1155"/>
                <a:gd name="T70" fmla="*/ 795 w 1190"/>
                <a:gd name="T71" fmla="*/ 294 h 1155"/>
                <a:gd name="T72" fmla="*/ 758 w 1190"/>
                <a:gd name="T73" fmla="*/ 264 h 1155"/>
                <a:gd name="T74" fmla="*/ 719 w 1190"/>
                <a:gd name="T75" fmla="*/ 235 h 1155"/>
                <a:gd name="T76" fmla="*/ 678 w 1190"/>
                <a:gd name="T77" fmla="*/ 208 h 1155"/>
                <a:gd name="T78" fmla="*/ 638 w 1190"/>
                <a:gd name="T79" fmla="*/ 182 h 1155"/>
                <a:gd name="T80" fmla="*/ 596 w 1190"/>
                <a:gd name="T81" fmla="*/ 158 h 1155"/>
                <a:gd name="T82" fmla="*/ 553 w 1190"/>
                <a:gd name="T83" fmla="*/ 136 h 1155"/>
                <a:gd name="T84" fmla="*/ 508 w 1190"/>
                <a:gd name="T85" fmla="*/ 115 h 1155"/>
                <a:gd name="T86" fmla="*/ 464 w 1190"/>
                <a:gd name="T87" fmla="*/ 96 h 1155"/>
                <a:gd name="T88" fmla="*/ 418 w 1190"/>
                <a:gd name="T89" fmla="*/ 77 h 1155"/>
                <a:gd name="T90" fmla="*/ 371 w 1190"/>
                <a:gd name="T91" fmla="*/ 61 h 1155"/>
                <a:gd name="T92" fmla="*/ 324 w 1190"/>
                <a:gd name="T93" fmla="*/ 47 h 1155"/>
                <a:gd name="T94" fmla="*/ 276 w 1190"/>
                <a:gd name="T95" fmla="*/ 34 h 1155"/>
                <a:gd name="T96" fmla="*/ 202 w 1190"/>
                <a:gd name="T97" fmla="*/ 19 h 1155"/>
                <a:gd name="T98" fmla="*/ 153 w 1190"/>
                <a:gd name="T99" fmla="*/ 12 h 1155"/>
                <a:gd name="T100" fmla="*/ 102 w 1190"/>
                <a:gd name="T101" fmla="*/ 6 h 1155"/>
                <a:gd name="T102" fmla="*/ 51 w 1190"/>
                <a:gd name="T103" fmla="*/ 2 h 1155"/>
                <a:gd name="T104" fmla="*/ 0 w 1190"/>
                <a:gd name="T105" fmla="*/ 0 h 1155"/>
                <a:gd name="T106" fmla="*/ 0 w 1190"/>
                <a:gd name="T107" fmla="*/ 636 h 11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190" h="1155">
                  <a:moveTo>
                    <a:pt x="0" y="636"/>
                  </a:moveTo>
                  <a:lnTo>
                    <a:pt x="25" y="637"/>
                  </a:lnTo>
                  <a:lnTo>
                    <a:pt x="37" y="638"/>
                  </a:lnTo>
                  <a:lnTo>
                    <a:pt x="49" y="639"/>
                  </a:lnTo>
                  <a:lnTo>
                    <a:pt x="74" y="643"/>
                  </a:lnTo>
                  <a:lnTo>
                    <a:pt x="98" y="647"/>
                  </a:lnTo>
                  <a:lnTo>
                    <a:pt x="110" y="649"/>
                  </a:lnTo>
                  <a:lnTo>
                    <a:pt x="121" y="652"/>
                  </a:lnTo>
                  <a:lnTo>
                    <a:pt x="145" y="657"/>
                  </a:lnTo>
                  <a:lnTo>
                    <a:pt x="167" y="664"/>
                  </a:lnTo>
                  <a:lnTo>
                    <a:pt x="190" y="671"/>
                  </a:lnTo>
                  <a:lnTo>
                    <a:pt x="201" y="675"/>
                  </a:lnTo>
                  <a:lnTo>
                    <a:pt x="212" y="679"/>
                  </a:lnTo>
                  <a:lnTo>
                    <a:pt x="235" y="688"/>
                  </a:lnTo>
                  <a:lnTo>
                    <a:pt x="245" y="693"/>
                  </a:lnTo>
                  <a:lnTo>
                    <a:pt x="256" y="698"/>
                  </a:lnTo>
                  <a:lnTo>
                    <a:pt x="266" y="703"/>
                  </a:lnTo>
                  <a:lnTo>
                    <a:pt x="277" y="708"/>
                  </a:lnTo>
                  <a:lnTo>
                    <a:pt x="287" y="714"/>
                  </a:lnTo>
                  <a:lnTo>
                    <a:pt x="297" y="721"/>
                  </a:lnTo>
                  <a:lnTo>
                    <a:pt x="307" y="727"/>
                  </a:lnTo>
                  <a:lnTo>
                    <a:pt x="317" y="733"/>
                  </a:lnTo>
                  <a:lnTo>
                    <a:pt x="337" y="745"/>
                  </a:lnTo>
                  <a:lnTo>
                    <a:pt x="356" y="758"/>
                  </a:lnTo>
                  <a:lnTo>
                    <a:pt x="374" y="772"/>
                  </a:lnTo>
                  <a:lnTo>
                    <a:pt x="393" y="787"/>
                  </a:lnTo>
                  <a:lnTo>
                    <a:pt x="410" y="802"/>
                  </a:lnTo>
                  <a:lnTo>
                    <a:pt x="427" y="818"/>
                  </a:lnTo>
                  <a:lnTo>
                    <a:pt x="435" y="826"/>
                  </a:lnTo>
                  <a:lnTo>
                    <a:pt x="443" y="834"/>
                  </a:lnTo>
                  <a:lnTo>
                    <a:pt x="459" y="851"/>
                  </a:lnTo>
                  <a:lnTo>
                    <a:pt x="467" y="860"/>
                  </a:lnTo>
                  <a:lnTo>
                    <a:pt x="474" y="869"/>
                  </a:lnTo>
                  <a:lnTo>
                    <a:pt x="489" y="888"/>
                  </a:lnTo>
                  <a:lnTo>
                    <a:pt x="502" y="907"/>
                  </a:lnTo>
                  <a:lnTo>
                    <a:pt x="515" y="926"/>
                  </a:lnTo>
                  <a:lnTo>
                    <a:pt x="528" y="945"/>
                  </a:lnTo>
                  <a:lnTo>
                    <a:pt x="541" y="965"/>
                  </a:lnTo>
                  <a:lnTo>
                    <a:pt x="552" y="986"/>
                  </a:lnTo>
                  <a:lnTo>
                    <a:pt x="562" y="1007"/>
                  </a:lnTo>
                  <a:lnTo>
                    <a:pt x="571" y="1028"/>
                  </a:lnTo>
                  <a:lnTo>
                    <a:pt x="580" y="1051"/>
                  </a:lnTo>
                  <a:lnTo>
                    <a:pt x="926" y="1155"/>
                  </a:lnTo>
                  <a:lnTo>
                    <a:pt x="1190" y="865"/>
                  </a:lnTo>
                  <a:lnTo>
                    <a:pt x="1182" y="842"/>
                  </a:lnTo>
                  <a:lnTo>
                    <a:pt x="1173" y="819"/>
                  </a:lnTo>
                  <a:lnTo>
                    <a:pt x="1164" y="796"/>
                  </a:lnTo>
                  <a:lnTo>
                    <a:pt x="1154" y="774"/>
                  </a:lnTo>
                  <a:lnTo>
                    <a:pt x="1144" y="752"/>
                  </a:lnTo>
                  <a:lnTo>
                    <a:pt x="1134" y="730"/>
                  </a:lnTo>
                  <a:lnTo>
                    <a:pt x="1123" y="707"/>
                  </a:lnTo>
                  <a:lnTo>
                    <a:pt x="1112" y="685"/>
                  </a:lnTo>
                  <a:lnTo>
                    <a:pt x="1101" y="664"/>
                  </a:lnTo>
                  <a:lnTo>
                    <a:pt x="1089" y="643"/>
                  </a:lnTo>
                  <a:lnTo>
                    <a:pt x="1077" y="622"/>
                  </a:lnTo>
                  <a:lnTo>
                    <a:pt x="1064" y="602"/>
                  </a:lnTo>
                  <a:lnTo>
                    <a:pt x="1051" y="581"/>
                  </a:lnTo>
                  <a:lnTo>
                    <a:pt x="1038" y="561"/>
                  </a:lnTo>
                  <a:lnTo>
                    <a:pt x="1024" y="541"/>
                  </a:lnTo>
                  <a:lnTo>
                    <a:pt x="1009" y="521"/>
                  </a:lnTo>
                  <a:lnTo>
                    <a:pt x="995" y="502"/>
                  </a:lnTo>
                  <a:lnTo>
                    <a:pt x="980" y="483"/>
                  </a:lnTo>
                  <a:lnTo>
                    <a:pt x="950" y="446"/>
                  </a:lnTo>
                  <a:lnTo>
                    <a:pt x="934" y="428"/>
                  </a:lnTo>
                  <a:lnTo>
                    <a:pt x="918" y="410"/>
                  </a:lnTo>
                  <a:lnTo>
                    <a:pt x="901" y="392"/>
                  </a:lnTo>
                  <a:lnTo>
                    <a:pt x="885" y="375"/>
                  </a:lnTo>
                  <a:lnTo>
                    <a:pt x="868" y="358"/>
                  </a:lnTo>
                  <a:lnTo>
                    <a:pt x="849" y="342"/>
                  </a:lnTo>
                  <a:lnTo>
                    <a:pt x="831" y="326"/>
                  </a:lnTo>
                  <a:lnTo>
                    <a:pt x="813" y="310"/>
                  </a:lnTo>
                  <a:lnTo>
                    <a:pt x="795" y="294"/>
                  </a:lnTo>
                  <a:lnTo>
                    <a:pt x="777" y="279"/>
                  </a:lnTo>
                  <a:lnTo>
                    <a:pt x="758" y="264"/>
                  </a:lnTo>
                  <a:lnTo>
                    <a:pt x="738" y="250"/>
                  </a:lnTo>
                  <a:lnTo>
                    <a:pt x="719" y="235"/>
                  </a:lnTo>
                  <a:lnTo>
                    <a:pt x="699" y="221"/>
                  </a:lnTo>
                  <a:lnTo>
                    <a:pt x="678" y="208"/>
                  </a:lnTo>
                  <a:lnTo>
                    <a:pt x="658" y="195"/>
                  </a:lnTo>
                  <a:lnTo>
                    <a:pt x="638" y="182"/>
                  </a:lnTo>
                  <a:lnTo>
                    <a:pt x="617" y="170"/>
                  </a:lnTo>
                  <a:lnTo>
                    <a:pt x="596" y="158"/>
                  </a:lnTo>
                  <a:lnTo>
                    <a:pt x="575" y="147"/>
                  </a:lnTo>
                  <a:lnTo>
                    <a:pt x="553" y="136"/>
                  </a:lnTo>
                  <a:lnTo>
                    <a:pt x="530" y="125"/>
                  </a:lnTo>
                  <a:lnTo>
                    <a:pt x="508" y="115"/>
                  </a:lnTo>
                  <a:lnTo>
                    <a:pt x="486" y="105"/>
                  </a:lnTo>
                  <a:lnTo>
                    <a:pt x="464" y="96"/>
                  </a:lnTo>
                  <a:lnTo>
                    <a:pt x="441" y="87"/>
                  </a:lnTo>
                  <a:lnTo>
                    <a:pt x="418" y="77"/>
                  </a:lnTo>
                  <a:lnTo>
                    <a:pt x="395" y="69"/>
                  </a:lnTo>
                  <a:lnTo>
                    <a:pt x="371" y="61"/>
                  </a:lnTo>
                  <a:lnTo>
                    <a:pt x="348" y="54"/>
                  </a:lnTo>
                  <a:lnTo>
                    <a:pt x="324" y="47"/>
                  </a:lnTo>
                  <a:lnTo>
                    <a:pt x="300" y="40"/>
                  </a:lnTo>
                  <a:lnTo>
                    <a:pt x="276" y="34"/>
                  </a:lnTo>
                  <a:lnTo>
                    <a:pt x="252" y="29"/>
                  </a:lnTo>
                  <a:lnTo>
                    <a:pt x="202" y="19"/>
                  </a:lnTo>
                  <a:lnTo>
                    <a:pt x="177" y="15"/>
                  </a:lnTo>
                  <a:lnTo>
                    <a:pt x="153" y="12"/>
                  </a:lnTo>
                  <a:lnTo>
                    <a:pt x="128" y="8"/>
                  </a:lnTo>
                  <a:lnTo>
                    <a:pt x="102" y="6"/>
                  </a:lnTo>
                  <a:lnTo>
                    <a:pt x="77" y="4"/>
                  </a:lnTo>
                  <a:lnTo>
                    <a:pt x="51" y="2"/>
                  </a:lnTo>
                  <a:lnTo>
                    <a:pt x="25" y="1"/>
                  </a:lnTo>
                  <a:lnTo>
                    <a:pt x="0" y="0"/>
                  </a:lnTo>
                  <a:lnTo>
                    <a:pt x="196" y="347"/>
                  </a:lnTo>
                  <a:lnTo>
                    <a:pt x="0" y="636"/>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47" name="Freeform 16">
              <a:extLst>
                <a:ext uri="{FF2B5EF4-FFF2-40B4-BE49-F238E27FC236}">
                  <a16:creationId xmlns:a16="http://schemas.microsoft.com/office/drawing/2014/main" xmlns="" id="{36DFDE52-36AE-4C30-991A-C2382CA602DC}"/>
                </a:ext>
              </a:extLst>
            </p:cNvPr>
            <p:cNvSpPr>
              <a:spLocks noChangeAspect="1"/>
            </p:cNvSpPr>
            <p:nvPr/>
          </p:nvSpPr>
          <p:spPr bwMode="auto">
            <a:xfrm>
              <a:off x="3562" y="2361"/>
              <a:ext cx="839" cy="1334"/>
            </a:xfrm>
            <a:custGeom>
              <a:avLst/>
              <a:gdLst>
                <a:gd name="T0" fmla="*/ 11 w 839"/>
                <a:gd name="T1" fmla="*/ 803 h 1334"/>
                <a:gd name="T2" fmla="*/ 44 w 839"/>
                <a:gd name="T3" fmla="*/ 768 h 1334"/>
                <a:gd name="T4" fmla="*/ 64 w 839"/>
                <a:gd name="T5" fmla="*/ 743 h 1334"/>
                <a:gd name="T6" fmla="*/ 93 w 839"/>
                <a:gd name="T7" fmla="*/ 704 h 1334"/>
                <a:gd name="T8" fmla="*/ 110 w 839"/>
                <a:gd name="T9" fmla="*/ 677 h 1334"/>
                <a:gd name="T10" fmla="*/ 127 w 839"/>
                <a:gd name="T11" fmla="*/ 649 h 1334"/>
                <a:gd name="T12" fmla="*/ 142 w 839"/>
                <a:gd name="T13" fmla="*/ 620 h 1334"/>
                <a:gd name="T14" fmla="*/ 161 w 839"/>
                <a:gd name="T15" fmla="*/ 574 h 1334"/>
                <a:gd name="T16" fmla="*/ 172 w 839"/>
                <a:gd name="T17" fmla="*/ 543 h 1334"/>
                <a:gd name="T18" fmla="*/ 181 w 839"/>
                <a:gd name="T19" fmla="*/ 512 h 1334"/>
                <a:gd name="T20" fmla="*/ 189 w 839"/>
                <a:gd name="T21" fmla="*/ 480 h 1334"/>
                <a:gd name="T22" fmla="*/ 195 w 839"/>
                <a:gd name="T23" fmla="*/ 447 h 1334"/>
                <a:gd name="T24" fmla="*/ 199 w 839"/>
                <a:gd name="T25" fmla="*/ 413 h 1334"/>
                <a:gd name="T26" fmla="*/ 202 w 839"/>
                <a:gd name="T27" fmla="*/ 379 h 1334"/>
                <a:gd name="T28" fmla="*/ 203 w 839"/>
                <a:gd name="T29" fmla="*/ 345 h 1334"/>
                <a:gd name="T30" fmla="*/ 202 w 839"/>
                <a:gd name="T31" fmla="*/ 306 h 1334"/>
                <a:gd name="T32" fmla="*/ 198 w 839"/>
                <a:gd name="T33" fmla="*/ 268 h 1334"/>
                <a:gd name="T34" fmla="*/ 193 w 839"/>
                <a:gd name="T35" fmla="*/ 230 h 1334"/>
                <a:gd name="T36" fmla="*/ 185 w 839"/>
                <a:gd name="T37" fmla="*/ 194 h 1334"/>
                <a:gd name="T38" fmla="*/ 793 w 839"/>
                <a:gd name="T39" fmla="*/ 0 h 1334"/>
                <a:gd name="T40" fmla="*/ 808 w 839"/>
                <a:gd name="T41" fmla="*/ 62 h 1334"/>
                <a:gd name="T42" fmla="*/ 817 w 839"/>
                <a:gd name="T43" fmla="*/ 104 h 1334"/>
                <a:gd name="T44" fmla="*/ 824 w 839"/>
                <a:gd name="T45" fmla="*/ 147 h 1334"/>
                <a:gd name="T46" fmla="*/ 833 w 839"/>
                <a:gd name="T47" fmla="*/ 212 h 1334"/>
                <a:gd name="T48" fmla="*/ 838 w 839"/>
                <a:gd name="T49" fmla="*/ 278 h 1334"/>
                <a:gd name="T50" fmla="*/ 839 w 839"/>
                <a:gd name="T51" fmla="*/ 345 h 1334"/>
                <a:gd name="T52" fmla="*/ 837 w 839"/>
                <a:gd name="T53" fmla="*/ 418 h 1334"/>
                <a:gd name="T54" fmla="*/ 835 w 839"/>
                <a:gd name="T55" fmla="*/ 456 h 1334"/>
                <a:gd name="T56" fmla="*/ 831 w 839"/>
                <a:gd name="T57" fmla="*/ 492 h 1334"/>
                <a:gd name="T58" fmla="*/ 823 w 839"/>
                <a:gd name="T59" fmla="*/ 546 h 1334"/>
                <a:gd name="T60" fmla="*/ 814 w 839"/>
                <a:gd name="T61" fmla="*/ 600 h 1334"/>
                <a:gd name="T62" fmla="*/ 798 w 839"/>
                <a:gd name="T63" fmla="*/ 669 h 1334"/>
                <a:gd name="T64" fmla="*/ 778 w 839"/>
                <a:gd name="T65" fmla="*/ 737 h 1334"/>
                <a:gd name="T66" fmla="*/ 753 w 839"/>
                <a:gd name="T67" fmla="*/ 805 h 1334"/>
                <a:gd name="T68" fmla="*/ 740 w 839"/>
                <a:gd name="T69" fmla="*/ 837 h 1334"/>
                <a:gd name="T70" fmla="*/ 711 w 839"/>
                <a:gd name="T71" fmla="*/ 901 h 1334"/>
                <a:gd name="T72" fmla="*/ 695 w 839"/>
                <a:gd name="T73" fmla="*/ 933 h 1334"/>
                <a:gd name="T74" fmla="*/ 679 w 839"/>
                <a:gd name="T75" fmla="*/ 963 h 1334"/>
                <a:gd name="T76" fmla="*/ 644 w 839"/>
                <a:gd name="T77" fmla="*/ 1023 h 1334"/>
                <a:gd name="T78" fmla="*/ 605 w 839"/>
                <a:gd name="T79" fmla="*/ 1082 h 1334"/>
                <a:gd name="T80" fmla="*/ 563 w 839"/>
                <a:gd name="T81" fmla="*/ 1137 h 1334"/>
                <a:gd name="T82" fmla="*/ 518 w 839"/>
                <a:gd name="T83" fmla="*/ 1190 h 1334"/>
                <a:gd name="T84" fmla="*/ 495 w 839"/>
                <a:gd name="T85" fmla="*/ 1215 h 1334"/>
                <a:gd name="T86" fmla="*/ 447 w 839"/>
                <a:gd name="T87" fmla="*/ 1265 h 1334"/>
                <a:gd name="T88" fmla="*/ 395 w 839"/>
                <a:gd name="T89" fmla="*/ 1312 h 1334"/>
                <a:gd name="T90" fmla="*/ 13 w 839"/>
                <a:gd name="T91" fmla="*/ 1187 h 13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39" h="1334">
                  <a:moveTo>
                    <a:pt x="0" y="814"/>
                  </a:moveTo>
                  <a:lnTo>
                    <a:pt x="11" y="803"/>
                  </a:lnTo>
                  <a:lnTo>
                    <a:pt x="22" y="792"/>
                  </a:lnTo>
                  <a:lnTo>
                    <a:pt x="44" y="768"/>
                  </a:lnTo>
                  <a:lnTo>
                    <a:pt x="54" y="756"/>
                  </a:lnTo>
                  <a:lnTo>
                    <a:pt x="64" y="743"/>
                  </a:lnTo>
                  <a:lnTo>
                    <a:pt x="84" y="717"/>
                  </a:lnTo>
                  <a:lnTo>
                    <a:pt x="93" y="704"/>
                  </a:lnTo>
                  <a:lnTo>
                    <a:pt x="102" y="690"/>
                  </a:lnTo>
                  <a:lnTo>
                    <a:pt x="110" y="677"/>
                  </a:lnTo>
                  <a:lnTo>
                    <a:pt x="119" y="663"/>
                  </a:lnTo>
                  <a:lnTo>
                    <a:pt x="127" y="649"/>
                  </a:lnTo>
                  <a:lnTo>
                    <a:pt x="134" y="634"/>
                  </a:lnTo>
                  <a:lnTo>
                    <a:pt x="142" y="620"/>
                  </a:lnTo>
                  <a:lnTo>
                    <a:pt x="148" y="605"/>
                  </a:lnTo>
                  <a:lnTo>
                    <a:pt x="161" y="574"/>
                  </a:lnTo>
                  <a:lnTo>
                    <a:pt x="166" y="559"/>
                  </a:lnTo>
                  <a:lnTo>
                    <a:pt x="172" y="543"/>
                  </a:lnTo>
                  <a:lnTo>
                    <a:pt x="176" y="528"/>
                  </a:lnTo>
                  <a:lnTo>
                    <a:pt x="181" y="512"/>
                  </a:lnTo>
                  <a:lnTo>
                    <a:pt x="185" y="496"/>
                  </a:lnTo>
                  <a:lnTo>
                    <a:pt x="189" y="480"/>
                  </a:lnTo>
                  <a:lnTo>
                    <a:pt x="192" y="463"/>
                  </a:lnTo>
                  <a:lnTo>
                    <a:pt x="195" y="447"/>
                  </a:lnTo>
                  <a:lnTo>
                    <a:pt x="197" y="430"/>
                  </a:lnTo>
                  <a:lnTo>
                    <a:pt x="199" y="413"/>
                  </a:lnTo>
                  <a:lnTo>
                    <a:pt x="201" y="396"/>
                  </a:lnTo>
                  <a:lnTo>
                    <a:pt x="202" y="379"/>
                  </a:lnTo>
                  <a:lnTo>
                    <a:pt x="202" y="362"/>
                  </a:lnTo>
                  <a:lnTo>
                    <a:pt x="203" y="345"/>
                  </a:lnTo>
                  <a:lnTo>
                    <a:pt x="202" y="325"/>
                  </a:lnTo>
                  <a:lnTo>
                    <a:pt x="202" y="306"/>
                  </a:lnTo>
                  <a:lnTo>
                    <a:pt x="200" y="287"/>
                  </a:lnTo>
                  <a:lnTo>
                    <a:pt x="198" y="268"/>
                  </a:lnTo>
                  <a:lnTo>
                    <a:pt x="196" y="249"/>
                  </a:lnTo>
                  <a:lnTo>
                    <a:pt x="193" y="230"/>
                  </a:lnTo>
                  <a:lnTo>
                    <a:pt x="189" y="212"/>
                  </a:lnTo>
                  <a:lnTo>
                    <a:pt x="185" y="194"/>
                  </a:lnTo>
                  <a:lnTo>
                    <a:pt x="513" y="300"/>
                  </a:lnTo>
                  <a:lnTo>
                    <a:pt x="793" y="0"/>
                  </a:lnTo>
                  <a:lnTo>
                    <a:pt x="803" y="41"/>
                  </a:lnTo>
                  <a:lnTo>
                    <a:pt x="808" y="62"/>
                  </a:lnTo>
                  <a:lnTo>
                    <a:pt x="813" y="83"/>
                  </a:lnTo>
                  <a:lnTo>
                    <a:pt x="817" y="104"/>
                  </a:lnTo>
                  <a:lnTo>
                    <a:pt x="821" y="126"/>
                  </a:lnTo>
                  <a:lnTo>
                    <a:pt x="824" y="147"/>
                  </a:lnTo>
                  <a:lnTo>
                    <a:pt x="827" y="169"/>
                  </a:lnTo>
                  <a:lnTo>
                    <a:pt x="833" y="212"/>
                  </a:lnTo>
                  <a:lnTo>
                    <a:pt x="836" y="255"/>
                  </a:lnTo>
                  <a:lnTo>
                    <a:pt x="838" y="278"/>
                  </a:lnTo>
                  <a:lnTo>
                    <a:pt x="839" y="300"/>
                  </a:lnTo>
                  <a:lnTo>
                    <a:pt x="839" y="345"/>
                  </a:lnTo>
                  <a:lnTo>
                    <a:pt x="839" y="382"/>
                  </a:lnTo>
                  <a:lnTo>
                    <a:pt x="837" y="418"/>
                  </a:lnTo>
                  <a:lnTo>
                    <a:pt x="836" y="438"/>
                  </a:lnTo>
                  <a:lnTo>
                    <a:pt x="835" y="456"/>
                  </a:lnTo>
                  <a:lnTo>
                    <a:pt x="833" y="474"/>
                  </a:lnTo>
                  <a:lnTo>
                    <a:pt x="831" y="492"/>
                  </a:lnTo>
                  <a:lnTo>
                    <a:pt x="826" y="528"/>
                  </a:lnTo>
                  <a:lnTo>
                    <a:pt x="823" y="546"/>
                  </a:lnTo>
                  <a:lnTo>
                    <a:pt x="821" y="564"/>
                  </a:lnTo>
                  <a:lnTo>
                    <a:pt x="814" y="600"/>
                  </a:lnTo>
                  <a:lnTo>
                    <a:pt x="806" y="635"/>
                  </a:lnTo>
                  <a:lnTo>
                    <a:pt x="798" y="669"/>
                  </a:lnTo>
                  <a:lnTo>
                    <a:pt x="788" y="704"/>
                  </a:lnTo>
                  <a:lnTo>
                    <a:pt x="778" y="737"/>
                  </a:lnTo>
                  <a:lnTo>
                    <a:pt x="766" y="772"/>
                  </a:lnTo>
                  <a:lnTo>
                    <a:pt x="753" y="805"/>
                  </a:lnTo>
                  <a:lnTo>
                    <a:pt x="747" y="821"/>
                  </a:lnTo>
                  <a:lnTo>
                    <a:pt x="740" y="837"/>
                  </a:lnTo>
                  <a:lnTo>
                    <a:pt x="726" y="869"/>
                  </a:lnTo>
                  <a:lnTo>
                    <a:pt x="711" y="901"/>
                  </a:lnTo>
                  <a:lnTo>
                    <a:pt x="703" y="917"/>
                  </a:lnTo>
                  <a:lnTo>
                    <a:pt x="695" y="933"/>
                  </a:lnTo>
                  <a:lnTo>
                    <a:pt x="687" y="948"/>
                  </a:lnTo>
                  <a:lnTo>
                    <a:pt x="679" y="963"/>
                  </a:lnTo>
                  <a:lnTo>
                    <a:pt x="662" y="993"/>
                  </a:lnTo>
                  <a:lnTo>
                    <a:pt x="644" y="1023"/>
                  </a:lnTo>
                  <a:lnTo>
                    <a:pt x="625" y="1052"/>
                  </a:lnTo>
                  <a:lnTo>
                    <a:pt x="605" y="1082"/>
                  </a:lnTo>
                  <a:lnTo>
                    <a:pt x="584" y="1109"/>
                  </a:lnTo>
                  <a:lnTo>
                    <a:pt x="563" y="1137"/>
                  </a:lnTo>
                  <a:lnTo>
                    <a:pt x="541" y="1164"/>
                  </a:lnTo>
                  <a:lnTo>
                    <a:pt x="518" y="1190"/>
                  </a:lnTo>
                  <a:lnTo>
                    <a:pt x="507" y="1203"/>
                  </a:lnTo>
                  <a:lnTo>
                    <a:pt x="495" y="1215"/>
                  </a:lnTo>
                  <a:lnTo>
                    <a:pt x="471" y="1241"/>
                  </a:lnTo>
                  <a:lnTo>
                    <a:pt x="447" y="1265"/>
                  </a:lnTo>
                  <a:lnTo>
                    <a:pt x="421" y="1289"/>
                  </a:lnTo>
                  <a:lnTo>
                    <a:pt x="395" y="1312"/>
                  </a:lnTo>
                  <a:lnTo>
                    <a:pt x="368" y="1334"/>
                  </a:lnTo>
                  <a:lnTo>
                    <a:pt x="13" y="1187"/>
                  </a:lnTo>
                  <a:lnTo>
                    <a:pt x="0" y="814"/>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48" name="Freeform 17">
              <a:extLst>
                <a:ext uri="{FF2B5EF4-FFF2-40B4-BE49-F238E27FC236}">
                  <a16:creationId xmlns:a16="http://schemas.microsoft.com/office/drawing/2014/main" xmlns="" id="{0EB71010-98D8-4043-80DF-4E14F510D94B}"/>
                </a:ext>
              </a:extLst>
            </p:cNvPr>
            <p:cNvSpPr>
              <a:spLocks noChangeAspect="1"/>
            </p:cNvSpPr>
            <p:nvPr/>
          </p:nvSpPr>
          <p:spPr bwMode="auto">
            <a:xfrm>
              <a:off x="2460" y="3232"/>
              <a:ext cx="1411" cy="754"/>
            </a:xfrm>
            <a:custGeom>
              <a:avLst/>
              <a:gdLst>
                <a:gd name="T0" fmla="*/ 33 w 1411"/>
                <a:gd name="T1" fmla="*/ 196 h 754"/>
                <a:gd name="T2" fmla="*/ 406 w 1411"/>
                <a:gd name="T3" fmla="*/ 64 h 754"/>
                <a:gd name="T4" fmla="*/ 438 w 1411"/>
                <a:gd name="T5" fmla="*/ 77 h 754"/>
                <a:gd name="T6" fmla="*/ 470 w 1411"/>
                <a:gd name="T7" fmla="*/ 88 h 754"/>
                <a:gd name="T8" fmla="*/ 503 w 1411"/>
                <a:gd name="T9" fmla="*/ 97 h 754"/>
                <a:gd name="T10" fmla="*/ 537 w 1411"/>
                <a:gd name="T11" fmla="*/ 105 h 754"/>
                <a:gd name="T12" fmla="*/ 571 w 1411"/>
                <a:gd name="T13" fmla="*/ 111 h 754"/>
                <a:gd name="T14" fmla="*/ 607 w 1411"/>
                <a:gd name="T15" fmla="*/ 115 h 754"/>
                <a:gd name="T16" fmla="*/ 643 w 1411"/>
                <a:gd name="T17" fmla="*/ 117 h 754"/>
                <a:gd name="T18" fmla="*/ 686 w 1411"/>
                <a:gd name="T19" fmla="*/ 117 h 754"/>
                <a:gd name="T20" fmla="*/ 737 w 1411"/>
                <a:gd name="T21" fmla="*/ 113 h 754"/>
                <a:gd name="T22" fmla="*/ 787 w 1411"/>
                <a:gd name="T23" fmla="*/ 105 h 754"/>
                <a:gd name="T24" fmla="*/ 835 w 1411"/>
                <a:gd name="T25" fmla="*/ 94 h 754"/>
                <a:gd name="T26" fmla="*/ 882 w 1411"/>
                <a:gd name="T27" fmla="*/ 79 h 754"/>
                <a:gd name="T28" fmla="*/ 928 w 1411"/>
                <a:gd name="T29" fmla="*/ 60 h 754"/>
                <a:gd name="T30" fmla="*/ 960 w 1411"/>
                <a:gd name="T31" fmla="*/ 44 h 754"/>
                <a:gd name="T32" fmla="*/ 981 w 1411"/>
                <a:gd name="T33" fmla="*/ 32 h 754"/>
                <a:gd name="T34" fmla="*/ 1002 w 1411"/>
                <a:gd name="T35" fmla="*/ 19 h 754"/>
                <a:gd name="T36" fmla="*/ 1022 w 1411"/>
                <a:gd name="T37" fmla="*/ 6 h 754"/>
                <a:gd name="T38" fmla="*/ 1036 w 1411"/>
                <a:gd name="T39" fmla="*/ 351 h 754"/>
                <a:gd name="T40" fmla="*/ 1391 w 1411"/>
                <a:gd name="T41" fmla="*/ 526 h 754"/>
                <a:gd name="T42" fmla="*/ 1350 w 1411"/>
                <a:gd name="T43" fmla="*/ 553 h 754"/>
                <a:gd name="T44" fmla="*/ 1308 w 1411"/>
                <a:gd name="T45" fmla="*/ 579 h 754"/>
                <a:gd name="T46" fmla="*/ 1266 w 1411"/>
                <a:gd name="T47" fmla="*/ 602 h 754"/>
                <a:gd name="T48" fmla="*/ 1222 w 1411"/>
                <a:gd name="T49" fmla="*/ 625 h 754"/>
                <a:gd name="T50" fmla="*/ 1177 w 1411"/>
                <a:gd name="T51" fmla="*/ 645 h 754"/>
                <a:gd name="T52" fmla="*/ 1132 w 1411"/>
                <a:gd name="T53" fmla="*/ 664 h 754"/>
                <a:gd name="T54" fmla="*/ 1086 w 1411"/>
                <a:gd name="T55" fmla="*/ 683 h 754"/>
                <a:gd name="T56" fmla="*/ 1038 w 1411"/>
                <a:gd name="T57" fmla="*/ 698 h 754"/>
                <a:gd name="T58" fmla="*/ 990 w 1411"/>
                <a:gd name="T59" fmla="*/ 712 h 754"/>
                <a:gd name="T60" fmla="*/ 941 w 1411"/>
                <a:gd name="T61" fmla="*/ 724 h 754"/>
                <a:gd name="T62" fmla="*/ 866 w 1411"/>
                <a:gd name="T63" fmla="*/ 738 h 754"/>
                <a:gd name="T64" fmla="*/ 816 w 1411"/>
                <a:gd name="T65" fmla="*/ 745 h 754"/>
                <a:gd name="T66" fmla="*/ 765 w 1411"/>
                <a:gd name="T67" fmla="*/ 750 h 754"/>
                <a:gd name="T68" fmla="*/ 713 w 1411"/>
                <a:gd name="T69" fmla="*/ 753 h 754"/>
                <a:gd name="T70" fmla="*/ 661 w 1411"/>
                <a:gd name="T71" fmla="*/ 754 h 754"/>
                <a:gd name="T72" fmla="*/ 593 w 1411"/>
                <a:gd name="T73" fmla="*/ 752 h 754"/>
                <a:gd name="T74" fmla="*/ 548 w 1411"/>
                <a:gd name="T75" fmla="*/ 749 h 754"/>
                <a:gd name="T76" fmla="*/ 504 w 1411"/>
                <a:gd name="T77" fmla="*/ 744 h 754"/>
                <a:gd name="T78" fmla="*/ 461 w 1411"/>
                <a:gd name="T79" fmla="*/ 738 h 754"/>
                <a:gd name="T80" fmla="*/ 417 w 1411"/>
                <a:gd name="T81" fmla="*/ 731 h 754"/>
                <a:gd name="T82" fmla="*/ 374 w 1411"/>
                <a:gd name="T83" fmla="*/ 722 h 754"/>
                <a:gd name="T84" fmla="*/ 333 w 1411"/>
                <a:gd name="T85" fmla="*/ 711 h 754"/>
                <a:gd name="T86" fmla="*/ 271 w 1411"/>
                <a:gd name="T87" fmla="*/ 693 h 754"/>
                <a:gd name="T88" fmla="*/ 229 w 1411"/>
                <a:gd name="T89" fmla="*/ 679 h 754"/>
                <a:gd name="T90" fmla="*/ 190 w 1411"/>
                <a:gd name="T91" fmla="*/ 663 h 754"/>
                <a:gd name="T92" fmla="*/ 150 w 1411"/>
                <a:gd name="T93" fmla="*/ 646 h 754"/>
                <a:gd name="T94" fmla="*/ 112 w 1411"/>
                <a:gd name="T95" fmla="*/ 628 h 754"/>
                <a:gd name="T96" fmla="*/ 73 w 1411"/>
                <a:gd name="T97" fmla="*/ 610 h 754"/>
                <a:gd name="T98" fmla="*/ 0 w 1411"/>
                <a:gd name="T99" fmla="*/ 568 h 7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411" h="754">
                  <a:moveTo>
                    <a:pt x="0" y="568"/>
                  </a:moveTo>
                  <a:lnTo>
                    <a:pt x="33" y="196"/>
                  </a:lnTo>
                  <a:lnTo>
                    <a:pt x="390" y="57"/>
                  </a:lnTo>
                  <a:lnTo>
                    <a:pt x="406" y="64"/>
                  </a:lnTo>
                  <a:lnTo>
                    <a:pt x="422" y="71"/>
                  </a:lnTo>
                  <a:lnTo>
                    <a:pt x="438" y="77"/>
                  </a:lnTo>
                  <a:lnTo>
                    <a:pt x="454" y="83"/>
                  </a:lnTo>
                  <a:lnTo>
                    <a:pt x="470" y="88"/>
                  </a:lnTo>
                  <a:lnTo>
                    <a:pt x="487" y="93"/>
                  </a:lnTo>
                  <a:lnTo>
                    <a:pt x="503" y="97"/>
                  </a:lnTo>
                  <a:lnTo>
                    <a:pt x="520" y="102"/>
                  </a:lnTo>
                  <a:lnTo>
                    <a:pt x="537" y="105"/>
                  </a:lnTo>
                  <a:lnTo>
                    <a:pt x="554" y="108"/>
                  </a:lnTo>
                  <a:lnTo>
                    <a:pt x="571" y="111"/>
                  </a:lnTo>
                  <a:lnTo>
                    <a:pt x="590" y="113"/>
                  </a:lnTo>
                  <a:lnTo>
                    <a:pt x="607" y="115"/>
                  </a:lnTo>
                  <a:lnTo>
                    <a:pt x="625" y="117"/>
                  </a:lnTo>
                  <a:lnTo>
                    <a:pt x="643" y="117"/>
                  </a:lnTo>
                  <a:lnTo>
                    <a:pt x="661" y="118"/>
                  </a:lnTo>
                  <a:lnTo>
                    <a:pt x="686" y="117"/>
                  </a:lnTo>
                  <a:lnTo>
                    <a:pt x="712" y="116"/>
                  </a:lnTo>
                  <a:lnTo>
                    <a:pt x="737" y="113"/>
                  </a:lnTo>
                  <a:lnTo>
                    <a:pt x="763" y="110"/>
                  </a:lnTo>
                  <a:lnTo>
                    <a:pt x="787" y="105"/>
                  </a:lnTo>
                  <a:lnTo>
                    <a:pt x="811" y="100"/>
                  </a:lnTo>
                  <a:lnTo>
                    <a:pt x="835" y="94"/>
                  </a:lnTo>
                  <a:lnTo>
                    <a:pt x="859" y="87"/>
                  </a:lnTo>
                  <a:lnTo>
                    <a:pt x="882" y="79"/>
                  </a:lnTo>
                  <a:lnTo>
                    <a:pt x="905" y="70"/>
                  </a:lnTo>
                  <a:lnTo>
                    <a:pt x="928" y="60"/>
                  </a:lnTo>
                  <a:lnTo>
                    <a:pt x="949" y="50"/>
                  </a:lnTo>
                  <a:lnTo>
                    <a:pt x="960" y="44"/>
                  </a:lnTo>
                  <a:lnTo>
                    <a:pt x="971" y="39"/>
                  </a:lnTo>
                  <a:lnTo>
                    <a:pt x="981" y="32"/>
                  </a:lnTo>
                  <a:lnTo>
                    <a:pt x="991" y="26"/>
                  </a:lnTo>
                  <a:lnTo>
                    <a:pt x="1002" y="19"/>
                  </a:lnTo>
                  <a:lnTo>
                    <a:pt x="1012" y="13"/>
                  </a:lnTo>
                  <a:lnTo>
                    <a:pt x="1022" y="6"/>
                  </a:lnTo>
                  <a:lnTo>
                    <a:pt x="1032" y="0"/>
                  </a:lnTo>
                  <a:lnTo>
                    <a:pt x="1036" y="351"/>
                  </a:lnTo>
                  <a:lnTo>
                    <a:pt x="1411" y="511"/>
                  </a:lnTo>
                  <a:lnTo>
                    <a:pt x="1391" y="526"/>
                  </a:lnTo>
                  <a:lnTo>
                    <a:pt x="1370" y="540"/>
                  </a:lnTo>
                  <a:lnTo>
                    <a:pt x="1350" y="553"/>
                  </a:lnTo>
                  <a:lnTo>
                    <a:pt x="1329" y="566"/>
                  </a:lnTo>
                  <a:lnTo>
                    <a:pt x="1308" y="579"/>
                  </a:lnTo>
                  <a:lnTo>
                    <a:pt x="1287" y="591"/>
                  </a:lnTo>
                  <a:lnTo>
                    <a:pt x="1266" y="602"/>
                  </a:lnTo>
                  <a:lnTo>
                    <a:pt x="1244" y="614"/>
                  </a:lnTo>
                  <a:lnTo>
                    <a:pt x="1222" y="625"/>
                  </a:lnTo>
                  <a:lnTo>
                    <a:pt x="1199" y="635"/>
                  </a:lnTo>
                  <a:lnTo>
                    <a:pt x="1177" y="645"/>
                  </a:lnTo>
                  <a:lnTo>
                    <a:pt x="1154" y="655"/>
                  </a:lnTo>
                  <a:lnTo>
                    <a:pt x="1132" y="664"/>
                  </a:lnTo>
                  <a:lnTo>
                    <a:pt x="1109" y="673"/>
                  </a:lnTo>
                  <a:lnTo>
                    <a:pt x="1086" y="683"/>
                  </a:lnTo>
                  <a:lnTo>
                    <a:pt x="1062" y="691"/>
                  </a:lnTo>
                  <a:lnTo>
                    <a:pt x="1038" y="698"/>
                  </a:lnTo>
                  <a:lnTo>
                    <a:pt x="1014" y="705"/>
                  </a:lnTo>
                  <a:lnTo>
                    <a:pt x="990" y="712"/>
                  </a:lnTo>
                  <a:lnTo>
                    <a:pt x="966" y="718"/>
                  </a:lnTo>
                  <a:lnTo>
                    <a:pt x="941" y="724"/>
                  </a:lnTo>
                  <a:lnTo>
                    <a:pt x="917" y="729"/>
                  </a:lnTo>
                  <a:lnTo>
                    <a:pt x="866" y="738"/>
                  </a:lnTo>
                  <a:lnTo>
                    <a:pt x="841" y="742"/>
                  </a:lnTo>
                  <a:lnTo>
                    <a:pt x="816" y="745"/>
                  </a:lnTo>
                  <a:lnTo>
                    <a:pt x="791" y="748"/>
                  </a:lnTo>
                  <a:lnTo>
                    <a:pt x="765" y="750"/>
                  </a:lnTo>
                  <a:lnTo>
                    <a:pt x="738" y="752"/>
                  </a:lnTo>
                  <a:lnTo>
                    <a:pt x="713" y="753"/>
                  </a:lnTo>
                  <a:lnTo>
                    <a:pt x="687" y="754"/>
                  </a:lnTo>
                  <a:lnTo>
                    <a:pt x="661" y="754"/>
                  </a:lnTo>
                  <a:lnTo>
                    <a:pt x="616" y="753"/>
                  </a:lnTo>
                  <a:lnTo>
                    <a:pt x="593" y="752"/>
                  </a:lnTo>
                  <a:lnTo>
                    <a:pt x="570" y="751"/>
                  </a:lnTo>
                  <a:lnTo>
                    <a:pt x="548" y="749"/>
                  </a:lnTo>
                  <a:lnTo>
                    <a:pt x="526" y="747"/>
                  </a:lnTo>
                  <a:lnTo>
                    <a:pt x="504" y="744"/>
                  </a:lnTo>
                  <a:lnTo>
                    <a:pt x="482" y="742"/>
                  </a:lnTo>
                  <a:lnTo>
                    <a:pt x="461" y="738"/>
                  </a:lnTo>
                  <a:lnTo>
                    <a:pt x="439" y="735"/>
                  </a:lnTo>
                  <a:lnTo>
                    <a:pt x="417" y="731"/>
                  </a:lnTo>
                  <a:lnTo>
                    <a:pt x="396" y="726"/>
                  </a:lnTo>
                  <a:lnTo>
                    <a:pt x="374" y="722"/>
                  </a:lnTo>
                  <a:lnTo>
                    <a:pt x="353" y="716"/>
                  </a:lnTo>
                  <a:lnTo>
                    <a:pt x="333" y="711"/>
                  </a:lnTo>
                  <a:lnTo>
                    <a:pt x="312" y="705"/>
                  </a:lnTo>
                  <a:lnTo>
                    <a:pt x="271" y="693"/>
                  </a:lnTo>
                  <a:lnTo>
                    <a:pt x="250" y="686"/>
                  </a:lnTo>
                  <a:lnTo>
                    <a:pt x="229" y="679"/>
                  </a:lnTo>
                  <a:lnTo>
                    <a:pt x="209" y="670"/>
                  </a:lnTo>
                  <a:lnTo>
                    <a:pt x="190" y="663"/>
                  </a:lnTo>
                  <a:lnTo>
                    <a:pt x="170" y="655"/>
                  </a:lnTo>
                  <a:lnTo>
                    <a:pt x="150" y="646"/>
                  </a:lnTo>
                  <a:lnTo>
                    <a:pt x="131" y="637"/>
                  </a:lnTo>
                  <a:lnTo>
                    <a:pt x="112" y="628"/>
                  </a:lnTo>
                  <a:lnTo>
                    <a:pt x="92" y="619"/>
                  </a:lnTo>
                  <a:lnTo>
                    <a:pt x="73" y="610"/>
                  </a:lnTo>
                  <a:lnTo>
                    <a:pt x="36" y="590"/>
                  </a:lnTo>
                  <a:lnTo>
                    <a:pt x="0" y="568"/>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49" name="Freeform 18">
              <a:extLst>
                <a:ext uri="{FF2B5EF4-FFF2-40B4-BE49-F238E27FC236}">
                  <a16:creationId xmlns:a16="http://schemas.microsoft.com/office/drawing/2014/main" xmlns="" id="{926A4CB2-C100-405E-A8AA-3471D28A3BC7}"/>
                </a:ext>
              </a:extLst>
            </p:cNvPr>
            <p:cNvSpPr>
              <a:spLocks noChangeAspect="1"/>
            </p:cNvSpPr>
            <p:nvPr/>
          </p:nvSpPr>
          <p:spPr bwMode="auto">
            <a:xfrm>
              <a:off x="1840" y="2330"/>
              <a:ext cx="934" cy="1434"/>
            </a:xfrm>
            <a:custGeom>
              <a:avLst/>
              <a:gdLst>
                <a:gd name="T0" fmla="*/ 917 w 934"/>
                <a:gd name="T1" fmla="*/ 907 h 1434"/>
                <a:gd name="T2" fmla="*/ 885 w 934"/>
                <a:gd name="T3" fmla="*/ 883 h 1434"/>
                <a:gd name="T4" fmla="*/ 854 w 934"/>
                <a:gd name="T5" fmla="*/ 858 h 1434"/>
                <a:gd name="T6" fmla="*/ 825 w 934"/>
                <a:gd name="T7" fmla="*/ 831 h 1434"/>
                <a:gd name="T8" fmla="*/ 798 w 934"/>
                <a:gd name="T9" fmla="*/ 803 h 1434"/>
                <a:gd name="T10" fmla="*/ 773 w 934"/>
                <a:gd name="T11" fmla="*/ 771 h 1434"/>
                <a:gd name="T12" fmla="*/ 750 w 934"/>
                <a:gd name="T13" fmla="*/ 740 h 1434"/>
                <a:gd name="T14" fmla="*/ 729 w 934"/>
                <a:gd name="T15" fmla="*/ 706 h 1434"/>
                <a:gd name="T16" fmla="*/ 708 w 934"/>
                <a:gd name="T17" fmla="*/ 672 h 1434"/>
                <a:gd name="T18" fmla="*/ 691 w 934"/>
                <a:gd name="T19" fmla="*/ 636 h 1434"/>
                <a:gd name="T20" fmla="*/ 676 w 934"/>
                <a:gd name="T21" fmla="*/ 598 h 1434"/>
                <a:gd name="T22" fmla="*/ 663 w 934"/>
                <a:gd name="T23" fmla="*/ 560 h 1434"/>
                <a:gd name="T24" fmla="*/ 653 w 934"/>
                <a:gd name="T25" fmla="*/ 521 h 1434"/>
                <a:gd name="T26" fmla="*/ 645 w 934"/>
                <a:gd name="T27" fmla="*/ 480 h 1434"/>
                <a:gd name="T28" fmla="*/ 640 w 934"/>
                <a:gd name="T29" fmla="*/ 438 h 1434"/>
                <a:gd name="T30" fmla="*/ 637 w 934"/>
                <a:gd name="T31" fmla="*/ 397 h 1434"/>
                <a:gd name="T32" fmla="*/ 637 w 934"/>
                <a:gd name="T33" fmla="*/ 355 h 1434"/>
                <a:gd name="T34" fmla="*/ 639 w 934"/>
                <a:gd name="T35" fmla="*/ 315 h 1434"/>
                <a:gd name="T36" fmla="*/ 401 w 934"/>
                <a:gd name="T37" fmla="*/ 0 h 1434"/>
                <a:gd name="T38" fmla="*/ 26 w 934"/>
                <a:gd name="T39" fmla="*/ 115 h 1434"/>
                <a:gd name="T40" fmla="*/ 14 w 934"/>
                <a:gd name="T41" fmla="*/ 188 h 1434"/>
                <a:gd name="T42" fmla="*/ 9 w 934"/>
                <a:gd name="T43" fmla="*/ 225 h 1434"/>
                <a:gd name="T44" fmla="*/ 5 w 934"/>
                <a:gd name="T45" fmla="*/ 262 h 1434"/>
                <a:gd name="T46" fmla="*/ 1 w 934"/>
                <a:gd name="T47" fmla="*/ 338 h 1434"/>
                <a:gd name="T48" fmla="*/ 0 w 934"/>
                <a:gd name="T49" fmla="*/ 396 h 1434"/>
                <a:gd name="T50" fmla="*/ 2 w 934"/>
                <a:gd name="T51" fmla="*/ 437 h 1434"/>
                <a:gd name="T52" fmla="*/ 4 w 934"/>
                <a:gd name="T53" fmla="*/ 478 h 1434"/>
                <a:gd name="T54" fmla="*/ 10 w 934"/>
                <a:gd name="T55" fmla="*/ 538 h 1434"/>
                <a:gd name="T56" fmla="*/ 16 w 934"/>
                <a:gd name="T57" fmla="*/ 577 h 1434"/>
                <a:gd name="T58" fmla="*/ 31 w 934"/>
                <a:gd name="T59" fmla="*/ 656 h 1434"/>
                <a:gd name="T60" fmla="*/ 40 w 934"/>
                <a:gd name="T61" fmla="*/ 694 h 1434"/>
                <a:gd name="T62" fmla="*/ 62 w 934"/>
                <a:gd name="T63" fmla="*/ 769 h 1434"/>
                <a:gd name="T64" fmla="*/ 82 w 934"/>
                <a:gd name="T65" fmla="*/ 825 h 1434"/>
                <a:gd name="T66" fmla="*/ 96 w 934"/>
                <a:gd name="T67" fmla="*/ 861 h 1434"/>
                <a:gd name="T68" fmla="*/ 119 w 934"/>
                <a:gd name="T69" fmla="*/ 914 h 1434"/>
                <a:gd name="T70" fmla="*/ 154 w 934"/>
                <a:gd name="T71" fmla="*/ 983 h 1434"/>
                <a:gd name="T72" fmla="*/ 173 w 934"/>
                <a:gd name="T73" fmla="*/ 1016 h 1434"/>
                <a:gd name="T74" fmla="*/ 203 w 934"/>
                <a:gd name="T75" fmla="*/ 1065 h 1434"/>
                <a:gd name="T76" fmla="*/ 235 w 934"/>
                <a:gd name="T77" fmla="*/ 1114 h 1434"/>
                <a:gd name="T78" fmla="*/ 281 w 934"/>
                <a:gd name="T79" fmla="*/ 1175 h 1434"/>
                <a:gd name="T80" fmla="*/ 306 w 934"/>
                <a:gd name="T81" fmla="*/ 1204 h 1434"/>
                <a:gd name="T82" fmla="*/ 331 w 934"/>
                <a:gd name="T83" fmla="*/ 1232 h 1434"/>
                <a:gd name="T84" fmla="*/ 357 w 934"/>
                <a:gd name="T85" fmla="*/ 1261 h 1434"/>
                <a:gd name="T86" fmla="*/ 383 w 934"/>
                <a:gd name="T87" fmla="*/ 1288 h 1434"/>
                <a:gd name="T88" fmla="*/ 412 w 934"/>
                <a:gd name="T89" fmla="*/ 1315 h 1434"/>
                <a:gd name="T90" fmla="*/ 469 w 934"/>
                <a:gd name="T91" fmla="*/ 1364 h 1434"/>
                <a:gd name="T92" fmla="*/ 529 w 934"/>
                <a:gd name="T93" fmla="*/ 1411 h 1434"/>
                <a:gd name="T94" fmla="*/ 601 w 934"/>
                <a:gd name="T95" fmla="*/ 1030 h 1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34" h="1434">
                  <a:moveTo>
                    <a:pt x="934" y="918"/>
                  </a:moveTo>
                  <a:lnTo>
                    <a:pt x="917" y="907"/>
                  </a:lnTo>
                  <a:lnTo>
                    <a:pt x="901" y="895"/>
                  </a:lnTo>
                  <a:lnTo>
                    <a:pt x="885" y="883"/>
                  </a:lnTo>
                  <a:lnTo>
                    <a:pt x="869" y="871"/>
                  </a:lnTo>
                  <a:lnTo>
                    <a:pt x="854" y="858"/>
                  </a:lnTo>
                  <a:lnTo>
                    <a:pt x="839" y="845"/>
                  </a:lnTo>
                  <a:lnTo>
                    <a:pt x="825" y="831"/>
                  </a:lnTo>
                  <a:lnTo>
                    <a:pt x="812" y="817"/>
                  </a:lnTo>
                  <a:lnTo>
                    <a:pt x="798" y="803"/>
                  </a:lnTo>
                  <a:lnTo>
                    <a:pt x="786" y="788"/>
                  </a:lnTo>
                  <a:lnTo>
                    <a:pt x="773" y="771"/>
                  </a:lnTo>
                  <a:lnTo>
                    <a:pt x="761" y="756"/>
                  </a:lnTo>
                  <a:lnTo>
                    <a:pt x="750" y="740"/>
                  </a:lnTo>
                  <a:lnTo>
                    <a:pt x="739" y="723"/>
                  </a:lnTo>
                  <a:lnTo>
                    <a:pt x="729" y="706"/>
                  </a:lnTo>
                  <a:lnTo>
                    <a:pt x="718" y="689"/>
                  </a:lnTo>
                  <a:lnTo>
                    <a:pt x="708" y="672"/>
                  </a:lnTo>
                  <a:lnTo>
                    <a:pt x="699" y="654"/>
                  </a:lnTo>
                  <a:lnTo>
                    <a:pt x="691" y="636"/>
                  </a:lnTo>
                  <a:lnTo>
                    <a:pt x="683" y="618"/>
                  </a:lnTo>
                  <a:lnTo>
                    <a:pt x="676" y="598"/>
                  </a:lnTo>
                  <a:lnTo>
                    <a:pt x="669" y="579"/>
                  </a:lnTo>
                  <a:lnTo>
                    <a:pt x="663" y="560"/>
                  </a:lnTo>
                  <a:lnTo>
                    <a:pt x="658" y="540"/>
                  </a:lnTo>
                  <a:lnTo>
                    <a:pt x="653" y="521"/>
                  </a:lnTo>
                  <a:lnTo>
                    <a:pt x="649" y="501"/>
                  </a:lnTo>
                  <a:lnTo>
                    <a:pt x="645" y="480"/>
                  </a:lnTo>
                  <a:lnTo>
                    <a:pt x="642" y="460"/>
                  </a:lnTo>
                  <a:lnTo>
                    <a:pt x="640" y="438"/>
                  </a:lnTo>
                  <a:lnTo>
                    <a:pt x="638" y="418"/>
                  </a:lnTo>
                  <a:lnTo>
                    <a:pt x="637" y="397"/>
                  </a:lnTo>
                  <a:lnTo>
                    <a:pt x="637" y="376"/>
                  </a:lnTo>
                  <a:lnTo>
                    <a:pt x="637" y="355"/>
                  </a:lnTo>
                  <a:lnTo>
                    <a:pt x="638" y="335"/>
                  </a:lnTo>
                  <a:lnTo>
                    <a:pt x="639" y="315"/>
                  </a:lnTo>
                  <a:lnTo>
                    <a:pt x="642" y="295"/>
                  </a:lnTo>
                  <a:lnTo>
                    <a:pt x="401" y="0"/>
                  </a:lnTo>
                  <a:lnTo>
                    <a:pt x="34" y="80"/>
                  </a:lnTo>
                  <a:lnTo>
                    <a:pt x="26" y="115"/>
                  </a:lnTo>
                  <a:lnTo>
                    <a:pt x="20" y="152"/>
                  </a:lnTo>
                  <a:lnTo>
                    <a:pt x="14" y="188"/>
                  </a:lnTo>
                  <a:lnTo>
                    <a:pt x="11" y="207"/>
                  </a:lnTo>
                  <a:lnTo>
                    <a:pt x="9" y="225"/>
                  </a:lnTo>
                  <a:lnTo>
                    <a:pt x="7" y="243"/>
                  </a:lnTo>
                  <a:lnTo>
                    <a:pt x="5" y="262"/>
                  </a:lnTo>
                  <a:lnTo>
                    <a:pt x="2" y="300"/>
                  </a:lnTo>
                  <a:lnTo>
                    <a:pt x="1" y="338"/>
                  </a:lnTo>
                  <a:lnTo>
                    <a:pt x="0" y="376"/>
                  </a:lnTo>
                  <a:lnTo>
                    <a:pt x="0" y="396"/>
                  </a:lnTo>
                  <a:lnTo>
                    <a:pt x="1" y="416"/>
                  </a:lnTo>
                  <a:lnTo>
                    <a:pt x="2" y="437"/>
                  </a:lnTo>
                  <a:lnTo>
                    <a:pt x="3" y="458"/>
                  </a:lnTo>
                  <a:lnTo>
                    <a:pt x="4" y="478"/>
                  </a:lnTo>
                  <a:lnTo>
                    <a:pt x="6" y="498"/>
                  </a:lnTo>
                  <a:lnTo>
                    <a:pt x="10" y="538"/>
                  </a:lnTo>
                  <a:lnTo>
                    <a:pt x="13" y="557"/>
                  </a:lnTo>
                  <a:lnTo>
                    <a:pt x="16" y="577"/>
                  </a:lnTo>
                  <a:lnTo>
                    <a:pt x="23" y="617"/>
                  </a:lnTo>
                  <a:lnTo>
                    <a:pt x="31" y="656"/>
                  </a:lnTo>
                  <a:lnTo>
                    <a:pt x="35" y="675"/>
                  </a:lnTo>
                  <a:lnTo>
                    <a:pt x="40" y="694"/>
                  </a:lnTo>
                  <a:lnTo>
                    <a:pt x="50" y="732"/>
                  </a:lnTo>
                  <a:lnTo>
                    <a:pt x="62" y="769"/>
                  </a:lnTo>
                  <a:lnTo>
                    <a:pt x="74" y="807"/>
                  </a:lnTo>
                  <a:lnTo>
                    <a:pt x="82" y="825"/>
                  </a:lnTo>
                  <a:lnTo>
                    <a:pt x="89" y="843"/>
                  </a:lnTo>
                  <a:lnTo>
                    <a:pt x="96" y="861"/>
                  </a:lnTo>
                  <a:lnTo>
                    <a:pt x="104" y="878"/>
                  </a:lnTo>
                  <a:lnTo>
                    <a:pt x="119" y="914"/>
                  </a:lnTo>
                  <a:lnTo>
                    <a:pt x="136" y="949"/>
                  </a:lnTo>
                  <a:lnTo>
                    <a:pt x="154" y="983"/>
                  </a:lnTo>
                  <a:lnTo>
                    <a:pt x="163" y="1000"/>
                  </a:lnTo>
                  <a:lnTo>
                    <a:pt x="173" y="1016"/>
                  </a:lnTo>
                  <a:lnTo>
                    <a:pt x="192" y="1049"/>
                  </a:lnTo>
                  <a:lnTo>
                    <a:pt x="203" y="1065"/>
                  </a:lnTo>
                  <a:lnTo>
                    <a:pt x="213" y="1081"/>
                  </a:lnTo>
                  <a:lnTo>
                    <a:pt x="235" y="1114"/>
                  </a:lnTo>
                  <a:lnTo>
                    <a:pt x="258" y="1145"/>
                  </a:lnTo>
                  <a:lnTo>
                    <a:pt x="281" y="1175"/>
                  </a:lnTo>
                  <a:lnTo>
                    <a:pt x="293" y="1189"/>
                  </a:lnTo>
                  <a:lnTo>
                    <a:pt x="306" y="1204"/>
                  </a:lnTo>
                  <a:lnTo>
                    <a:pt x="318" y="1218"/>
                  </a:lnTo>
                  <a:lnTo>
                    <a:pt x="331" y="1232"/>
                  </a:lnTo>
                  <a:lnTo>
                    <a:pt x="344" y="1246"/>
                  </a:lnTo>
                  <a:lnTo>
                    <a:pt x="357" y="1261"/>
                  </a:lnTo>
                  <a:lnTo>
                    <a:pt x="370" y="1275"/>
                  </a:lnTo>
                  <a:lnTo>
                    <a:pt x="383" y="1288"/>
                  </a:lnTo>
                  <a:lnTo>
                    <a:pt x="397" y="1301"/>
                  </a:lnTo>
                  <a:lnTo>
                    <a:pt x="412" y="1315"/>
                  </a:lnTo>
                  <a:lnTo>
                    <a:pt x="440" y="1340"/>
                  </a:lnTo>
                  <a:lnTo>
                    <a:pt x="469" y="1364"/>
                  </a:lnTo>
                  <a:lnTo>
                    <a:pt x="499" y="1388"/>
                  </a:lnTo>
                  <a:lnTo>
                    <a:pt x="529" y="1411"/>
                  </a:lnTo>
                  <a:lnTo>
                    <a:pt x="561" y="1434"/>
                  </a:lnTo>
                  <a:lnTo>
                    <a:pt x="601" y="1030"/>
                  </a:lnTo>
                  <a:lnTo>
                    <a:pt x="934" y="918"/>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grpSp>
      <p:grpSp>
        <p:nvGrpSpPr>
          <p:cNvPr id="50" name="Group 19">
            <a:extLst>
              <a:ext uri="{FF2B5EF4-FFF2-40B4-BE49-F238E27FC236}">
                <a16:creationId xmlns:a16="http://schemas.microsoft.com/office/drawing/2014/main" xmlns="" id="{2A029975-E72B-4A44-9CAF-CE634E8670EA}"/>
              </a:ext>
            </a:extLst>
          </p:cNvPr>
          <p:cNvGrpSpPr>
            <a:grpSpLocks/>
          </p:cNvGrpSpPr>
          <p:nvPr/>
        </p:nvGrpSpPr>
        <p:grpSpPr bwMode="auto">
          <a:xfrm>
            <a:off x="3850669" y="2122263"/>
            <a:ext cx="1800000" cy="1800000"/>
            <a:chOff x="1840" y="1360"/>
            <a:chExt cx="2561" cy="2560"/>
          </a:xfrm>
          <a:solidFill>
            <a:srgbClr val="4372C4"/>
          </a:solidFill>
        </p:grpSpPr>
        <p:sp>
          <p:nvSpPr>
            <p:cNvPr id="51" name="Freeform 20">
              <a:extLst>
                <a:ext uri="{FF2B5EF4-FFF2-40B4-BE49-F238E27FC236}">
                  <a16:creationId xmlns:a16="http://schemas.microsoft.com/office/drawing/2014/main" xmlns="" id="{8B43526D-D6D1-4FD8-8183-0A2051D393A0}"/>
                </a:ext>
              </a:extLst>
            </p:cNvPr>
            <p:cNvSpPr>
              <a:spLocks noChangeAspect="1"/>
            </p:cNvSpPr>
            <p:nvPr/>
          </p:nvSpPr>
          <p:spPr bwMode="auto">
            <a:xfrm>
              <a:off x="1840" y="2078"/>
              <a:ext cx="750" cy="1243"/>
            </a:xfrm>
            <a:custGeom>
              <a:avLst/>
              <a:gdLst>
                <a:gd name="T0" fmla="*/ 384 w 750"/>
                <a:gd name="T1" fmla="*/ 899 h 1243"/>
                <a:gd name="T2" fmla="*/ 185 w 750"/>
                <a:gd name="T3" fmla="*/ 1225 h 1243"/>
                <a:gd name="T4" fmla="*/ 163 w 750"/>
                <a:gd name="T5" fmla="*/ 1187 h 1243"/>
                <a:gd name="T6" fmla="*/ 142 w 750"/>
                <a:gd name="T7" fmla="*/ 1149 h 1243"/>
                <a:gd name="T8" fmla="*/ 123 w 750"/>
                <a:gd name="T9" fmla="*/ 1108 h 1243"/>
                <a:gd name="T10" fmla="*/ 96 w 750"/>
                <a:gd name="T11" fmla="*/ 1048 h 1243"/>
                <a:gd name="T12" fmla="*/ 79 w 750"/>
                <a:gd name="T13" fmla="*/ 1007 h 1243"/>
                <a:gd name="T14" fmla="*/ 58 w 750"/>
                <a:gd name="T15" fmla="*/ 943 h 1243"/>
                <a:gd name="T16" fmla="*/ 45 w 750"/>
                <a:gd name="T17" fmla="*/ 901 h 1243"/>
                <a:gd name="T18" fmla="*/ 34 w 750"/>
                <a:gd name="T19" fmla="*/ 858 h 1243"/>
                <a:gd name="T20" fmla="*/ 25 w 750"/>
                <a:gd name="T21" fmla="*/ 814 h 1243"/>
                <a:gd name="T22" fmla="*/ 17 w 750"/>
                <a:gd name="T23" fmla="*/ 768 h 1243"/>
                <a:gd name="T24" fmla="*/ 10 w 750"/>
                <a:gd name="T25" fmla="*/ 723 h 1243"/>
                <a:gd name="T26" fmla="*/ 5 w 750"/>
                <a:gd name="T27" fmla="*/ 678 h 1243"/>
                <a:gd name="T28" fmla="*/ 2 w 750"/>
                <a:gd name="T29" fmla="*/ 631 h 1243"/>
                <a:gd name="T30" fmla="*/ 0 w 750"/>
                <a:gd name="T31" fmla="*/ 562 h 1243"/>
                <a:gd name="T32" fmla="*/ 1 w 750"/>
                <a:gd name="T33" fmla="*/ 507 h 1243"/>
                <a:gd name="T34" fmla="*/ 5 w 750"/>
                <a:gd name="T35" fmla="*/ 452 h 1243"/>
                <a:gd name="T36" fmla="*/ 13 w 750"/>
                <a:gd name="T37" fmla="*/ 381 h 1243"/>
                <a:gd name="T38" fmla="*/ 21 w 750"/>
                <a:gd name="T39" fmla="*/ 328 h 1243"/>
                <a:gd name="T40" fmla="*/ 32 w 750"/>
                <a:gd name="T41" fmla="*/ 275 h 1243"/>
                <a:gd name="T42" fmla="*/ 40 w 750"/>
                <a:gd name="T43" fmla="*/ 241 h 1243"/>
                <a:gd name="T44" fmla="*/ 60 w 750"/>
                <a:gd name="T45" fmla="*/ 174 h 1243"/>
                <a:gd name="T46" fmla="*/ 83 w 750"/>
                <a:gd name="T47" fmla="*/ 108 h 1243"/>
                <a:gd name="T48" fmla="*/ 103 w 750"/>
                <a:gd name="T49" fmla="*/ 60 h 1243"/>
                <a:gd name="T50" fmla="*/ 124 w 750"/>
                <a:gd name="T51" fmla="*/ 13 h 1243"/>
                <a:gd name="T52" fmla="*/ 680 w 750"/>
                <a:gd name="T53" fmla="*/ 330 h 1243"/>
                <a:gd name="T54" fmla="*/ 670 w 750"/>
                <a:gd name="T55" fmla="*/ 357 h 1243"/>
                <a:gd name="T56" fmla="*/ 661 w 750"/>
                <a:gd name="T57" fmla="*/ 384 h 1243"/>
                <a:gd name="T58" fmla="*/ 654 w 750"/>
                <a:gd name="T59" fmla="*/ 413 h 1243"/>
                <a:gd name="T60" fmla="*/ 648 w 750"/>
                <a:gd name="T61" fmla="*/ 441 h 1243"/>
                <a:gd name="T62" fmla="*/ 643 w 750"/>
                <a:gd name="T63" fmla="*/ 471 h 1243"/>
                <a:gd name="T64" fmla="*/ 640 w 750"/>
                <a:gd name="T65" fmla="*/ 501 h 1243"/>
                <a:gd name="T66" fmla="*/ 637 w 750"/>
                <a:gd name="T67" fmla="*/ 531 h 1243"/>
                <a:gd name="T68" fmla="*/ 637 w 750"/>
                <a:gd name="T69" fmla="*/ 587 h 1243"/>
                <a:gd name="T70" fmla="*/ 641 w 750"/>
                <a:gd name="T71" fmla="*/ 636 h 1243"/>
                <a:gd name="T72" fmla="*/ 649 w 750"/>
                <a:gd name="T73" fmla="*/ 685 h 1243"/>
                <a:gd name="T74" fmla="*/ 654 w 750"/>
                <a:gd name="T75" fmla="*/ 709 h 1243"/>
                <a:gd name="T76" fmla="*/ 660 w 750"/>
                <a:gd name="T77" fmla="*/ 733 h 1243"/>
                <a:gd name="T78" fmla="*/ 674 w 750"/>
                <a:gd name="T79" fmla="*/ 779 h 1243"/>
                <a:gd name="T80" fmla="*/ 692 w 750"/>
                <a:gd name="T81" fmla="*/ 824 h 1243"/>
                <a:gd name="T82" fmla="*/ 713 w 750"/>
                <a:gd name="T83" fmla="*/ 867 h 1243"/>
                <a:gd name="T84" fmla="*/ 737 w 750"/>
                <a:gd name="T85" fmla="*/ 907 h 1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50" h="1243">
                  <a:moveTo>
                    <a:pt x="750" y="927"/>
                  </a:moveTo>
                  <a:lnTo>
                    <a:pt x="384" y="899"/>
                  </a:lnTo>
                  <a:lnTo>
                    <a:pt x="196" y="1243"/>
                  </a:lnTo>
                  <a:lnTo>
                    <a:pt x="185" y="1225"/>
                  </a:lnTo>
                  <a:lnTo>
                    <a:pt x="174" y="1206"/>
                  </a:lnTo>
                  <a:lnTo>
                    <a:pt x="163" y="1187"/>
                  </a:lnTo>
                  <a:lnTo>
                    <a:pt x="152" y="1168"/>
                  </a:lnTo>
                  <a:lnTo>
                    <a:pt x="142" y="1149"/>
                  </a:lnTo>
                  <a:lnTo>
                    <a:pt x="132" y="1129"/>
                  </a:lnTo>
                  <a:lnTo>
                    <a:pt x="123" y="1108"/>
                  </a:lnTo>
                  <a:lnTo>
                    <a:pt x="114" y="1089"/>
                  </a:lnTo>
                  <a:lnTo>
                    <a:pt x="96" y="1048"/>
                  </a:lnTo>
                  <a:lnTo>
                    <a:pt x="88" y="1028"/>
                  </a:lnTo>
                  <a:lnTo>
                    <a:pt x="79" y="1007"/>
                  </a:lnTo>
                  <a:lnTo>
                    <a:pt x="65" y="966"/>
                  </a:lnTo>
                  <a:lnTo>
                    <a:pt x="58" y="943"/>
                  </a:lnTo>
                  <a:lnTo>
                    <a:pt x="51" y="922"/>
                  </a:lnTo>
                  <a:lnTo>
                    <a:pt x="45" y="901"/>
                  </a:lnTo>
                  <a:lnTo>
                    <a:pt x="40" y="879"/>
                  </a:lnTo>
                  <a:lnTo>
                    <a:pt x="34" y="858"/>
                  </a:lnTo>
                  <a:lnTo>
                    <a:pt x="29" y="836"/>
                  </a:lnTo>
                  <a:lnTo>
                    <a:pt x="25" y="814"/>
                  </a:lnTo>
                  <a:lnTo>
                    <a:pt x="20" y="791"/>
                  </a:lnTo>
                  <a:lnTo>
                    <a:pt x="17" y="768"/>
                  </a:lnTo>
                  <a:lnTo>
                    <a:pt x="13" y="746"/>
                  </a:lnTo>
                  <a:lnTo>
                    <a:pt x="10" y="723"/>
                  </a:lnTo>
                  <a:lnTo>
                    <a:pt x="8" y="701"/>
                  </a:lnTo>
                  <a:lnTo>
                    <a:pt x="5" y="678"/>
                  </a:lnTo>
                  <a:lnTo>
                    <a:pt x="3" y="655"/>
                  </a:lnTo>
                  <a:lnTo>
                    <a:pt x="2" y="631"/>
                  </a:lnTo>
                  <a:lnTo>
                    <a:pt x="1" y="608"/>
                  </a:lnTo>
                  <a:lnTo>
                    <a:pt x="0" y="562"/>
                  </a:lnTo>
                  <a:lnTo>
                    <a:pt x="1" y="525"/>
                  </a:lnTo>
                  <a:lnTo>
                    <a:pt x="1" y="507"/>
                  </a:lnTo>
                  <a:lnTo>
                    <a:pt x="2" y="489"/>
                  </a:lnTo>
                  <a:lnTo>
                    <a:pt x="5" y="452"/>
                  </a:lnTo>
                  <a:lnTo>
                    <a:pt x="8" y="416"/>
                  </a:lnTo>
                  <a:lnTo>
                    <a:pt x="13" y="381"/>
                  </a:lnTo>
                  <a:lnTo>
                    <a:pt x="18" y="346"/>
                  </a:lnTo>
                  <a:lnTo>
                    <a:pt x="21" y="328"/>
                  </a:lnTo>
                  <a:lnTo>
                    <a:pt x="25" y="310"/>
                  </a:lnTo>
                  <a:lnTo>
                    <a:pt x="32" y="275"/>
                  </a:lnTo>
                  <a:lnTo>
                    <a:pt x="36" y="258"/>
                  </a:lnTo>
                  <a:lnTo>
                    <a:pt x="40" y="241"/>
                  </a:lnTo>
                  <a:lnTo>
                    <a:pt x="49" y="208"/>
                  </a:lnTo>
                  <a:lnTo>
                    <a:pt x="60" y="174"/>
                  </a:lnTo>
                  <a:lnTo>
                    <a:pt x="70" y="140"/>
                  </a:lnTo>
                  <a:lnTo>
                    <a:pt x="83" y="108"/>
                  </a:lnTo>
                  <a:lnTo>
                    <a:pt x="96" y="76"/>
                  </a:lnTo>
                  <a:lnTo>
                    <a:pt x="103" y="60"/>
                  </a:lnTo>
                  <a:lnTo>
                    <a:pt x="109" y="44"/>
                  </a:lnTo>
                  <a:lnTo>
                    <a:pt x="124" y="13"/>
                  </a:lnTo>
                  <a:lnTo>
                    <a:pt x="506" y="0"/>
                  </a:lnTo>
                  <a:lnTo>
                    <a:pt x="680" y="330"/>
                  </a:lnTo>
                  <a:lnTo>
                    <a:pt x="675" y="343"/>
                  </a:lnTo>
                  <a:lnTo>
                    <a:pt x="670" y="357"/>
                  </a:lnTo>
                  <a:lnTo>
                    <a:pt x="665" y="370"/>
                  </a:lnTo>
                  <a:lnTo>
                    <a:pt x="661" y="384"/>
                  </a:lnTo>
                  <a:lnTo>
                    <a:pt x="657" y="398"/>
                  </a:lnTo>
                  <a:lnTo>
                    <a:pt x="654" y="413"/>
                  </a:lnTo>
                  <a:lnTo>
                    <a:pt x="651" y="427"/>
                  </a:lnTo>
                  <a:lnTo>
                    <a:pt x="648" y="441"/>
                  </a:lnTo>
                  <a:lnTo>
                    <a:pt x="645" y="456"/>
                  </a:lnTo>
                  <a:lnTo>
                    <a:pt x="643" y="471"/>
                  </a:lnTo>
                  <a:lnTo>
                    <a:pt x="641" y="486"/>
                  </a:lnTo>
                  <a:lnTo>
                    <a:pt x="640" y="501"/>
                  </a:lnTo>
                  <a:lnTo>
                    <a:pt x="638" y="516"/>
                  </a:lnTo>
                  <a:lnTo>
                    <a:pt x="637" y="531"/>
                  </a:lnTo>
                  <a:lnTo>
                    <a:pt x="637" y="562"/>
                  </a:lnTo>
                  <a:lnTo>
                    <a:pt x="637" y="587"/>
                  </a:lnTo>
                  <a:lnTo>
                    <a:pt x="639" y="611"/>
                  </a:lnTo>
                  <a:lnTo>
                    <a:pt x="641" y="636"/>
                  </a:lnTo>
                  <a:lnTo>
                    <a:pt x="644" y="661"/>
                  </a:lnTo>
                  <a:lnTo>
                    <a:pt x="649" y="685"/>
                  </a:lnTo>
                  <a:lnTo>
                    <a:pt x="651" y="697"/>
                  </a:lnTo>
                  <a:lnTo>
                    <a:pt x="654" y="709"/>
                  </a:lnTo>
                  <a:lnTo>
                    <a:pt x="657" y="721"/>
                  </a:lnTo>
                  <a:lnTo>
                    <a:pt x="660" y="733"/>
                  </a:lnTo>
                  <a:lnTo>
                    <a:pt x="667" y="756"/>
                  </a:lnTo>
                  <a:lnTo>
                    <a:pt x="674" y="779"/>
                  </a:lnTo>
                  <a:lnTo>
                    <a:pt x="683" y="801"/>
                  </a:lnTo>
                  <a:lnTo>
                    <a:pt x="692" y="824"/>
                  </a:lnTo>
                  <a:lnTo>
                    <a:pt x="702" y="846"/>
                  </a:lnTo>
                  <a:lnTo>
                    <a:pt x="713" y="867"/>
                  </a:lnTo>
                  <a:lnTo>
                    <a:pt x="725" y="887"/>
                  </a:lnTo>
                  <a:lnTo>
                    <a:pt x="737" y="907"/>
                  </a:lnTo>
                  <a:lnTo>
                    <a:pt x="750" y="927"/>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52" name="Freeform 21">
              <a:extLst>
                <a:ext uri="{FF2B5EF4-FFF2-40B4-BE49-F238E27FC236}">
                  <a16:creationId xmlns:a16="http://schemas.microsoft.com/office/drawing/2014/main" xmlns="" id="{1765AFC4-6F50-4C2B-965F-0E2AE45FB7D1}"/>
                </a:ext>
              </a:extLst>
            </p:cNvPr>
            <p:cNvSpPr>
              <a:spLocks noChangeAspect="1"/>
            </p:cNvSpPr>
            <p:nvPr/>
          </p:nvSpPr>
          <p:spPr bwMode="auto">
            <a:xfrm>
              <a:off x="1997" y="1360"/>
              <a:ext cx="1274" cy="984"/>
            </a:xfrm>
            <a:custGeom>
              <a:avLst/>
              <a:gdLst>
                <a:gd name="T0" fmla="*/ 1064 w 1274"/>
                <a:gd name="T1" fmla="*/ 638 h 984"/>
                <a:gd name="T2" fmla="*/ 1021 w 1274"/>
                <a:gd name="T3" fmla="*/ 644 h 984"/>
                <a:gd name="T4" fmla="*/ 979 w 1274"/>
                <a:gd name="T5" fmla="*/ 652 h 984"/>
                <a:gd name="T6" fmla="*/ 938 w 1274"/>
                <a:gd name="T7" fmla="*/ 662 h 984"/>
                <a:gd name="T8" fmla="*/ 899 w 1274"/>
                <a:gd name="T9" fmla="*/ 676 h 984"/>
                <a:gd name="T10" fmla="*/ 859 w 1274"/>
                <a:gd name="T11" fmla="*/ 692 h 984"/>
                <a:gd name="T12" fmla="*/ 822 w 1274"/>
                <a:gd name="T13" fmla="*/ 710 h 984"/>
                <a:gd name="T14" fmla="*/ 787 w 1274"/>
                <a:gd name="T15" fmla="*/ 731 h 984"/>
                <a:gd name="T16" fmla="*/ 753 w 1274"/>
                <a:gd name="T17" fmla="*/ 754 h 984"/>
                <a:gd name="T18" fmla="*/ 719 w 1274"/>
                <a:gd name="T19" fmla="*/ 778 h 984"/>
                <a:gd name="T20" fmla="*/ 688 w 1274"/>
                <a:gd name="T21" fmla="*/ 805 h 984"/>
                <a:gd name="T22" fmla="*/ 666 w 1274"/>
                <a:gd name="T23" fmla="*/ 826 h 984"/>
                <a:gd name="T24" fmla="*/ 645 w 1274"/>
                <a:gd name="T25" fmla="*/ 848 h 984"/>
                <a:gd name="T26" fmla="*/ 619 w 1274"/>
                <a:gd name="T27" fmla="*/ 881 h 984"/>
                <a:gd name="T28" fmla="*/ 594 w 1274"/>
                <a:gd name="T29" fmla="*/ 914 h 984"/>
                <a:gd name="T30" fmla="*/ 572 w 1274"/>
                <a:gd name="T31" fmla="*/ 948 h 984"/>
                <a:gd name="T32" fmla="*/ 551 w 1274"/>
                <a:gd name="T33" fmla="*/ 984 h 984"/>
                <a:gd name="T34" fmla="*/ 0 w 1274"/>
                <a:gd name="T35" fmla="*/ 665 h 984"/>
                <a:gd name="T36" fmla="*/ 20 w 1274"/>
                <a:gd name="T37" fmla="*/ 630 h 984"/>
                <a:gd name="T38" fmla="*/ 52 w 1274"/>
                <a:gd name="T39" fmla="*/ 578 h 984"/>
                <a:gd name="T40" fmla="*/ 88 w 1274"/>
                <a:gd name="T41" fmla="*/ 526 h 984"/>
                <a:gd name="T42" fmla="*/ 125 w 1274"/>
                <a:gd name="T43" fmla="*/ 478 h 984"/>
                <a:gd name="T44" fmla="*/ 151 w 1274"/>
                <a:gd name="T45" fmla="*/ 447 h 984"/>
                <a:gd name="T46" fmla="*/ 178 w 1274"/>
                <a:gd name="T47" fmla="*/ 416 h 984"/>
                <a:gd name="T48" fmla="*/ 220 w 1274"/>
                <a:gd name="T49" fmla="*/ 371 h 984"/>
                <a:gd name="T50" fmla="*/ 250 w 1274"/>
                <a:gd name="T51" fmla="*/ 343 h 984"/>
                <a:gd name="T52" fmla="*/ 296 w 1274"/>
                <a:gd name="T53" fmla="*/ 303 h 984"/>
                <a:gd name="T54" fmla="*/ 343 w 1274"/>
                <a:gd name="T55" fmla="*/ 264 h 984"/>
                <a:gd name="T56" fmla="*/ 392 w 1274"/>
                <a:gd name="T57" fmla="*/ 227 h 984"/>
                <a:gd name="T58" fmla="*/ 444 w 1274"/>
                <a:gd name="T59" fmla="*/ 194 h 984"/>
                <a:gd name="T60" fmla="*/ 479 w 1274"/>
                <a:gd name="T61" fmla="*/ 172 h 984"/>
                <a:gd name="T62" fmla="*/ 551 w 1274"/>
                <a:gd name="T63" fmla="*/ 133 h 984"/>
                <a:gd name="T64" fmla="*/ 608 w 1274"/>
                <a:gd name="T65" fmla="*/ 107 h 984"/>
                <a:gd name="T66" fmla="*/ 646 w 1274"/>
                <a:gd name="T67" fmla="*/ 91 h 984"/>
                <a:gd name="T68" fmla="*/ 685 w 1274"/>
                <a:gd name="T69" fmla="*/ 76 h 984"/>
                <a:gd name="T70" fmla="*/ 745 w 1274"/>
                <a:gd name="T71" fmla="*/ 56 h 984"/>
                <a:gd name="T72" fmla="*/ 805 w 1274"/>
                <a:gd name="T73" fmla="*/ 39 h 984"/>
                <a:gd name="T74" fmla="*/ 846 w 1274"/>
                <a:gd name="T75" fmla="*/ 29 h 984"/>
                <a:gd name="T76" fmla="*/ 909 w 1274"/>
                <a:gd name="T77" fmla="*/ 17 h 984"/>
                <a:gd name="T78" fmla="*/ 951 w 1274"/>
                <a:gd name="T79" fmla="*/ 11 h 984"/>
                <a:gd name="T80" fmla="*/ 994 w 1274"/>
                <a:gd name="T81" fmla="*/ 6 h 984"/>
                <a:gd name="T82" fmla="*/ 1037 w 1274"/>
                <a:gd name="T83" fmla="*/ 2 h 984"/>
                <a:gd name="T84" fmla="*/ 1081 w 1274"/>
                <a:gd name="T85" fmla="*/ 0 h 984"/>
                <a:gd name="T86" fmla="*/ 1086 w 1274"/>
                <a:gd name="T87" fmla="*/ 637 h 9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274" h="984">
                  <a:moveTo>
                    <a:pt x="1086" y="637"/>
                  </a:moveTo>
                  <a:lnTo>
                    <a:pt x="1064" y="638"/>
                  </a:lnTo>
                  <a:lnTo>
                    <a:pt x="1042" y="641"/>
                  </a:lnTo>
                  <a:lnTo>
                    <a:pt x="1021" y="644"/>
                  </a:lnTo>
                  <a:lnTo>
                    <a:pt x="1000" y="647"/>
                  </a:lnTo>
                  <a:lnTo>
                    <a:pt x="979" y="652"/>
                  </a:lnTo>
                  <a:lnTo>
                    <a:pt x="959" y="657"/>
                  </a:lnTo>
                  <a:lnTo>
                    <a:pt x="938" y="662"/>
                  </a:lnTo>
                  <a:lnTo>
                    <a:pt x="918" y="669"/>
                  </a:lnTo>
                  <a:lnTo>
                    <a:pt x="899" y="676"/>
                  </a:lnTo>
                  <a:lnTo>
                    <a:pt x="879" y="683"/>
                  </a:lnTo>
                  <a:lnTo>
                    <a:pt x="859" y="692"/>
                  </a:lnTo>
                  <a:lnTo>
                    <a:pt x="841" y="700"/>
                  </a:lnTo>
                  <a:lnTo>
                    <a:pt x="822" y="710"/>
                  </a:lnTo>
                  <a:lnTo>
                    <a:pt x="804" y="721"/>
                  </a:lnTo>
                  <a:lnTo>
                    <a:pt x="787" y="731"/>
                  </a:lnTo>
                  <a:lnTo>
                    <a:pt x="769" y="742"/>
                  </a:lnTo>
                  <a:lnTo>
                    <a:pt x="753" y="754"/>
                  </a:lnTo>
                  <a:lnTo>
                    <a:pt x="736" y="766"/>
                  </a:lnTo>
                  <a:lnTo>
                    <a:pt x="719" y="778"/>
                  </a:lnTo>
                  <a:lnTo>
                    <a:pt x="703" y="791"/>
                  </a:lnTo>
                  <a:lnTo>
                    <a:pt x="688" y="805"/>
                  </a:lnTo>
                  <a:lnTo>
                    <a:pt x="673" y="819"/>
                  </a:lnTo>
                  <a:lnTo>
                    <a:pt x="666" y="826"/>
                  </a:lnTo>
                  <a:lnTo>
                    <a:pt x="659" y="834"/>
                  </a:lnTo>
                  <a:lnTo>
                    <a:pt x="645" y="848"/>
                  </a:lnTo>
                  <a:lnTo>
                    <a:pt x="632" y="864"/>
                  </a:lnTo>
                  <a:lnTo>
                    <a:pt x="619" y="881"/>
                  </a:lnTo>
                  <a:lnTo>
                    <a:pt x="606" y="897"/>
                  </a:lnTo>
                  <a:lnTo>
                    <a:pt x="594" y="914"/>
                  </a:lnTo>
                  <a:lnTo>
                    <a:pt x="583" y="931"/>
                  </a:lnTo>
                  <a:lnTo>
                    <a:pt x="572" y="948"/>
                  </a:lnTo>
                  <a:lnTo>
                    <a:pt x="561" y="966"/>
                  </a:lnTo>
                  <a:lnTo>
                    <a:pt x="551" y="984"/>
                  </a:lnTo>
                  <a:lnTo>
                    <a:pt x="397" y="659"/>
                  </a:lnTo>
                  <a:lnTo>
                    <a:pt x="0" y="665"/>
                  </a:lnTo>
                  <a:lnTo>
                    <a:pt x="10" y="647"/>
                  </a:lnTo>
                  <a:lnTo>
                    <a:pt x="20" y="630"/>
                  </a:lnTo>
                  <a:lnTo>
                    <a:pt x="41" y="595"/>
                  </a:lnTo>
                  <a:lnTo>
                    <a:pt x="52" y="578"/>
                  </a:lnTo>
                  <a:lnTo>
                    <a:pt x="64" y="561"/>
                  </a:lnTo>
                  <a:lnTo>
                    <a:pt x="88" y="526"/>
                  </a:lnTo>
                  <a:lnTo>
                    <a:pt x="113" y="494"/>
                  </a:lnTo>
                  <a:lnTo>
                    <a:pt x="125" y="478"/>
                  </a:lnTo>
                  <a:lnTo>
                    <a:pt x="138" y="462"/>
                  </a:lnTo>
                  <a:lnTo>
                    <a:pt x="151" y="447"/>
                  </a:lnTo>
                  <a:lnTo>
                    <a:pt x="164" y="431"/>
                  </a:lnTo>
                  <a:lnTo>
                    <a:pt x="178" y="416"/>
                  </a:lnTo>
                  <a:lnTo>
                    <a:pt x="192" y="401"/>
                  </a:lnTo>
                  <a:lnTo>
                    <a:pt x="220" y="371"/>
                  </a:lnTo>
                  <a:lnTo>
                    <a:pt x="235" y="357"/>
                  </a:lnTo>
                  <a:lnTo>
                    <a:pt x="250" y="343"/>
                  </a:lnTo>
                  <a:lnTo>
                    <a:pt x="280" y="316"/>
                  </a:lnTo>
                  <a:lnTo>
                    <a:pt x="296" y="303"/>
                  </a:lnTo>
                  <a:lnTo>
                    <a:pt x="311" y="290"/>
                  </a:lnTo>
                  <a:lnTo>
                    <a:pt x="343" y="264"/>
                  </a:lnTo>
                  <a:lnTo>
                    <a:pt x="376" y="239"/>
                  </a:lnTo>
                  <a:lnTo>
                    <a:pt x="392" y="227"/>
                  </a:lnTo>
                  <a:lnTo>
                    <a:pt x="410" y="216"/>
                  </a:lnTo>
                  <a:lnTo>
                    <a:pt x="444" y="194"/>
                  </a:lnTo>
                  <a:lnTo>
                    <a:pt x="462" y="183"/>
                  </a:lnTo>
                  <a:lnTo>
                    <a:pt x="479" y="172"/>
                  </a:lnTo>
                  <a:lnTo>
                    <a:pt x="515" y="152"/>
                  </a:lnTo>
                  <a:lnTo>
                    <a:pt x="551" y="133"/>
                  </a:lnTo>
                  <a:lnTo>
                    <a:pt x="589" y="116"/>
                  </a:lnTo>
                  <a:lnTo>
                    <a:pt x="608" y="107"/>
                  </a:lnTo>
                  <a:lnTo>
                    <a:pt x="627" y="99"/>
                  </a:lnTo>
                  <a:lnTo>
                    <a:pt x="646" y="91"/>
                  </a:lnTo>
                  <a:lnTo>
                    <a:pt x="665" y="84"/>
                  </a:lnTo>
                  <a:lnTo>
                    <a:pt x="685" y="76"/>
                  </a:lnTo>
                  <a:lnTo>
                    <a:pt x="704" y="69"/>
                  </a:lnTo>
                  <a:lnTo>
                    <a:pt x="745" y="56"/>
                  </a:lnTo>
                  <a:lnTo>
                    <a:pt x="785" y="44"/>
                  </a:lnTo>
                  <a:lnTo>
                    <a:pt x="805" y="39"/>
                  </a:lnTo>
                  <a:lnTo>
                    <a:pt x="825" y="34"/>
                  </a:lnTo>
                  <a:lnTo>
                    <a:pt x="846" y="29"/>
                  </a:lnTo>
                  <a:lnTo>
                    <a:pt x="866" y="25"/>
                  </a:lnTo>
                  <a:lnTo>
                    <a:pt x="909" y="17"/>
                  </a:lnTo>
                  <a:lnTo>
                    <a:pt x="930" y="14"/>
                  </a:lnTo>
                  <a:lnTo>
                    <a:pt x="951" y="11"/>
                  </a:lnTo>
                  <a:lnTo>
                    <a:pt x="972" y="8"/>
                  </a:lnTo>
                  <a:lnTo>
                    <a:pt x="994" y="6"/>
                  </a:lnTo>
                  <a:lnTo>
                    <a:pt x="1015" y="4"/>
                  </a:lnTo>
                  <a:lnTo>
                    <a:pt x="1037" y="2"/>
                  </a:lnTo>
                  <a:lnTo>
                    <a:pt x="1059" y="1"/>
                  </a:lnTo>
                  <a:lnTo>
                    <a:pt x="1081" y="0"/>
                  </a:lnTo>
                  <a:lnTo>
                    <a:pt x="1274" y="334"/>
                  </a:lnTo>
                  <a:lnTo>
                    <a:pt x="1086" y="637"/>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53" name="Freeform 22">
              <a:extLst>
                <a:ext uri="{FF2B5EF4-FFF2-40B4-BE49-F238E27FC236}">
                  <a16:creationId xmlns:a16="http://schemas.microsoft.com/office/drawing/2014/main" xmlns="" id="{B4043207-FCCC-4B07-8E40-35FB335BDE85}"/>
                </a:ext>
              </a:extLst>
            </p:cNvPr>
            <p:cNvSpPr>
              <a:spLocks noChangeAspect="1"/>
            </p:cNvSpPr>
            <p:nvPr/>
          </p:nvSpPr>
          <p:spPr bwMode="auto">
            <a:xfrm>
              <a:off x="3143" y="1360"/>
              <a:ext cx="1076" cy="964"/>
            </a:xfrm>
            <a:custGeom>
              <a:avLst/>
              <a:gdLst>
                <a:gd name="T0" fmla="*/ 22 w 1076"/>
                <a:gd name="T1" fmla="*/ 637 h 964"/>
                <a:gd name="T2" fmla="*/ 63 w 1076"/>
                <a:gd name="T3" fmla="*/ 641 h 964"/>
                <a:gd name="T4" fmla="*/ 103 w 1076"/>
                <a:gd name="T5" fmla="*/ 648 h 964"/>
                <a:gd name="T6" fmla="*/ 141 w 1076"/>
                <a:gd name="T7" fmla="*/ 656 h 964"/>
                <a:gd name="T8" fmla="*/ 179 w 1076"/>
                <a:gd name="T9" fmla="*/ 668 h 964"/>
                <a:gd name="T10" fmla="*/ 216 w 1076"/>
                <a:gd name="T11" fmla="*/ 681 h 964"/>
                <a:gd name="T12" fmla="*/ 252 w 1076"/>
                <a:gd name="T13" fmla="*/ 696 h 964"/>
                <a:gd name="T14" fmla="*/ 287 w 1076"/>
                <a:gd name="T15" fmla="*/ 714 h 964"/>
                <a:gd name="T16" fmla="*/ 320 w 1076"/>
                <a:gd name="T17" fmla="*/ 735 h 964"/>
                <a:gd name="T18" fmla="*/ 352 w 1076"/>
                <a:gd name="T19" fmla="*/ 756 h 964"/>
                <a:gd name="T20" fmla="*/ 384 w 1076"/>
                <a:gd name="T21" fmla="*/ 779 h 964"/>
                <a:gd name="T22" fmla="*/ 413 w 1076"/>
                <a:gd name="T23" fmla="*/ 804 h 964"/>
                <a:gd name="T24" fmla="*/ 440 w 1076"/>
                <a:gd name="T25" fmla="*/ 831 h 964"/>
                <a:gd name="T26" fmla="*/ 466 w 1076"/>
                <a:gd name="T27" fmla="*/ 859 h 964"/>
                <a:gd name="T28" fmla="*/ 490 w 1076"/>
                <a:gd name="T29" fmla="*/ 890 h 964"/>
                <a:gd name="T30" fmla="*/ 513 w 1076"/>
                <a:gd name="T31" fmla="*/ 921 h 964"/>
                <a:gd name="T32" fmla="*/ 884 w 1076"/>
                <a:gd name="T33" fmla="*/ 964 h 964"/>
                <a:gd name="T34" fmla="*/ 1066 w 1076"/>
                <a:gd name="T35" fmla="*/ 604 h 964"/>
                <a:gd name="T36" fmla="*/ 1033 w 1076"/>
                <a:gd name="T37" fmla="*/ 553 h 964"/>
                <a:gd name="T38" fmla="*/ 1009 w 1076"/>
                <a:gd name="T39" fmla="*/ 521 h 964"/>
                <a:gd name="T40" fmla="*/ 985 w 1076"/>
                <a:gd name="T41" fmla="*/ 489 h 964"/>
                <a:gd name="T42" fmla="*/ 960 w 1076"/>
                <a:gd name="T43" fmla="*/ 458 h 964"/>
                <a:gd name="T44" fmla="*/ 934 w 1076"/>
                <a:gd name="T45" fmla="*/ 428 h 964"/>
                <a:gd name="T46" fmla="*/ 894 w 1076"/>
                <a:gd name="T47" fmla="*/ 384 h 964"/>
                <a:gd name="T48" fmla="*/ 850 w 1076"/>
                <a:gd name="T49" fmla="*/ 342 h 964"/>
                <a:gd name="T50" fmla="*/ 806 w 1076"/>
                <a:gd name="T51" fmla="*/ 303 h 964"/>
                <a:gd name="T52" fmla="*/ 759 w 1076"/>
                <a:gd name="T53" fmla="*/ 266 h 964"/>
                <a:gd name="T54" fmla="*/ 694 w 1076"/>
                <a:gd name="T55" fmla="*/ 218 h 964"/>
                <a:gd name="T56" fmla="*/ 661 w 1076"/>
                <a:gd name="T57" fmla="*/ 196 h 964"/>
                <a:gd name="T58" fmla="*/ 592 w 1076"/>
                <a:gd name="T59" fmla="*/ 156 h 964"/>
                <a:gd name="T60" fmla="*/ 557 w 1076"/>
                <a:gd name="T61" fmla="*/ 137 h 964"/>
                <a:gd name="T62" fmla="*/ 501 w 1076"/>
                <a:gd name="T63" fmla="*/ 112 h 964"/>
                <a:gd name="T64" fmla="*/ 446 w 1076"/>
                <a:gd name="T65" fmla="*/ 88 h 964"/>
                <a:gd name="T66" fmla="*/ 408 w 1076"/>
                <a:gd name="T67" fmla="*/ 73 h 964"/>
                <a:gd name="T68" fmla="*/ 330 w 1076"/>
                <a:gd name="T69" fmla="*/ 48 h 964"/>
                <a:gd name="T70" fmla="*/ 290 w 1076"/>
                <a:gd name="T71" fmla="*/ 38 h 964"/>
                <a:gd name="T72" fmla="*/ 250 w 1076"/>
                <a:gd name="T73" fmla="*/ 29 h 964"/>
                <a:gd name="T74" fmla="*/ 209 w 1076"/>
                <a:gd name="T75" fmla="*/ 21 h 964"/>
                <a:gd name="T76" fmla="*/ 127 w 1076"/>
                <a:gd name="T77" fmla="*/ 8 h 964"/>
                <a:gd name="T78" fmla="*/ 85 w 1076"/>
                <a:gd name="T79" fmla="*/ 4 h 964"/>
                <a:gd name="T80" fmla="*/ 42 w 1076"/>
                <a:gd name="T81" fmla="*/ 1 h 964"/>
                <a:gd name="T82" fmla="*/ 0 w 1076"/>
                <a:gd name="T83" fmla="*/ 0 h 964"/>
                <a:gd name="T84" fmla="*/ 1 w 1076"/>
                <a:gd name="T85" fmla="*/ 636 h 9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76" h="964">
                  <a:moveTo>
                    <a:pt x="1" y="636"/>
                  </a:moveTo>
                  <a:lnTo>
                    <a:pt x="22" y="637"/>
                  </a:lnTo>
                  <a:lnTo>
                    <a:pt x="42" y="639"/>
                  </a:lnTo>
                  <a:lnTo>
                    <a:pt x="63" y="641"/>
                  </a:lnTo>
                  <a:lnTo>
                    <a:pt x="83" y="644"/>
                  </a:lnTo>
                  <a:lnTo>
                    <a:pt x="103" y="648"/>
                  </a:lnTo>
                  <a:lnTo>
                    <a:pt x="122" y="652"/>
                  </a:lnTo>
                  <a:lnTo>
                    <a:pt x="141" y="656"/>
                  </a:lnTo>
                  <a:lnTo>
                    <a:pt x="160" y="662"/>
                  </a:lnTo>
                  <a:lnTo>
                    <a:pt x="179" y="668"/>
                  </a:lnTo>
                  <a:lnTo>
                    <a:pt x="198" y="674"/>
                  </a:lnTo>
                  <a:lnTo>
                    <a:pt x="216" y="681"/>
                  </a:lnTo>
                  <a:lnTo>
                    <a:pt x="235" y="688"/>
                  </a:lnTo>
                  <a:lnTo>
                    <a:pt x="252" y="696"/>
                  </a:lnTo>
                  <a:lnTo>
                    <a:pt x="270" y="705"/>
                  </a:lnTo>
                  <a:lnTo>
                    <a:pt x="287" y="714"/>
                  </a:lnTo>
                  <a:lnTo>
                    <a:pt x="304" y="724"/>
                  </a:lnTo>
                  <a:lnTo>
                    <a:pt x="320" y="735"/>
                  </a:lnTo>
                  <a:lnTo>
                    <a:pt x="336" y="745"/>
                  </a:lnTo>
                  <a:lnTo>
                    <a:pt x="352" y="756"/>
                  </a:lnTo>
                  <a:lnTo>
                    <a:pt x="368" y="767"/>
                  </a:lnTo>
                  <a:lnTo>
                    <a:pt x="384" y="779"/>
                  </a:lnTo>
                  <a:lnTo>
                    <a:pt x="398" y="792"/>
                  </a:lnTo>
                  <a:lnTo>
                    <a:pt x="413" y="804"/>
                  </a:lnTo>
                  <a:lnTo>
                    <a:pt x="427" y="817"/>
                  </a:lnTo>
                  <a:lnTo>
                    <a:pt x="440" y="831"/>
                  </a:lnTo>
                  <a:lnTo>
                    <a:pt x="453" y="845"/>
                  </a:lnTo>
                  <a:lnTo>
                    <a:pt x="466" y="859"/>
                  </a:lnTo>
                  <a:lnTo>
                    <a:pt x="478" y="874"/>
                  </a:lnTo>
                  <a:lnTo>
                    <a:pt x="490" y="890"/>
                  </a:lnTo>
                  <a:lnTo>
                    <a:pt x="502" y="906"/>
                  </a:lnTo>
                  <a:lnTo>
                    <a:pt x="513" y="921"/>
                  </a:lnTo>
                  <a:lnTo>
                    <a:pt x="523" y="938"/>
                  </a:lnTo>
                  <a:lnTo>
                    <a:pt x="884" y="964"/>
                  </a:lnTo>
                  <a:lnTo>
                    <a:pt x="1076" y="621"/>
                  </a:lnTo>
                  <a:lnTo>
                    <a:pt x="1066" y="604"/>
                  </a:lnTo>
                  <a:lnTo>
                    <a:pt x="1055" y="587"/>
                  </a:lnTo>
                  <a:lnTo>
                    <a:pt x="1033" y="553"/>
                  </a:lnTo>
                  <a:lnTo>
                    <a:pt x="1022" y="537"/>
                  </a:lnTo>
                  <a:lnTo>
                    <a:pt x="1009" y="521"/>
                  </a:lnTo>
                  <a:lnTo>
                    <a:pt x="997" y="505"/>
                  </a:lnTo>
                  <a:lnTo>
                    <a:pt x="985" y="489"/>
                  </a:lnTo>
                  <a:lnTo>
                    <a:pt x="973" y="474"/>
                  </a:lnTo>
                  <a:lnTo>
                    <a:pt x="960" y="458"/>
                  </a:lnTo>
                  <a:lnTo>
                    <a:pt x="947" y="443"/>
                  </a:lnTo>
                  <a:lnTo>
                    <a:pt x="934" y="428"/>
                  </a:lnTo>
                  <a:lnTo>
                    <a:pt x="907" y="398"/>
                  </a:lnTo>
                  <a:lnTo>
                    <a:pt x="894" y="384"/>
                  </a:lnTo>
                  <a:lnTo>
                    <a:pt x="880" y="370"/>
                  </a:lnTo>
                  <a:lnTo>
                    <a:pt x="850" y="342"/>
                  </a:lnTo>
                  <a:lnTo>
                    <a:pt x="821" y="316"/>
                  </a:lnTo>
                  <a:lnTo>
                    <a:pt x="806" y="303"/>
                  </a:lnTo>
                  <a:lnTo>
                    <a:pt x="790" y="290"/>
                  </a:lnTo>
                  <a:lnTo>
                    <a:pt x="759" y="266"/>
                  </a:lnTo>
                  <a:lnTo>
                    <a:pt x="727" y="242"/>
                  </a:lnTo>
                  <a:lnTo>
                    <a:pt x="694" y="218"/>
                  </a:lnTo>
                  <a:lnTo>
                    <a:pt x="677" y="207"/>
                  </a:lnTo>
                  <a:lnTo>
                    <a:pt x="661" y="196"/>
                  </a:lnTo>
                  <a:lnTo>
                    <a:pt x="627" y="176"/>
                  </a:lnTo>
                  <a:lnTo>
                    <a:pt x="592" y="156"/>
                  </a:lnTo>
                  <a:lnTo>
                    <a:pt x="574" y="147"/>
                  </a:lnTo>
                  <a:lnTo>
                    <a:pt x="557" y="137"/>
                  </a:lnTo>
                  <a:lnTo>
                    <a:pt x="520" y="120"/>
                  </a:lnTo>
                  <a:lnTo>
                    <a:pt x="501" y="112"/>
                  </a:lnTo>
                  <a:lnTo>
                    <a:pt x="483" y="103"/>
                  </a:lnTo>
                  <a:lnTo>
                    <a:pt x="446" y="88"/>
                  </a:lnTo>
                  <a:lnTo>
                    <a:pt x="427" y="81"/>
                  </a:lnTo>
                  <a:lnTo>
                    <a:pt x="408" y="73"/>
                  </a:lnTo>
                  <a:lnTo>
                    <a:pt x="368" y="60"/>
                  </a:lnTo>
                  <a:lnTo>
                    <a:pt x="330" y="48"/>
                  </a:lnTo>
                  <a:lnTo>
                    <a:pt x="310" y="43"/>
                  </a:lnTo>
                  <a:lnTo>
                    <a:pt x="290" y="38"/>
                  </a:lnTo>
                  <a:lnTo>
                    <a:pt x="270" y="33"/>
                  </a:lnTo>
                  <a:lnTo>
                    <a:pt x="250" y="29"/>
                  </a:lnTo>
                  <a:lnTo>
                    <a:pt x="230" y="24"/>
                  </a:lnTo>
                  <a:lnTo>
                    <a:pt x="209" y="21"/>
                  </a:lnTo>
                  <a:lnTo>
                    <a:pt x="168" y="14"/>
                  </a:lnTo>
                  <a:lnTo>
                    <a:pt x="127" y="8"/>
                  </a:lnTo>
                  <a:lnTo>
                    <a:pt x="106" y="6"/>
                  </a:lnTo>
                  <a:lnTo>
                    <a:pt x="85" y="4"/>
                  </a:lnTo>
                  <a:lnTo>
                    <a:pt x="64" y="3"/>
                  </a:lnTo>
                  <a:lnTo>
                    <a:pt x="42" y="1"/>
                  </a:lnTo>
                  <a:lnTo>
                    <a:pt x="21" y="1"/>
                  </a:lnTo>
                  <a:lnTo>
                    <a:pt x="0" y="0"/>
                  </a:lnTo>
                  <a:lnTo>
                    <a:pt x="196" y="347"/>
                  </a:lnTo>
                  <a:lnTo>
                    <a:pt x="1" y="636"/>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54" name="Freeform 23">
              <a:extLst>
                <a:ext uri="{FF2B5EF4-FFF2-40B4-BE49-F238E27FC236}">
                  <a16:creationId xmlns:a16="http://schemas.microsoft.com/office/drawing/2014/main" xmlns="" id="{BDB2BCE1-8532-440D-AE1D-083783B0C83B}"/>
                </a:ext>
              </a:extLst>
            </p:cNvPr>
            <p:cNvSpPr>
              <a:spLocks noChangeAspect="1"/>
            </p:cNvSpPr>
            <p:nvPr/>
          </p:nvSpPr>
          <p:spPr bwMode="auto">
            <a:xfrm>
              <a:off x="3694" y="2043"/>
              <a:ext cx="707" cy="1215"/>
            </a:xfrm>
            <a:custGeom>
              <a:avLst/>
              <a:gdLst>
                <a:gd name="T0" fmla="*/ 355 w 707"/>
                <a:gd name="T1" fmla="*/ 358 h 1215"/>
                <a:gd name="T2" fmla="*/ 15 w 707"/>
                <a:gd name="T3" fmla="*/ 334 h 1215"/>
                <a:gd name="T4" fmla="*/ 29 w 707"/>
                <a:gd name="T5" fmla="*/ 367 h 1215"/>
                <a:gd name="T6" fmla="*/ 40 w 707"/>
                <a:gd name="T7" fmla="*/ 400 h 1215"/>
                <a:gd name="T8" fmla="*/ 50 w 707"/>
                <a:gd name="T9" fmla="*/ 434 h 1215"/>
                <a:gd name="T10" fmla="*/ 58 w 707"/>
                <a:gd name="T11" fmla="*/ 469 h 1215"/>
                <a:gd name="T12" fmla="*/ 64 w 707"/>
                <a:gd name="T13" fmla="*/ 504 h 1215"/>
                <a:gd name="T14" fmla="*/ 68 w 707"/>
                <a:gd name="T15" fmla="*/ 541 h 1215"/>
                <a:gd name="T16" fmla="*/ 70 w 707"/>
                <a:gd name="T17" fmla="*/ 578 h 1215"/>
                <a:gd name="T18" fmla="*/ 70 w 707"/>
                <a:gd name="T19" fmla="*/ 616 h 1215"/>
                <a:gd name="T20" fmla="*/ 68 w 707"/>
                <a:gd name="T21" fmla="*/ 655 h 1215"/>
                <a:gd name="T22" fmla="*/ 63 w 707"/>
                <a:gd name="T23" fmla="*/ 694 h 1215"/>
                <a:gd name="T24" fmla="*/ 57 w 707"/>
                <a:gd name="T25" fmla="*/ 732 h 1215"/>
                <a:gd name="T26" fmla="*/ 48 w 707"/>
                <a:gd name="T27" fmla="*/ 769 h 1215"/>
                <a:gd name="T28" fmla="*/ 36 w 707"/>
                <a:gd name="T29" fmla="*/ 805 h 1215"/>
                <a:gd name="T30" fmla="*/ 23 w 707"/>
                <a:gd name="T31" fmla="*/ 841 h 1215"/>
                <a:gd name="T32" fmla="*/ 8 w 707"/>
                <a:gd name="T33" fmla="*/ 875 h 1215"/>
                <a:gd name="T34" fmla="*/ 159 w 707"/>
                <a:gd name="T35" fmla="*/ 1215 h 1215"/>
                <a:gd name="T36" fmla="*/ 571 w 707"/>
                <a:gd name="T37" fmla="*/ 1172 h 1215"/>
                <a:gd name="T38" fmla="*/ 604 w 707"/>
                <a:gd name="T39" fmla="*/ 1101 h 1215"/>
                <a:gd name="T40" fmla="*/ 633 w 707"/>
                <a:gd name="T41" fmla="*/ 1029 h 1215"/>
                <a:gd name="T42" fmla="*/ 657 w 707"/>
                <a:gd name="T43" fmla="*/ 954 h 1215"/>
                <a:gd name="T44" fmla="*/ 667 w 707"/>
                <a:gd name="T45" fmla="*/ 916 h 1215"/>
                <a:gd name="T46" fmla="*/ 685 w 707"/>
                <a:gd name="T47" fmla="*/ 839 h 1215"/>
                <a:gd name="T48" fmla="*/ 697 w 707"/>
                <a:gd name="T49" fmla="*/ 759 h 1215"/>
                <a:gd name="T50" fmla="*/ 702 w 707"/>
                <a:gd name="T51" fmla="*/ 719 h 1215"/>
                <a:gd name="T52" fmla="*/ 707 w 707"/>
                <a:gd name="T53" fmla="*/ 637 h 1215"/>
                <a:gd name="T54" fmla="*/ 707 w 707"/>
                <a:gd name="T55" fmla="*/ 597 h 1215"/>
                <a:gd name="T56" fmla="*/ 705 w 707"/>
                <a:gd name="T57" fmla="*/ 516 h 1215"/>
                <a:gd name="T58" fmla="*/ 702 w 707"/>
                <a:gd name="T59" fmla="*/ 477 h 1215"/>
                <a:gd name="T60" fmla="*/ 698 w 707"/>
                <a:gd name="T61" fmla="*/ 438 h 1215"/>
                <a:gd name="T62" fmla="*/ 689 w 707"/>
                <a:gd name="T63" fmla="*/ 380 h 1215"/>
                <a:gd name="T64" fmla="*/ 678 w 707"/>
                <a:gd name="T65" fmla="*/ 322 h 1215"/>
                <a:gd name="T66" fmla="*/ 670 w 707"/>
                <a:gd name="T67" fmla="*/ 284 h 1215"/>
                <a:gd name="T68" fmla="*/ 660 w 707"/>
                <a:gd name="T69" fmla="*/ 247 h 1215"/>
                <a:gd name="T70" fmla="*/ 637 w 707"/>
                <a:gd name="T71" fmla="*/ 174 h 1215"/>
                <a:gd name="T72" fmla="*/ 609 w 707"/>
                <a:gd name="T73" fmla="*/ 103 h 1215"/>
                <a:gd name="T74" fmla="*/ 594 w 707"/>
                <a:gd name="T75" fmla="*/ 68 h 1215"/>
                <a:gd name="T76" fmla="*/ 561 w 707"/>
                <a:gd name="T77" fmla="*/ 0 h 1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07" h="1215">
                  <a:moveTo>
                    <a:pt x="561" y="0"/>
                  </a:moveTo>
                  <a:lnTo>
                    <a:pt x="355" y="358"/>
                  </a:lnTo>
                  <a:lnTo>
                    <a:pt x="8" y="318"/>
                  </a:lnTo>
                  <a:lnTo>
                    <a:pt x="15" y="334"/>
                  </a:lnTo>
                  <a:lnTo>
                    <a:pt x="22" y="350"/>
                  </a:lnTo>
                  <a:lnTo>
                    <a:pt x="29" y="367"/>
                  </a:lnTo>
                  <a:lnTo>
                    <a:pt x="35" y="384"/>
                  </a:lnTo>
                  <a:lnTo>
                    <a:pt x="40" y="400"/>
                  </a:lnTo>
                  <a:lnTo>
                    <a:pt x="46" y="417"/>
                  </a:lnTo>
                  <a:lnTo>
                    <a:pt x="50" y="434"/>
                  </a:lnTo>
                  <a:lnTo>
                    <a:pt x="54" y="452"/>
                  </a:lnTo>
                  <a:lnTo>
                    <a:pt x="58" y="469"/>
                  </a:lnTo>
                  <a:lnTo>
                    <a:pt x="61" y="487"/>
                  </a:lnTo>
                  <a:lnTo>
                    <a:pt x="64" y="504"/>
                  </a:lnTo>
                  <a:lnTo>
                    <a:pt x="67" y="523"/>
                  </a:lnTo>
                  <a:lnTo>
                    <a:pt x="68" y="541"/>
                  </a:lnTo>
                  <a:lnTo>
                    <a:pt x="70" y="560"/>
                  </a:lnTo>
                  <a:lnTo>
                    <a:pt x="70" y="578"/>
                  </a:lnTo>
                  <a:lnTo>
                    <a:pt x="71" y="597"/>
                  </a:lnTo>
                  <a:lnTo>
                    <a:pt x="70" y="616"/>
                  </a:lnTo>
                  <a:lnTo>
                    <a:pt x="70" y="636"/>
                  </a:lnTo>
                  <a:lnTo>
                    <a:pt x="68" y="655"/>
                  </a:lnTo>
                  <a:lnTo>
                    <a:pt x="66" y="674"/>
                  </a:lnTo>
                  <a:lnTo>
                    <a:pt x="63" y="694"/>
                  </a:lnTo>
                  <a:lnTo>
                    <a:pt x="60" y="713"/>
                  </a:lnTo>
                  <a:lnTo>
                    <a:pt x="57" y="732"/>
                  </a:lnTo>
                  <a:lnTo>
                    <a:pt x="52" y="750"/>
                  </a:lnTo>
                  <a:lnTo>
                    <a:pt x="48" y="769"/>
                  </a:lnTo>
                  <a:lnTo>
                    <a:pt x="42" y="787"/>
                  </a:lnTo>
                  <a:lnTo>
                    <a:pt x="36" y="805"/>
                  </a:lnTo>
                  <a:lnTo>
                    <a:pt x="30" y="822"/>
                  </a:lnTo>
                  <a:lnTo>
                    <a:pt x="23" y="841"/>
                  </a:lnTo>
                  <a:lnTo>
                    <a:pt x="16" y="858"/>
                  </a:lnTo>
                  <a:lnTo>
                    <a:pt x="8" y="875"/>
                  </a:lnTo>
                  <a:lnTo>
                    <a:pt x="0" y="891"/>
                  </a:lnTo>
                  <a:lnTo>
                    <a:pt x="159" y="1215"/>
                  </a:lnTo>
                  <a:lnTo>
                    <a:pt x="553" y="1206"/>
                  </a:lnTo>
                  <a:lnTo>
                    <a:pt x="571" y="1172"/>
                  </a:lnTo>
                  <a:lnTo>
                    <a:pt x="588" y="1136"/>
                  </a:lnTo>
                  <a:lnTo>
                    <a:pt x="604" y="1101"/>
                  </a:lnTo>
                  <a:lnTo>
                    <a:pt x="618" y="1065"/>
                  </a:lnTo>
                  <a:lnTo>
                    <a:pt x="633" y="1029"/>
                  </a:lnTo>
                  <a:lnTo>
                    <a:pt x="646" y="991"/>
                  </a:lnTo>
                  <a:lnTo>
                    <a:pt x="657" y="954"/>
                  </a:lnTo>
                  <a:lnTo>
                    <a:pt x="662" y="935"/>
                  </a:lnTo>
                  <a:lnTo>
                    <a:pt x="667" y="916"/>
                  </a:lnTo>
                  <a:lnTo>
                    <a:pt x="677" y="878"/>
                  </a:lnTo>
                  <a:lnTo>
                    <a:pt x="685" y="839"/>
                  </a:lnTo>
                  <a:lnTo>
                    <a:pt x="691" y="799"/>
                  </a:lnTo>
                  <a:lnTo>
                    <a:pt x="697" y="759"/>
                  </a:lnTo>
                  <a:lnTo>
                    <a:pt x="699" y="739"/>
                  </a:lnTo>
                  <a:lnTo>
                    <a:pt x="702" y="719"/>
                  </a:lnTo>
                  <a:lnTo>
                    <a:pt x="705" y="679"/>
                  </a:lnTo>
                  <a:lnTo>
                    <a:pt x="707" y="637"/>
                  </a:lnTo>
                  <a:lnTo>
                    <a:pt x="707" y="617"/>
                  </a:lnTo>
                  <a:lnTo>
                    <a:pt x="707" y="597"/>
                  </a:lnTo>
                  <a:lnTo>
                    <a:pt x="707" y="557"/>
                  </a:lnTo>
                  <a:lnTo>
                    <a:pt x="705" y="516"/>
                  </a:lnTo>
                  <a:lnTo>
                    <a:pt x="704" y="496"/>
                  </a:lnTo>
                  <a:lnTo>
                    <a:pt x="702" y="477"/>
                  </a:lnTo>
                  <a:lnTo>
                    <a:pt x="700" y="457"/>
                  </a:lnTo>
                  <a:lnTo>
                    <a:pt x="698" y="438"/>
                  </a:lnTo>
                  <a:lnTo>
                    <a:pt x="692" y="399"/>
                  </a:lnTo>
                  <a:lnTo>
                    <a:pt x="689" y="380"/>
                  </a:lnTo>
                  <a:lnTo>
                    <a:pt x="686" y="361"/>
                  </a:lnTo>
                  <a:lnTo>
                    <a:pt x="678" y="322"/>
                  </a:lnTo>
                  <a:lnTo>
                    <a:pt x="674" y="303"/>
                  </a:lnTo>
                  <a:lnTo>
                    <a:pt x="670" y="284"/>
                  </a:lnTo>
                  <a:lnTo>
                    <a:pt x="665" y="266"/>
                  </a:lnTo>
                  <a:lnTo>
                    <a:pt x="660" y="247"/>
                  </a:lnTo>
                  <a:lnTo>
                    <a:pt x="649" y="211"/>
                  </a:lnTo>
                  <a:lnTo>
                    <a:pt x="637" y="174"/>
                  </a:lnTo>
                  <a:lnTo>
                    <a:pt x="623" y="138"/>
                  </a:lnTo>
                  <a:lnTo>
                    <a:pt x="609" y="103"/>
                  </a:lnTo>
                  <a:lnTo>
                    <a:pt x="602" y="86"/>
                  </a:lnTo>
                  <a:lnTo>
                    <a:pt x="594" y="68"/>
                  </a:lnTo>
                  <a:lnTo>
                    <a:pt x="578" y="33"/>
                  </a:lnTo>
                  <a:lnTo>
                    <a:pt x="561" y="0"/>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55" name="Freeform 24">
              <a:extLst>
                <a:ext uri="{FF2B5EF4-FFF2-40B4-BE49-F238E27FC236}">
                  <a16:creationId xmlns:a16="http://schemas.microsoft.com/office/drawing/2014/main" xmlns="" id="{1580F3C7-4384-48BB-B5C8-75B8382A221F}"/>
                </a:ext>
              </a:extLst>
            </p:cNvPr>
            <p:cNvSpPr>
              <a:spLocks noChangeAspect="1"/>
            </p:cNvSpPr>
            <p:nvPr/>
          </p:nvSpPr>
          <p:spPr bwMode="auto">
            <a:xfrm>
              <a:off x="3009" y="2989"/>
              <a:ext cx="1206" cy="930"/>
            </a:xfrm>
            <a:custGeom>
              <a:avLst/>
              <a:gdLst>
                <a:gd name="T0" fmla="*/ 642 w 1206"/>
                <a:gd name="T1" fmla="*/ 15 h 930"/>
                <a:gd name="T2" fmla="*/ 622 w 1206"/>
                <a:gd name="T3" fmla="*/ 42 h 930"/>
                <a:gd name="T4" fmla="*/ 601 w 1206"/>
                <a:gd name="T5" fmla="*/ 70 h 930"/>
                <a:gd name="T6" fmla="*/ 578 w 1206"/>
                <a:gd name="T7" fmla="*/ 95 h 930"/>
                <a:gd name="T8" fmla="*/ 554 w 1206"/>
                <a:gd name="T9" fmla="*/ 119 h 930"/>
                <a:gd name="T10" fmla="*/ 528 w 1206"/>
                <a:gd name="T11" fmla="*/ 142 h 930"/>
                <a:gd name="T12" fmla="*/ 501 w 1206"/>
                <a:gd name="T13" fmla="*/ 163 h 930"/>
                <a:gd name="T14" fmla="*/ 473 w 1206"/>
                <a:gd name="T15" fmla="*/ 183 h 930"/>
                <a:gd name="T16" fmla="*/ 444 w 1206"/>
                <a:gd name="T17" fmla="*/ 202 h 930"/>
                <a:gd name="T18" fmla="*/ 414 w 1206"/>
                <a:gd name="T19" fmla="*/ 220 h 930"/>
                <a:gd name="T20" fmla="*/ 384 w 1206"/>
                <a:gd name="T21" fmla="*/ 235 h 930"/>
                <a:gd name="T22" fmla="*/ 352 w 1206"/>
                <a:gd name="T23" fmla="*/ 249 h 930"/>
                <a:gd name="T24" fmla="*/ 318 w 1206"/>
                <a:gd name="T25" fmla="*/ 261 h 930"/>
                <a:gd name="T26" fmla="*/ 285 w 1206"/>
                <a:gd name="T27" fmla="*/ 271 h 930"/>
                <a:gd name="T28" fmla="*/ 233 w 1206"/>
                <a:gd name="T29" fmla="*/ 283 h 930"/>
                <a:gd name="T30" fmla="*/ 198 w 1206"/>
                <a:gd name="T31" fmla="*/ 289 h 930"/>
                <a:gd name="T32" fmla="*/ 197 w 1206"/>
                <a:gd name="T33" fmla="*/ 930 h 930"/>
                <a:gd name="T34" fmla="*/ 237 w 1206"/>
                <a:gd name="T35" fmla="*/ 926 h 930"/>
                <a:gd name="T36" fmla="*/ 276 w 1206"/>
                <a:gd name="T37" fmla="*/ 922 h 930"/>
                <a:gd name="T38" fmla="*/ 334 w 1206"/>
                <a:gd name="T39" fmla="*/ 913 h 930"/>
                <a:gd name="T40" fmla="*/ 374 w 1206"/>
                <a:gd name="T41" fmla="*/ 906 h 930"/>
                <a:gd name="T42" fmla="*/ 412 w 1206"/>
                <a:gd name="T43" fmla="*/ 897 h 930"/>
                <a:gd name="T44" fmla="*/ 449 w 1206"/>
                <a:gd name="T45" fmla="*/ 888 h 930"/>
                <a:gd name="T46" fmla="*/ 505 w 1206"/>
                <a:gd name="T47" fmla="*/ 871 h 930"/>
                <a:gd name="T48" fmla="*/ 560 w 1206"/>
                <a:gd name="T49" fmla="*/ 852 h 930"/>
                <a:gd name="T50" fmla="*/ 613 w 1206"/>
                <a:gd name="T51" fmla="*/ 830 h 930"/>
                <a:gd name="T52" fmla="*/ 665 w 1206"/>
                <a:gd name="T53" fmla="*/ 806 h 930"/>
                <a:gd name="T54" fmla="*/ 717 w 1206"/>
                <a:gd name="T55" fmla="*/ 780 h 930"/>
                <a:gd name="T56" fmla="*/ 750 w 1206"/>
                <a:gd name="T57" fmla="*/ 762 h 930"/>
                <a:gd name="T58" fmla="*/ 798 w 1206"/>
                <a:gd name="T59" fmla="*/ 733 h 930"/>
                <a:gd name="T60" fmla="*/ 846 w 1206"/>
                <a:gd name="T61" fmla="*/ 701 h 930"/>
                <a:gd name="T62" fmla="*/ 906 w 1206"/>
                <a:gd name="T63" fmla="*/ 655 h 930"/>
                <a:gd name="T64" fmla="*/ 950 w 1206"/>
                <a:gd name="T65" fmla="*/ 619 h 930"/>
                <a:gd name="T66" fmla="*/ 978 w 1206"/>
                <a:gd name="T67" fmla="*/ 594 h 930"/>
                <a:gd name="T68" fmla="*/ 1006 w 1206"/>
                <a:gd name="T69" fmla="*/ 568 h 930"/>
                <a:gd name="T70" fmla="*/ 1045 w 1206"/>
                <a:gd name="T71" fmla="*/ 527 h 930"/>
                <a:gd name="T72" fmla="*/ 1095 w 1206"/>
                <a:gd name="T73" fmla="*/ 471 h 930"/>
                <a:gd name="T74" fmla="*/ 1119 w 1206"/>
                <a:gd name="T75" fmla="*/ 441 h 930"/>
                <a:gd name="T76" fmla="*/ 1142 w 1206"/>
                <a:gd name="T77" fmla="*/ 412 h 930"/>
                <a:gd name="T78" fmla="*/ 1175 w 1206"/>
                <a:gd name="T79" fmla="*/ 364 h 930"/>
                <a:gd name="T80" fmla="*/ 1206 w 1206"/>
                <a:gd name="T81" fmla="*/ 317 h 930"/>
                <a:gd name="T82" fmla="*/ 652 w 1206"/>
                <a:gd name="T83" fmla="*/ 0 h 9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206" h="930">
                  <a:moveTo>
                    <a:pt x="652" y="0"/>
                  </a:moveTo>
                  <a:lnTo>
                    <a:pt x="642" y="15"/>
                  </a:lnTo>
                  <a:lnTo>
                    <a:pt x="633" y="29"/>
                  </a:lnTo>
                  <a:lnTo>
                    <a:pt x="622" y="42"/>
                  </a:lnTo>
                  <a:lnTo>
                    <a:pt x="612" y="57"/>
                  </a:lnTo>
                  <a:lnTo>
                    <a:pt x="601" y="70"/>
                  </a:lnTo>
                  <a:lnTo>
                    <a:pt x="590" y="83"/>
                  </a:lnTo>
                  <a:lnTo>
                    <a:pt x="578" y="95"/>
                  </a:lnTo>
                  <a:lnTo>
                    <a:pt x="566" y="107"/>
                  </a:lnTo>
                  <a:lnTo>
                    <a:pt x="554" y="119"/>
                  </a:lnTo>
                  <a:lnTo>
                    <a:pt x="541" y="131"/>
                  </a:lnTo>
                  <a:lnTo>
                    <a:pt x="528" y="142"/>
                  </a:lnTo>
                  <a:lnTo>
                    <a:pt x="515" y="153"/>
                  </a:lnTo>
                  <a:lnTo>
                    <a:pt x="501" y="163"/>
                  </a:lnTo>
                  <a:lnTo>
                    <a:pt x="487" y="173"/>
                  </a:lnTo>
                  <a:lnTo>
                    <a:pt x="473" y="183"/>
                  </a:lnTo>
                  <a:lnTo>
                    <a:pt x="459" y="193"/>
                  </a:lnTo>
                  <a:lnTo>
                    <a:pt x="444" y="202"/>
                  </a:lnTo>
                  <a:lnTo>
                    <a:pt x="429" y="210"/>
                  </a:lnTo>
                  <a:lnTo>
                    <a:pt x="414" y="220"/>
                  </a:lnTo>
                  <a:lnTo>
                    <a:pt x="399" y="228"/>
                  </a:lnTo>
                  <a:lnTo>
                    <a:pt x="384" y="235"/>
                  </a:lnTo>
                  <a:lnTo>
                    <a:pt x="368" y="242"/>
                  </a:lnTo>
                  <a:lnTo>
                    <a:pt x="352" y="249"/>
                  </a:lnTo>
                  <a:lnTo>
                    <a:pt x="335" y="255"/>
                  </a:lnTo>
                  <a:lnTo>
                    <a:pt x="318" y="261"/>
                  </a:lnTo>
                  <a:lnTo>
                    <a:pt x="302" y="266"/>
                  </a:lnTo>
                  <a:lnTo>
                    <a:pt x="285" y="271"/>
                  </a:lnTo>
                  <a:lnTo>
                    <a:pt x="268" y="276"/>
                  </a:lnTo>
                  <a:lnTo>
                    <a:pt x="233" y="283"/>
                  </a:lnTo>
                  <a:lnTo>
                    <a:pt x="216" y="286"/>
                  </a:lnTo>
                  <a:lnTo>
                    <a:pt x="198" y="289"/>
                  </a:lnTo>
                  <a:lnTo>
                    <a:pt x="0" y="600"/>
                  </a:lnTo>
                  <a:lnTo>
                    <a:pt x="197" y="930"/>
                  </a:lnTo>
                  <a:lnTo>
                    <a:pt x="217" y="928"/>
                  </a:lnTo>
                  <a:lnTo>
                    <a:pt x="237" y="926"/>
                  </a:lnTo>
                  <a:lnTo>
                    <a:pt x="257" y="924"/>
                  </a:lnTo>
                  <a:lnTo>
                    <a:pt x="276" y="922"/>
                  </a:lnTo>
                  <a:lnTo>
                    <a:pt x="315" y="916"/>
                  </a:lnTo>
                  <a:lnTo>
                    <a:pt x="334" y="913"/>
                  </a:lnTo>
                  <a:lnTo>
                    <a:pt x="355" y="909"/>
                  </a:lnTo>
                  <a:lnTo>
                    <a:pt x="374" y="906"/>
                  </a:lnTo>
                  <a:lnTo>
                    <a:pt x="393" y="902"/>
                  </a:lnTo>
                  <a:lnTo>
                    <a:pt x="412" y="897"/>
                  </a:lnTo>
                  <a:lnTo>
                    <a:pt x="431" y="892"/>
                  </a:lnTo>
                  <a:lnTo>
                    <a:pt x="449" y="888"/>
                  </a:lnTo>
                  <a:lnTo>
                    <a:pt x="468" y="882"/>
                  </a:lnTo>
                  <a:lnTo>
                    <a:pt x="505" y="871"/>
                  </a:lnTo>
                  <a:lnTo>
                    <a:pt x="542" y="859"/>
                  </a:lnTo>
                  <a:lnTo>
                    <a:pt x="560" y="852"/>
                  </a:lnTo>
                  <a:lnTo>
                    <a:pt x="578" y="844"/>
                  </a:lnTo>
                  <a:lnTo>
                    <a:pt x="613" y="830"/>
                  </a:lnTo>
                  <a:lnTo>
                    <a:pt x="648" y="814"/>
                  </a:lnTo>
                  <a:lnTo>
                    <a:pt x="665" y="806"/>
                  </a:lnTo>
                  <a:lnTo>
                    <a:pt x="683" y="798"/>
                  </a:lnTo>
                  <a:lnTo>
                    <a:pt x="717" y="780"/>
                  </a:lnTo>
                  <a:lnTo>
                    <a:pt x="733" y="771"/>
                  </a:lnTo>
                  <a:lnTo>
                    <a:pt x="750" y="762"/>
                  </a:lnTo>
                  <a:lnTo>
                    <a:pt x="782" y="743"/>
                  </a:lnTo>
                  <a:lnTo>
                    <a:pt x="798" y="733"/>
                  </a:lnTo>
                  <a:lnTo>
                    <a:pt x="814" y="722"/>
                  </a:lnTo>
                  <a:lnTo>
                    <a:pt x="846" y="701"/>
                  </a:lnTo>
                  <a:lnTo>
                    <a:pt x="877" y="678"/>
                  </a:lnTo>
                  <a:lnTo>
                    <a:pt x="906" y="655"/>
                  </a:lnTo>
                  <a:lnTo>
                    <a:pt x="935" y="631"/>
                  </a:lnTo>
                  <a:lnTo>
                    <a:pt x="950" y="619"/>
                  </a:lnTo>
                  <a:lnTo>
                    <a:pt x="964" y="607"/>
                  </a:lnTo>
                  <a:lnTo>
                    <a:pt x="978" y="594"/>
                  </a:lnTo>
                  <a:lnTo>
                    <a:pt x="992" y="581"/>
                  </a:lnTo>
                  <a:lnTo>
                    <a:pt x="1006" y="568"/>
                  </a:lnTo>
                  <a:lnTo>
                    <a:pt x="1019" y="555"/>
                  </a:lnTo>
                  <a:lnTo>
                    <a:pt x="1045" y="527"/>
                  </a:lnTo>
                  <a:lnTo>
                    <a:pt x="1071" y="499"/>
                  </a:lnTo>
                  <a:lnTo>
                    <a:pt x="1095" y="471"/>
                  </a:lnTo>
                  <a:lnTo>
                    <a:pt x="1107" y="456"/>
                  </a:lnTo>
                  <a:lnTo>
                    <a:pt x="1119" y="441"/>
                  </a:lnTo>
                  <a:lnTo>
                    <a:pt x="1130" y="427"/>
                  </a:lnTo>
                  <a:lnTo>
                    <a:pt x="1142" y="412"/>
                  </a:lnTo>
                  <a:lnTo>
                    <a:pt x="1164" y="381"/>
                  </a:lnTo>
                  <a:lnTo>
                    <a:pt x="1175" y="364"/>
                  </a:lnTo>
                  <a:lnTo>
                    <a:pt x="1185" y="349"/>
                  </a:lnTo>
                  <a:lnTo>
                    <a:pt x="1206" y="317"/>
                  </a:lnTo>
                  <a:lnTo>
                    <a:pt x="795" y="321"/>
                  </a:lnTo>
                  <a:lnTo>
                    <a:pt x="652" y="0"/>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56" name="Freeform 25">
              <a:extLst>
                <a:ext uri="{FF2B5EF4-FFF2-40B4-BE49-F238E27FC236}">
                  <a16:creationId xmlns:a16="http://schemas.microsoft.com/office/drawing/2014/main" xmlns="" id="{326CB876-D33B-4F9E-85ED-54528FA0535B}"/>
                </a:ext>
              </a:extLst>
            </p:cNvPr>
            <p:cNvSpPr>
              <a:spLocks noChangeAspect="1"/>
            </p:cNvSpPr>
            <p:nvPr/>
          </p:nvSpPr>
          <p:spPr bwMode="auto">
            <a:xfrm>
              <a:off x="2074" y="3039"/>
              <a:ext cx="1067" cy="881"/>
            </a:xfrm>
            <a:custGeom>
              <a:avLst/>
              <a:gdLst>
                <a:gd name="T0" fmla="*/ 1047 w 1067"/>
                <a:gd name="T1" fmla="*/ 245 h 881"/>
                <a:gd name="T2" fmla="*/ 1011 w 1067"/>
                <a:gd name="T3" fmla="*/ 244 h 881"/>
                <a:gd name="T4" fmla="*/ 956 w 1067"/>
                <a:gd name="T5" fmla="*/ 238 h 881"/>
                <a:gd name="T6" fmla="*/ 904 w 1067"/>
                <a:gd name="T7" fmla="*/ 229 h 881"/>
                <a:gd name="T8" fmla="*/ 871 w 1067"/>
                <a:gd name="T9" fmla="*/ 220 h 881"/>
                <a:gd name="T10" fmla="*/ 838 w 1067"/>
                <a:gd name="T11" fmla="*/ 210 h 881"/>
                <a:gd name="T12" fmla="*/ 789 w 1067"/>
                <a:gd name="T13" fmla="*/ 191 h 881"/>
                <a:gd name="T14" fmla="*/ 758 w 1067"/>
                <a:gd name="T15" fmla="*/ 177 h 881"/>
                <a:gd name="T16" fmla="*/ 728 w 1067"/>
                <a:gd name="T17" fmla="*/ 160 h 881"/>
                <a:gd name="T18" fmla="*/ 699 w 1067"/>
                <a:gd name="T19" fmla="*/ 142 h 881"/>
                <a:gd name="T20" fmla="*/ 671 w 1067"/>
                <a:gd name="T21" fmla="*/ 123 h 881"/>
                <a:gd name="T22" fmla="*/ 643 w 1067"/>
                <a:gd name="T23" fmla="*/ 103 h 881"/>
                <a:gd name="T24" fmla="*/ 617 w 1067"/>
                <a:gd name="T25" fmla="*/ 81 h 881"/>
                <a:gd name="T26" fmla="*/ 593 w 1067"/>
                <a:gd name="T27" fmla="*/ 58 h 881"/>
                <a:gd name="T28" fmla="*/ 558 w 1067"/>
                <a:gd name="T29" fmla="*/ 20 h 881"/>
                <a:gd name="T30" fmla="*/ 0 w 1067"/>
                <a:gd name="T31" fmla="*/ 339 h 881"/>
                <a:gd name="T32" fmla="*/ 34 w 1067"/>
                <a:gd name="T33" fmla="*/ 385 h 881"/>
                <a:gd name="T34" fmla="*/ 69 w 1067"/>
                <a:gd name="T35" fmla="*/ 428 h 881"/>
                <a:gd name="T36" fmla="*/ 119 w 1067"/>
                <a:gd name="T37" fmla="*/ 485 h 881"/>
                <a:gd name="T38" fmla="*/ 145 w 1067"/>
                <a:gd name="T39" fmla="*/ 511 h 881"/>
                <a:gd name="T40" fmla="*/ 173 w 1067"/>
                <a:gd name="T41" fmla="*/ 537 h 881"/>
                <a:gd name="T42" fmla="*/ 201 w 1067"/>
                <a:gd name="T43" fmla="*/ 562 h 881"/>
                <a:gd name="T44" fmla="*/ 229 w 1067"/>
                <a:gd name="T45" fmla="*/ 587 h 881"/>
                <a:gd name="T46" fmla="*/ 273 w 1067"/>
                <a:gd name="T47" fmla="*/ 621 h 881"/>
                <a:gd name="T48" fmla="*/ 303 w 1067"/>
                <a:gd name="T49" fmla="*/ 645 h 881"/>
                <a:gd name="T50" fmla="*/ 351 w 1067"/>
                <a:gd name="T51" fmla="*/ 676 h 881"/>
                <a:gd name="T52" fmla="*/ 415 w 1067"/>
                <a:gd name="T53" fmla="*/ 715 h 881"/>
                <a:gd name="T54" fmla="*/ 481 w 1067"/>
                <a:gd name="T55" fmla="*/ 750 h 881"/>
                <a:gd name="T56" fmla="*/ 551 w 1067"/>
                <a:gd name="T57" fmla="*/ 782 h 881"/>
                <a:gd name="T58" fmla="*/ 604 w 1067"/>
                <a:gd name="T59" fmla="*/ 803 h 881"/>
                <a:gd name="T60" fmla="*/ 640 w 1067"/>
                <a:gd name="T61" fmla="*/ 816 h 881"/>
                <a:gd name="T62" fmla="*/ 696 w 1067"/>
                <a:gd name="T63" fmla="*/ 833 h 881"/>
                <a:gd name="T64" fmla="*/ 771 w 1067"/>
                <a:gd name="T65" fmla="*/ 852 h 881"/>
                <a:gd name="T66" fmla="*/ 829 w 1067"/>
                <a:gd name="T67" fmla="*/ 863 h 881"/>
                <a:gd name="T68" fmla="*/ 887 w 1067"/>
                <a:gd name="T69" fmla="*/ 871 h 881"/>
                <a:gd name="T70" fmla="*/ 946 w 1067"/>
                <a:gd name="T71" fmla="*/ 877 h 881"/>
                <a:gd name="T72" fmla="*/ 987 w 1067"/>
                <a:gd name="T73" fmla="*/ 880 h 881"/>
                <a:gd name="T74" fmla="*/ 1027 w 1067"/>
                <a:gd name="T75" fmla="*/ 881 h 881"/>
                <a:gd name="T76" fmla="*/ 1067 w 1067"/>
                <a:gd name="T77" fmla="*/ 881 h 881"/>
                <a:gd name="T78" fmla="*/ 1065 w 1067"/>
                <a:gd name="T79" fmla="*/ 244 h 8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67" h="881">
                  <a:moveTo>
                    <a:pt x="1065" y="244"/>
                  </a:moveTo>
                  <a:lnTo>
                    <a:pt x="1047" y="245"/>
                  </a:lnTo>
                  <a:lnTo>
                    <a:pt x="1029" y="244"/>
                  </a:lnTo>
                  <a:lnTo>
                    <a:pt x="1011" y="244"/>
                  </a:lnTo>
                  <a:lnTo>
                    <a:pt x="975" y="241"/>
                  </a:lnTo>
                  <a:lnTo>
                    <a:pt x="956" y="238"/>
                  </a:lnTo>
                  <a:lnTo>
                    <a:pt x="939" y="236"/>
                  </a:lnTo>
                  <a:lnTo>
                    <a:pt x="904" y="229"/>
                  </a:lnTo>
                  <a:lnTo>
                    <a:pt x="887" y="225"/>
                  </a:lnTo>
                  <a:lnTo>
                    <a:pt x="871" y="220"/>
                  </a:lnTo>
                  <a:lnTo>
                    <a:pt x="854" y="215"/>
                  </a:lnTo>
                  <a:lnTo>
                    <a:pt x="838" y="210"/>
                  </a:lnTo>
                  <a:lnTo>
                    <a:pt x="804" y="198"/>
                  </a:lnTo>
                  <a:lnTo>
                    <a:pt x="789" y="191"/>
                  </a:lnTo>
                  <a:lnTo>
                    <a:pt x="773" y="184"/>
                  </a:lnTo>
                  <a:lnTo>
                    <a:pt x="758" y="177"/>
                  </a:lnTo>
                  <a:lnTo>
                    <a:pt x="743" y="169"/>
                  </a:lnTo>
                  <a:lnTo>
                    <a:pt x="728" y="160"/>
                  </a:lnTo>
                  <a:lnTo>
                    <a:pt x="713" y="151"/>
                  </a:lnTo>
                  <a:lnTo>
                    <a:pt x="699" y="142"/>
                  </a:lnTo>
                  <a:lnTo>
                    <a:pt x="685" y="133"/>
                  </a:lnTo>
                  <a:lnTo>
                    <a:pt x="671" y="123"/>
                  </a:lnTo>
                  <a:lnTo>
                    <a:pt x="657" y="113"/>
                  </a:lnTo>
                  <a:lnTo>
                    <a:pt x="643" y="103"/>
                  </a:lnTo>
                  <a:lnTo>
                    <a:pt x="630" y="92"/>
                  </a:lnTo>
                  <a:lnTo>
                    <a:pt x="617" y="81"/>
                  </a:lnTo>
                  <a:lnTo>
                    <a:pt x="605" y="69"/>
                  </a:lnTo>
                  <a:lnTo>
                    <a:pt x="593" y="58"/>
                  </a:lnTo>
                  <a:lnTo>
                    <a:pt x="581" y="45"/>
                  </a:lnTo>
                  <a:lnTo>
                    <a:pt x="558" y="20"/>
                  </a:lnTo>
                  <a:lnTo>
                    <a:pt x="177" y="0"/>
                  </a:lnTo>
                  <a:lnTo>
                    <a:pt x="0" y="339"/>
                  </a:lnTo>
                  <a:lnTo>
                    <a:pt x="23" y="370"/>
                  </a:lnTo>
                  <a:lnTo>
                    <a:pt x="34" y="385"/>
                  </a:lnTo>
                  <a:lnTo>
                    <a:pt x="46" y="399"/>
                  </a:lnTo>
                  <a:lnTo>
                    <a:pt x="69" y="428"/>
                  </a:lnTo>
                  <a:lnTo>
                    <a:pt x="94" y="456"/>
                  </a:lnTo>
                  <a:lnTo>
                    <a:pt x="119" y="485"/>
                  </a:lnTo>
                  <a:lnTo>
                    <a:pt x="132" y="498"/>
                  </a:lnTo>
                  <a:lnTo>
                    <a:pt x="145" y="511"/>
                  </a:lnTo>
                  <a:lnTo>
                    <a:pt x="159" y="524"/>
                  </a:lnTo>
                  <a:lnTo>
                    <a:pt x="173" y="537"/>
                  </a:lnTo>
                  <a:lnTo>
                    <a:pt x="187" y="550"/>
                  </a:lnTo>
                  <a:lnTo>
                    <a:pt x="201" y="562"/>
                  </a:lnTo>
                  <a:lnTo>
                    <a:pt x="215" y="575"/>
                  </a:lnTo>
                  <a:lnTo>
                    <a:pt x="229" y="587"/>
                  </a:lnTo>
                  <a:lnTo>
                    <a:pt x="258" y="610"/>
                  </a:lnTo>
                  <a:lnTo>
                    <a:pt x="273" y="621"/>
                  </a:lnTo>
                  <a:lnTo>
                    <a:pt x="288" y="633"/>
                  </a:lnTo>
                  <a:lnTo>
                    <a:pt x="303" y="645"/>
                  </a:lnTo>
                  <a:lnTo>
                    <a:pt x="319" y="655"/>
                  </a:lnTo>
                  <a:lnTo>
                    <a:pt x="351" y="676"/>
                  </a:lnTo>
                  <a:lnTo>
                    <a:pt x="383" y="696"/>
                  </a:lnTo>
                  <a:lnTo>
                    <a:pt x="415" y="715"/>
                  </a:lnTo>
                  <a:lnTo>
                    <a:pt x="448" y="733"/>
                  </a:lnTo>
                  <a:lnTo>
                    <a:pt x="481" y="750"/>
                  </a:lnTo>
                  <a:lnTo>
                    <a:pt x="517" y="766"/>
                  </a:lnTo>
                  <a:lnTo>
                    <a:pt x="551" y="782"/>
                  </a:lnTo>
                  <a:lnTo>
                    <a:pt x="586" y="796"/>
                  </a:lnTo>
                  <a:lnTo>
                    <a:pt x="604" y="803"/>
                  </a:lnTo>
                  <a:lnTo>
                    <a:pt x="622" y="810"/>
                  </a:lnTo>
                  <a:lnTo>
                    <a:pt x="640" y="816"/>
                  </a:lnTo>
                  <a:lnTo>
                    <a:pt x="659" y="822"/>
                  </a:lnTo>
                  <a:lnTo>
                    <a:pt x="696" y="833"/>
                  </a:lnTo>
                  <a:lnTo>
                    <a:pt x="733" y="843"/>
                  </a:lnTo>
                  <a:lnTo>
                    <a:pt x="771" y="852"/>
                  </a:lnTo>
                  <a:lnTo>
                    <a:pt x="810" y="859"/>
                  </a:lnTo>
                  <a:lnTo>
                    <a:pt x="829" y="863"/>
                  </a:lnTo>
                  <a:lnTo>
                    <a:pt x="848" y="866"/>
                  </a:lnTo>
                  <a:lnTo>
                    <a:pt x="887" y="871"/>
                  </a:lnTo>
                  <a:lnTo>
                    <a:pt x="926" y="876"/>
                  </a:lnTo>
                  <a:lnTo>
                    <a:pt x="946" y="877"/>
                  </a:lnTo>
                  <a:lnTo>
                    <a:pt x="967" y="879"/>
                  </a:lnTo>
                  <a:lnTo>
                    <a:pt x="987" y="880"/>
                  </a:lnTo>
                  <a:lnTo>
                    <a:pt x="1007" y="881"/>
                  </a:lnTo>
                  <a:lnTo>
                    <a:pt x="1027" y="881"/>
                  </a:lnTo>
                  <a:lnTo>
                    <a:pt x="1047" y="881"/>
                  </a:lnTo>
                  <a:lnTo>
                    <a:pt x="1067" y="881"/>
                  </a:lnTo>
                  <a:lnTo>
                    <a:pt x="865" y="540"/>
                  </a:lnTo>
                  <a:lnTo>
                    <a:pt x="1065" y="244"/>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grpSp>
      <p:grpSp>
        <p:nvGrpSpPr>
          <p:cNvPr id="57" name="Group 26">
            <a:extLst>
              <a:ext uri="{FF2B5EF4-FFF2-40B4-BE49-F238E27FC236}">
                <a16:creationId xmlns:a16="http://schemas.microsoft.com/office/drawing/2014/main" xmlns="" id="{48F39658-C336-4EE7-9EAE-2A17BCF1352D}"/>
              </a:ext>
            </a:extLst>
          </p:cNvPr>
          <p:cNvGrpSpPr>
            <a:grpSpLocks/>
          </p:cNvGrpSpPr>
          <p:nvPr/>
        </p:nvGrpSpPr>
        <p:grpSpPr bwMode="auto">
          <a:xfrm>
            <a:off x="6554596" y="2122263"/>
            <a:ext cx="1800000" cy="1800000"/>
            <a:chOff x="1840" y="1377"/>
            <a:chExt cx="2561" cy="2561"/>
          </a:xfrm>
          <a:solidFill>
            <a:srgbClr val="4372C4"/>
          </a:solidFill>
        </p:grpSpPr>
        <p:sp>
          <p:nvSpPr>
            <p:cNvPr id="58" name="Freeform 27">
              <a:extLst>
                <a:ext uri="{FF2B5EF4-FFF2-40B4-BE49-F238E27FC236}">
                  <a16:creationId xmlns:a16="http://schemas.microsoft.com/office/drawing/2014/main" xmlns="" id="{BF026BFC-A47F-4E73-99EB-3735DEFA052E}"/>
                </a:ext>
              </a:extLst>
            </p:cNvPr>
            <p:cNvSpPr>
              <a:spLocks noChangeAspect="1"/>
            </p:cNvSpPr>
            <p:nvPr/>
          </p:nvSpPr>
          <p:spPr bwMode="auto">
            <a:xfrm>
              <a:off x="3141" y="1377"/>
              <a:ext cx="947" cy="849"/>
            </a:xfrm>
            <a:custGeom>
              <a:avLst/>
              <a:gdLst>
                <a:gd name="T0" fmla="*/ 38 w 947"/>
                <a:gd name="T1" fmla="*/ 1 h 849"/>
                <a:gd name="T2" fmla="*/ 108 w 947"/>
                <a:gd name="T3" fmla="*/ 6 h 849"/>
                <a:gd name="T4" fmla="*/ 176 w 947"/>
                <a:gd name="T5" fmla="*/ 15 h 849"/>
                <a:gd name="T6" fmla="*/ 210 w 947"/>
                <a:gd name="T7" fmla="*/ 21 h 849"/>
                <a:gd name="T8" fmla="*/ 277 w 947"/>
                <a:gd name="T9" fmla="*/ 34 h 849"/>
                <a:gd name="T10" fmla="*/ 342 w 947"/>
                <a:gd name="T11" fmla="*/ 52 h 849"/>
                <a:gd name="T12" fmla="*/ 407 w 947"/>
                <a:gd name="T13" fmla="*/ 72 h 849"/>
                <a:gd name="T14" fmla="*/ 469 w 947"/>
                <a:gd name="T15" fmla="*/ 97 h 849"/>
                <a:gd name="T16" fmla="*/ 529 w 947"/>
                <a:gd name="T17" fmla="*/ 124 h 849"/>
                <a:gd name="T18" fmla="*/ 589 w 947"/>
                <a:gd name="T19" fmla="*/ 154 h 849"/>
                <a:gd name="T20" fmla="*/ 646 w 947"/>
                <a:gd name="T21" fmla="*/ 187 h 849"/>
                <a:gd name="T22" fmla="*/ 702 w 947"/>
                <a:gd name="T23" fmla="*/ 222 h 849"/>
                <a:gd name="T24" fmla="*/ 755 w 947"/>
                <a:gd name="T25" fmla="*/ 262 h 849"/>
                <a:gd name="T26" fmla="*/ 781 w 947"/>
                <a:gd name="T27" fmla="*/ 282 h 849"/>
                <a:gd name="T28" fmla="*/ 831 w 947"/>
                <a:gd name="T29" fmla="*/ 324 h 849"/>
                <a:gd name="T30" fmla="*/ 855 w 947"/>
                <a:gd name="T31" fmla="*/ 346 h 849"/>
                <a:gd name="T32" fmla="*/ 903 w 947"/>
                <a:gd name="T33" fmla="*/ 392 h 849"/>
                <a:gd name="T34" fmla="*/ 947 w 947"/>
                <a:gd name="T35" fmla="*/ 441 h 849"/>
                <a:gd name="T36" fmla="*/ 457 w 947"/>
                <a:gd name="T37" fmla="*/ 849 h 849"/>
                <a:gd name="T38" fmla="*/ 435 w 947"/>
                <a:gd name="T39" fmla="*/ 826 h 849"/>
                <a:gd name="T40" fmla="*/ 412 w 947"/>
                <a:gd name="T41" fmla="*/ 804 h 849"/>
                <a:gd name="T42" fmla="*/ 388 w 947"/>
                <a:gd name="T43" fmla="*/ 784 h 849"/>
                <a:gd name="T44" fmla="*/ 363 w 947"/>
                <a:gd name="T45" fmla="*/ 764 h 849"/>
                <a:gd name="T46" fmla="*/ 323 w 947"/>
                <a:gd name="T47" fmla="*/ 737 h 849"/>
                <a:gd name="T48" fmla="*/ 296 w 947"/>
                <a:gd name="T49" fmla="*/ 720 h 849"/>
                <a:gd name="T50" fmla="*/ 268 w 947"/>
                <a:gd name="T51" fmla="*/ 705 h 849"/>
                <a:gd name="T52" fmla="*/ 240 w 947"/>
                <a:gd name="T53" fmla="*/ 691 h 849"/>
                <a:gd name="T54" fmla="*/ 209 w 947"/>
                <a:gd name="T55" fmla="*/ 679 h 849"/>
                <a:gd name="T56" fmla="*/ 179 w 947"/>
                <a:gd name="T57" fmla="*/ 668 h 849"/>
                <a:gd name="T58" fmla="*/ 148 w 947"/>
                <a:gd name="T59" fmla="*/ 659 h 849"/>
                <a:gd name="T60" fmla="*/ 116 w 947"/>
                <a:gd name="T61" fmla="*/ 651 h 849"/>
                <a:gd name="T62" fmla="*/ 84 w 947"/>
                <a:gd name="T63" fmla="*/ 645 h 849"/>
                <a:gd name="T64" fmla="*/ 34 w 947"/>
                <a:gd name="T65" fmla="*/ 639 h 849"/>
                <a:gd name="T66" fmla="*/ 0 w 947"/>
                <a:gd name="T67" fmla="*/ 637 h 849"/>
                <a:gd name="T68" fmla="*/ 3 w 947"/>
                <a:gd name="T69" fmla="*/ 0 h 8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947" h="849">
                  <a:moveTo>
                    <a:pt x="3" y="0"/>
                  </a:moveTo>
                  <a:lnTo>
                    <a:pt x="38" y="1"/>
                  </a:lnTo>
                  <a:lnTo>
                    <a:pt x="74" y="3"/>
                  </a:lnTo>
                  <a:lnTo>
                    <a:pt x="108" y="6"/>
                  </a:lnTo>
                  <a:lnTo>
                    <a:pt x="142" y="10"/>
                  </a:lnTo>
                  <a:lnTo>
                    <a:pt x="176" y="15"/>
                  </a:lnTo>
                  <a:lnTo>
                    <a:pt x="193" y="18"/>
                  </a:lnTo>
                  <a:lnTo>
                    <a:pt x="210" y="21"/>
                  </a:lnTo>
                  <a:lnTo>
                    <a:pt x="244" y="27"/>
                  </a:lnTo>
                  <a:lnTo>
                    <a:pt x="277" y="34"/>
                  </a:lnTo>
                  <a:lnTo>
                    <a:pt x="310" y="43"/>
                  </a:lnTo>
                  <a:lnTo>
                    <a:pt x="342" y="52"/>
                  </a:lnTo>
                  <a:lnTo>
                    <a:pt x="374" y="62"/>
                  </a:lnTo>
                  <a:lnTo>
                    <a:pt x="407" y="72"/>
                  </a:lnTo>
                  <a:lnTo>
                    <a:pt x="438" y="85"/>
                  </a:lnTo>
                  <a:lnTo>
                    <a:pt x="469" y="97"/>
                  </a:lnTo>
                  <a:lnTo>
                    <a:pt x="499" y="110"/>
                  </a:lnTo>
                  <a:lnTo>
                    <a:pt x="529" y="124"/>
                  </a:lnTo>
                  <a:lnTo>
                    <a:pt x="560" y="139"/>
                  </a:lnTo>
                  <a:lnTo>
                    <a:pt x="589" y="154"/>
                  </a:lnTo>
                  <a:lnTo>
                    <a:pt x="618" y="170"/>
                  </a:lnTo>
                  <a:lnTo>
                    <a:pt x="646" y="187"/>
                  </a:lnTo>
                  <a:lnTo>
                    <a:pt x="674" y="204"/>
                  </a:lnTo>
                  <a:lnTo>
                    <a:pt x="702" y="222"/>
                  </a:lnTo>
                  <a:lnTo>
                    <a:pt x="729" y="242"/>
                  </a:lnTo>
                  <a:lnTo>
                    <a:pt x="755" y="262"/>
                  </a:lnTo>
                  <a:lnTo>
                    <a:pt x="768" y="272"/>
                  </a:lnTo>
                  <a:lnTo>
                    <a:pt x="781" y="282"/>
                  </a:lnTo>
                  <a:lnTo>
                    <a:pt x="806" y="303"/>
                  </a:lnTo>
                  <a:lnTo>
                    <a:pt x="831" y="324"/>
                  </a:lnTo>
                  <a:lnTo>
                    <a:pt x="843" y="335"/>
                  </a:lnTo>
                  <a:lnTo>
                    <a:pt x="855" y="346"/>
                  </a:lnTo>
                  <a:lnTo>
                    <a:pt x="880" y="369"/>
                  </a:lnTo>
                  <a:lnTo>
                    <a:pt x="903" y="392"/>
                  </a:lnTo>
                  <a:lnTo>
                    <a:pt x="925" y="417"/>
                  </a:lnTo>
                  <a:lnTo>
                    <a:pt x="947" y="441"/>
                  </a:lnTo>
                  <a:lnTo>
                    <a:pt x="817" y="814"/>
                  </a:lnTo>
                  <a:lnTo>
                    <a:pt x="457" y="849"/>
                  </a:lnTo>
                  <a:lnTo>
                    <a:pt x="446" y="837"/>
                  </a:lnTo>
                  <a:lnTo>
                    <a:pt x="435" y="826"/>
                  </a:lnTo>
                  <a:lnTo>
                    <a:pt x="424" y="815"/>
                  </a:lnTo>
                  <a:lnTo>
                    <a:pt x="412" y="804"/>
                  </a:lnTo>
                  <a:lnTo>
                    <a:pt x="400" y="794"/>
                  </a:lnTo>
                  <a:lnTo>
                    <a:pt x="388" y="784"/>
                  </a:lnTo>
                  <a:lnTo>
                    <a:pt x="375" y="774"/>
                  </a:lnTo>
                  <a:lnTo>
                    <a:pt x="363" y="764"/>
                  </a:lnTo>
                  <a:lnTo>
                    <a:pt x="337" y="746"/>
                  </a:lnTo>
                  <a:lnTo>
                    <a:pt x="323" y="737"/>
                  </a:lnTo>
                  <a:lnTo>
                    <a:pt x="310" y="729"/>
                  </a:lnTo>
                  <a:lnTo>
                    <a:pt x="296" y="720"/>
                  </a:lnTo>
                  <a:lnTo>
                    <a:pt x="282" y="712"/>
                  </a:lnTo>
                  <a:lnTo>
                    <a:pt x="268" y="705"/>
                  </a:lnTo>
                  <a:lnTo>
                    <a:pt x="254" y="698"/>
                  </a:lnTo>
                  <a:lnTo>
                    <a:pt x="240" y="691"/>
                  </a:lnTo>
                  <a:lnTo>
                    <a:pt x="225" y="685"/>
                  </a:lnTo>
                  <a:lnTo>
                    <a:pt x="209" y="679"/>
                  </a:lnTo>
                  <a:lnTo>
                    <a:pt x="194" y="673"/>
                  </a:lnTo>
                  <a:lnTo>
                    <a:pt x="179" y="668"/>
                  </a:lnTo>
                  <a:lnTo>
                    <a:pt x="163" y="663"/>
                  </a:lnTo>
                  <a:lnTo>
                    <a:pt x="148" y="659"/>
                  </a:lnTo>
                  <a:lnTo>
                    <a:pt x="132" y="655"/>
                  </a:lnTo>
                  <a:lnTo>
                    <a:pt x="116" y="651"/>
                  </a:lnTo>
                  <a:lnTo>
                    <a:pt x="100" y="648"/>
                  </a:lnTo>
                  <a:lnTo>
                    <a:pt x="84" y="645"/>
                  </a:lnTo>
                  <a:lnTo>
                    <a:pt x="68" y="642"/>
                  </a:lnTo>
                  <a:lnTo>
                    <a:pt x="34" y="639"/>
                  </a:lnTo>
                  <a:lnTo>
                    <a:pt x="17" y="638"/>
                  </a:lnTo>
                  <a:lnTo>
                    <a:pt x="0" y="637"/>
                  </a:lnTo>
                  <a:lnTo>
                    <a:pt x="198" y="348"/>
                  </a:lnTo>
                  <a:lnTo>
                    <a:pt x="3" y="0"/>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59" name="Freeform 28">
              <a:extLst>
                <a:ext uri="{FF2B5EF4-FFF2-40B4-BE49-F238E27FC236}">
                  <a16:creationId xmlns:a16="http://schemas.microsoft.com/office/drawing/2014/main" xmlns="" id="{FD2ACB98-A577-4ADA-9147-2B104B7F8582}"/>
                </a:ext>
              </a:extLst>
            </p:cNvPr>
            <p:cNvSpPr>
              <a:spLocks noChangeAspect="1"/>
            </p:cNvSpPr>
            <p:nvPr/>
          </p:nvSpPr>
          <p:spPr bwMode="auto">
            <a:xfrm>
              <a:off x="3643" y="1874"/>
              <a:ext cx="758" cy="1132"/>
            </a:xfrm>
            <a:custGeom>
              <a:avLst/>
              <a:gdLst>
                <a:gd name="T0" fmla="*/ 14 w 758"/>
                <a:gd name="T1" fmla="*/ 428 h 1132"/>
                <a:gd name="T2" fmla="*/ 41 w 758"/>
                <a:gd name="T3" fmla="*/ 469 h 1132"/>
                <a:gd name="T4" fmla="*/ 63 w 758"/>
                <a:gd name="T5" fmla="*/ 513 h 1132"/>
                <a:gd name="T6" fmla="*/ 77 w 758"/>
                <a:gd name="T7" fmla="*/ 548 h 1132"/>
                <a:gd name="T8" fmla="*/ 90 w 758"/>
                <a:gd name="T9" fmla="*/ 583 h 1132"/>
                <a:gd name="T10" fmla="*/ 104 w 758"/>
                <a:gd name="T11" fmla="*/ 631 h 1132"/>
                <a:gd name="T12" fmla="*/ 114 w 758"/>
                <a:gd name="T13" fmla="*/ 680 h 1132"/>
                <a:gd name="T14" fmla="*/ 120 w 758"/>
                <a:gd name="T15" fmla="*/ 732 h 1132"/>
                <a:gd name="T16" fmla="*/ 122 w 758"/>
                <a:gd name="T17" fmla="*/ 784 h 1132"/>
                <a:gd name="T18" fmla="*/ 120 w 758"/>
                <a:gd name="T19" fmla="*/ 829 h 1132"/>
                <a:gd name="T20" fmla="*/ 116 w 758"/>
                <a:gd name="T21" fmla="*/ 874 h 1132"/>
                <a:gd name="T22" fmla="*/ 740 w 758"/>
                <a:gd name="T23" fmla="*/ 1002 h 1132"/>
                <a:gd name="T24" fmla="*/ 748 w 758"/>
                <a:gd name="T25" fmla="*/ 948 h 1132"/>
                <a:gd name="T26" fmla="*/ 754 w 758"/>
                <a:gd name="T27" fmla="*/ 894 h 1132"/>
                <a:gd name="T28" fmla="*/ 757 w 758"/>
                <a:gd name="T29" fmla="*/ 839 h 1132"/>
                <a:gd name="T30" fmla="*/ 758 w 758"/>
                <a:gd name="T31" fmla="*/ 784 h 1132"/>
                <a:gd name="T32" fmla="*/ 757 w 758"/>
                <a:gd name="T33" fmla="*/ 729 h 1132"/>
                <a:gd name="T34" fmla="*/ 754 w 758"/>
                <a:gd name="T35" fmla="*/ 674 h 1132"/>
                <a:gd name="T36" fmla="*/ 748 w 758"/>
                <a:gd name="T37" fmla="*/ 621 h 1132"/>
                <a:gd name="T38" fmla="*/ 740 w 758"/>
                <a:gd name="T39" fmla="*/ 568 h 1132"/>
                <a:gd name="T40" fmla="*/ 730 w 758"/>
                <a:gd name="T41" fmla="*/ 515 h 1132"/>
                <a:gd name="T42" fmla="*/ 718 w 758"/>
                <a:gd name="T43" fmla="*/ 464 h 1132"/>
                <a:gd name="T44" fmla="*/ 704 w 758"/>
                <a:gd name="T45" fmla="*/ 413 h 1132"/>
                <a:gd name="T46" fmla="*/ 688 w 758"/>
                <a:gd name="T47" fmla="*/ 362 h 1132"/>
                <a:gd name="T48" fmla="*/ 669 w 758"/>
                <a:gd name="T49" fmla="*/ 314 h 1132"/>
                <a:gd name="T50" fmla="*/ 649 w 758"/>
                <a:gd name="T51" fmla="*/ 266 h 1132"/>
                <a:gd name="T52" fmla="*/ 627 w 758"/>
                <a:gd name="T53" fmla="*/ 218 h 1132"/>
                <a:gd name="T54" fmla="*/ 603 w 758"/>
                <a:gd name="T55" fmla="*/ 172 h 1132"/>
                <a:gd name="T56" fmla="*/ 578 w 758"/>
                <a:gd name="T57" fmla="*/ 128 h 1132"/>
                <a:gd name="T58" fmla="*/ 551 w 758"/>
                <a:gd name="T59" fmla="*/ 84 h 1132"/>
                <a:gd name="T60" fmla="*/ 522 w 758"/>
                <a:gd name="T61" fmla="*/ 41 h 1132"/>
                <a:gd name="T62" fmla="*/ 491 w 758"/>
                <a:gd name="T63" fmla="*/ 0 h 1132"/>
                <a:gd name="T64" fmla="*/ 0 w 758"/>
                <a:gd name="T65" fmla="*/ 408 h 1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58" h="1132">
                  <a:moveTo>
                    <a:pt x="0" y="408"/>
                  </a:moveTo>
                  <a:lnTo>
                    <a:pt x="14" y="428"/>
                  </a:lnTo>
                  <a:lnTo>
                    <a:pt x="27" y="448"/>
                  </a:lnTo>
                  <a:lnTo>
                    <a:pt x="41" y="469"/>
                  </a:lnTo>
                  <a:lnTo>
                    <a:pt x="52" y="491"/>
                  </a:lnTo>
                  <a:lnTo>
                    <a:pt x="63" y="513"/>
                  </a:lnTo>
                  <a:lnTo>
                    <a:pt x="73" y="535"/>
                  </a:lnTo>
                  <a:lnTo>
                    <a:pt x="77" y="548"/>
                  </a:lnTo>
                  <a:lnTo>
                    <a:pt x="82" y="559"/>
                  </a:lnTo>
                  <a:lnTo>
                    <a:pt x="90" y="583"/>
                  </a:lnTo>
                  <a:lnTo>
                    <a:pt x="97" y="607"/>
                  </a:lnTo>
                  <a:lnTo>
                    <a:pt x="104" y="631"/>
                  </a:lnTo>
                  <a:lnTo>
                    <a:pt x="109" y="655"/>
                  </a:lnTo>
                  <a:lnTo>
                    <a:pt x="114" y="680"/>
                  </a:lnTo>
                  <a:lnTo>
                    <a:pt x="117" y="706"/>
                  </a:lnTo>
                  <a:lnTo>
                    <a:pt x="120" y="732"/>
                  </a:lnTo>
                  <a:lnTo>
                    <a:pt x="121" y="758"/>
                  </a:lnTo>
                  <a:lnTo>
                    <a:pt x="122" y="784"/>
                  </a:lnTo>
                  <a:lnTo>
                    <a:pt x="121" y="806"/>
                  </a:lnTo>
                  <a:lnTo>
                    <a:pt x="120" y="829"/>
                  </a:lnTo>
                  <a:lnTo>
                    <a:pt x="118" y="851"/>
                  </a:lnTo>
                  <a:lnTo>
                    <a:pt x="116" y="874"/>
                  </a:lnTo>
                  <a:lnTo>
                    <a:pt x="370" y="1132"/>
                  </a:lnTo>
                  <a:lnTo>
                    <a:pt x="740" y="1002"/>
                  </a:lnTo>
                  <a:lnTo>
                    <a:pt x="744" y="975"/>
                  </a:lnTo>
                  <a:lnTo>
                    <a:pt x="748" y="948"/>
                  </a:lnTo>
                  <a:lnTo>
                    <a:pt x="751" y="922"/>
                  </a:lnTo>
                  <a:lnTo>
                    <a:pt x="754" y="894"/>
                  </a:lnTo>
                  <a:lnTo>
                    <a:pt x="756" y="867"/>
                  </a:lnTo>
                  <a:lnTo>
                    <a:pt x="757" y="839"/>
                  </a:lnTo>
                  <a:lnTo>
                    <a:pt x="758" y="811"/>
                  </a:lnTo>
                  <a:lnTo>
                    <a:pt x="758" y="784"/>
                  </a:lnTo>
                  <a:lnTo>
                    <a:pt x="758" y="756"/>
                  </a:lnTo>
                  <a:lnTo>
                    <a:pt x="757" y="729"/>
                  </a:lnTo>
                  <a:lnTo>
                    <a:pt x="756" y="701"/>
                  </a:lnTo>
                  <a:lnTo>
                    <a:pt x="754" y="674"/>
                  </a:lnTo>
                  <a:lnTo>
                    <a:pt x="751" y="647"/>
                  </a:lnTo>
                  <a:lnTo>
                    <a:pt x="748" y="621"/>
                  </a:lnTo>
                  <a:lnTo>
                    <a:pt x="744" y="594"/>
                  </a:lnTo>
                  <a:lnTo>
                    <a:pt x="740" y="568"/>
                  </a:lnTo>
                  <a:lnTo>
                    <a:pt x="735" y="541"/>
                  </a:lnTo>
                  <a:lnTo>
                    <a:pt x="730" y="515"/>
                  </a:lnTo>
                  <a:lnTo>
                    <a:pt x="724" y="489"/>
                  </a:lnTo>
                  <a:lnTo>
                    <a:pt x="718" y="464"/>
                  </a:lnTo>
                  <a:lnTo>
                    <a:pt x="711" y="438"/>
                  </a:lnTo>
                  <a:lnTo>
                    <a:pt x="704" y="413"/>
                  </a:lnTo>
                  <a:lnTo>
                    <a:pt x="696" y="388"/>
                  </a:lnTo>
                  <a:lnTo>
                    <a:pt x="688" y="362"/>
                  </a:lnTo>
                  <a:lnTo>
                    <a:pt x="679" y="338"/>
                  </a:lnTo>
                  <a:lnTo>
                    <a:pt x="669" y="314"/>
                  </a:lnTo>
                  <a:lnTo>
                    <a:pt x="659" y="290"/>
                  </a:lnTo>
                  <a:lnTo>
                    <a:pt x="649" y="266"/>
                  </a:lnTo>
                  <a:lnTo>
                    <a:pt x="638" y="242"/>
                  </a:lnTo>
                  <a:lnTo>
                    <a:pt x="627" y="218"/>
                  </a:lnTo>
                  <a:lnTo>
                    <a:pt x="615" y="195"/>
                  </a:lnTo>
                  <a:lnTo>
                    <a:pt x="603" y="172"/>
                  </a:lnTo>
                  <a:lnTo>
                    <a:pt x="591" y="150"/>
                  </a:lnTo>
                  <a:lnTo>
                    <a:pt x="578" y="128"/>
                  </a:lnTo>
                  <a:lnTo>
                    <a:pt x="565" y="106"/>
                  </a:lnTo>
                  <a:lnTo>
                    <a:pt x="551" y="84"/>
                  </a:lnTo>
                  <a:lnTo>
                    <a:pt x="537" y="62"/>
                  </a:lnTo>
                  <a:lnTo>
                    <a:pt x="522" y="41"/>
                  </a:lnTo>
                  <a:lnTo>
                    <a:pt x="506" y="20"/>
                  </a:lnTo>
                  <a:lnTo>
                    <a:pt x="491" y="0"/>
                  </a:lnTo>
                  <a:lnTo>
                    <a:pt x="350" y="388"/>
                  </a:lnTo>
                  <a:lnTo>
                    <a:pt x="0" y="408"/>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60" name="Freeform 29">
              <a:extLst>
                <a:ext uri="{FF2B5EF4-FFF2-40B4-BE49-F238E27FC236}">
                  <a16:creationId xmlns:a16="http://schemas.microsoft.com/office/drawing/2014/main" xmlns="" id="{F7E56771-19FB-446E-9A1C-1452EEC4F66B}"/>
                </a:ext>
              </a:extLst>
            </p:cNvPr>
            <p:cNvSpPr>
              <a:spLocks noChangeAspect="1"/>
            </p:cNvSpPr>
            <p:nvPr/>
          </p:nvSpPr>
          <p:spPr bwMode="auto">
            <a:xfrm>
              <a:off x="3435" y="2824"/>
              <a:ext cx="934" cy="943"/>
            </a:xfrm>
            <a:custGeom>
              <a:avLst/>
              <a:gdLst>
                <a:gd name="T0" fmla="*/ 0 w 934"/>
                <a:gd name="T1" fmla="*/ 736 h 943"/>
                <a:gd name="T2" fmla="*/ 52 w 934"/>
                <a:gd name="T3" fmla="*/ 365 h 943"/>
                <a:gd name="T4" fmla="*/ 88 w 934"/>
                <a:gd name="T5" fmla="*/ 339 h 943"/>
                <a:gd name="T6" fmla="*/ 132 w 934"/>
                <a:gd name="T7" fmla="*/ 301 h 943"/>
                <a:gd name="T8" fmla="*/ 162 w 934"/>
                <a:gd name="T9" fmla="*/ 270 h 943"/>
                <a:gd name="T10" fmla="*/ 181 w 934"/>
                <a:gd name="T11" fmla="*/ 248 h 943"/>
                <a:gd name="T12" fmla="*/ 199 w 934"/>
                <a:gd name="T13" fmla="*/ 224 h 943"/>
                <a:gd name="T14" fmla="*/ 224 w 934"/>
                <a:gd name="T15" fmla="*/ 188 h 943"/>
                <a:gd name="T16" fmla="*/ 239 w 934"/>
                <a:gd name="T17" fmla="*/ 164 h 943"/>
                <a:gd name="T18" fmla="*/ 261 w 934"/>
                <a:gd name="T19" fmla="*/ 125 h 943"/>
                <a:gd name="T20" fmla="*/ 274 w 934"/>
                <a:gd name="T21" fmla="*/ 99 h 943"/>
                <a:gd name="T22" fmla="*/ 290 w 934"/>
                <a:gd name="T23" fmla="*/ 56 h 943"/>
                <a:gd name="T24" fmla="*/ 300 w 934"/>
                <a:gd name="T25" fmla="*/ 28 h 943"/>
                <a:gd name="T26" fmla="*/ 308 w 934"/>
                <a:gd name="T27" fmla="*/ 0 h 943"/>
                <a:gd name="T28" fmla="*/ 934 w 934"/>
                <a:gd name="T29" fmla="*/ 123 h 943"/>
                <a:gd name="T30" fmla="*/ 917 w 934"/>
                <a:gd name="T31" fmla="*/ 188 h 943"/>
                <a:gd name="T32" fmla="*/ 897 w 934"/>
                <a:gd name="T33" fmla="*/ 252 h 943"/>
                <a:gd name="T34" fmla="*/ 886 w 934"/>
                <a:gd name="T35" fmla="*/ 283 h 943"/>
                <a:gd name="T36" fmla="*/ 867 w 934"/>
                <a:gd name="T37" fmla="*/ 329 h 943"/>
                <a:gd name="T38" fmla="*/ 847 w 934"/>
                <a:gd name="T39" fmla="*/ 374 h 943"/>
                <a:gd name="T40" fmla="*/ 833 w 934"/>
                <a:gd name="T41" fmla="*/ 405 h 943"/>
                <a:gd name="T42" fmla="*/ 802 w 934"/>
                <a:gd name="T43" fmla="*/ 462 h 943"/>
                <a:gd name="T44" fmla="*/ 769 w 934"/>
                <a:gd name="T45" fmla="*/ 518 h 943"/>
                <a:gd name="T46" fmla="*/ 733 w 934"/>
                <a:gd name="T47" fmla="*/ 573 h 943"/>
                <a:gd name="T48" fmla="*/ 693 w 934"/>
                <a:gd name="T49" fmla="*/ 625 h 943"/>
                <a:gd name="T50" fmla="*/ 663 w 934"/>
                <a:gd name="T51" fmla="*/ 662 h 943"/>
                <a:gd name="T52" fmla="*/ 631 w 934"/>
                <a:gd name="T53" fmla="*/ 699 h 943"/>
                <a:gd name="T54" fmla="*/ 586 w 934"/>
                <a:gd name="T55" fmla="*/ 746 h 943"/>
                <a:gd name="T56" fmla="*/ 538 w 934"/>
                <a:gd name="T57" fmla="*/ 790 h 943"/>
                <a:gd name="T58" fmla="*/ 488 w 934"/>
                <a:gd name="T59" fmla="*/ 832 h 943"/>
                <a:gd name="T60" fmla="*/ 437 w 934"/>
                <a:gd name="T61" fmla="*/ 871 h 943"/>
                <a:gd name="T62" fmla="*/ 382 w 934"/>
                <a:gd name="T63" fmla="*/ 909 h 943"/>
                <a:gd name="T64" fmla="*/ 355 w 934"/>
                <a:gd name="T65" fmla="*/ 926 h 943"/>
                <a:gd name="T66" fmla="*/ 327 w 934"/>
                <a:gd name="T67" fmla="*/ 943 h 9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34" h="943">
                  <a:moveTo>
                    <a:pt x="327" y="943"/>
                  </a:moveTo>
                  <a:lnTo>
                    <a:pt x="0" y="736"/>
                  </a:lnTo>
                  <a:lnTo>
                    <a:pt x="40" y="374"/>
                  </a:lnTo>
                  <a:lnTo>
                    <a:pt x="52" y="365"/>
                  </a:lnTo>
                  <a:lnTo>
                    <a:pt x="64" y="357"/>
                  </a:lnTo>
                  <a:lnTo>
                    <a:pt x="88" y="339"/>
                  </a:lnTo>
                  <a:lnTo>
                    <a:pt x="111" y="321"/>
                  </a:lnTo>
                  <a:lnTo>
                    <a:pt x="132" y="301"/>
                  </a:lnTo>
                  <a:lnTo>
                    <a:pt x="152" y="281"/>
                  </a:lnTo>
                  <a:lnTo>
                    <a:pt x="162" y="270"/>
                  </a:lnTo>
                  <a:lnTo>
                    <a:pt x="172" y="259"/>
                  </a:lnTo>
                  <a:lnTo>
                    <a:pt x="181" y="248"/>
                  </a:lnTo>
                  <a:lnTo>
                    <a:pt x="190" y="237"/>
                  </a:lnTo>
                  <a:lnTo>
                    <a:pt x="199" y="224"/>
                  </a:lnTo>
                  <a:lnTo>
                    <a:pt x="208" y="213"/>
                  </a:lnTo>
                  <a:lnTo>
                    <a:pt x="224" y="188"/>
                  </a:lnTo>
                  <a:lnTo>
                    <a:pt x="232" y="176"/>
                  </a:lnTo>
                  <a:lnTo>
                    <a:pt x="239" y="164"/>
                  </a:lnTo>
                  <a:lnTo>
                    <a:pt x="255" y="138"/>
                  </a:lnTo>
                  <a:lnTo>
                    <a:pt x="261" y="125"/>
                  </a:lnTo>
                  <a:lnTo>
                    <a:pt x="268" y="112"/>
                  </a:lnTo>
                  <a:lnTo>
                    <a:pt x="274" y="99"/>
                  </a:lnTo>
                  <a:lnTo>
                    <a:pt x="280" y="85"/>
                  </a:lnTo>
                  <a:lnTo>
                    <a:pt x="290" y="56"/>
                  </a:lnTo>
                  <a:lnTo>
                    <a:pt x="295" y="42"/>
                  </a:lnTo>
                  <a:lnTo>
                    <a:pt x="300" y="28"/>
                  </a:lnTo>
                  <a:lnTo>
                    <a:pt x="304" y="14"/>
                  </a:lnTo>
                  <a:lnTo>
                    <a:pt x="308" y="0"/>
                  </a:lnTo>
                  <a:lnTo>
                    <a:pt x="544" y="255"/>
                  </a:lnTo>
                  <a:lnTo>
                    <a:pt x="934" y="123"/>
                  </a:lnTo>
                  <a:lnTo>
                    <a:pt x="926" y="156"/>
                  </a:lnTo>
                  <a:lnTo>
                    <a:pt x="917" y="188"/>
                  </a:lnTo>
                  <a:lnTo>
                    <a:pt x="907" y="220"/>
                  </a:lnTo>
                  <a:lnTo>
                    <a:pt x="897" y="252"/>
                  </a:lnTo>
                  <a:lnTo>
                    <a:pt x="891" y="268"/>
                  </a:lnTo>
                  <a:lnTo>
                    <a:pt x="886" y="283"/>
                  </a:lnTo>
                  <a:lnTo>
                    <a:pt x="873" y="314"/>
                  </a:lnTo>
                  <a:lnTo>
                    <a:pt x="867" y="329"/>
                  </a:lnTo>
                  <a:lnTo>
                    <a:pt x="860" y="344"/>
                  </a:lnTo>
                  <a:lnTo>
                    <a:pt x="847" y="374"/>
                  </a:lnTo>
                  <a:lnTo>
                    <a:pt x="840" y="389"/>
                  </a:lnTo>
                  <a:lnTo>
                    <a:pt x="833" y="405"/>
                  </a:lnTo>
                  <a:lnTo>
                    <a:pt x="818" y="434"/>
                  </a:lnTo>
                  <a:lnTo>
                    <a:pt x="802" y="462"/>
                  </a:lnTo>
                  <a:lnTo>
                    <a:pt x="786" y="490"/>
                  </a:lnTo>
                  <a:lnTo>
                    <a:pt x="769" y="518"/>
                  </a:lnTo>
                  <a:lnTo>
                    <a:pt x="751" y="545"/>
                  </a:lnTo>
                  <a:lnTo>
                    <a:pt x="733" y="573"/>
                  </a:lnTo>
                  <a:lnTo>
                    <a:pt x="713" y="599"/>
                  </a:lnTo>
                  <a:lnTo>
                    <a:pt x="693" y="625"/>
                  </a:lnTo>
                  <a:lnTo>
                    <a:pt x="673" y="650"/>
                  </a:lnTo>
                  <a:lnTo>
                    <a:pt x="663" y="662"/>
                  </a:lnTo>
                  <a:lnTo>
                    <a:pt x="652" y="675"/>
                  </a:lnTo>
                  <a:lnTo>
                    <a:pt x="631" y="699"/>
                  </a:lnTo>
                  <a:lnTo>
                    <a:pt x="609" y="723"/>
                  </a:lnTo>
                  <a:lnTo>
                    <a:pt x="586" y="746"/>
                  </a:lnTo>
                  <a:lnTo>
                    <a:pt x="562" y="768"/>
                  </a:lnTo>
                  <a:lnTo>
                    <a:pt x="538" y="790"/>
                  </a:lnTo>
                  <a:lnTo>
                    <a:pt x="513" y="811"/>
                  </a:lnTo>
                  <a:lnTo>
                    <a:pt x="488" y="832"/>
                  </a:lnTo>
                  <a:lnTo>
                    <a:pt x="463" y="852"/>
                  </a:lnTo>
                  <a:lnTo>
                    <a:pt x="437" y="871"/>
                  </a:lnTo>
                  <a:lnTo>
                    <a:pt x="410" y="891"/>
                  </a:lnTo>
                  <a:lnTo>
                    <a:pt x="382" y="909"/>
                  </a:lnTo>
                  <a:lnTo>
                    <a:pt x="368" y="918"/>
                  </a:lnTo>
                  <a:lnTo>
                    <a:pt x="355" y="926"/>
                  </a:lnTo>
                  <a:lnTo>
                    <a:pt x="341" y="934"/>
                  </a:lnTo>
                  <a:lnTo>
                    <a:pt x="327" y="943"/>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61" name="Freeform 30">
              <a:extLst>
                <a:ext uri="{FF2B5EF4-FFF2-40B4-BE49-F238E27FC236}">
                  <a16:creationId xmlns:a16="http://schemas.microsoft.com/office/drawing/2014/main" xmlns="" id="{7F2CA2DE-F121-40F1-A2B0-332A18DB149C}"/>
                </a:ext>
              </a:extLst>
            </p:cNvPr>
            <p:cNvSpPr>
              <a:spLocks noChangeAspect="1"/>
            </p:cNvSpPr>
            <p:nvPr/>
          </p:nvSpPr>
          <p:spPr bwMode="auto">
            <a:xfrm>
              <a:off x="2621" y="3236"/>
              <a:ext cx="1076" cy="702"/>
            </a:xfrm>
            <a:custGeom>
              <a:avLst/>
              <a:gdLst>
                <a:gd name="T0" fmla="*/ 0 w 1076"/>
                <a:gd name="T1" fmla="*/ 237 h 702"/>
                <a:gd name="T2" fmla="*/ 344 w 1076"/>
                <a:gd name="T3" fmla="*/ 47 h 702"/>
                <a:gd name="T4" fmla="*/ 387 w 1076"/>
                <a:gd name="T5" fmla="*/ 56 h 702"/>
                <a:gd name="T6" fmla="*/ 432 w 1076"/>
                <a:gd name="T7" fmla="*/ 62 h 702"/>
                <a:gd name="T8" fmla="*/ 477 w 1076"/>
                <a:gd name="T9" fmla="*/ 65 h 702"/>
                <a:gd name="T10" fmla="*/ 519 w 1076"/>
                <a:gd name="T11" fmla="*/ 65 h 702"/>
                <a:gd name="T12" fmla="*/ 557 w 1076"/>
                <a:gd name="T13" fmla="*/ 63 h 702"/>
                <a:gd name="T14" fmla="*/ 595 w 1076"/>
                <a:gd name="T15" fmla="*/ 59 h 702"/>
                <a:gd name="T16" fmla="*/ 632 w 1076"/>
                <a:gd name="T17" fmla="*/ 53 h 702"/>
                <a:gd name="T18" fmla="*/ 659 w 1076"/>
                <a:gd name="T19" fmla="*/ 47 h 702"/>
                <a:gd name="T20" fmla="*/ 685 w 1076"/>
                <a:gd name="T21" fmla="*/ 39 h 702"/>
                <a:gd name="T22" fmla="*/ 720 w 1076"/>
                <a:gd name="T23" fmla="*/ 28 h 702"/>
                <a:gd name="T24" fmla="*/ 754 w 1076"/>
                <a:gd name="T25" fmla="*/ 15 h 702"/>
                <a:gd name="T26" fmla="*/ 787 w 1076"/>
                <a:gd name="T27" fmla="*/ 0 h 702"/>
                <a:gd name="T28" fmla="*/ 1076 w 1076"/>
                <a:gd name="T29" fmla="*/ 566 h 702"/>
                <a:gd name="T30" fmla="*/ 1042 w 1076"/>
                <a:gd name="T31" fmla="*/ 581 h 702"/>
                <a:gd name="T32" fmla="*/ 976 w 1076"/>
                <a:gd name="T33" fmla="*/ 610 h 702"/>
                <a:gd name="T34" fmla="*/ 907 w 1076"/>
                <a:gd name="T35" fmla="*/ 636 h 702"/>
                <a:gd name="T36" fmla="*/ 836 w 1076"/>
                <a:gd name="T37" fmla="*/ 658 h 702"/>
                <a:gd name="T38" fmla="*/ 764 w 1076"/>
                <a:gd name="T39" fmla="*/ 675 h 702"/>
                <a:gd name="T40" fmla="*/ 727 w 1076"/>
                <a:gd name="T41" fmla="*/ 682 h 702"/>
                <a:gd name="T42" fmla="*/ 690 w 1076"/>
                <a:gd name="T43" fmla="*/ 688 h 702"/>
                <a:gd name="T44" fmla="*/ 615 w 1076"/>
                <a:gd name="T45" fmla="*/ 697 h 702"/>
                <a:gd name="T46" fmla="*/ 538 w 1076"/>
                <a:gd name="T47" fmla="*/ 702 h 702"/>
                <a:gd name="T48" fmla="*/ 500 w 1076"/>
                <a:gd name="T49" fmla="*/ 702 h 702"/>
                <a:gd name="T50" fmla="*/ 437 w 1076"/>
                <a:gd name="T51" fmla="*/ 701 h 702"/>
                <a:gd name="T52" fmla="*/ 375 w 1076"/>
                <a:gd name="T53" fmla="*/ 696 h 702"/>
                <a:gd name="T54" fmla="*/ 314 w 1076"/>
                <a:gd name="T55" fmla="*/ 689 h 702"/>
                <a:gd name="T56" fmla="*/ 253 w 1076"/>
                <a:gd name="T57" fmla="*/ 679 h 702"/>
                <a:gd name="T58" fmla="*/ 195 w 1076"/>
                <a:gd name="T59" fmla="*/ 666 h 702"/>
                <a:gd name="T60" fmla="*/ 137 w 1076"/>
                <a:gd name="T61" fmla="*/ 651 h 702"/>
                <a:gd name="T62" fmla="*/ 80 w 1076"/>
                <a:gd name="T63" fmla="*/ 632 h 702"/>
                <a:gd name="T64" fmla="*/ 24 w 1076"/>
                <a:gd name="T65" fmla="*/ 610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702">
                  <a:moveTo>
                    <a:pt x="24" y="610"/>
                  </a:moveTo>
                  <a:lnTo>
                    <a:pt x="0" y="237"/>
                  </a:lnTo>
                  <a:lnTo>
                    <a:pt x="323" y="41"/>
                  </a:lnTo>
                  <a:lnTo>
                    <a:pt x="344" y="47"/>
                  </a:lnTo>
                  <a:lnTo>
                    <a:pt x="365" y="52"/>
                  </a:lnTo>
                  <a:lnTo>
                    <a:pt x="387" y="56"/>
                  </a:lnTo>
                  <a:lnTo>
                    <a:pt x="409" y="59"/>
                  </a:lnTo>
                  <a:lnTo>
                    <a:pt x="432" y="62"/>
                  </a:lnTo>
                  <a:lnTo>
                    <a:pt x="454" y="64"/>
                  </a:lnTo>
                  <a:lnTo>
                    <a:pt x="477" y="65"/>
                  </a:lnTo>
                  <a:lnTo>
                    <a:pt x="500" y="66"/>
                  </a:lnTo>
                  <a:lnTo>
                    <a:pt x="519" y="65"/>
                  </a:lnTo>
                  <a:lnTo>
                    <a:pt x="538" y="64"/>
                  </a:lnTo>
                  <a:lnTo>
                    <a:pt x="557" y="63"/>
                  </a:lnTo>
                  <a:lnTo>
                    <a:pt x="576" y="61"/>
                  </a:lnTo>
                  <a:lnTo>
                    <a:pt x="595" y="59"/>
                  </a:lnTo>
                  <a:lnTo>
                    <a:pt x="614" y="56"/>
                  </a:lnTo>
                  <a:lnTo>
                    <a:pt x="632" y="53"/>
                  </a:lnTo>
                  <a:lnTo>
                    <a:pt x="650" y="49"/>
                  </a:lnTo>
                  <a:lnTo>
                    <a:pt x="659" y="47"/>
                  </a:lnTo>
                  <a:lnTo>
                    <a:pt x="668" y="44"/>
                  </a:lnTo>
                  <a:lnTo>
                    <a:pt x="685" y="39"/>
                  </a:lnTo>
                  <a:lnTo>
                    <a:pt x="703" y="34"/>
                  </a:lnTo>
                  <a:lnTo>
                    <a:pt x="720" y="28"/>
                  </a:lnTo>
                  <a:lnTo>
                    <a:pt x="737" y="22"/>
                  </a:lnTo>
                  <a:lnTo>
                    <a:pt x="754" y="15"/>
                  </a:lnTo>
                  <a:lnTo>
                    <a:pt x="771" y="7"/>
                  </a:lnTo>
                  <a:lnTo>
                    <a:pt x="787" y="0"/>
                  </a:lnTo>
                  <a:lnTo>
                    <a:pt x="734" y="348"/>
                  </a:lnTo>
                  <a:lnTo>
                    <a:pt x="1076" y="566"/>
                  </a:lnTo>
                  <a:lnTo>
                    <a:pt x="1060" y="574"/>
                  </a:lnTo>
                  <a:lnTo>
                    <a:pt x="1042" y="581"/>
                  </a:lnTo>
                  <a:lnTo>
                    <a:pt x="1009" y="596"/>
                  </a:lnTo>
                  <a:lnTo>
                    <a:pt x="976" y="610"/>
                  </a:lnTo>
                  <a:lnTo>
                    <a:pt x="942" y="624"/>
                  </a:lnTo>
                  <a:lnTo>
                    <a:pt x="907" y="636"/>
                  </a:lnTo>
                  <a:lnTo>
                    <a:pt x="872" y="648"/>
                  </a:lnTo>
                  <a:lnTo>
                    <a:pt x="836" y="658"/>
                  </a:lnTo>
                  <a:lnTo>
                    <a:pt x="801" y="667"/>
                  </a:lnTo>
                  <a:lnTo>
                    <a:pt x="764" y="675"/>
                  </a:lnTo>
                  <a:lnTo>
                    <a:pt x="746" y="679"/>
                  </a:lnTo>
                  <a:lnTo>
                    <a:pt x="727" y="682"/>
                  </a:lnTo>
                  <a:lnTo>
                    <a:pt x="708" y="685"/>
                  </a:lnTo>
                  <a:lnTo>
                    <a:pt x="690" y="688"/>
                  </a:lnTo>
                  <a:lnTo>
                    <a:pt x="653" y="693"/>
                  </a:lnTo>
                  <a:lnTo>
                    <a:pt x="615" y="697"/>
                  </a:lnTo>
                  <a:lnTo>
                    <a:pt x="576" y="700"/>
                  </a:lnTo>
                  <a:lnTo>
                    <a:pt x="538" y="702"/>
                  </a:lnTo>
                  <a:lnTo>
                    <a:pt x="519" y="702"/>
                  </a:lnTo>
                  <a:lnTo>
                    <a:pt x="500" y="702"/>
                  </a:lnTo>
                  <a:lnTo>
                    <a:pt x="468" y="702"/>
                  </a:lnTo>
                  <a:lnTo>
                    <a:pt x="437" y="701"/>
                  </a:lnTo>
                  <a:lnTo>
                    <a:pt x="405" y="699"/>
                  </a:lnTo>
                  <a:lnTo>
                    <a:pt x="375" y="696"/>
                  </a:lnTo>
                  <a:lnTo>
                    <a:pt x="344" y="693"/>
                  </a:lnTo>
                  <a:lnTo>
                    <a:pt x="314" y="689"/>
                  </a:lnTo>
                  <a:lnTo>
                    <a:pt x="284" y="684"/>
                  </a:lnTo>
                  <a:lnTo>
                    <a:pt x="253" y="679"/>
                  </a:lnTo>
                  <a:lnTo>
                    <a:pt x="224" y="673"/>
                  </a:lnTo>
                  <a:lnTo>
                    <a:pt x="195" y="666"/>
                  </a:lnTo>
                  <a:lnTo>
                    <a:pt x="166" y="659"/>
                  </a:lnTo>
                  <a:lnTo>
                    <a:pt x="137" y="651"/>
                  </a:lnTo>
                  <a:lnTo>
                    <a:pt x="109" y="642"/>
                  </a:lnTo>
                  <a:lnTo>
                    <a:pt x="80" y="632"/>
                  </a:lnTo>
                  <a:lnTo>
                    <a:pt x="52" y="621"/>
                  </a:lnTo>
                  <a:lnTo>
                    <a:pt x="24" y="610"/>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62" name="Freeform 31">
              <a:extLst>
                <a:ext uri="{FF2B5EF4-FFF2-40B4-BE49-F238E27FC236}">
                  <a16:creationId xmlns:a16="http://schemas.microsoft.com/office/drawing/2014/main" xmlns="" id="{A1FE72A1-799A-4B8C-9310-8DA5C444498F}"/>
                </a:ext>
              </a:extLst>
            </p:cNvPr>
            <p:cNvSpPr>
              <a:spLocks noChangeAspect="1"/>
            </p:cNvSpPr>
            <p:nvPr/>
          </p:nvSpPr>
          <p:spPr bwMode="auto">
            <a:xfrm>
              <a:off x="1894" y="2774"/>
              <a:ext cx="971" cy="1043"/>
            </a:xfrm>
            <a:custGeom>
              <a:avLst/>
              <a:gdLst>
                <a:gd name="T0" fmla="*/ 957 w 971"/>
                <a:gd name="T1" fmla="*/ 469 h 1043"/>
                <a:gd name="T2" fmla="*/ 929 w 971"/>
                <a:gd name="T3" fmla="*/ 455 h 1043"/>
                <a:gd name="T4" fmla="*/ 889 w 971"/>
                <a:gd name="T5" fmla="*/ 432 h 1043"/>
                <a:gd name="T6" fmla="*/ 863 w 971"/>
                <a:gd name="T7" fmla="*/ 415 h 1043"/>
                <a:gd name="T8" fmla="*/ 838 w 971"/>
                <a:gd name="T9" fmla="*/ 397 h 1043"/>
                <a:gd name="T10" fmla="*/ 802 w 971"/>
                <a:gd name="T11" fmla="*/ 368 h 1043"/>
                <a:gd name="T12" fmla="*/ 769 w 971"/>
                <a:gd name="T13" fmla="*/ 336 h 1043"/>
                <a:gd name="T14" fmla="*/ 748 w 971"/>
                <a:gd name="T15" fmla="*/ 314 h 1043"/>
                <a:gd name="T16" fmla="*/ 728 w 971"/>
                <a:gd name="T17" fmla="*/ 291 h 1043"/>
                <a:gd name="T18" fmla="*/ 709 w 971"/>
                <a:gd name="T19" fmla="*/ 266 h 1043"/>
                <a:gd name="T20" fmla="*/ 691 w 971"/>
                <a:gd name="T21" fmla="*/ 241 h 1043"/>
                <a:gd name="T22" fmla="*/ 675 w 971"/>
                <a:gd name="T23" fmla="*/ 215 h 1043"/>
                <a:gd name="T24" fmla="*/ 645 w 971"/>
                <a:gd name="T25" fmla="*/ 161 h 1043"/>
                <a:gd name="T26" fmla="*/ 632 w 971"/>
                <a:gd name="T27" fmla="*/ 133 h 1043"/>
                <a:gd name="T28" fmla="*/ 0 w 971"/>
                <a:gd name="T29" fmla="*/ 249 h 1043"/>
                <a:gd name="T30" fmla="*/ 21 w 971"/>
                <a:gd name="T31" fmla="*/ 315 h 1043"/>
                <a:gd name="T32" fmla="*/ 46 w 971"/>
                <a:gd name="T33" fmla="*/ 378 h 1043"/>
                <a:gd name="T34" fmla="*/ 60 w 971"/>
                <a:gd name="T35" fmla="*/ 409 h 1043"/>
                <a:gd name="T36" fmla="*/ 74 w 971"/>
                <a:gd name="T37" fmla="*/ 440 h 1043"/>
                <a:gd name="T38" fmla="*/ 105 w 971"/>
                <a:gd name="T39" fmla="*/ 500 h 1043"/>
                <a:gd name="T40" fmla="*/ 138 w 971"/>
                <a:gd name="T41" fmla="*/ 558 h 1043"/>
                <a:gd name="T42" fmla="*/ 156 w 971"/>
                <a:gd name="T43" fmla="*/ 586 h 1043"/>
                <a:gd name="T44" fmla="*/ 185 w 971"/>
                <a:gd name="T45" fmla="*/ 629 h 1043"/>
                <a:gd name="T46" fmla="*/ 216 w 971"/>
                <a:gd name="T47" fmla="*/ 669 h 1043"/>
                <a:gd name="T48" fmla="*/ 258 w 971"/>
                <a:gd name="T49" fmla="*/ 720 h 1043"/>
                <a:gd name="T50" fmla="*/ 303 w 971"/>
                <a:gd name="T51" fmla="*/ 771 h 1043"/>
                <a:gd name="T52" fmla="*/ 351 w 971"/>
                <a:gd name="T53" fmla="*/ 818 h 1043"/>
                <a:gd name="T54" fmla="*/ 388 w 971"/>
                <a:gd name="T55" fmla="*/ 851 h 1043"/>
                <a:gd name="T56" fmla="*/ 426 w 971"/>
                <a:gd name="T57" fmla="*/ 883 h 1043"/>
                <a:gd name="T58" fmla="*/ 479 w 971"/>
                <a:gd name="T59" fmla="*/ 923 h 1043"/>
                <a:gd name="T60" fmla="*/ 536 w 971"/>
                <a:gd name="T61" fmla="*/ 962 h 1043"/>
                <a:gd name="T62" fmla="*/ 593 w 971"/>
                <a:gd name="T63" fmla="*/ 997 h 1043"/>
                <a:gd name="T64" fmla="*/ 652 w 971"/>
                <a:gd name="T65" fmla="*/ 1028 h 1043"/>
                <a:gd name="T66" fmla="*/ 659 w 971"/>
                <a:gd name="T67" fmla="*/ 657 h 10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71" h="1043">
                  <a:moveTo>
                    <a:pt x="971" y="475"/>
                  </a:moveTo>
                  <a:lnTo>
                    <a:pt x="957" y="469"/>
                  </a:lnTo>
                  <a:lnTo>
                    <a:pt x="943" y="462"/>
                  </a:lnTo>
                  <a:lnTo>
                    <a:pt x="929" y="455"/>
                  </a:lnTo>
                  <a:lnTo>
                    <a:pt x="915" y="448"/>
                  </a:lnTo>
                  <a:lnTo>
                    <a:pt x="889" y="432"/>
                  </a:lnTo>
                  <a:lnTo>
                    <a:pt x="876" y="423"/>
                  </a:lnTo>
                  <a:lnTo>
                    <a:pt x="863" y="415"/>
                  </a:lnTo>
                  <a:lnTo>
                    <a:pt x="851" y="406"/>
                  </a:lnTo>
                  <a:lnTo>
                    <a:pt x="838" y="397"/>
                  </a:lnTo>
                  <a:lnTo>
                    <a:pt x="814" y="378"/>
                  </a:lnTo>
                  <a:lnTo>
                    <a:pt x="802" y="368"/>
                  </a:lnTo>
                  <a:lnTo>
                    <a:pt x="791" y="358"/>
                  </a:lnTo>
                  <a:lnTo>
                    <a:pt x="769" y="336"/>
                  </a:lnTo>
                  <a:lnTo>
                    <a:pt x="758" y="326"/>
                  </a:lnTo>
                  <a:lnTo>
                    <a:pt x="748" y="314"/>
                  </a:lnTo>
                  <a:lnTo>
                    <a:pt x="738" y="303"/>
                  </a:lnTo>
                  <a:lnTo>
                    <a:pt x="728" y="291"/>
                  </a:lnTo>
                  <a:lnTo>
                    <a:pt x="718" y="278"/>
                  </a:lnTo>
                  <a:lnTo>
                    <a:pt x="709" y="266"/>
                  </a:lnTo>
                  <a:lnTo>
                    <a:pt x="700" y="254"/>
                  </a:lnTo>
                  <a:lnTo>
                    <a:pt x="691" y="241"/>
                  </a:lnTo>
                  <a:lnTo>
                    <a:pt x="683" y="228"/>
                  </a:lnTo>
                  <a:lnTo>
                    <a:pt x="675" y="215"/>
                  </a:lnTo>
                  <a:lnTo>
                    <a:pt x="659" y="188"/>
                  </a:lnTo>
                  <a:lnTo>
                    <a:pt x="645" y="161"/>
                  </a:lnTo>
                  <a:lnTo>
                    <a:pt x="638" y="147"/>
                  </a:lnTo>
                  <a:lnTo>
                    <a:pt x="632" y="133"/>
                  </a:lnTo>
                  <a:lnTo>
                    <a:pt x="279" y="0"/>
                  </a:lnTo>
                  <a:lnTo>
                    <a:pt x="0" y="249"/>
                  </a:lnTo>
                  <a:lnTo>
                    <a:pt x="10" y="281"/>
                  </a:lnTo>
                  <a:lnTo>
                    <a:pt x="21" y="315"/>
                  </a:lnTo>
                  <a:lnTo>
                    <a:pt x="33" y="347"/>
                  </a:lnTo>
                  <a:lnTo>
                    <a:pt x="46" y="378"/>
                  </a:lnTo>
                  <a:lnTo>
                    <a:pt x="53" y="394"/>
                  </a:lnTo>
                  <a:lnTo>
                    <a:pt x="60" y="409"/>
                  </a:lnTo>
                  <a:lnTo>
                    <a:pt x="67" y="424"/>
                  </a:lnTo>
                  <a:lnTo>
                    <a:pt x="74" y="440"/>
                  </a:lnTo>
                  <a:lnTo>
                    <a:pt x="89" y="471"/>
                  </a:lnTo>
                  <a:lnTo>
                    <a:pt x="105" y="500"/>
                  </a:lnTo>
                  <a:lnTo>
                    <a:pt x="121" y="530"/>
                  </a:lnTo>
                  <a:lnTo>
                    <a:pt x="138" y="558"/>
                  </a:lnTo>
                  <a:lnTo>
                    <a:pt x="147" y="572"/>
                  </a:lnTo>
                  <a:lnTo>
                    <a:pt x="156" y="586"/>
                  </a:lnTo>
                  <a:lnTo>
                    <a:pt x="175" y="615"/>
                  </a:lnTo>
                  <a:lnTo>
                    <a:pt x="185" y="629"/>
                  </a:lnTo>
                  <a:lnTo>
                    <a:pt x="195" y="642"/>
                  </a:lnTo>
                  <a:lnTo>
                    <a:pt x="216" y="669"/>
                  </a:lnTo>
                  <a:lnTo>
                    <a:pt x="236" y="695"/>
                  </a:lnTo>
                  <a:lnTo>
                    <a:pt x="258" y="720"/>
                  </a:lnTo>
                  <a:lnTo>
                    <a:pt x="280" y="745"/>
                  </a:lnTo>
                  <a:lnTo>
                    <a:pt x="303" y="771"/>
                  </a:lnTo>
                  <a:lnTo>
                    <a:pt x="326" y="794"/>
                  </a:lnTo>
                  <a:lnTo>
                    <a:pt x="351" y="818"/>
                  </a:lnTo>
                  <a:lnTo>
                    <a:pt x="375" y="840"/>
                  </a:lnTo>
                  <a:lnTo>
                    <a:pt x="388" y="851"/>
                  </a:lnTo>
                  <a:lnTo>
                    <a:pt x="401" y="862"/>
                  </a:lnTo>
                  <a:lnTo>
                    <a:pt x="426" y="883"/>
                  </a:lnTo>
                  <a:lnTo>
                    <a:pt x="453" y="904"/>
                  </a:lnTo>
                  <a:lnTo>
                    <a:pt x="479" y="923"/>
                  </a:lnTo>
                  <a:lnTo>
                    <a:pt x="508" y="944"/>
                  </a:lnTo>
                  <a:lnTo>
                    <a:pt x="536" y="962"/>
                  </a:lnTo>
                  <a:lnTo>
                    <a:pt x="564" y="980"/>
                  </a:lnTo>
                  <a:lnTo>
                    <a:pt x="593" y="997"/>
                  </a:lnTo>
                  <a:lnTo>
                    <a:pt x="622" y="1013"/>
                  </a:lnTo>
                  <a:lnTo>
                    <a:pt x="652" y="1028"/>
                  </a:lnTo>
                  <a:lnTo>
                    <a:pt x="684" y="1043"/>
                  </a:lnTo>
                  <a:lnTo>
                    <a:pt x="659" y="657"/>
                  </a:lnTo>
                  <a:lnTo>
                    <a:pt x="971" y="475"/>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63" name="Freeform 32">
              <a:extLst>
                <a:ext uri="{FF2B5EF4-FFF2-40B4-BE49-F238E27FC236}">
                  <a16:creationId xmlns:a16="http://schemas.microsoft.com/office/drawing/2014/main" xmlns="" id="{708A751E-F041-4FD9-B75A-C415E0ECC76F}"/>
                </a:ext>
              </a:extLst>
            </p:cNvPr>
            <p:cNvSpPr>
              <a:spLocks noChangeAspect="1"/>
            </p:cNvSpPr>
            <p:nvPr/>
          </p:nvSpPr>
          <p:spPr bwMode="auto">
            <a:xfrm>
              <a:off x="1840" y="1913"/>
              <a:ext cx="726" cy="1039"/>
            </a:xfrm>
            <a:custGeom>
              <a:avLst/>
              <a:gdLst>
                <a:gd name="T0" fmla="*/ 715 w 726"/>
                <a:gd name="T1" fmla="*/ 436 h 1039"/>
                <a:gd name="T2" fmla="*/ 696 w 726"/>
                <a:gd name="T3" fmla="*/ 474 h 1039"/>
                <a:gd name="T4" fmla="*/ 680 w 726"/>
                <a:gd name="T5" fmla="*/ 513 h 1039"/>
                <a:gd name="T6" fmla="*/ 666 w 726"/>
                <a:gd name="T7" fmla="*/ 553 h 1039"/>
                <a:gd name="T8" fmla="*/ 654 w 726"/>
                <a:gd name="T9" fmla="*/ 593 h 1039"/>
                <a:gd name="T10" fmla="*/ 646 w 726"/>
                <a:gd name="T11" fmla="*/ 635 h 1039"/>
                <a:gd name="T12" fmla="*/ 640 w 726"/>
                <a:gd name="T13" fmla="*/ 679 h 1039"/>
                <a:gd name="T14" fmla="*/ 637 w 726"/>
                <a:gd name="T15" fmla="*/ 722 h 1039"/>
                <a:gd name="T16" fmla="*/ 637 w 726"/>
                <a:gd name="T17" fmla="*/ 767 h 1039"/>
                <a:gd name="T18" fmla="*/ 640 w 726"/>
                <a:gd name="T19" fmla="*/ 811 h 1039"/>
                <a:gd name="T20" fmla="*/ 646 w 726"/>
                <a:gd name="T21" fmla="*/ 856 h 1039"/>
                <a:gd name="T22" fmla="*/ 655 w 726"/>
                <a:gd name="T23" fmla="*/ 898 h 1039"/>
                <a:gd name="T24" fmla="*/ 324 w 726"/>
                <a:gd name="T25" fmla="*/ 783 h 1039"/>
                <a:gd name="T26" fmla="*/ 26 w 726"/>
                <a:gd name="T27" fmla="*/ 1004 h 1039"/>
                <a:gd name="T28" fmla="*/ 19 w 726"/>
                <a:gd name="T29" fmla="*/ 967 h 1039"/>
                <a:gd name="T30" fmla="*/ 9 w 726"/>
                <a:gd name="T31" fmla="*/ 894 h 1039"/>
                <a:gd name="T32" fmla="*/ 2 w 726"/>
                <a:gd name="T33" fmla="*/ 820 h 1039"/>
                <a:gd name="T34" fmla="*/ 0 w 726"/>
                <a:gd name="T35" fmla="*/ 745 h 1039"/>
                <a:gd name="T36" fmla="*/ 1 w 726"/>
                <a:gd name="T37" fmla="*/ 693 h 1039"/>
                <a:gd name="T38" fmla="*/ 4 w 726"/>
                <a:gd name="T39" fmla="*/ 641 h 1039"/>
                <a:gd name="T40" fmla="*/ 9 w 726"/>
                <a:gd name="T41" fmla="*/ 590 h 1039"/>
                <a:gd name="T42" fmla="*/ 16 w 726"/>
                <a:gd name="T43" fmla="*/ 541 h 1039"/>
                <a:gd name="T44" fmla="*/ 25 w 726"/>
                <a:gd name="T45" fmla="*/ 490 h 1039"/>
                <a:gd name="T46" fmla="*/ 36 w 726"/>
                <a:gd name="T47" fmla="*/ 442 h 1039"/>
                <a:gd name="T48" fmla="*/ 49 w 726"/>
                <a:gd name="T49" fmla="*/ 394 h 1039"/>
                <a:gd name="T50" fmla="*/ 63 w 726"/>
                <a:gd name="T51" fmla="*/ 347 h 1039"/>
                <a:gd name="T52" fmla="*/ 79 w 726"/>
                <a:gd name="T53" fmla="*/ 300 h 1039"/>
                <a:gd name="T54" fmla="*/ 98 w 726"/>
                <a:gd name="T55" fmla="*/ 255 h 1039"/>
                <a:gd name="T56" fmla="*/ 118 w 726"/>
                <a:gd name="T57" fmla="*/ 210 h 1039"/>
                <a:gd name="T58" fmla="*/ 139 w 726"/>
                <a:gd name="T59" fmla="*/ 166 h 1039"/>
                <a:gd name="T60" fmla="*/ 162 w 726"/>
                <a:gd name="T61" fmla="*/ 123 h 1039"/>
                <a:gd name="T62" fmla="*/ 186 w 726"/>
                <a:gd name="T63" fmla="*/ 81 h 1039"/>
                <a:gd name="T64" fmla="*/ 212 w 726"/>
                <a:gd name="T65" fmla="*/ 41 h 1039"/>
                <a:gd name="T66" fmla="*/ 239 w 726"/>
                <a:gd name="T67" fmla="*/ 0 h 1039"/>
                <a:gd name="T68" fmla="*/ 726 w 726"/>
                <a:gd name="T69" fmla="*/ 418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26" h="1039">
                  <a:moveTo>
                    <a:pt x="726" y="418"/>
                  </a:moveTo>
                  <a:lnTo>
                    <a:pt x="715" y="436"/>
                  </a:lnTo>
                  <a:lnTo>
                    <a:pt x="705" y="455"/>
                  </a:lnTo>
                  <a:lnTo>
                    <a:pt x="696" y="474"/>
                  </a:lnTo>
                  <a:lnTo>
                    <a:pt x="687" y="493"/>
                  </a:lnTo>
                  <a:lnTo>
                    <a:pt x="680" y="513"/>
                  </a:lnTo>
                  <a:lnTo>
                    <a:pt x="672" y="533"/>
                  </a:lnTo>
                  <a:lnTo>
                    <a:pt x="666" y="553"/>
                  </a:lnTo>
                  <a:lnTo>
                    <a:pt x="660" y="573"/>
                  </a:lnTo>
                  <a:lnTo>
                    <a:pt x="654" y="593"/>
                  </a:lnTo>
                  <a:lnTo>
                    <a:pt x="650" y="614"/>
                  </a:lnTo>
                  <a:lnTo>
                    <a:pt x="646" y="635"/>
                  </a:lnTo>
                  <a:lnTo>
                    <a:pt x="643" y="656"/>
                  </a:lnTo>
                  <a:lnTo>
                    <a:pt x="640" y="679"/>
                  </a:lnTo>
                  <a:lnTo>
                    <a:pt x="638" y="701"/>
                  </a:lnTo>
                  <a:lnTo>
                    <a:pt x="637" y="722"/>
                  </a:lnTo>
                  <a:lnTo>
                    <a:pt x="637" y="745"/>
                  </a:lnTo>
                  <a:lnTo>
                    <a:pt x="637" y="767"/>
                  </a:lnTo>
                  <a:lnTo>
                    <a:pt x="638" y="789"/>
                  </a:lnTo>
                  <a:lnTo>
                    <a:pt x="640" y="811"/>
                  </a:lnTo>
                  <a:lnTo>
                    <a:pt x="643" y="834"/>
                  </a:lnTo>
                  <a:lnTo>
                    <a:pt x="646" y="856"/>
                  </a:lnTo>
                  <a:lnTo>
                    <a:pt x="650" y="877"/>
                  </a:lnTo>
                  <a:lnTo>
                    <a:pt x="655" y="898"/>
                  </a:lnTo>
                  <a:lnTo>
                    <a:pt x="660" y="919"/>
                  </a:lnTo>
                  <a:lnTo>
                    <a:pt x="324" y="783"/>
                  </a:lnTo>
                  <a:lnTo>
                    <a:pt x="34" y="1039"/>
                  </a:lnTo>
                  <a:lnTo>
                    <a:pt x="26" y="1004"/>
                  </a:lnTo>
                  <a:lnTo>
                    <a:pt x="23" y="986"/>
                  </a:lnTo>
                  <a:lnTo>
                    <a:pt x="19" y="967"/>
                  </a:lnTo>
                  <a:lnTo>
                    <a:pt x="14" y="931"/>
                  </a:lnTo>
                  <a:lnTo>
                    <a:pt x="9" y="894"/>
                  </a:lnTo>
                  <a:lnTo>
                    <a:pt x="5" y="858"/>
                  </a:lnTo>
                  <a:lnTo>
                    <a:pt x="2" y="820"/>
                  </a:lnTo>
                  <a:lnTo>
                    <a:pt x="1" y="782"/>
                  </a:lnTo>
                  <a:lnTo>
                    <a:pt x="0" y="745"/>
                  </a:lnTo>
                  <a:lnTo>
                    <a:pt x="0" y="719"/>
                  </a:lnTo>
                  <a:lnTo>
                    <a:pt x="1" y="693"/>
                  </a:lnTo>
                  <a:lnTo>
                    <a:pt x="2" y="667"/>
                  </a:lnTo>
                  <a:lnTo>
                    <a:pt x="4" y="641"/>
                  </a:lnTo>
                  <a:lnTo>
                    <a:pt x="6" y="616"/>
                  </a:lnTo>
                  <a:lnTo>
                    <a:pt x="9" y="590"/>
                  </a:lnTo>
                  <a:lnTo>
                    <a:pt x="13" y="565"/>
                  </a:lnTo>
                  <a:lnTo>
                    <a:pt x="16" y="541"/>
                  </a:lnTo>
                  <a:lnTo>
                    <a:pt x="20" y="516"/>
                  </a:lnTo>
                  <a:lnTo>
                    <a:pt x="25" y="490"/>
                  </a:lnTo>
                  <a:lnTo>
                    <a:pt x="30" y="466"/>
                  </a:lnTo>
                  <a:lnTo>
                    <a:pt x="36" y="442"/>
                  </a:lnTo>
                  <a:lnTo>
                    <a:pt x="42" y="418"/>
                  </a:lnTo>
                  <a:lnTo>
                    <a:pt x="49" y="394"/>
                  </a:lnTo>
                  <a:lnTo>
                    <a:pt x="56" y="371"/>
                  </a:lnTo>
                  <a:lnTo>
                    <a:pt x="63" y="347"/>
                  </a:lnTo>
                  <a:lnTo>
                    <a:pt x="71" y="323"/>
                  </a:lnTo>
                  <a:lnTo>
                    <a:pt x="79" y="300"/>
                  </a:lnTo>
                  <a:lnTo>
                    <a:pt x="89" y="277"/>
                  </a:lnTo>
                  <a:lnTo>
                    <a:pt x="98" y="255"/>
                  </a:lnTo>
                  <a:lnTo>
                    <a:pt x="108" y="232"/>
                  </a:lnTo>
                  <a:lnTo>
                    <a:pt x="118" y="210"/>
                  </a:lnTo>
                  <a:lnTo>
                    <a:pt x="128" y="188"/>
                  </a:lnTo>
                  <a:lnTo>
                    <a:pt x="139" y="166"/>
                  </a:lnTo>
                  <a:lnTo>
                    <a:pt x="150" y="144"/>
                  </a:lnTo>
                  <a:lnTo>
                    <a:pt x="162" y="123"/>
                  </a:lnTo>
                  <a:lnTo>
                    <a:pt x="174" y="102"/>
                  </a:lnTo>
                  <a:lnTo>
                    <a:pt x="186" y="81"/>
                  </a:lnTo>
                  <a:lnTo>
                    <a:pt x="199" y="61"/>
                  </a:lnTo>
                  <a:lnTo>
                    <a:pt x="212" y="41"/>
                  </a:lnTo>
                  <a:lnTo>
                    <a:pt x="226" y="20"/>
                  </a:lnTo>
                  <a:lnTo>
                    <a:pt x="239" y="0"/>
                  </a:lnTo>
                  <a:lnTo>
                    <a:pt x="609" y="61"/>
                  </a:lnTo>
                  <a:lnTo>
                    <a:pt x="726" y="418"/>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64" name="Freeform 33">
              <a:extLst>
                <a:ext uri="{FF2B5EF4-FFF2-40B4-BE49-F238E27FC236}">
                  <a16:creationId xmlns:a16="http://schemas.microsoft.com/office/drawing/2014/main" xmlns="" id="{E0C1EDE4-11A0-47B5-92CE-C323817D4757}"/>
                </a:ext>
              </a:extLst>
            </p:cNvPr>
            <p:cNvSpPr>
              <a:spLocks noChangeAspect="1"/>
            </p:cNvSpPr>
            <p:nvPr/>
          </p:nvSpPr>
          <p:spPr bwMode="auto">
            <a:xfrm>
              <a:off x="2123" y="1378"/>
              <a:ext cx="1148" cy="882"/>
            </a:xfrm>
            <a:custGeom>
              <a:avLst/>
              <a:gdLst>
                <a:gd name="T0" fmla="*/ 502 w 1148"/>
                <a:gd name="T1" fmla="*/ 868 h 882"/>
                <a:gd name="T2" fmla="*/ 524 w 1148"/>
                <a:gd name="T3" fmla="*/ 843 h 882"/>
                <a:gd name="T4" fmla="*/ 547 w 1148"/>
                <a:gd name="T5" fmla="*/ 819 h 882"/>
                <a:gd name="T6" fmla="*/ 571 w 1148"/>
                <a:gd name="T7" fmla="*/ 797 h 882"/>
                <a:gd name="T8" fmla="*/ 598 w 1148"/>
                <a:gd name="T9" fmla="*/ 775 h 882"/>
                <a:gd name="T10" fmla="*/ 624 w 1148"/>
                <a:gd name="T11" fmla="*/ 755 h 882"/>
                <a:gd name="T12" fmla="*/ 651 w 1148"/>
                <a:gd name="T13" fmla="*/ 737 h 882"/>
                <a:gd name="T14" fmla="*/ 680 w 1148"/>
                <a:gd name="T15" fmla="*/ 719 h 882"/>
                <a:gd name="T16" fmla="*/ 709 w 1148"/>
                <a:gd name="T17" fmla="*/ 703 h 882"/>
                <a:gd name="T18" fmla="*/ 740 w 1148"/>
                <a:gd name="T19" fmla="*/ 689 h 882"/>
                <a:gd name="T20" fmla="*/ 772 w 1148"/>
                <a:gd name="T21" fmla="*/ 676 h 882"/>
                <a:gd name="T22" fmla="*/ 804 w 1148"/>
                <a:gd name="T23" fmla="*/ 665 h 882"/>
                <a:gd name="T24" fmla="*/ 836 w 1148"/>
                <a:gd name="T25" fmla="*/ 656 h 882"/>
                <a:gd name="T26" fmla="*/ 870 w 1148"/>
                <a:gd name="T27" fmla="*/ 648 h 882"/>
                <a:gd name="T28" fmla="*/ 904 w 1148"/>
                <a:gd name="T29" fmla="*/ 642 h 882"/>
                <a:gd name="T30" fmla="*/ 939 w 1148"/>
                <a:gd name="T31" fmla="*/ 638 h 882"/>
                <a:gd name="T32" fmla="*/ 1148 w 1148"/>
                <a:gd name="T33" fmla="*/ 334 h 882"/>
                <a:gd name="T34" fmla="*/ 918 w 1148"/>
                <a:gd name="T35" fmla="*/ 1 h 882"/>
                <a:gd name="T36" fmla="*/ 847 w 1148"/>
                <a:gd name="T37" fmla="*/ 8 h 882"/>
                <a:gd name="T38" fmla="*/ 777 w 1148"/>
                <a:gd name="T39" fmla="*/ 18 h 882"/>
                <a:gd name="T40" fmla="*/ 708 w 1148"/>
                <a:gd name="T41" fmla="*/ 32 h 882"/>
                <a:gd name="T42" fmla="*/ 675 w 1148"/>
                <a:gd name="T43" fmla="*/ 40 h 882"/>
                <a:gd name="T44" fmla="*/ 609 w 1148"/>
                <a:gd name="T45" fmla="*/ 59 h 882"/>
                <a:gd name="T46" fmla="*/ 543 w 1148"/>
                <a:gd name="T47" fmla="*/ 83 h 882"/>
                <a:gd name="T48" fmla="*/ 480 w 1148"/>
                <a:gd name="T49" fmla="*/ 109 h 882"/>
                <a:gd name="T50" fmla="*/ 417 w 1148"/>
                <a:gd name="T51" fmla="*/ 138 h 882"/>
                <a:gd name="T52" fmla="*/ 373 w 1148"/>
                <a:gd name="T53" fmla="*/ 162 h 882"/>
                <a:gd name="T54" fmla="*/ 343 w 1148"/>
                <a:gd name="T55" fmla="*/ 178 h 882"/>
                <a:gd name="T56" fmla="*/ 300 w 1148"/>
                <a:gd name="T57" fmla="*/ 205 h 882"/>
                <a:gd name="T58" fmla="*/ 271 w 1148"/>
                <a:gd name="T59" fmla="*/ 224 h 882"/>
                <a:gd name="T60" fmla="*/ 244 w 1148"/>
                <a:gd name="T61" fmla="*/ 244 h 882"/>
                <a:gd name="T62" fmla="*/ 204 w 1148"/>
                <a:gd name="T63" fmla="*/ 275 h 882"/>
                <a:gd name="T64" fmla="*/ 165 w 1148"/>
                <a:gd name="T65" fmla="*/ 306 h 882"/>
                <a:gd name="T66" fmla="*/ 114 w 1148"/>
                <a:gd name="T67" fmla="*/ 351 h 882"/>
                <a:gd name="T68" fmla="*/ 67 w 1148"/>
                <a:gd name="T69" fmla="*/ 398 h 882"/>
                <a:gd name="T70" fmla="*/ 22 w 1148"/>
                <a:gd name="T71" fmla="*/ 449 h 882"/>
                <a:gd name="T72" fmla="*/ 382 w 1148"/>
                <a:gd name="T73" fmla="*/ 539 h 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48" h="882">
                  <a:moveTo>
                    <a:pt x="492" y="882"/>
                  </a:moveTo>
                  <a:lnTo>
                    <a:pt x="502" y="868"/>
                  </a:lnTo>
                  <a:lnTo>
                    <a:pt x="513" y="855"/>
                  </a:lnTo>
                  <a:lnTo>
                    <a:pt x="524" y="843"/>
                  </a:lnTo>
                  <a:lnTo>
                    <a:pt x="535" y="831"/>
                  </a:lnTo>
                  <a:lnTo>
                    <a:pt x="547" y="819"/>
                  </a:lnTo>
                  <a:lnTo>
                    <a:pt x="559" y="808"/>
                  </a:lnTo>
                  <a:lnTo>
                    <a:pt x="571" y="797"/>
                  </a:lnTo>
                  <a:lnTo>
                    <a:pt x="584" y="786"/>
                  </a:lnTo>
                  <a:lnTo>
                    <a:pt x="598" y="775"/>
                  </a:lnTo>
                  <a:lnTo>
                    <a:pt x="611" y="765"/>
                  </a:lnTo>
                  <a:lnTo>
                    <a:pt x="624" y="755"/>
                  </a:lnTo>
                  <a:lnTo>
                    <a:pt x="638" y="746"/>
                  </a:lnTo>
                  <a:lnTo>
                    <a:pt x="651" y="737"/>
                  </a:lnTo>
                  <a:lnTo>
                    <a:pt x="666" y="728"/>
                  </a:lnTo>
                  <a:lnTo>
                    <a:pt x="680" y="719"/>
                  </a:lnTo>
                  <a:lnTo>
                    <a:pt x="695" y="711"/>
                  </a:lnTo>
                  <a:lnTo>
                    <a:pt x="709" y="703"/>
                  </a:lnTo>
                  <a:lnTo>
                    <a:pt x="724" y="696"/>
                  </a:lnTo>
                  <a:lnTo>
                    <a:pt x="740" y="689"/>
                  </a:lnTo>
                  <a:lnTo>
                    <a:pt x="755" y="682"/>
                  </a:lnTo>
                  <a:lnTo>
                    <a:pt x="772" y="676"/>
                  </a:lnTo>
                  <a:lnTo>
                    <a:pt x="788" y="670"/>
                  </a:lnTo>
                  <a:lnTo>
                    <a:pt x="804" y="665"/>
                  </a:lnTo>
                  <a:lnTo>
                    <a:pt x="820" y="660"/>
                  </a:lnTo>
                  <a:lnTo>
                    <a:pt x="836" y="656"/>
                  </a:lnTo>
                  <a:lnTo>
                    <a:pt x="853" y="652"/>
                  </a:lnTo>
                  <a:lnTo>
                    <a:pt x="870" y="648"/>
                  </a:lnTo>
                  <a:lnTo>
                    <a:pt x="887" y="645"/>
                  </a:lnTo>
                  <a:lnTo>
                    <a:pt x="904" y="642"/>
                  </a:lnTo>
                  <a:lnTo>
                    <a:pt x="922" y="640"/>
                  </a:lnTo>
                  <a:lnTo>
                    <a:pt x="939" y="638"/>
                  </a:lnTo>
                  <a:lnTo>
                    <a:pt x="957" y="637"/>
                  </a:lnTo>
                  <a:lnTo>
                    <a:pt x="1148" y="334"/>
                  </a:lnTo>
                  <a:lnTo>
                    <a:pt x="954" y="0"/>
                  </a:lnTo>
                  <a:lnTo>
                    <a:pt x="918" y="1"/>
                  </a:lnTo>
                  <a:lnTo>
                    <a:pt x="882" y="4"/>
                  </a:lnTo>
                  <a:lnTo>
                    <a:pt x="847" y="8"/>
                  </a:lnTo>
                  <a:lnTo>
                    <a:pt x="812" y="12"/>
                  </a:lnTo>
                  <a:lnTo>
                    <a:pt x="777" y="18"/>
                  </a:lnTo>
                  <a:lnTo>
                    <a:pt x="742" y="24"/>
                  </a:lnTo>
                  <a:lnTo>
                    <a:pt x="708" y="32"/>
                  </a:lnTo>
                  <a:lnTo>
                    <a:pt x="691" y="36"/>
                  </a:lnTo>
                  <a:lnTo>
                    <a:pt x="675" y="40"/>
                  </a:lnTo>
                  <a:lnTo>
                    <a:pt x="641" y="49"/>
                  </a:lnTo>
                  <a:lnTo>
                    <a:pt x="609" y="59"/>
                  </a:lnTo>
                  <a:lnTo>
                    <a:pt x="575" y="70"/>
                  </a:lnTo>
                  <a:lnTo>
                    <a:pt x="543" y="83"/>
                  </a:lnTo>
                  <a:lnTo>
                    <a:pt x="511" y="95"/>
                  </a:lnTo>
                  <a:lnTo>
                    <a:pt x="480" y="109"/>
                  </a:lnTo>
                  <a:lnTo>
                    <a:pt x="449" y="123"/>
                  </a:lnTo>
                  <a:lnTo>
                    <a:pt x="417" y="138"/>
                  </a:lnTo>
                  <a:lnTo>
                    <a:pt x="387" y="153"/>
                  </a:lnTo>
                  <a:lnTo>
                    <a:pt x="373" y="162"/>
                  </a:lnTo>
                  <a:lnTo>
                    <a:pt x="358" y="170"/>
                  </a:lnTo>
                  <a:lnTo>
                    <a:pt x="343" y="178"/>
                  </a:lnTo>
                  <a:lnTo>
                    <a:pt x="329" y="187"/>
                  </a:lnTo>
                  <a:lnTo>
                    <a:pt x="300" y="205"/>
                  </a:lnTo>
                  <a:lnTo>
                    <a:pt x="286" y="214"/>
                  </a:lnTo>
                  <a:lnTo>
                    <a:pt x="271" y="224"/>
                  </a:lnTo>
                  <a:lnTo>
                    <a:pt x="258" y="233"/>
                  </a:lnTo>
                  <a:lnTo>
                    <a:pt x="244" y="244"/>
                  </a:lnTo>
                  <a:lnTo>
                    <a:pt x="217" y="264"/>
                  </a:lnTo>
                  <a:lnTo>
                    <a:pt x="204" y="275"/>
                  </a:lnTo>
                  <a:lnTo>
                    <a:pt x="191" y="285"/>
                  </a:lnTo>
                  <a:lnTo>
                    <a:pt x="165" y="306"/>
                  </a:lnTo>
                  <a:lnTo>
                    <a:pt x="140" y="328"/>
                  </a:lnTo>
                  <a:lnTo>
                    <a:pt x="114" y="351"/>
                  </a:lnTo>
                  <a:lnTo>
                    <a:pt x="90" y="374"/>
                  </a:lnTo>
                  <a:lnTo>
                    <a:pt x="67" y="398"/>
                  </a:lnTo>
                  <a:lnTo>
                    <a:pt x="44" y="424"/>
                  </a:lnTo>
                  <a:lnTo>
                    <a:pt x="22" y="449"/>
                  </a:lnTo>
                  <a:lnTo>
                    <a:pt x="0" y="475"/>
                  </a:lnTo>
                  <a:lnTo>
                    <a:pt x="382" y="539"/>
                  </a:lnTo>
                  <a:lnTo>
                    <a:pt x="492" y="882"/>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grpSp>
      <p:grpSp>
        <p:nvGrpSpPr>
          <p:cNvPr id="65" name="Group 34">
            <a:extLst>
              <a:ext uri="{FF2B5EF4-FFF2-40B4-BE49-F238E27FC236}">
                <a16:creationId xmlns:a16="http://schemas.microsoft.com/office/drawing/2014/main" xmlns="" id="{2D340E97-12A5-4FD4-82CA-FEFDAABE09CB}"/>
              </a:ext>
            </a:extLst>
          </p:cNvPr>
          <p:cNvGrpSpPr>
            <a:grpSpLocks/>
          </p:cNvGrpSpPr>
          <p:nvPr/>
        </p:nvGrpSpPr>
        <p:grpSpPr bwMode="auto">
          <a:xfrm>
            <a:off x="9258523" y="2122263"/>
            <a:ext cx="1800000" cy="1800000"/>
            <a:chOff x="1840" y="1318"/>
            <a:chExt cx="2561" cy="2560"/>
          </a:xfrm>
          <a:solidFill>
            <a:srgbClr val="4372C4"/>
          </a:solidFill>
        </p:grpSpPr>
        <p:sp>
          <p:nvSpPr>
            <p:cNvPr id="66" name="Freeform 35">
              <a:extLst>
                <a:ext uri="{FF2B5EF4-FFF2-40B4-BE49-F238E27FC236}">
                  <a16:creationId xmlns:a16="http://schemas.microsoft.com/office/drawing/2014/main" xmlns="" id="{414D028E-AC94-4B09-A429-36E64280BD04}"/>
                </a:ext>
              </a:extLst>
            </p:cNvPr>
            <p:cNvSpPr>
              <a:spLocks noChangeAspect="1"/>
            </p:cNvSpPr>
            <p:nvPr/>
          </p:nvSpPr>
          <p:spPr bwMode="auto">
            <a:xfrm>
              <a:off x="2184" y="1320"/>
              <a:ext cx="1087" cy="857"/>
            </a:xfrm>
            <a:custGeom>
              <a:avLst/>
              <a:gdLst>
                <a:gd name="T0" fmla="*/ 459 w 1087"/>
                <a:gd name="T1" fmla="*/ 845 h 857"/>
                <a:gd name="T2" fmla="*/ 492 w 1087"/>
                <a:gd name="T3" fmla="*/ 812 h 857"/>
                <a:gd name="T4" fmla="*/ 515 w 1087"/>
                <a:gd name="T5" fmla="*/ 791 h 857"/>
                <a:gd name="T6" fmla="*/ 552 w 1087"/>
                <a:gd name="T7" fmla="*/ 761 h 857"/>
                <a:gd name="T8" fmla="*/ 578 w 1087"/>
                <a:gd name="T9" fmla="*/ 743 h 857"/>
                <a:gd name="T10" fmla="*/ 605 w 1087"/>
                <a:gd name="T11" fmla="*/ 726 h 857"/>
                <a:gd name="T12" fmla="*/ 646 w 1087"/>
                <a:gd name="T13" fmla="*/ 702 h 857"/>
                <a:gd name="T14" fmla="*/ 689 w 1087"/>
                <a:gd name="T15" fmla="*/ 682 h 857"/>
                <a:gd name="T16" fmla="*/ 720 w 1087"/>
                <a:gd name="T17" fmla="*/ 671 h 857"/>
                <a:gd name="T18" fmla="*/ 750 w 1087"/>
                <a:gd name="T19" fmla="*/ 661 h 857"/>
                <a:gd name="T20" fmla="*/ 781 w 1087"/>
                <a:gd name="T21" fmla="*/ 652 h 857"/>
                <a:gd name="T22" fmla="*/ 813 w 1087"/>
                <a:gd name="T23" fmla="*/ 645 h 857"/>
                <a:gd name="T24" fmla="*/ 845 w 1087"/>
                <a:gd name="T25" fmla="*/ 640 h 857"/>
                <a:gd name="T26" fmla="*/ 896 w 1087"/>
                <a:gd name="T27" fmla="*/ 635 h 857"/>
                <a:gd name="T28" fmla="*/ 898 w 1087"/>
                <a:gd name="T29" fmla="*/ 0 h 857"/>
                <a:gd name="T30" fmla="*/ 865 w 1087"/>
                <a:gd name="T31" fmla="*/ 1 h 857"/>
                <a:gd name="T32" fmla="*/ 799 w 1087"/>
                <a:gd name="T33" fmla="*/ 6 h 857"/>
                <a:gd name="T34" fmla="*/ 735 w 1087"/>
                <a:gd name="T35" fmla="*/ 15 h 857"/>
                <a:gd name="T36" fmla="*/ 671 w 1087"/>
                <a:gd name="T37" fmla="*/ 26 h 857"/>
                <a:gd name="T38" fmla="*/ 609 w 1087"/>
                <a:gd name="T39" fmla="*/ 41 h 857"/>
                <a:gd name="T40" fmla="*/ 548 w 1087"/>
                <a:gd name="T41" fmla="*/ 59 h 857"/>
                <a:gd name="T42" fmla="*/ 487 w 1087"/>
                <a:gd name="T43" fmla="*/ 80 h 857"/>
                <a:gd name="T44" fmla="*/ 429 w 1087"/>
                <a:gd name="T45" fmla="*/ 103 h 857"/>
                <a:gd name="T46" fmla="*/ 372 w 1087"/>
                <a:gd name="T47" fmla="*/ 129 h 857"/>
                <a:gd name="T48" fmla="*/ 317 w 1087"/>
                <a:gd name="T49" fmla="*/ 158 h 857"/>
                <a:gd name="T50" fmla="*/ 263 w 1087"/>
                <a:gd name="T51" fmla="*/ 189 h 857"/>
                <a:gd name="T52" fmla="*/ 224 w 1087"/>
                <a:gd name="T53" fmla="*/ 214 h 857"/>
                <a:gd name="T54" fmla="*/ 185 w 1087"/>
                <a:gd name="T55" fmla="*/ 241 h 857"/>
                <a:gd name="T56" fmla="*/ 136 w 1087"/>
                <a:gd name="T57" fmla="*/ 279 h 857"/>
                <a:gd name="T58" fmla="*/ 89 w 1087"/>
                <a:gd name="T59" fmla="*/ 318 h 857"/>
                <a:gd name="T60" fmla="*/ 43 w 1087"/>
                <a:gd name="T61" fmla="*/ 360 h 857"/>
                <a:gd name="T62" fmla="*/ 0 w 1087"/>
                <a:gd name="T63" fmla="*/ 405 h 857"/>
                <a:gd name="T64" fmla="*/ 449 w 1087"/>
                <a:gd name="T65" fmla="*/ 857 h 8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87" h="857">
                  <a:moveTo>
                    <a:pt x="449" y="857"/>
                  </a:moveTo>
                  <a:lnTo>
                    <a:pt x="459" y="845"/>
                  </a:lnTo>
                  <a:lnTo>
                    <a:pt x="470" y="834"/>
                  </a:lnTo>
                  <a:lnTo>
                    <a:pt x="492" y="812"/>
                  </a:lnTo>
                  <a:lnTo>
                    <a:pt x="503" y="801"/>
                  </a:lnTo>
                  <a:lnTo>
                    <a:pt x="515" y="791"/>
                  </a:lnTo>
                  <a:lnTo>
                    <a:pt x="540" y="771"/>
                  </a:lnTo>
                  <a:lnTo>
                    <a:pt x="552" y="761"/>
                  </a:lnTo>
                  <a:lnTo>
                    <a:pt x="565" y="752"/>
                  </a:lnTo>
                  <a:lnTo>
                    <a:pt x="578" y="743"/>
                  </a:lnTo>
                  <a:lnTo>
                    <a:pt x="591" y="735"/>
                  </a:lnTo>
                  <a:lnTo>
                    <a:pt x="605" y="726"/>
                  </a:lnTo>
                  <a:lnTo>
                    <a:pt x="618" y="717"/>
                  </a:lnTo>
                  <a:lnTo>
                    <a:pt x="646" y="702"/>
                  </a:lnTo>
                  <a:lnTo>
                    <a:pt x="675" y="689"/>
                  </a:lnTo>
                  <a:lnTo>
                    <a:pt x="689" y="682"/>
                  </a:lnTo>
                  <a:lnTo>
                    <a:pt x="705" y="677"/>
                  </a:lnTo>
                  <a:lnTo>
                    <a:pt x="720" y="671"/>
                  </a:lnTo>
                  <a:lnTo>
                    <a:pt x="735" y="666"/>
                  </a:lnTo>
                  <a:lnTo>
                    <a:pt x="750" y="661"/>
                  </a:lnTo>
                  <a:lnTo>
                    <a:pt x="766" y="656"/>
                  </a:lnTo>
                  <a:lnTo>
                    <a:pt x="781" y="652"/>
                  </a:lnTo>
                  <a:lnTo>
                    <a:pt x="797" y="649"/>
                  </a:lnTo>
                  <a:lnTo>
                    <a:pt x="813" y="645"/>
                  </a:lnTo>
                  <a:lnTo>
                    <a:pt x="829" y="642"/>
                  </a:lnTo>
                  <a:lnTo>
                    <a:pt x="845" y="640"/>
                  </a:lnTo>
                  <a:lnTo>
                    <a:pt x="863" y="638"/>
                  </a:lnTo>
                  <a:lnTo>
                    <a:pt x="896" y="635"/>
                  </a:lnTo>
                  <a:lnTo>
                    <a:pt x="1087" y="332"/>
                  </a:lnTo>
                  <a:lnTo>
                    <a:pt x="898" y="0"/>
                  </a:lnTo>
                  <a:lnTo>
                    <a:pt x="881" y="0"/>
                  </a:lnTo>
                  <a:lnTo>
                    <a:pt x="865" y="1"/>
                  </a:lnTo>
                  <a:lnTo>
                    <a:pt x="831" y="3"/>
                  </a:lnTo>
                  <a:lnTo>
                    <a:pt x="799" y="6"/>
                  </a:lnTo>
                  <a:lnTo>
                    <a:pt x="767" y="10"/>
                  </a:lnTo>
                  <a:lnTo>
                    <a:pt x="735" y="15"/>
                  </a:lnTo>
                  <a:lnTo>
                    <a:pt x="703" y="20"/>
                  </a:lnTo>
                  <a:lnTo>
                    <a:pt x="671" y="26"/>
                  </a:lnTo>
                  <a:lnTo>
                    <a:pt x="640" y="33"/>
                  </a:lnTo>
                  <a:lnTo>
                    <a:pt x="609" y="41"/>
                  </a:lnTo>
                  <a:lnTo>
                    <a:pt x="578" y="50"/>
                  </a:lnTo>
                  <a:lnTo>
                    <a:pt x="548" y="59"/>
                  </a:lnTo>
                  <a:lnTo>
                    <a:pt x="517" y="69"/>
                  </a:lnTo>
                  <a:lnTo>
                    <a:pt x="487" y="80"/>
                  </a:lnTo>
                  <a:lnTo>
                    <a:pt x="458" y="91"/>
                  </a:lnTo>
                  <a:lnTo>
                    <a:pt x="429" y="103"/>
                  </a:lnTo>
                  <a:lnTo>
                    <a:pt x="401" y="116"/>
                  </a:lnTo>
                  <a:lnTo>
                    <a:pt x="372" y="129"/>
                  </a:lnTo>
                  <a:lnTo>
                    <a:pt x="344" y="143"/>
                  </a:lnTo>
                  <a:lnTo>
                    <a:pt x="317" y="158"/>
                  </a:lnTo>
                  <a:lnTo>
                    <a:pt x="290" y="173"/>
                  </a:lnTo>
                  <a:lnTo>
                    <a:pt x="263" y="189"/>
                  </a:lnTo>
                  <a:lnTo>
                    <a:pt x="237" y="206"/>
                  </a:lnTo>
                  <a:lnTo>
                    <a:pt x="224" y="214"/>
                  </a:lnTo>
                  <a:lnTo>
                    <a:pt x="210" y="223"/>
                  </a:lnTo>
                  <a:lnTo>
                    <a:pt x="185" y="241"/>
                  </a:lnTo>
                  <a:lnTo>
                    <a:pt x="160" y="260"/>
                  </a:lnTo>
                  <a:lnTo>
                    <a:pt x="136" y="279"/>
                  </a:lnTo>
                  <a:lnTo>
                    <a:pt x="112" y="298"/>
                  </a:lnTo>
                  <a:lnTo>
                    <a:pt x="89" y="318"/>
                  </a:lnTo>
                  <a:lnTo>
                    <a:pt x="66" y="339"/>
                  </a:lnTo>
                  <a:lnTo>
                    <a:pt x="43" y="360"/>
                  </a:lnTo>
                  <a:lnTo>
                    <a:pt x="21" y="382"/>
                  </a:lnTo>
                  <a:lnTo>
                    <a:pt x="0" y="405"/>
                  </a:lnTo>
                  <a:lnTo>
                    <a:pt x="374" y="501"/>
                  </a:lnTo>
                  <a:lnTo>
                    <a:pt x="449" y="857"/>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67" name="Freeform 36">
              <a:extLst>
                <a:ext uri="{FF2B5EF4-FFF2-40B4-BE49-F238E27FC236}">
                  <a16:creationId xmlns:a16="http://schemas.microsoft.com/office/drawing/2014/main" xmlns="" id="{C02788F9-7EA3-4774-8ED4-A6F791D4EF50}"/>
                </a:ext>
              </a:extLst>
            </p:cNvPr>
            <p:cNvSpPr>
              <a:spLocks noChangeAspect="1"/>
            </p:cNvSpPr>
            <p:nvPr/>
          </p:nvSpPr>
          <p:spPr bwMode="auto">
            <a:xfrm>
              <a:off x="3142" y="1318"/>
              <a:ext cx="852" cy="795"/>
            </a:xfrm>
            <a:custGeom>
              <a:avLst/>
              <a:gdLst>
                <a:gd name="T0" fmla="*/ 1 w 852"/>
                <a:gd name="T1" fmla="*/ 0 h 795"/>
                <a:gd name="T2" fmla="*/ 197 w 852"/>
                <a:gd name="T3" fmla="*/ 347 h 795"/>
                <a:gd name="T4" fmla="*/ 0 w 852"/>
                <a:gd name="T5" fmla="*/ 636 h 795"/>
                <a:gd name="T6" fmla="*/ 14 w 852"/>
                <a:gd name="T7" fmla="*/ 637 h 795"/>
                <a:gd name="T8" fmla="*/ 28 w 852"/>
                <a:gd name="T9" fmla="*/ 638 h 795"/>
                <a:gd name="T10" fmla="*/ 42 w 852"/>
                <a:gd name="T11" fmla="*/ 639 h 795"/>
                <a:gd name="T12" fmla="*/ 56 w 852"/>
                <a:gd name="T13" fmla="*/ 641 h 795"/>
                <a:gd name="T14" fmla="*/ 85 w 852"/>
                <a:gd name="T15" fmla="*/ 645 h 795"/>
                <a:gd name="T16" fmla="*/ 112 w 852"/>
                <a:gd name="T17" fmla="*/ 650 h 795"/>
                <a:gd name="T18" fmla="*/ 139 w 852"/>
                <a:gd name="T19" fmla="*/ 656 h 795"/>
                <a:gd name="T20" fmla="*/ 152 w 852"/>
                <a:gd name="T21" fmla="*/ 660 h 795"/>
                <a:gd name="T22" fmla="*/ 166 w 852"/>
                <a:gd name="T23" fmla="*/ 664 h 795"/>
                <a:gd name="T24" fmla="*/ 192 w 852"/>
                <a:gd name="T25" fmla="*/ 672 h 795"/>
                <a:gd name="T26" fmla="*/ 217 w 852"/>
                <a:gd name="T27" fmla="*/ 682 h 795"/>
                <a:gd name="T28" fmla="*/ 244 w 852"/>
                <a:gd name="T29" fmla="*/ 693 h 795"/>
                <a:gd name="T30" fmla="*/ 268 w 852"/>
                <a:gd name="T31" fmla="*/ 704 h 795"/>
                <a:gd name="T32" fmla="*/ 292 w 852"/>
                <a:gd name="T33" fmla="*/ 717 h 795"/>
                <a:gd name="T34" fmla="*/ 304 w 852"/>
                <a:gd name="T35" fmla="*/ 724 h 795"/>
                <a:gd name="T36" fmla="*/ 315 w 852"/>
                <a:gd name="T37" fmla="*/ 731 h 795"/>
                <a:gd name="T38" fmla="*/ 338 w 852"/>
                <a:gd name="T39" fmla="*/ 746 h 795"/>
                <a:gd name="T40" fmla="*/ 349 w 852"/>
                <a:gd name="T41" fmla="*/ 753 h 795"/>
                <a:gd name="T42" fmla="*/ 360 w 852"/>
                <a:gd name="T43" fmla="*/ 761 h 795"/>
                <a:gd name="T44" fmla="*/ 382 w 852"/>
                <a:gd name="T45" fmla="*/ 777 h 795"/>
                <a:gd name="T46" fmla="*/ 403 w 852"/>
                <a:gd name="T47" fmla="*/ 795 h 795"/>
                <a:gd name="T48" fmla="*/ 754 w 852"/>
                <a:gd name="T49" fmla="*/ 716 h 795"/>
                <a:gd name="T50" fmla="*/ 852 w 852"/>
                <a:gd name="T51" fmla="*/ 343 h 795"/>
                <a:gd name="T52" fmla="*/ 831 w 852"/>
                <a:gd name="T53" fmla="*/ 324 h 795"/>
                <a:gd name="T54" fmla="*/ 810 w 852"/>
                <a:gd name="T55" fmla="*/ 306 h 795"/>
                <a:gd name="T56" fmla="*/ 788 w 852"/>
                <a:gd name="T57" fmla="*/ 287 h 795"/>
                <a:gd name="T58" fmla="*/ 766 w 852"/>
                <a:gd name="T59" fmla="*/ 270 h 795"/>
                <a:gd name="T60" fmla="*/ 743 w 852"/>
                <a:gd name="T61" fmla="*/ 252 h 795"/>
                <a:gd name="T62" fmla="*/ 720 w 852"/>
                <a:gd name="T63" fmla="*/ 235 h 795"/>
                <a:gd name="T64" fmla="*/ 695 w 852"/>
                <a:gd name="T65" fmla="*/ 218 h 795"/>
                <a:gd name="T66" fmla="*/ 671 w 852"/>
                <a:gd name="T67" fmla="*/ 203 h 795"/>
                <a:gd name="T68" fmla="*/ 647 w 852"/>
                <a:gd name="T69" fmla="*/ 187 h 795"/>
                <a:gd name="T70" fmla="*/ 622 w 852"/>
                <a:gd name="T71" fmla="*/ 173 h 795"/>
                <a:gd name="T72" fmla="*/ 597 w 852"/>
                <a:gd name="T73" fmla="*/ 159 h 795"/>
                <a:gd name="T74" fmla="*/ 585 w 852"/>
                <a:gd name="T75" fmla="*/ 152 h 795"/>
                <a:gd name="T76" fmla="*/ 572 w 852"/>
                <a:gd name="T77" fmla="*/ 145 h 795"/>
                <a:gd name="T78" fmla="*/ 546 w 852"/>
                <a:gd name="T79" fmla="*/ 132 h 795"/>
                <a:gd name="T80" fmla="*/ 519 w 852"/>
                <a:gd name="T81" fmla="*/ 120 h 795"/>
                <a:gd name="T82" fmla="*/ 493 w 852"/>
                <a:gd name="T83" fmla="*/ 108 h 795"/>
                <a:gd name="T84" fmla="*/ 466 w 852"/>
                <a:gd name="T85" fmla="*/ 96 h 795"/>
                <a:gd name="T86" fmla="*/ 439 w 852"/>
                <a:gd name="T87" fmla="*/ 86 h 795"/>
                <a:gd name="T88" fmla="*/ 412 w 852"/>
                <a:gd name="T89" fmla="*/ 75 h 795"/>
                <a:gd name="T90" fmla="*/ 384 w 852"/>
                <a:gd name="T91" fmla="*/ 65 h 795"/>
                <a:gd name="T92" fmla="*/ 355 w 852"/>
                <a:gd name="T93" fmla="*/ 56 h 795"/>
                <a:gd name="T94" fmla="*/ 327 w 852"/>
                <a:gd name="T95" fmla="*/ 48 h 795"/>
                <a:gd name="T96" fmla="*/ 299 w 852"/>
                <a:gd name="T97" fmla="*/ 40 h 795"/>
                <a:gd name="T98" fmla="*/ 270 w 852"/>
                <a:gd name="T99" fmla="*/ 33 h 795"/>
                <a:gd name="T100" fmla="*/ 241 w 852"/>
                <a:gd name="T101" fmla="*/ 27 h 795"/>
                <a:gd name="T102" fmla="*/ 211 w 852"/>
                <a:gd name="T103" fmla="*/ 21 h 795"/>
                <a:gd name="T104" fmla="*/ 182 w 852"/>
                <a:gd name="T105" fmla="*/ 16 h 795"/>
                <a:gd name="T106" fmla="*/ 152 w 852"/>
                <a:gd name="T107" fmla="*/ 12 h 795"/>
                <a:gd name="T108" fmla="*/ 122 w 852"/>
                <a:gd name="T109" fmla="*/ 8 h 795"/>
                <a:gd name="T110" fmla="*/ 92 w 852"/>
                <a:gd name="T111" fmla="*/ 5 h 795"/>
                <a:gd name="T112" fmla="*/ 62 w 852"/>
                <a:gd name="T113" fmla="*/ 3 h 795"/>
                <a:gd name="T114" fmla="*/ 31 w 852"/>
                <a:gd name="T115" fmla="*/ 1 h 795"/>
                <a:gd name="T116" fmla="*/ 1 w 852"/>
                <a:gd name="T117" fmla="*/ 0 h 7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52" h="795">
                  <a:moveTo>
                    <a:pt x="1" y="0"/>
                  </a:moveTo>
                  <a:lnTo>
                    <a:pt x="197" y="347"/>
                  </a:lnTo>
                  <a:lnTo>
                    <a:pt x="0" y="636"/>
                  </a:lnTo>
                  <a:lnTo>
                    <a:pt x="14" y="637"/>
                  </a:lnTo>
                  <a:lnTo>
                    <a:pt x="28" y="638"/>
                  </a:lnTo>
                  <a:lnTo>
                    <a:pt x="42" y="639"/>
                  </a:lnTo>
                  <a:lnTo>
                    <a:pt x="56" y="641"/>
                  </a:lnTo>
                  <a:lnTo>
                    <a:pt x="85" y="645"/>
                  </a:lnTo>
                  <a:lnTo>
                    <a:pt x="112" y="650"/>
                  </a:lnTo>
                  <a:lnTo>
                    <a:pt x="139" y="656"/>
                  </a:lnTo>
                  <a:lnTo>
                    <a:pt x="152" y="660"/>
                  </a:lnTo>
                  <a:lnTo>
                    <a:pt x="166" y="664"/>
                  </a:lnTo>
                  <a:lnTo>
                    <a:pt x="192" y="672"/>
                  </a:lnTo>
                  <a:lnTo>
                    <a:pt x="217" y="682"/>
                  </a:lnTo>
                  <a:lnTo>
                    <a:pt x="244" y="693"/>
                  </a:lnTo>
                  <a:lnTo>
                    <a:pt x="268" y="704"/>
                  </a:lnTo>
                  <a:lnTo>
                    <a:pt x="292" y="717"/>
                  </a:lnTo>
                  <a:lnTo>
                    <a:pt x="304" y="724"/>
                  </a:lnTo>
                  <a:lnTo>
                    <a:pt x="315" y="731"/>
                  </a:lnTo>
                  <a:lnTo>
                    <a:pt x="338" y="746"/>
                  </a:lnTo>
                  <a:lnTo>
                    <a:pt x="349" y="753"/>
                  </a:lnTo>
                  <a:lnTo>
                    <a:pt x="360" y="761"/>
                  </a:lnTo>
                  <a:lnTo>
                    <a:pt x="382" y="777"/>
                  </a:lnTo>
                  <a:lnTo>
                    <a:pt x="403" y="795"/>
                  </a:lnTo>
                  <a:lnTo>
                    <a:pt x="754" y="716"/>
                  </a:lnTo>
                  <a:lnTo>
                    <a:pt x="852" y="343"/>
                  </a:lnTo>
                  <a:lnTo>
                    <a:pt x="831" y="324"/>
                  </a:lnTo>
                  <a:lnTo>
                    <a:pt x="810" y="306"/>
                  </a:lnTo>
                  <a:lnTo>
                    <a:pt x="788" y="287"/>
                  </a:lnTo>
                  <a:lnTo>
                    <a:pt x="766" y="270"/>
                  </a:lnTo>
                  <a:lnTo>
                    <a:pt x="743" y="252"/>
                  </a:lnTo>
                  <a:lnTo>
                    <a:pt x="720" y="235"/>
                  </a:lnTo>
                  <a:lnTo>
                    <a:pt x="695" y="218"/>
                  </a:lnTo>
                  <a:lnTo>
                    <a:pt x="671" y="203"/>
                  </a:lnTo>
                  <a:lnTo>
                    <a:pt x="647" y="187"/>
                  </a:lnTo>
                  <a:lnTo>
                    <a:pt x="622" y="173"/>
                  </a:lnTo>
                  <a:lnTo>
                    <a:pt x="597" y="159"/>
                  </a:lnTo>
                  <a:lnTo>
                    <a:pt x="585" y="152"/>
                  </a:lnTo>
                  <a:lnTo>
                    <a:pt x="572" y="145"/>
                  </a:lnTo>
                  <a:lnTo>
                    <a:pt x="546" y="132"/>
                  </a:lnTo>
                  <a:lnTo>
                    <a:pt x="519" y="120"/>
                  </a:lnTo>
                  <a:lnTo>
                    <a:pt x="493" y="108"/>
                  </a:lnTo>
                  <a:lnTo>
                    <a:pt x="466" y="96"/>
                  </a:lnTo>
                  <a:lnTo>
                    <a:pt x="439" y="86"/>
                  </a:lnTo>
                  <a:lnTo>
                    <a:pt x="412" y="75"/>
                  </a:lnTo>
                  <a:lnTo>
                    <a:pt x="384" y="65"/>
                  </a:lnTo>
                  <a:lnTo>
                    <a:pt x="355" y="56"/>
                  </a:lnTo>
                  <a:lnTo>
                    <a:pt x="327" y="48"/>
                  </a:lnTo>
                  <a:lnTo>
                    <a:pt x="299" y="40"/>
                  </a:lnTo>
                  <a:lnTo>
                    <a:pt x="270" y="33"/>
                  </a:lnTo>
                  <a:lnTo>
                    <a:pt x="241" y="27"/>
                  </a:lnTo>
                  <a:lnTo>
                    <a:pt x="211" y="21"/>
                  </a:lnTo>
                  <a:lnTo>
                    <a:pt x="182" y="16"/>
                  </a:lnTo>
                  <a:lnTo>
                    <a:pt x="152" y="12"/>
                  </a:lnTo>
                  <a:lnTo>
                    <a:pt x="122" y="8"/>
                  </a:lnTo>
                  <a:lnTo>
                    <a:pt x="92" y="5"/>
                  </a:lnTo>
                  <a:lnTo>
                    <a:pt x="62" y="3"/>
                  </a:lnTo>
                  <a:lnTo>
                    <a:pt x="31" y="1"/>
                  </a:lnTo>
                  <a:lnTo>
                    <a:pt x="1" y="0"/>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68" name="Freeform 37">
              <a:extLst>
                <a:ext uri="{FF2B5EF4-FFF2-40B4-BE49-F238E27FC236}">
                  <a16:creationId xmlns:a16="http://schemas.microsoft.com/office/drawing/2014/main" xmlns="" id="{C198AE2E-111D-4D0B-9BE7-3251CA01400B}"/>
                </a:ext>
              </a:extLst>
            </p:cNvPr>
            <p:cNvSpPr>
              <a:spLocks noChangeAspect="1"/>
            </p:cNvSpPr>
            <p:nvPr/>
          </p:nvSpPr>
          <p:spPr bwMode="auto">
            <a:xfrm>
              <a:off x="3590" y="1706"/>
              <a:ext cx="811" cy="1062"/>
            </a:xfrm>
            <a:custGeom>
              <a:avLst/>
              <a:gdLst>
                <a:gd name="T0" fmla="*/ 811 w 811"/>
                <a:gd name="T1" fmla="*/ 873 h 1062"/>
                <a:gd name="T2" fmla="*/ 474 w 811"/>
                <a:gd name="T3" fmla="*/ 1062 h 1062"/>
                <a:gd name="T4" fmla="*/ 174 w 811"/>
                <a:gd name="T5" fmla="*/ 863 h 1062"/>
                <a:gd name="T6" fmla="*/ 173 w 811"/>
                <a:gd name="T7" fmla="*/ 848 h 1062"/>
                <a:gd name="T8" fmla="*/ 172 w 811"/>
                <a:gd name="T9" fmla="*/ 833 h 1062"/>
                <a:gd name="T10" fmla="*/ 171 w 811"/>
                <a:gd name="T11" fmla="*/ 819 h 1062"/>
                <a:gd name="T12" fmla="*/ 169 w 811"/>
                <a:gd name="T13" fmla="*/ 803 h 1062"/>
                <a:gd name="T14" fmla="*/ 167 w 811"/>
                <a:gd name="T15" fmla="*/ 789 h 1062"/>
                <a:gd name="T16" fmla="*/ 164 w 811"/>
                <a:gd name="T17" fmla="*/ 774 h 1062"/>
                <a:gd name="T18" fmla="*/ 159 w 811"/>
                <a:gd name="T19" fmla="*/ 746 h 1062"/>
                <a:gd name="T20" fmla="*/ 152 w 811"/>
                <a:gd name="T21" fmla="*/ 718 h 1062"/>
                <a:gd name="T22" fmla="*/ 148 w 811"/>
                <a:gd name="T23" fmla="*/ 704 h 1062"/>
                <a:gd name="T24" fmla="*/ 143 w 811"/>
                <a:gd name="T25" fmla="*/ 691 h 1062"/>
                <a:gd name="T26" fmla="*/ 134 w 811"/>
                <a:gd name="T27" fmla="*/ 664 h 1062"/>
                <a:gd name="T28" fmla="*/ 124 w 811"/>
                <a:gd name="T29" fmla="*/ 637 h 1062"/>
                <a:gd name="T30" fmla="*/ 112 w 811"/>
                <a:gd name="T31" fmla="*/ 611 h 1062"/>
                <a:gd name="T32" fmla="*/ 106 w 811"/>
                <a:gd name="T33" fmla="*/ 599 h 1062"/>
                <a:gd name="T34" fmla="*/ 99 w 811"/>
                <a:gd name="T35" fmla="*/ 586 h 1062"/>
                <a:gd name="T36" fmla="*/ 85 w 811"/>
                <a:gd name="T37" fmla="*/ 562 h 1062"/>
                <a:gd name="T38" fmla="*/ 70 w 811"/>
                <a:gd name="T39" fmla="*/ 538 h 1062"/>
                <a:gd name="T40" fmla="*/ 54 w 811"/>
                <a:gd name="T41" fmla="*/ 516 h 1062"/>
                <a:gd name="T42" fmla="*/ 37 w 811"/>
                <a:gd name="T43" fmla="*/ 493 h 1062"/>
                <a:gd name="T44" fmla="*/ 19 w 811"/>
                <a:gd name="T45" fmla="*/ 471 h 1062"/>
                <a:gd name="T46" fmla="*/ 10 w 811"/>
                <a:gd name="T47" fmla="*/ 460 h 1062"/>
                <a:gd name="T48" fmla="*/ 0 w 811"/>
                <a:gd name="T49" fmla="*/ 450 h 1062"/>
                <a:gd name="T50" fmla="*/ 344 w 811"/>
                <a:gd name="T51" fmla="*/ 386 h 1062"/>
                <a:gd name="T52" fmla="*/ 451 w 811"/>
                <a:gd name="T53" fmla="*/ 0 h 1062"/>
                <a:gd name="T54" fmla="*/ 471 w 811"/>
                <a:gd name="T55" fmla="*/ 22 h 1062"/>
                <a:gd name="T56" fmla="*/ 490 w 811"/>
                <a:gd name="T57" fmla="*/ 44 h 1062"/>
                <a:gd name="T58" fmla="*/ 510 w 811"/>
                <a:gd name="T59" fmla="*/ 66 h 1062"/>
                <a:gd name="T60" fmla="*/ 528 w 811"/>
                <a:gd name="T61" fmla="*/ 89 h 1062"/>
                <a:gd name="T62" fmla="*/ 546 w 811"/>
                <a:gd name="T63" fmla="*/ 112 h 1062"/>
                <a:gd name="T64" fmla="*/ 564 w 811"/>
                <a:gd name="T65" fmla="*/ 136 h 1062"/>
                <a:gd name="T66" fmla="*/ 582 w 811"/>
                <a:gd name="T67" fmla="*/ 160 h 1062"/>
                <a:gd name="T68" fmla="*/ 599 w 811"/>
                <a:gd name="T69" fmla="*/ 185 h 1062"/>
                <a:gd name="T70" fmla="*/ 615 w 811"/>
                <a:gd name="T71" fmla="*/ 210 h 1062"/>
                <a:gd name="T72" fmla="*/ 630 w 811"/>
                <a:gd name="T73" fmla="*/ 235 h 1062"/>
                <a:gd name="T74" fmla="*/ 645 w 811"/>
                <a:gd name="T75" fmla="*/ 261 h 1062"/>
                <a:gd name="T76" fmla="*/ 659 w 811"/>
                <a:gd name="T77" fmla="*/ 286 h 1062"/>
                <a:gd name="T78" fmla="*/ 673 w 811"/>
                <a:gd name="T79" fmla="*/ 313 h 1062"/>
                <a:gd name="T80" fmla="*/ 686 w 811"/>
                <a:gd name="T81" fmla="*/ 340 h 1062"/>
                <a:gd name="T82" fmla="*/ 698 w 811"/>
                <a:gd name="T83" fmla="*/ 367 h 1062"/>
                <a:gd name="T84" fmla="*/ 710 w 811"/>
                <a:gd name="T85" fmla="*/ 395 h 1062"/>
                <a:gd name="T86" fmla="*/ 722 w 811"/>
                <a:gd name="T87" fmla="*/ 422 h 1062"/>
                <a:gd name="T88" fmla="*/ 727 w 811"/>
                <a:gd name="T89" fmla="*/ 436 h 1062"/>
                <a:gd name="T90" fmla="*/ 733 w 811"/>
                <a:gd name="T91" fmla="*/ 450 h 1062"/>
                <a:gd name="T92" fmla="*/ 743 w 811"/>
                <a:gd name="T93" fmla="*/ 479 h 1062"/>
                <a:gd name="T94" fmla="*/ 752 w 811"/>
                <a:gd name="T95" fmla="*/ 508 h 1062"/>
                <a:gd name="T96" fmla="*/ 761 w 811"/>
                <a:gd name="T97" fmla="*/ 537 h 1062"/>
                <a:gd name="T98" fmla="*/ 769 w 811"/>
                <a:gd name="T99" fmla="*/ 566 h 1062"/>
                <a:gd name="T100" fmla="*/ 776 w 811"/>
                <a:gd name="T101" fmla="*/ 596 h 1062"/>
                <a:gd name="T102" fmla="*/ 783 w 811"/>
                <a:gd name="T103" fmla="*/ 626 h 1062"/>
                <a:gd name="T104" fmla="*/ 789 w 811"/>
                <a:gd name="T105" fmla="*/ 656 h 1062"/>
                <a:gd name="T106" fmla="*/ 792 w 811"/>
                <a:gd name="T107" fmla="*/ 672 h 1062"/>
                <a:gd name="T108" fmla="*/ 794 w 811"/>
                <a:gd name="T109" fmla="*/ 687 h 1062"/>
                <a:gd name="T110" fmla="*/ 797 w 811"/>
                <a:gd name="T111" fmla="*/ 702 h 1062"/>
                <a:gd name="T112" fmla="*/ 799 w 811"/>
                <a:gd name="T113" fmla="*/ 717 h 1062"/>
                <a:gd name="T114" fmla="*/ 803 w 811"/>
                <a:gd name="T115" fmla="*/ 748 h 1062"/>
                <a:gd name="T116" fmla="*/ 806 w 811"/>
                <a:gd name="T117" fmla="*/ 779 h 1062"/>
                <a:gd name="T118" fmla="*/ 808 w 811"/>
                <a:gd name="T119" fmla="*/ 810 h 1062"/>
                <a:gd name="T120" fmla="*/ 810 w 811"/>
                <a:gd name="T121" fmla="*/ 842 h 1062"/>
                <a:gd name="T122" fmla="*/ 811 w 811"/>
                <a:gd name="T123" fmla="*/ 873 h 10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11" h="1062">
                  <a:moveTo>
                    <a:pt x="811" y="873"/>
                  </a:moveTo>
                  <a:lnTo>
                    <a:pt x="474" y="1062"/>
                  </a:lnTo>
                  <a:lnTo>
                    <a:pt x="174" y="863"/>
                  </a:lnTo>
                  <a:lnTo>
                    <a:pt x="173" y="848"/>
                  </a:lnTo>
                  <a:lnTo>
                    <a:pt x="172" y="833"/>
                  </a:lnTo>
                  <a:lnTo>
                    <a:pt x="171" y="819"/>
                  </a:lnTo>
                  <a:lnTo>
                    <a:pt x="169" y="803"/>
                  </a:lnTo>
                  <a:lnTo>
                    <a:pt x="167" y="789"/>
                  </a:lnTo>
                  <a:lnTo>
                    <a:pt x="164" y="774"/>
                  </a:lnTo>
                  <a:lnTo>
                    <a:pt x="159" y="746"/>
                  </a:lnTo>
                  <a:lnTo>
                    <a:pt x="152" y="718"/>
                  </a:lnTo>
                  <a:lnTo>
                    <a:pt x="148" y="704"/>
                  </a:lnTo>
                  <a:lnTo>
                    <a:pt x="143" y="691"/>
                  </a:lnTo>
                  <a:lnTo>
                    <a:pt x="134" y="664"/>
                  </a:lnTo>
                  <a:lnTo>
                    <a:pt x="124" y="637"/>
                  </a:lnTo>
                  <a:lnTo>
                    <a:pt x="112" y="611"/>
                  </a:lnTo>
                  <a:lnTo>
                    <a:pt x="106" y="599"/>
                  </a:lnTo>
                  <a:lnTo>
                    <a:pt x="99" y="586"/>
                  </a:lnTo>
                  <a:lnTo>
                    <a:pt x="85" y="562"/>
                  </a:lnTo>
                  <a:lnTo>
                    <a:pt x="70" y="538"/>
                  </a:lnTo>
                  <a:lnTo>
                    <a:pt x="54" y="516"/>
                  </a:lnTo>
                  <a:lnTo>
                    <a:pt x="37" y="493"/>
                  </a:lnTo>
                  <a:lnTo>
                    <a:pt x="19" y="471"/>
                  </a:lnTo>
                  <a:lnTo>
                    <a:pt x="10" y="460"/>
                  </a:lnTo>
                  <a:lnTo>
                    <a:pt x="0" y="450"/>
                  </a:lnTo>
                  <a:lnTo>
                    <a:pt x="344" y="386"/>
                  </a:lnTo>
                  <a:lnTo>
                    <a:pt x="451" y="0"/>
                  </a:lnTo>
                  <a:lnTo>
                    <a:pt x="471" y="22"/>
                  </a:lnTo>
                  <a:lnTo>
                    <a:pt x="490" y="44"/>
                  </a:lnTo>
                  <a:lnTo>
                    <a:pt x="510" y="66"/>
                  </a:lnTo>
                  <a:lnTo>
                    <a:pt x="528" y="89"/>
                  </a:lnTo>
                  <a:lnTo>
                    <a:pt x="546" y="112"/>
                  </a:lnTo>
                  <a:lnTo>
                    <a:pt x="564" y="136"/>
                  </a:lnTo>
                  <a:lnTo>
                    <a:pt x="582" y="160"/>
                  </a:lnTo>
                  <a:lnTo>
                    <a:pt x="599" y="185"/>
                  </a:lnTo>
                  <a:lnTo>
                    <a:pt x="615" y="210"/>
                  </a:lnTo>
                  <a:lnTo>
                    <a:pt x="630" y="235"/>
                  </a:lnTo>
                  <a:lnTo>
                    <a:pt x="645" y="261"/>
                  </a:lnTo>
                  <a:lnTo>
                    <a:pt x="659" y="286"/>
                  </a:lnTo>
                  <a:lnTo>
                    <a:pt x="673" y="313"/>
                  </a:lnTo>
                  <a:lnTo>
                    <a:pt x="686" y="340"/>
                  </a:lnTo>
                  <a:lnTo>
                    <a:pt x="698" y="367"/>
                  </a:lnTo>
                  <a:lnTo>
                    <a:pt x="710" y="395"/>
                  </a:lnTo>
                  <a:lnTo>
                    <a:pt x="722" y="422"/>
                  </a:lnTo>
                  <a:lnTo>
                    <a:pt x="727" y="436"/>
                  </a:lnTo>
                  <a:lnTo>
                    <a:pt x="733" y="450"/>
                  </a:lnTo>
                  <a:lnTo>
                    <a:pt x="743" y="479"/>
                  </a:lnTo>
                  <a:lnTo>
                    <a:pt x="752" y="508"/>
                  </a:lnTo>
                  <a:lnTo>
                    <a:pt x="761" y="537"/>
                  </a:lnTo>
                  <a:lnTo>
                    <a:pt x="769" y="566"/>
                  </a:lnTo>
                  <a:lnTo>
                    <a:pt x="776" y="596"/>
                  </a:lnTo>
                  <a:lnTo>
                    <a:pt x="783" y="626"/>
                  </a:lnTo>
                  <a:lnTo>
                    <a:pt x="789" y="656"/>
                  </a:lnTo>
                  <a:lnTo>
                    <a:pt x="792" y="672"/>
                  </a:lnTo>
                  <a:lnTo>
                    <a:pt x="794" y="687"/>
                  </a:lnTo>
                  <a:lnTo>
                    <a:pt x="797" y="702"/>
                  </a:lnTo>
                  <a:lnTo>
                    <a:pt x="799" y="717"/>
                  </a:lnTo>
                  <a:lnTo>
                    <a:pt x="803" y="748"/>
                  </a:lnTo>
                  <a:lnTo>
                    <a:pt x="806" y="779"/>
                  </a:lnTo>
                  <a:lnTo>
                    <a:pt x="808" y="810"/>
                  </a:lnTo>
                  <a:lnTo>
                    <a:pt x="810" y="842"/>
                  </a:lnTo>
                  <a:lnTo>
                    <a:pt x="811" y="873"/>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69" name="Freeform 38">
              <a:extLst>
                <a:ext uri="{FF2B5EF4-FFF2-40B4-BE49-F238E27FC236}">
                  <a16:creationId xmlns:a16="http://schemas.microsoft.com/office/drawing/2014/main" xmlns="" id="{71AAB941-7388-4FE3-8D78-FA2C6E2D2E15}"/>
                </a:ext>
              </a:extLst>
            </p:cNvPr>
            <p:cNvSpPr>
              <a:spLocks noChangeAspect="1"/>
            </p:cNvSpPr>
            <p:nvPr/>
          </p:nvSpPr>
          <p:spPr bwMode="auto">
            <a:xfrm>
              <a:off x="3597" y="2641"/>
              <a:ext cx="804" cy="850"/>
            </a:xfrm>
            <a:custGeom>
              <a:avLst/>
              <a:gdLst>
                <a:gd name="T0" fmla="*/ 166 w 804"/>
                <a:gd name="T1" fmla="*/ 0 h 850"/>
                <a:gd name="T2" fmla="*/ 165 w 804"/>
                <a:gd name="T3" fmla="*/ 14 h 850"/>
                <a:gd name="T4" fmla="*/ 164 w 804"/>
                <a:gd name="T5" fmla="*/ 28 h 850"/>
                <a:gd name="T6" fmla="*/ 160 w 804"/>
                <a:gd name="T7" fmla="*/ 56 h 850"/>
                <a:gd name="T8" fmla="*/ 155 w 804"/>
                <a:gd name="T9" fmla="*/ 83 h 850"/>
                <a:gd name="T10" fmla="*/ 150 w 804"/>
                <a:gd name="T11" fmla="*/ 110 h 850"/>
                <a:gd name="T12" fmla="*/ 143 w 804"/>
                <a:gd name="T13" fmla="*/ 136 h 850"/>
                <a:gd name="T14" fmla="*/ 134 w 804"/>
                <a:gd name="T15" fmla="*/ 162 h 850"/>
                <a:gd name="T16" fmla="*/ 125 w 804"/>
                <a:gd name="T17" fmla="*/ 187 h 850"/>
                <a:gd name="T18" fmla="*/ 115 w 804"/>
                <a:gd name="T19" fmla="*/ 213 h 850"/>
                <a:gd name="T20" fmla="*/ 104 w 804"/>
                <a:gd name="T21" fmla="*/ 237 h 850"/>
                <a:gd name="T22" fmla="*/ 92 w 804"/>
                <a:gd name="T23" fmla="*/ 261 h 850"/>
                <a:gd name="T24" fmla="*/ 78 w 804"/>
                <a:gd name="T25" fmla="*/ 284 h 850"/>
                <a:gd name="T26" fmla="*/ 64 w 804"/>
                <a:gd name="T27" fmla="*/ 306 h 850"/>
                <a:gd name="T28" fmla="*/ 57 w 804"/>
                <a:gd name="T29" fmla="*/ 317 h 850"/>
                <a:gd name="T30" fmla="*/ 49 w 804"/>
                <a:gd name="T31" fmla="*/ 328 h 850"/>
                <a:gd name="T32" fmla="*/ 41 w 804"/>
                <a:gd name="T33" fmla="*/ 339 h 850"/>
                <a:gd name="T34" fmla="*/ 34 w 804"/>
                <a:gd name="T35" fmla="*/ 349 h 850"/>
                <a:gd name="T36" fmla="*/ 17 w 804"/>
                <a:gd name="T37" fmla="*/ 371 h 850"/>
                <a:gd name="T38" fmla="*/ 0 w 804"/>
                <a:gd name="T39" fmla="*/ 391 h 850"/>
                <a:gd name="T40" fmla="*/ 70 w 804"/>
                <a:gd name="T41" fmla="*/ 744 h 850"/>
                <a:gd name="T42" fmla="*/ 442 w 804"/>
                <a:gd name="T43" fmla="*/ 850 h 850"/>
                <a:gd name="T44" fmla="*/ 462 w 804"/>
                <a:gd name="T45" fmla="*/ 828 h 850"/>
                <a:gd name="T46" fmla="*/ 481 w 804"/>
                <a:gd name="T47" fmla="*/ 807 h 850"/>
                <a:gd name="T48" fmla="*/ 490 w 804"/>
                <a:gd name="T49" fmla="*/ 796 h 850"/>
                <a:gd name="T50" fmla="*/ 500 w 804"/>
                <a:gd name="T51" fmla="*/ 785 h 850"/>
                <a:gd name="T52" fmla="*/ 518 w 804"/>
                <a:gd name="T53" fmla="*/ 763 h 850"/>
                <a:gd name="T54" fmla="*/ 536 w 804"/>
                <a:gd name="T55" fmla="*/ 741 h 850"/>
                <a:gd name="T56" fmla="*/ 553 w 804"/>
                <a:gd name="T57" fmla="*/ 718 h 850"/>
                <a:gd name="T58" fmla="*/ 571 w 804"/>
                <a:gd name="T59" fmla="*/ 695 h 850"/>
                <a:gd name="T60" fmla="*/ 587 w 804"/>
                <a:gd name="T61" fmla="*/ 670 h 850"/>
                <a:gd name="T62" fmla="*/ 603 w 804"/>
                <a:gd name="T63" fmla="*/ 646 h 850"/>
                <a:gd name="T64" fmla="*/ 619 w 804"/>
                <a:gd name="T65" fmla="*/ 622 h 850"/>
                <a:gd name="T66" fmla="*/ 633 w 804"/>
                <a:gd name="T67" fmla="*/ 597 h 850"/>
                <a:gd name="T68" fmla="*/ 648 w 804"/>
                <a:gd name="T69" fmla="*/ 572 h 850"/>
                <a:gd name="T70" fmla="*/ 661 w 804"/>
                <a:gd name="T71" fmla="*/ 546 h 850"/>
                <a:gd name="T72" fmla="*/ 674 w 804"/>
                <a:gd name="T73" fmla="*/ 520 h 850"/>
                <a:gd name="T74" fmla="*/ 687 w 804"/>
                <a:gd name="T75" fmla="*/ 493 h 850"/>
                <a:gd name="T76" fmla="*/ 699 w 804"/>
                <a:gd name="T77" fmla="*/ 467 h 850"/>
                <a:gd name="T78" fmla="*/ 710 w 804"/>
                <a:gd name="T79" fmla="*/ 440 h 850"/>
                <a:gd name="T80" fmla="*/ 721 w 804"/>
                <a:gd name="T81" fmla="*/ 413 h 850"/>
                <a:gd name="T82" fmla="*/ 732 w 804"/>
                <a:gd name="T83" fmla="*/ 386 h 850"/>
                <a:gd name="T84" fmla="*/ 741 w 804"/>
                <a:gd name="T85" fmla="*/ 358 h 850"/>
                <a:gd name="T86" fmla="*/ 750 w 804"/>
                <a:gd name="T87" fmla="*/ 329 h 850"/>
                <a:gd name="T88" fmla="*/ 758 w 804"/>
                <a:gd name="T89" fmla="*/ 301 h 850"/>
                <a:gd name="T90" fmla="*/ 766 w 804"/>
                <a:gd name="T91" fmla="*/ 272 h 850"/>
                <a:gd name="T92" fmla="*/ 773 w 804"/>
                <a:gd name="T93" fmla="*/ 243 h 850"/>
                <a:gd name="T94" fmla="*/ 779 w 804"/>
                <a:gd name="T95" fmla="*/ 214 h 850"/>
                <a:gd name="T96" fmla="*/ 785 w 804"/>
                <a:gd name="T97" fmla="*/ 184 h 850"/>
                <a:gd name="T98" fmla="*/ 790 w 804"/>
                <a:gd name="T99" fmla="*/ 155 h 850"/>
                <a:gd name="T100" fmla="*/ 794 w 804"/>
                <a:gd name="T101" fmla="*/ 125 h 850"/>
                <a:gd name="T102" fmla="*/ 797 w 804"/>
                <a:gd name="T103" fmla="*/ 95 h 850"/>
                <a:gd name="T104" fmla="*/ 800 w 804"/>
                <a:gd name="T105" fmla="*/ 65 h 850"/>
                <a:gd name="T106" fmla="*/ 802 w 804"/>
                <a:gd name="T107" fmla="*/ 33 h 850"/>
                <a:gd name="T108" fmla="*/ 804 w 804"/>
                <a:gd name="T109" fmla="*/ 3 h 850"/>
                <a:gd name="T110" fmla="*/ 450 w 804"/>
                <a:gd name="T111" fmla="*/ 204 h 850"/>
                <a:gd name="T112" fmla="*/ 166 w 804"/>
                <a:gd name="T113" fmla="*/ 0 h 8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04" h="850">
                  <a:moveTo>
                    <a:pt x="166" y="0"/>
                  </a:moveTo>
                  <a:lnTo>
                    <a:pt x="165" y="14"/>
                  </a:lnTo>
                  <a:lnTo>
                    <a:pt x="164" y="28"/>
                  </a:lnTo>
                  <a:lnTo>
                    <a:pt x="160" y="56"/>
                  </a:lnTo>
                  <a:lnTo>
                    <a:pt x="155" y="83"/>
                  </a:lnTo>
                  <a:lnTo>
                    <a:pt x="150" y="110"/>
                  </a:lnTo>
                  <a:lnTo>
                    <a:pt x="143" y="136"/>
                  </a:lnTo>
                  <a:lnTo>
                    <a:pt x="134" y="162"/>
                  </a:lnTo>
                  <a:lnTo>
                    <a:pt x="125" y="187"/>
                  </a:lnTo>
                  <a:lnTo>
                    <a:pt x="115" y="213"/>
                  </a:lnTo>
                  <a:lnTo>
                    <a:pt x="104" y="237"/>
                  </a:lnTo>
                  <a:lnTo>
                    <a:pt x="92" y="261"/>
                  </a:lnTo>
                  <a:lnTo>
                    <a:pt x="78" y="284"/>
                  </a:lnTo>
                  <a:lnTo>
                    <a:pt x="64" y="306"/>
                  </a:lnTo>
                  <a:lnTo>
                    <a:pt x="57" y="317"/>
                  </a:lnTo>
                  <a:lnTo>
                    <a:pt x="49" y="328"/>
                  </a:lnTo>
                  <a:lnTo>
                    <a:pt x="41" y="339"/>
                  </a:lnTo>
                  <a:lnTo>
                    <a:pt x="34" y="349"/>
                  </a:lnTo>
                  <a:lnTo>
                    <a:pt x="17" y="371"/>
                  </a:lnTo>
                  <a:lnTo>
                    <a:pt x="0" y="391"/>
                  </a:lnTo>
                  <a:lnTo>
                    <a:pt x="70" y="744"/>
                  </a:lnTo>
                  <a:lnTo>
                    <a:pt x="442" y="850"/>
                  </a:lnTo>
                  <a:lnTo>
                    <a:pt x="462" y="828"/>
                  </a:lnTo>
                  <a:lnTo>
                    <a:pt x="481" y="807"/>
                  </a:lnTo>
                  <a:lnTo>
                    <a:pt x="490" y="796"/>
                  </a:lnTo>
                  <a:lnTo>
                    <a:pt x="500" y="785"/>
                  </a:lnTo>
                  <a:lnTo>
                    <a:pt x="518" y="763"/>
                  </a:lnTo>
                  <a:lnTo>
                    <a:pt x="536" y="741"/>
                  </a:lnTo>
                  <a:lnTo>
                    <a:pt x="553" y="718"/>
                  </a:lnTo>
                  <a:lnTo>
                    <a:pt x="571" y="695"/>
                  </a:lnTo>
                  <a:lnTo>
                    <a:pt x="587" y="670"/>
                  </a:lnTo>
                  <a:lnTo>
                    <a:pt x="603" y="646"/>
                  </a:lnTo>
                  <a:lnTo>
                    <a:pt x="619" y="622"/>
                  </a:lnTo>
                  <a:lnTo>
                    <a:pt x="633" y="597"/>
                  </a:lnTo>
                  <a:lnTo>
                    <a:pt x="648" y="572"/>
                  </a:lnTo>
                  <a:lnTo>
                    <a:pt x="661" y="546"/>
                  </a:lnTo>
                  <a:lnTo>
                    <a:pt x="674" y="520"/>
                  </a:lnTo>
                  <a:lnTo>
                    <a:pt x="687" y="493"/>
                  </a:lnTo>
                  <a:lnTo>
                    <a:pt x="699" y="467"/>
                  </a:lnTo>
                  <a:lnTo>
                    <a:pt x="710" y="440"/>
                  </a:lnTo>
                  <a:lnTo>
                    <a:pt x="721" y="413"/>
                  </a:lnTo>
                  <a:lnTo>
                    <a:pt x="732" y="386"/>
                  </a:lnTo>
                  <a:lnTo>
                    <a:pt x="741" y="358"/>
                  </a:lnTo>
                  <a:lnTo>
                    <a:pt x="750" y="329"/>
                  </a:lnTo>
                  <a:lnTo>
                    <a:pt x="758" y="301"/>
                  </a:lnTo>
                  <a:lnTo>
                    <a:pt x="766" y="272"/>
                  </a:lnTo>
                  <a:lnTo>
                    <a:pt x="773" y="243"/>
                  </a:lnTo>
                  <a:lnTo>
                    <a:pt x="779" y="214"/>
                  </a:lnTo>
                  <a:lnTo>
                    <a:pt x="785" y="184"/>
                  </a:lnTo>
                  <a:lnTo>
                    <a:pt x="790" y="155"/>
                  </a:lnTo>
                  <a:lnTo>
                    <a:pt x="794" y="125"/>
                  </a:lnTo>
                  <a:lnTo>
                    <a:pt x="797" y="95"/>
                  </a:lnTo>
                  <a:lnTo>
                    <a:pt x="800" y="65"/>
                  </a:lnTo>
                  <a:lnTo>
                    <a:pt x="802" y="33"/>
                  </a:lnTo>
                  <a:lnTo>
                    <a:pt x="804" y="3"/>
                  </a:lnTo>
                  <a:lnTo>
                    <a:pt x="450" y="204"/>
                  </a:lnTo>
                  <a:lnTo>
                    <a:pt x="166" y="0"/>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70" name="Freeform 39">
              <a:extLst>
                <a:ext uri="{FF2B5EF4-FFF2-40B4-BE49-F238E27FC236}">
                  <a16:creationId xmlns:a16="http://schemas.microsoft.com/office/drawing/2014/main" xmlns="" id="{750D3FC0-DB39-4D64-AAA6-4AC5EA06EBF2}"/>
                </a:ext>
              </a:extLst>
            </p:cNvPr>
            <p:cNvSpPr>
              <a:spLocks noChangeAspect="1"/>
            </p:cNvSpPr>
            <p:nvPr/>
          </p:nvSpPr>
          <p:spPr bwMode="auto">
            <a:xfrm>
              <a:off x="3015" y="3084"/>
              <a:ext cx="979" cy="792"/>
            </a:xfrm>
            <a:custGeom>
              <a:avLst/>
              <a:gdLst>
                <a:gd name="T0" fmla="*/ 191 w 979"/>
                <a:gd name="T1" fmla="*/ 792 h 792"/>
                <a:gd name="T2" fmla="*/ 0 w 979"/>
                <a:gd name="T3" fmla="*/ 462 h 792"/>
                <a:gd name="T4" fmla="*/ 194 w 979"/>
                <a:gd name="T5" fmla="*/ 151 h 792"/>
                <a:gd name="T6" fmla="*/ 217 w 979"/>
                <a:gd name="T7" fmla="*/ 147 h 792"/>
                <a:gd name="T8" fmla="*/ 240 w 979"/>
                <a:gd name="T9" fmla="*/ 143 h 792"/>
                <a:gd name="T10" fmla="*/ 252 w 979"/>
                <a:gd name="T11" fmla="*/ 140 h 792"/>
                <a:gd name="T12" fmla="*/ 263 w 979"/>
                <a:gd name="T13" fmla="*/ 137 h 792"/>
                <a:gd name="T14" fmla="*/ 286 w 979"/>
                <a:gd name="T15" fmla="*/ 131 h 792"/>
                <a:gd name="T16" fmla="*/ 308 w 979"/>
                <a:gd name="T17" fmla="*/ 124 h 792"/>
                <a:gd name="T18" fmla="*/ 330 w 979"/>
                <a:gd name="T19" fmla="*/ 117 h 792"/>
                <a:gd name="T20" fmla="*/ 353 w 979"/>
                <a:gd name="T21" fmla="*/ 108 h 792"/>
                <a:gd name="T22" fmla="*/ 374 w 979"/>
                <a:gd name="T23" fmla="*/ 99 h 792"/>
                <a:gd name="T24" fmla="*/ 395 w 979"/>
                <a:gd name="T25" fmla="*/ 89 h 792"/>
                <a:gd name="T26" fmla="*/ 415 w 979"/>
                <a:gd name="T27" fmla="*/ 79 h 792"/>
                <a:gd name="T28" fmla="*/ 435 w 979"/>
                <a:gd name="T29" fmla="*/ 67 h 792"/>
                <a:gd name="T30" fmla="*/ 454 w 979"/>
                <a:gd name="T31" fmla="*/ 55 h 792"/>
                <a:gd name="T32" fmla="*/ 464 w 979"/>
                <a:gd name="T33" fmla="*/ 48 h 792"/>
                <a:gd name="T34" fmla="*/ 473 w 979"/>
                <a:gd name="T35" fmla="*/ 42 h 792"/>
                <a:gd name="T36" fmla="*/ 492 w 979"/>
                <a:gd name="T37" fmla="*/ 29 h 792"/>
                <a:gd name="T38" fmla="*/ 511 w 979"/>
                <a:gd name="T39" fmla="*/ 15 h 792"/>
                <a:gd name="T40" fmla="*/ 528 w 979"/>
                <a:gd name="T41" fmla="*/ 0 h 792"/>
                <a:gd name="T42" fmla="*/ 586 w 979"/>
                <a:gd name="T43" fmla="*/ 342 h 792"/>
                <a:gd name="T44" fmla="*/ 979 w 979"/>
                <a:gd name="T45" fmla="*/ 450 h 792"/>
                <a:gd name="T46" fmla="*/ 959 w 979"/>
                <a:gd name="T47" fmla="*/ 468 h 792"/>
                <a:gd name="T48" fmla="*/ 939 w 979"/>
                <a:gd name="T49" fmla="*/ 486 h 792"/>
                <a:gd name="T50" fmla="*/ 918 w 979"/>
                <a:gd name="T51" fmla="*/ 503 h 792"/>
                <a:gd name="T52" fmla="*/ 897 w 979"/>
                <a:gd name="T53" fmla="*/ 520 h 792"/>
                <a:gd name="T54" fmla="*/ 876 w 979"/>
                <a:gd name="T55" fmla="*/ 536 h 792"/>
                <a:gd name="T56" fmla="*/ 855 w 979"/>
                <a:gd name="T57" fmla="*/ 552 h 792"/>
                <a:gd name="T58" fmla="*/ 833 w 979"/>
                <a:gd name="T59" fmla="*/ 569 h 792"/>
                <a:gd name="T60" fmla="*/ 810 w 979"/>
                <a:gd name="T61" fmla="*/ 584 h 792"/>
                <a:gd name="T62" fmla="*/ 787 w 979"/>
                <a:gd name="T63" fmla="*/ 598 h 792"/>
                <a:gd name="T64" fmla="*/ 764 w 979"/>
                <a:gd name="T65" fmla="*/ 613 h 792"/>
                <a:gd name="T66" fmla="*/ 741 w 979"/>
                <a:gd name="T67" fmla="*/ 626 h 792"/>
                <a:gd name="T68" fmla="*/ 718 w 979"/>
                <a:gd name="T69" fmla="*/ 639 h 792"/>
                <a:gd name="T70" fmla="*/ 694 w 979"/>
                <a:gd name="T71" fmla="*/ 652 h 792"/>
                <a:gd name="T72" fmla="*/ 670 w 979"/>
                <a:gd name="T73" fmla="*/ 664 h 792"/>
                <a:gd name="T74" fmla="*/ 645 w 979"/>
                <a:gd name="T75" fmla="*/ 676 h 792"/>
                <a:gd name="T76" fmla="*/ 620 w 979"/>
                <a:gd name="T77" fmla="*/ 687 h 792"/>
                <a:gd name="T78" fmla="*/ 595 w 979"/>
                <a:gd name="T79" fmla="*/ 698 h 792"/>
                <a:gd name="T80" fmla="*/ 570 w 979"/>
                <a:gd name="T81" fmla="*/ 708 h 792"/>
                <a:gd name="T82" fmla="*/ 544 w 979"/>
                <a:gd name="T83" fmla="*/ 718 h 792"/>
                <a:gd name="T84" fmla="*/ 532 w 979"/>
                <a:gd name="T85" fmla="*/ 723 h 792"/>
                <a:gd name="T86" fmla="*/ 519 w 979"/>
                <a:gd name="T87" fmla="*/ 727 h 792"/>
                <a:gd name="T88" fmla="*/ 492 w 979"/>
                <a:gd name="T89" fmla="*/ 736 h 792"/>
                <a:gd name="T90" fmla="*/ 466 w 979"/>
                <a:gd name="T91" fmla="*/ 744 h 792"/>
                <a:gd name="T92" fmla="*/ 439 w 979"/>
                <a:gd name="T93" fmla="*/ 751 h 792"/>
                <a:gd name="T94" fmla="*/ 426 w 979"/>
                <a:gd name="T95" fmla="*/ 755 h 792"/>
                <a:gd name="T96" fmla="*/ 413 w 979"/>
                <a:gd name="T97" fmla="*/ 758 h 792"/>
                <a:gd name="T98" fmla="*/ 386 w 979"/>
                <a:gd name="T99" fmla="*/ 764 h 792"/>
                <a:gd name="T100" fmla="*/ 359 w 979"/>
                <a:gd name="T101" fmla="*/ 770 h 792"/>
                <a:gd name="T102" fmla="*/ 303 w 979"/>
                <a:gd name="T103" fmla="*/ 780 h 792"/>
                <a:gd name="T104" fmla="*/ 275 w 979"/>
                <a:gd name="T105" fmla="*/ 784 h 792"/>
                <a:gd name="T106" fmla="*/ 247 w 979"/>
                <a:gd name="T107" fmla="*/ 787 h 792"/>
                <a:gd name="T108" fmla="*/ 219 w 979"/>
                <a:gd name="T109" fmla="*/ 790 h 792"/>
                <a:gd name="T110" fmla="*/ 191 w 979"/>
                <a:gd name="T111" fmla="*/ 792 h 7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79" h="792">
                  <a:moveTo>
                    <a:pt x="191" y="792"/>
                  </a:moveTo>
                  <a:lnTo>
                    <a:pt x="0" y="462"/>
                  </a:lnTo>
                  <a:lnTo>
                    <a:pt x="194" y="151"/>
                  </a:lnTo>
                  <a:lnTo>
                    <a:pt x="217" y="147"/>
                  </a:lnTo>
                  <a:lnTo>
                    <a:pt x="240" y="143"/>
                  </a:lnTo>
                  <a:lnTo>
                    <a:pt x="252" y="140"/>
                  </a:lnTo>
                  <a:lnTo>
                    <a:pt x="263" y="137"/>
                  </a:lnTo>
                  <a:lnTo>
                    <a:pt x="286" y="131"/>
                  </a:lnTo>
                  <a:lnTo>
                    <a:pt x="308" y="124"/>
                  </a:lnTo>
                  <a:lnTo>
                    <a:pt x="330" y="117"/>
                  </a:lnTo>
                  <a:lnTo>
                    <a:pt x="353" y="108"/>
                  </a:lnTo>
                  <a:lnTo>
                    <a:pt x="374" y="99"/>
                  </a:lnTo>
                  <a:lnTo>
                    <a:pt x="395" y="89"/>
                  </a:lnTo>
                  <a:lnTo>
                    <a:pt x="415" y="79"/>
                  </a:lnTo>
                  <a:lnTo>
                    <a:pt x="435" y="67"/>
                  </a:lnTo>
                  <a:lnTo>
                    <a:pt x="454" y="55"/>
                  </a:lnTo>
                  <a:lnTo>
                    <a:pt x="464" y="48"/>
                  </a:lnTo>
                  <a:lnTo>
                    <a:pt x="473" y="42"/>
                  </a:lnTo>
                  <a:lnTo>
                    <a:pt x="492" y="29"/>
                  </a:lnTo>
                  <a:lnTo>
                    <a:pt x="511" y="15"/>
                  </a:lnTo>
                  <a:lnTo>
                    <a:pt x="528" y="0"/>
                  </a:lnTo>
                  <a:lnTo>
                    <a:pt x="586" y="342"/>
                  </a:lnTo>
                  <a:lnTo>
                    <a:pt x="979" y="450"/>
                  </a:lnTo>
                  <a:lnTo>
                    <a:pt x="959" y="468"/>
                  </a:lnTo>
                  <a:lnTo>
                    <a:pt x="939" y="486"/>
                  </a:lnTo>
                  <a:lnTo>
                    <a:pt x="918" y="503"/>
                  </a:lnTo>
                  <a:lnTo>
                    <a:pt x="897" y="520"/>
                  </a:lnTo>
                  <a:lnTo>
                    <a:pt x="876" y="536"/>
                  </a:lnTo>
                  <a:lnTo>
                    <a:pt x="855" y="552"/>
                  </a:lnTo>
                  <a:lnTo>
                    <a:pt x="833" y="569"/>
                  </a:lnTo>
                  <a:lnTo>
                    <a:pt x="810" y="584"/>
                  </a:lnTo>
                  <a:lnTo>
                    <a:pt x="787" y="598"/>
                  </a:lnTo>
                  <a:lnTo>
                    <a:pt x="764" y="613"/>
                  </a:lnTo>
                  <a:lnTo>
                    <a:pt x="741" y="626"/>
                  </a:lnTo>
                  <a:lnTo>
                    <a:pt x="718" y="639"/>
                  </a:lnTo>
                  <a:lnTo>
                    <a:pt x="694" y="652"/>
                  </a:lnTo>
                  <a:lnTo>
                    <a:pt x="670" y="664"/>
                  </a:lnTo>
                  <a:lnTo>
                    <a:pt x="645" y="676"/>
                  </a:lnTo>
                  <a:lnTo>
                    <a:pt x="620" y="687"/>
                  </a:lnTo>
                  <a:lnTo>
                    <a:pt x="595" y="698"/>
                  </a:lnTo>
                  <a:lnTo>
                    <a:pt x="570" y="708"/>
                  </a:lnTo>
                  <a:lnTo>
                    <a:pt x="544" y="718"/>
                  </a:lnTo>
                  <a:lnTo>
                    <a:pt x="532" y="723"/>
                  </a:lnTo>
                  <a:lnTo>
                    <a:pt x="519" y="727"/>
                  </a:lnTo>
                  <a:lnTo>
                    <a:pt x="492" y="736"/>
                  </a:lnTo>
                  <a:lnTo>
                    <a:pt x="466" y="744"/>
                  </a:lnTo>
                  <a:lnTo>
                    <a:pt x="439" y="751"/>
                  </a:lnTo>
                  <a:lnTo>
                    <a:pt x="426" y="755"/>
                  </a:lnTo>
                  <a:lnTo>
                    <a:pt x="413" y="758"/>
                  </a:lnTo>
                  <a:lnTo>
                    <a:pt x="386" y="764"/>
                  </a:lnTo>
                  <a:lnTo>
                    <a:pt x="359" y="770"/>
                  </a:lnTo>
                  <a:lnTo>
                    <a:pt x="303" y="780"/>
                  </a:lnTo>
                  <a:lnTo>
                    <a:pt x="275" y="784"/>
                  </a:lnTo>
                  <a:lnTo>
                    <a:pt x="247" y="787"/>
                  </a:lnTo>
                  <a:lnTo>
                    <a:pt x="219" y="790"/>
                  </a:lnTo>
                  <a:lnTo>
                    <a:pt x="191" y="792"/>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71" name="Freeform 40">
              <a:extLst>
                <a:ext uri="{FF2B5EF4-FFF2-40B4-BE49-F238E27FC236}">
                  <a16:creationId xmlns:a16="http://schemas.microsoft.com/office/drawing/2014/main" xmlns="" id="{140D5CC2-2FC8-406F-B06E-0FE0B55BBAA4}"/>
                </a:ext>
              </a:extLst>
            </p:cNvPr>
            <p:cNvSpPr>
              <a:spLocks noChangeAspect="1"/>
            </p:cNvSpPr>
            <p:nvPr/>
          </p:nvSpPr>
          <p:spPr bwMode="auto">
            <a:xfrm>
              <a:off x="2274" y="3109"/>
              <a:ext cx="867" cy="769"/>
            </a:xfrm>
            <a:custGeom>
              <a:avLst/>
              <a:gdLst>
                <a:gd name="T0" fmla="*/ 866 w 867"/>
                <a:gd name="T1" fmla="*/ 769 h 769"/>
                <a:gd name="T2" fmla="*/ 847 w 867"/>
                <a:gd name="T3" fmla="*/ 769 h 769"/>
                <a:gd name="T4" fmla="*/ 817 w 867"/>
                <a:gd name="T5" fmla="*/ 769 h 769"/>
                <a:gd name="T6" fmla="*/ 787 w 867"/>
                <a:gd name="T7" fmla="*/ 768 h 769"/>
                <a:gd name="T8" fmla="*/ 756 w 867"/>
                <a:gd name="T9" fmla="*/ 766 h 769"/>
                <a:gd name="T10" fmla="*/ 726 w 867"/>
                <a:gd name="T11" fmla="*/ 764 h 769"/>
                <a:gd name="T12" fmla="*/ 697 w 867"/>
                <a:gd name="T13" fmla="*/ 760 h 769"/>
                <a:gd name="T14" fmla="*/ 667 w 867"/>
                <a:gd name="T15" fmla="*/ 757 h 769"/>
                <a:gd name="T16" fmla="*/ 653 w 867"/>
                <a:gd name="T17" fmla="*/ 755 h 769"/>
                <a:gd name="T18" fmla="*/ 638 w 867"/>
                <a:gd name="T19" fmla="*/ 752 h 769"/>
                <a:gd name="T20" fmla="*/ 610 w 867"/>
                <a:gd name="T21" fmla="*/ 747 h 769"/>
                <a:gd name="T22" fmla="*/ 580 w 867"/>
                <a:gd name="T23" fmla="*/ 742 h 769"/>
                <a:gd name="T24" fmla="*/ 552 w 867"/>
                <a:gd name="T25" fmla="*/ 735 h 769"/>
                <a:gd name="T26" fmla="*/ 523 w 867"/>
                <a:gd name="T27" fmla="*/ 728 h 769"/>
                <a:gd name="T28" fmla="*/ 496 w 867"/>
                <a:gd name="T29" fmla="*/ 721 h 769"/>
                <a:gd name="T30" fmla="*/ 482 w 867"/>
                <a:gd name="T31" fmla="*/ 717 h 769"/>
                <a:gd name="T32" fmla="*/ 468 w 867"/>
                <a:gd name="T33" fmla="*/ 712 h 769"/>
                <a:gd name="T34" fmla="*/ 440 w 867"/>
                <a:gd name="T35" fmla="*/ 704 h 769"/>
                <a:gd name="T36" fmla="*/ 413 w 867"/>
                <a:gd name="T37" fmla="*/ 694 h 769"/>
                <a:gd name="T38" fmla="*/ 386 w 867"/>
                <a:gd name="T39" fmla="*/ 683 h 769"/>
                <a:gd name="T40" fmla="*/ 359 w 867"/>
                <a:gd name="T41" fmla="*/ 673 h 769"/>
                <a:gd name="T42" fmla="*/ 333 w 867"/>
                <a:gd name="T43" fmla="*/ 662 h 769"/>
                <a:gd name="T44" fmla="*/ 307 w 867"/>
                <a:gd name="T45" fmla="*/ 650 h 769"/>
                <a:gd name="T46" fmla="*/ 281 w 867"/>
                <a:gd name="T47" fmla="*/ 638 h 769"/>
                <a:gd name="T48" fmla="*/ 255 w 867"/>
                <a:gd name="T49" fmla="*/ 625 h 769"/>
                <a:gd name="T50" fmla="*/ 230 w 867"/>
                <a:gd name="T51" fmla="*/ 611 h 769"/>
                <a:gd name="T52" fmla="*/ 206 w 867"/>
                <a:gd name="T53" fmla="*/ 598 h 769"/>
                <a:gd name="T54" fmla="*/ 182 w 867"/>
                <a:gd name="T55" fmla="*/ 583 h 769"/>
                <a:gd name="T56" fmla="*/ 158 w 867"/>
                <a:gd name="T57" fmla="*/ 568 h 769"/>
                <a:gd name="T58" fmla="*/ 134 w 867"/>
                <a:gd name="T59" fmla="*/ 553 h 769"/>
                <a:gd name="T60" fmla="*/ 110 w 867"/>
                <a:gd name="T61" fmla="*/ 537 h 769"/>
                <a:gd name="T62" fmla="*/ 87 w 867"/>
                <a:gd name="T63" fmla="*/ 519 h 769"/>
                <a:gd name="T64" fmla="*/ 65 w 867"/>
                <a:gd name="T65" fmla="*/ 502 h 769"/>
                <a:gd name="T66" fmla="*/ 43 w 867"/>
                <a:gd name="T67" fmla="*/ 485 h 769"/>
                <a:gd name="T68" fmla="*/ 21 w 867"/>
                <a:gd name="T69" fmla="*/ 467 h 769"/>
                <a:gd name="T70" fmla="*/ 0 w 867"/>
                <a:gd name="T71" fmla="*/ 449 h 769"/>
                <a:gd name="T72" fmla="*/ 96 w 867"/>
                <a:gd name="T73" fmla="*/ 84 h 769"/>
                <a:gd name="T74" fmla="*/ 454 w 867"/>
                <a:gd name="T75" fmla="*/ 0 h 769"/>
                <a:gd name="T76" fmla="*/ 474 w 867"/>
                <a:gd name="T77" fmla="*/ 15 h 769"/>
                <a:gd name="T78" fmla="*/ 485 w 867"/>
                <a:gd name="T79" fmla="*/ 22 h 769"/>
                <a:gd name="T80" fmla="*/ 495 w 867"/>
                <a:gd name="T81" fmla="*/ 29 h 769"/>
                <a:gd name="T82" fmla="*/ 517 w 867"/>
                <a:gd name="T83" fmla="*/ 43 h 769"/>
                <a:gd name="T84" fmla="*/ 540 w 867"/>
                <a:gd name="T85" fmla="*/ 56 h 769"/>
                <a:gd name="T86" fmla="*/ 563 w 867"/>
                <a:gd name="T87" fmla="*/ 68 h 769"/>
                <a:gd name="T88" fmla="*/ 574 w 867"/>
                <a:gd name="T89" fmla="*/ 74 h 769"/>
                <a:gd name="T90" fmla="*/ 586 w 867"/>
                <a:gd name="T91" fmla="*/ 79 h 769"/>
                <a:gd name="T92" fmla="*/ 611 w 867"/>
                <a:gd name="T93" fmla="*/ 89 h 769"/>
                <a:gd name="T94" fmla="*/ 623 w 867"/>
                <a:gd name="T95" fmla="*/ 93 h 769"/>
                <a:gd name="T96" fmla="*/ 636 w 867"/>
                <a:gd name="T97" fmla="*/ 98 h 769"/>
                <a:gd name="T98" fmla="*/ 660 w 867"/>
                <a:gd name="T99" fmla="*/ 106 h 769"/>
                <a:gd name="T100" fmla="*/ 686 w 867"/>
                <a:gd name="T101" fmla="*/ 113 h 769"/>
                <a:gd name="T102" fmla="*/ 699 w 867"/>
                <a:gd name="T103" fmla="*/ 116 h 769"/>
                <a:gd name="T104" fmla="*/ 712 w 867"/>
                <a:gd name="T105" fmla="*/ 119 h 769"/>
                <a:gd name="T106" fmla="*/ 738 w 867"/>
                <a:gd name="T107" fmla="*/ 124 h 769"/>
                <a:gd name="T108" fmla="*/ 751 w 867"/>
                <a:gd name="T109" fmla="*/ 126 h 769"/>
                <a:gd name="T110" fmla="*/ 764 w 867"/>
                <a:gd name="T111" fmla="*/ 127 h 769"/>
                <a:gd name="T112" fmla="*/ 792 w 867"/>
                <a:gd name="T113" fmla="*/ 130 h 769"/>
                <a:gd name="T114" fmla="*/ 819 w 867"/>
                <a:gd name="T115" fmla="*/ 132 h 769"/>
                <a:gd name="T116" fmla="*/ 833 w 867"/>
                <a:gd name="T117" fmla="*/ 132 h 769"/>
                <a:gd name="T118" fmla="*/ 847 w 867"/>
                <a:gd name="T119" fmla="*/ 133 h 769"/>
                <a:gd name="T120" fmla="*/ 867 w 867"/>
                <a:gd name="T121" fmla="*/ 132 h 769"/>
                <a:gd name="T122" fmla="*/ 667 w 867"/>
                <a:gd name="T123" fmla="*/ 428 h 769"/>
                <a:gd name="T124" fmla="*/ 866 w 867"/>
                <a:gd name="T125" fmla="*/ 769 h 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867" h="769">
                  <a:moveTo>
                    <a:pt x="866" y="769"/>
                  </a:moveTo>
                  <a:lnTo>
                    <a:pt x="847" y="769"/>
                  </a:lnTo>
                  <a:lnTo>
                    <a:pt x="817" y="769"/>
                  </a:lnTo>
                  <a:lnTo>
                    <a:pt x="787" y="768"/>
                  </a:lnTo>
                  <a:lnTo>
                    <a:pt x="756" y="766"/>
                  </a:lnTo>
                  <a:lnTo>
                    <a:pt x="726" y="764"/>
                  </a:lnTo>
                  <a:lnTo>
                    <a:pt x="697" y="760"/>
                  </a:lnTo>
                  <a:lnTo>
                    <a:pt x="667" y="757"/>
                  </a:lnTo>
                  <a:lnTo>
                    <a:pt x="653" y="755"/>
                  </a:lnTo>
                  <a:lnTo>
                    <a:pt x="638" y="752"/>
                  </a:lnTo>
                  <a:lnTo>
                    <a:pt x="610" y="747"/>
                  </a:lnTo>
                  <a:lnTo>
                    <a:pt x="580" y="742"/>
                  </a:lnTo>
                  <a:lnTo>
                    <a:pt x="552" y="735"/>
                  </a:lnTo>
                  <a:lnTo>
                    <a:pt x="523" y="728"/>
                  </a:lnTo>
                  <a:lnTo>
                    <a:pt x="496" y="721"/>
                  </a:lnTo>
                  <a:lnTo>
                    <a:pt x="482" y="717"/>
                  </a:lnTo>
                  <a:lnTo>
                    <a:pt x="468" y="712"/>
                  </a:lnTo>
                  <a:lnTo>
                    <a:pt x="440" y="704"/>
                  </a:lnTo>
                  <a:lnTo>
                    <a:pt x="413" y="694"/>
                  </a:lnTo>
                  <a:lnTo>
                    <a:pt x="386" y="683"/>
                  </a:lnTo>
                  <a:lnTo>
                    <a:pt x="359" y="673"/>
                  </a:lnTo>
                  <a:lnTo>
                    <a:pt x="333" y="662"/>
                  </a:lnTo>
                  <a:lnTo>
                    <a:pt x="307" y="650"/>
                  </a:lnTo>
                  <a:lnTo>
                    <a:pt x="281" y="638"/>
                  </a:lnTo>
                  <a:lnTo>
                    <a:pt x="255" y="625"/>
                  </a:lnTo>
                  <a:lnTo>
                    <a:pt x="230" y="611"/>
                  </a:lnTo>
                  <a:lnTo>
                    <a:pt x="206" y="598"/>
                  </a:lnTo>
                  <a:lnTo>
                    <a:pt x="182" y="583"/>
                  </a:lnTo>
                  <a:lnTo>
                    <a:pt x="158" y="568"/>
                  </a:lnTo>
                  <a:lnTo>
                    <a:pt x="134" y="553"/>
                  </a:lnTo>
                  <a:lnTo>
                    <a:pt x="110" y="537"/>
                  </a:lnTo>
                  <a:lnTo>
                    <a:pt x="87" y="519"/>
                  </a:lnTo>
                  <a:lnTo>
                    <a:pt x="65" y="502"/>
                  </a:lnTo>
                  <a:lnTo>
                    <a:pt x="43" y="485"/>
                  </a:lnTo>
                  <a:lnTo>
                    <a:pt x="21" y="467"/>
                  </a:lnTo>
                  <a:lnTo>
                    <a:pt x="0" y="449"/>
                  </a:lnTo>
                  <a:lnTo>
                    <a:pt x="96" y="84"/>
                  </a:lnTo>
                  <a:lnTo>
                    <a:pt x="454" y="0"/>
                  </a:lnTo>
                  <a:lnTo>
                    <a:pt x="474" y="15"/>
                  </a:lnTo>
                  <a:lnTo>
                    <a:pt x="485" y="22"/>
                  </a:lnTo>
                  <a:lnTo>
                    <a:pt x="495" y="29"/>
                  </a:lnTo>
                  <a:lnTo>
                    <a:pt x="517" y="43"/>
                  </a:lnTo>
                  <a:lnTo>
                    <a:pt x="540" y="56"/>
                  </a:lnTo>
                  <a:lnTo>
                    <a:pt x="563" y="68"/>
                  </a:lnTo>
                  <a:lnTo>
                    <a:pt x="574" y="74"/>
                  </a:lnTo>
                  <a:lnTo>
                    <a:pt x="586" y="79"/>
                  </a:lnTo>
                  <a:lnTo>
                    <a:pt x="611" y="89"/>
                  </a:lnTo>
                  <a:lnTo>
                    <a:pt x="623" y="93"/>
                  </a:lnTo>
                  <a:lnTo>
                    <a:pt x="636" y="98"/>
                  </a:lnTo>
                  <a:lnTo>
                    <a:pt x="660" y="106"/>
                  </a:lnTo>
                  <a:lnTo>
                    <a:pt x="686" y="113"/>
                  </a:lnTo>
                  <a:lnTo>
                    <a:pt x="699" y="116"/>
                  </a:lnTo>
                  <a:lnTo>
                    <a:pt x="712" y="119"/>
                  </a:lnTo>
                  <a:lnTo>
                    <a:pt x="738" y="124"/>
                  </a:lnTo>
                  <a:lnTo>
                    <a:pt x="751" y="126"/>
                  </a:lnTo>
                  <a:lnTo>
                    <a:pt x="764" y="127"/>
                  </a:lnTo>
                  <a:lnTo>
                    <a:pt x="792" y="130"/>
                  </a:lnTo>
                  <a:lnTo>
                    <a:pt x="819" y="132"/>
                  </a:lnTo>
                  <a:lnTo>
                    <a:pt x="833" y="132"/>
                  </a:lnTo>
                  <a:lnTo>
                    <a:pt x="847" y="133"/>
                  </a:lnTo>
                  <a:lnTo>
                    <a:pt x="867" y="132"/>
                  </a:lnTo>
                  <a:lnTo>
                    <a:pt x="667" y="428"/>
                  </a:lnTo>
                  <a:lnTo>
                    <a:pt x="866" y="769"/>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72" name="Freeform 41">
              <a:extLst>
                <a:ext uri="{FF2B5EF4-FFF2-40B4-BE49-F238E27FC236}">
                  <a16:creationId xmlns:a16="http://schemas.microsoft.com/office/drawing/2014/main" xmlns="" id="{A18A0707-2520-41CD-AE92-D2DF60101BD0}"/>
                </a:ext>
              </a:extLst>
            </p:cNvPr>
            <p:cNvSpPr>
              <a:spLocks noChangeAspect="1"/>
            </p:cNvSpPr>
            <p:nvPr/>
          </p:nvSpPr>
          <p:spPr bwMode="auto">
            <a:xfrm>
              <a:off x="1845" y="2514"/>
              <a:ext cx="831" cy="1000"/>
            </a:xfrm>
            <a:custGeom>
              <a:avLst/>
              <a:gdLst>
                <a:gd name="T0" fmla="*/ 641 w 831"/>
                <a:gd name="T1" fmla="*/ 195 h 1000"/>
                <a:gd name="T2" fmla="*/ 322 w 831"/>
                <a:gd name="T3" fmla="*/ 0 h 1000"/>
                <a:gd name="T4" fmla="*/ 0 w 831"/>
                <a:gd name="T5" fmla="*/ 194 h 1000"/>
                <a:gd name="T6" fmla="*/ 2 w 831"/>
                <a:gd name="T7" fmla="*/ 224 h 1000"/>
                <a:gd name="T8" fmla="*/ 6 w 831"/>
                <a:gd name="T9" fmla="*/ 253 h 1000"/>
                <a:gd name="T10" fmla="*/ 10 w 831"/>
                <a:gd name="T11" fmla="*/ 282 h 1000"/>
                <a:gd name="T12" fmla="*/ 15 w 831"/>
                <a:gd name="T13" fmla="*/ 310 h 1000"/>
                <a:gd name="T14" fmla="*/ 20 w 831"/>
                <a:gd name="T15" fmla="*/ 340 h 1000"/>
                <a:gd name="T16" fmla="*/ 26 w 831"/>
                <a:gd name="T17" fmla="*/ 368 h 1000"/>
                <a:gd name="T18" fmla="*/ 33 w 831"/>
                <a:gd name="T19" fmla="*/ 396 h 1000"/>
                <a:gd name="T20" fmla="*/ 40 w 831"/>
                <a:gd name="T21" fmla="*/ 423 h 1000"/>
                <a:gd name="T22" fmla="*/ 48 w 831"/>
                <a:gd name="T23" fmla="*/ 451 h 1000"/>
                <a:gd name="T24" fmla="*/ 56 w 831"/>
                <a:gd name="T25" fmla="*/ 478 h 1000"/>
                <a:gd name="T26" fmla="*/ 65 w 831"/>
                <a:gd name="T27" fmla="*/ 506 h 1000"/>
                <a:gd name="T28" fmla="*/ 76 w 831"/>
                <a:gd name="T29" fmla="*/ 533 h 1000"/>
                <a:gd name="T30" fmla="*/ 86 w 831"/>
                <a:gd name="T31" fmla="*/ 559 h 1000"/>
                <a:gd name="T32" fmla="*/ 97 w 831"/>
                <a:gd name="T33" fmla="*/ 585 h 1000"/>
                <a:gd name="T34" fmla="*/ 108 w 831"/>
                <a:gd name="T35" fmla="*/ 611 h 1000"/>
                <a:gd name="T36" fmla="*/ 120 w 831"/>
                <a:gd name="T37" fmla="*/ 636 h 1000"/>
                <a:gd name="T38" fmla="*/ 133 w 831"/>
                <a:gd name="T39" fmla="*/ 663 h 1000"/>
                <a:gd name="T40" fmla="*/ 146 w 831"/>
                <a:gd name="T41" fmla="*/ 687 h 1000"/>
                <a:gd name="T42" fmla="*/ 159 w 831"/>
                <a:gd name="T43" fmla="*/ 712 h 1000"/>
                <a:gd name="T44" fmla="*/ 173 w 831"/>
                <a:gd name="T45" fmla="*/ 736 h 1000"/>
                <a:gd name="T46" fmla="*/ 188 w 831"/>
                <a:gd name="T47" fmla="*/ 760 h 1000"/>
                <a:gd name="T48" fmla="*/ 203 w 831"/>
                <a:gd name="T49" fmla="*/ 783 h 1000"/>
                <a:gd name="T50" fmla="*/ 218 w 831"/>
                <a:gd name="T51" fmla="*/ 808 h 1000"/>
                <a:gd name="T52" fmla="*/ 234 w 831"/>
                <a:gd name="T53" fmla="*/ 830 h 1000"/>
                <a:gd name="T54" fmla="*/ 252 w 831"/>
                <a:gd name="T55" fmla="*/ 853 h 1000"/>
                <a:gd name="T56" fmla="*/ 269 w 831"/>
                <a:gd name="T57" fmla="*/ 875 h 1000"/>
                <a:gd name="T58" fmla="*/ 286 w 831"/>
                <a:gd name="T59" fmla="*/ 897 h 1000"/>
                <a:gd name="T60" fmla="*/ 304 w 831"/>
                <a:gd name="T61" fmla="*/ 918 h 1000"/>
                <a:gd name="T62" fmla="*/ 323 w 831"/>
                <a:gd name="T63" fmla="*/ 939 h 1000"/>
                <a:gd name="T64" fmla="*/ 342 w 831"/>
                <a:gd name="T65" fmla="*/ 959 h 1000"/>
                <a:gd name="T66" fmla="*/ 361 w 831"/>
                <a:gd name="T67" fmla="*/ 980 h 1000"/>
                <a:gd name="T68" fmla="*/ 381 w 831"/>
                <a:gd name="T69" fmla="*/ 1000 h 1000"/>
                <a:gd name="T70" fmla="*/ 479 w 831"/>
                <a:gd name="T71" fmla="*/ 619 h 1000"/>
                <a:gd name="T72" fmla="*/ 831 w 831"/>
                <a:gd name="T73" fmla="*/ 550 h 1000"/>
                <a:gd name="T74" fmla="*/ 813 w 831"/>
                <a:gd name="T75" fmla="*/ 532 h 1000"/>
                <a:gd name="T76" fmla="*/ 796 w 831"/>
                <a:gd name="T77" fmla="*/ 514 h 1000"/>
                <a:gd name="T78" fmla="*/ 780 w 831"/>
                <a:gd name="T79" fmla="*/ 495 h 1000"/>
                <a:gd name="T80" fmla="*/ 764 w 831"/>
                <a:gd name="T81" fmla="*/ 474 h 1000"/>
                <a:gd name="T82" fmla="*/ 749 w 831"/>
                <a:gd name="T83" fmla="*/ 454 h 1000"/>
                <a:gd name="T84" fmla="*/ 735 w 831"/>
                <a:gd name="T85" fmla="*/ 433 h 1000"/>
                <a:gd name="T86" fmla="*/ 722 w 831"/>
                <a:gd name="T87" fmla="*/ 411 h 1000"/>
                <a:gd name="T88" fmla="*/ 708 w 831"/>
                <a:gd name="T89" fmla="*/ 389 h 1000"/>
                <a:gd name="T90" fmla="*/ 696 w 831"/>
                <a:gd name="T91" fmla="*/ 367 h 1000"/>
                <a:gd name="T92" fmla="*/ 686 w 831"/>
                <a:gd name="T93" fmla="*/ 344 h 1000"/>
                <a:gd name="T94" fmla="*/ 676 w 831"/>
                <a:gd name="T95" fmla="*/ 319 h 1000"/>
                <a:gd name="T96" fmla="*/ 667 w 831"/>
                <a:gd name="T97" fmla="*/ 295 h 1000"/>
                <a:gd name="T98" fmla="*/ 659 w 831"/>
                <a:gd name="T99" fmla="*/ 270 h 1000"/>
                <a:gd name="T100" fmla="*/ 652 w 831"/>
                <a:gd name="T101" fmla="*/ 246 h 1000"/>
                <a:gd name="T102" fmla="*/ 649 w 831"/>
                <a:gd name="T103" fmla="*/ 233 h 1000"/>
                <a:gd name="T104" fmla="*/ 646 w 831"/>
                <a:gd name="T105" fmla="*/ 220 h 1000"/>
                <a:gd name="T106" fmla="*/ 641 w 831"/>
                <a:gd name="T107" fmla="*/ 195 h 10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31" h="1000">
                  <a:moveTo>
                    <a:pt x="641" y="195"/>
                  </a:moveTo>
                  <a:lnTo>
                    <a:pt x="322" y="0"/>
                  </a:lnTo>
                  <a:lnTo>
                    <a:pt x="0" y="194"/>
                  </a:lnTo>
                  <a:lnTo>
                    <a:pt x="2" y="224"/>
                  </a:lnTo>
                  <a:lnTo>
                    <a:pt x="6" y="253"/>
                  </a:lnTo>
                  <a:lnTo>
                    <a:pt x="10" y="282"/>
                  </a:lnTo>
                  <a:lnTo>
                    <a:pt x="15" y="310"/>
                  </a:lnTo>
                  <a:lnTo>
                    <a:pt x="20" y="340"/>
                  </a:lnTo>
                  <a:lnTo>
                    <a:pt x="26" y="368"/>
                  </a:lnTo>
                  <a:lnTo>
                    <a:pt x="33" y="396"/>
                  </a:lnTo>
                  <a:lnTo>
                    <a:pt x="40" y="423"/>
                  </a:lnTo>
                  <a:lnTo>
                    <a:pt x="48" y="451"/>
                  </a:lnTo>
                  <a:lnTo>
                    <a:pt x="56" y="478"/>
                  </a:lnTo>
                  <a:lnTo>
                    <a:pt x="65" y="506"/>
                  </a:lnTo>
                  <a:lnTo>
                    <a:pt x="76" y="533"/>
                  </a:lnTo>
                  <a:lnTo>
                    <a:pt x="86" y="559"/>
                  </a:lnTo>
                  <a:lnTo>
                    <a:pt x="97" y="585"/>
                  </a:lnTo>
                  <a:lnTo>
                    <a:pt x="108" y="611"/>
                  </a:lnTo>
                  <a:lnTo>
                    <a:pt x="120" y="636"/>
                  </a:lnTo>
                  <a:lnTo>
                    <a:pt x="133" y="663"/>
                  </a:lnTo>
                  <a:lnTo>
                    <a:pt x="146" y="687"/>
                  </a:lnTo>
                  <a:lnTo>
                    <a:pt x="159" y="712"/>
                  </a:lnTo>
                  <a:lnTo>
                    <a:pt x="173" y="736"/>
                  </a:lnTo>
                  <a:lnTo>
                    <a:pt x="188" y="760"/>
                  </a:lnTo>
                  <a:lnTo>
                    <a:pt x="203" y="783"/>
                  </a:lnTo>
                  <a:lnTo>
                    <a:pt x="218" y="808"/>
                  </a:lnTo>
                  <a:lnTo>
                    <a:pt x="234" y="830"/>
                  </a:lnTo>
                  <a:lnTo>
                    <a:pt x="252" y="853"/>
                  </a:lnTo>
                  <a:lnTo>
                    <a:pt x="269" y="875"/>
                  </a:lnTo>
                  <a:lnTo>
                    <a:pt x="286" y="897"/>
                  </a:lnTo>
                  <a:lnTo>
                    <a:pt x="304" y="918"/>
                  </a:lnTo>
                  <a:lnTo>
                    <a:pt x="323" y="939"/>
                  </a:lnTo>
                  <a:lnTo>
                    <a:pt x="342" y="959"/>
                  </a:lnTo>
                  <a:lnTo>
                    <a:pt x="361" y="980"/>
                  </a:lnTo>
                  <a:lnTo>
                    <a:pt x="381" y="1000"/>
                  </a:lnTo>
                  <a:lnTo>
                    <a:pt x="479" y="619"/>
                  </a:lnTo>
                  <a:lnTo>
                    <a:pt x="831" y="550"/>
                  </a:lnTo>
                  <a:lnTo>
                    <a:pt x="813" y="532"/>
                  </a:lnTo>
                  <a:lnTo>
                    <a:pt x="796" y="514"/>
                  </a:lnTo>
                  <a:lnTo>
                    <a:pt x="780" y="495"/>
                  </a:lnTo>
                  <a:lnTo>
                    <a:pt x="764" y="474"/>
                  </a:lnTo>
                  <a:lnTo>
                    <a:pt x="749" y="454"/>
                  </a:lnTo>
                  <a:lnTo>
                    <a:pt x="735" y="433"/>
                  </a:lnTo>
                  <a:lnTo>
                    <a:pt x="722" y="411"/>
                  </a:lnTo>
                  <a:lnTo>
                    <a:pt x="708" y="389"/>
                  </a:lnTo>
                  <a:lnTo>
                    <a:pt x="696" y="367"/>
                  </a:lnTo>
                  <a:lnTo>
                    <a:pt x="686" y="344"/>
                  </a:lnTo>
                  <a:lnTo>
                    <a:pt x="676" y="319"/>
                  </a:lnTo>
                  <a:lnTo>
                    <a:pt x="667" y="295"/>
                  </a:lnTo>
                  <a:lnTo>
                    <a:pt x="659" y="270"/>
                  </a:lnTo>
                  <a:lnTo>
                    <a:pt x="652" y="246"/>
                  </a:lnTo>
                  <a:lnTo>
                    <a:pt x="649" y="233"/>
                  </a:lnTo>
                  <a:lnTo>
                    <a:pt x="646" y="220"/>
                  </a:lnTo>
                  <a:lnTo>
                    <a:pt x="641" y="195"/>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sp>
          <p:nvSpPr>
            <p:cNvPr id="73" name="Freeform 42">
              <a:extLst>
                <a:ext uri="{FF2B5EF4-FFF2-40B4-BE49-F238E27FC236}">
                  <a16:creationId xmlns:a16="http://schemas.microsoft.com/office/drawing/2014/main" xmlns="" id="{B652345B-CEAA-45FB-AF6C-9400D074602A}"/>
                </a:ext>
              </a:extLst>
            </p:cNvPr>
            <p:cNvSpPr>
              <a:spLocks noChangeAspect="1"/>
            </p:cNvSpPr>
            <p:nvPr/>
          </p:nvSpPr>
          <p:spPr bwMode="auto">
            <a:xfrm>
              <a:off x="1840" y="1772"/>
              <a:ext cx="754" cy="872"/>
            </a:xfrm>
            <a:custGeom>
              <a:avLst/>
              <a:gdLst>
                <a:gd name="T0" fmla="*/ 335 w 754"/>
                <a:gd name="T1" fmla="*/ 675 h 872"/>
                <a:gd name="T2" fmla="*/ 637 w 754"/>
                <a:gd name="T3" fmla="*/ 849 h 872"/>
                <a:gd name="T4" fmla="*/ 637 w 754"/>
                <a:gd name="T5" fmla="*/ 826 h 872"/>
                <a:gd name="T6" fmla="*/ 638 w 754"/>
                <a:gd name="T7" fmla="*/ 787 h 872"/>
                <a:gd name="T8" fmla="*/ 641 w 754"/>
                <a:gd name="T9" fmla="*/ 750 h 872"/>
                <a:gd name="T10" fmla="*/ 645 w 754"/>
                <a:gd name="T11" fmla="*/ 724 h 872"/>
                <a:gd name="T12" fmla="*/ 651 w 754"/>
                <a:gd name="T13" fmla="*/ 687 h 872"/>
                <a:gd name="T14" fmla="*/ 660 w 754"/>
                <a:gd name="T15" fmla="*/ 651 h 872"/>
                <a:gd name="T16" fmla="*/ 675 w 754"/>
                <a:gd name="T17" fmla="*/ 605 h 872"/>
                <a:gd name="T18" fmla="*/ 694 w 754"/>
                <a:gd name="T19" fmla="*/ 559 h 872"/>
                <a:gd name="T20" fmla="*/ 710 w 754"/>
                <a:gd name="T21" fmla="*/ 527 h 872"/>
                <a:gd name="T22" fmla="*/ 722 w 754"/>
                <a:gd name="T23" fmla="*/ 506 h 872"/>
                <a:gd name="T24" fmla="*/ 734 w 754"/>
                <a:gd name="T25" fmla="*/ 485 h 872"/>
                <a:gd name="T26" fmla="*/ 747 w 754"/>
                <a:gd name="T27" fmla="*/ 465 h 872"/>
                <a:gd name="T28" fmla="*/ 665 w 754"/>
                <a:gd name="T29" fmla="*/ 91 h 872"/>
                <a:gd name="T30" fmla="*/ 285 w 754"/>
                <a:gd name="T31" fmla="*/ 21 h 872"/>
                <a:gd name="T32" fmla="*/ 252 w 754"/>
                <a:gd name="T33" fmla="*/ 64 h 872"/>
                <a:gd name="T34" fmla="*/ 219 w 754"/>
                <a:gd name="T35" fmla="*/ 109 h 872"/>
                <a:gd name="T36" fmla="*/ 190 w 754"/>
                <a:gd name="T37" fmla="*/ 155 h 872"/>
                <a:gd name="T38" fmla="*/ 162 w 754"/>
                <a:gd name="T39" fmla="*/ 202 h 872"/>
                <a:gd name="T40" fmla="*/ 136 w 754"/>
                <a:gd name="T41" fmla="*/ 251 h 872"/>
                <a:gd name="T42" fmla="*/ 112 w 754"/>
                <a:gd name="T43" fmla="*/ 301 h 872"/>
                <a:gd name="T44" fmla="*/ 91 w 754"/>
                <a:gd name="T45" fmla="*/ 352 h 872"/>
                <a:gd name="T46" fmla="*/ 71 w 754"/>
                <a:gd name="T47" fmla="*/ 404 h 872"/>
                <a:gd name="T48" fmla="*/ 53 w 754"/>
                <a:gd name="T49" fmla="*/ 458 h 872"/>
                <a:gd name="T50" fmla="*/ 39 w 754"/>
                <a:gd name="T51" fmla="*/ 512 h 872"/>
                <a:gd name="T52" fmla="*/ 26 w 754"/>
                <a:gd name="T53" fmla="*/ 567 h 872"/>
                <a:gd name="T54" fmla="*/ 16 w 754"/>
                <a:gd name="T55" fmla="*/ 623 h 872"/>
                <a:gd name="T56" fmla="*/ 8 w 754"/>
                <a:gd name="T57" fmla="*/ 680 h 872"/>
                <a:gd name="T58" fmla="*/ 3 w 754"/>
                <a:gd name="T59" fmla="*/ 737 h 872"/>
                <a:gd name="T60" fmla="*/ 0 w 754"/>
                <a:gd name="T61" fmla="*/ 796 h 872"/>
                <a:gd name="T62" fmla="*/ 0 w 754"/>
                <a:gd name="T63" fmla="*/ 837 h 872"/>
                <a:gd name="T64" fmla="*/ 3 w 754"/>
                <a:gd name="T65" fmla="*/ 871 h 8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54" h="872">
                  <a:moveTo>
                    <a:pt x="3" y="871"/>
                  </a:moveTo>
                  <a:lnTo>
                    <a:pt x="335" y="675"/>
                  </a:lnTo>
                  <a:lnTo>
                    <a:pt x="639" y="872"/>
                  </a:lnTo>
                  <a:lnTo>
                    <a:pt x="637" y="849"/>
                  </a:lnTo>
                  <a:lnTo>
                    <a:pt x="637" y="837"/>
                  </a:lnTo>
                  <a:lnTo>
                    <a:pt x="637" y="826"/>
                  </a:lnTo>
                  <a:lnTo>
                    <a:pt x="637" y="800"/>
                  </a:lnTo>
                  <a:lnTo>
                    <a:pt x="638" y="787"/>
                  </a:lnTo>
                  <a:lnTo>
                    <a:pt x="639" y="775"/>
                  </a:lnTo>
                  <a:lnTo>
                    <a:pt x="641" y="750"/>
                  </a:lnTo>
                  <a:lnTo>
                    <a:pt x="643" y="736"/>
                  </a:lnTo>
                  <a:lnTo>
                    <a:pt x="645" y="724"/>
                  </a:lnTo>
                  <a:lnTo>
                    <a:pt x="649" y="699"/>
                  </a:lnTo>
                  <a:lnTo>
                    <a:pt x="651" y="687"/>
                  </a:lnTo>
                  <a:lnTo>
                    <a:pt x="654" y="675"/>
                  </a:lnTo>
                  <a:lnTo>
                    <a:pt x="660" y="651"/>
                  </a:lnTo>
                  <a:lnTo>
                    <a:pt x="667" y="628"/>
                  </a:lnTo>
                  <a:lnTo>
                    <a:pt x="675" y="605"/>
                  </a:lnTo>
                  <a:lnTo>
                    <a:pt x="684" y="581"/>
                  </a:lnTo>
                  <a:lnTo>
                    <a:pt x="694" y="559"/>
                  </a:lnTo>
                  <a:lnTo>
                    <a:pt x="704" y="537"/>
                  </a:lnTo>
                  <a:lnTo>
                    <a:pt x="710" y="527"/>
                  </a:lnTo>
                  <a:lnTo>
                    <a:pt x="715" y="516"/>
                  </a:lnTo>
                  <a:lnTo>
                    <a:pt x="722" y="506"/>
                  </a:lnTo>
                  <a:lnTo>
                    <a:pt x="728" y="495"/>
                  </a:lnTo>
                  <a:lnTo>
                    <a:pt x="734" y="485"/>
                  </a:lnTo>
                  <a:lnTo>
                    <a:pt x="741" y="475"/>
                  </a:lnTo>
                  <a:lnTo>
                    <a:pt x="747" y="465"/>
                  </a:lnTo>
                  <a:lnTo>
                    <a:pt x="754" y="455"/>
                  </a:lnTo>
                  <a:lnTo>
                    <a:pt x="665" y="91"/>
                  </a:lnTo>
                  <a:lnTo>
                    <a:pt x="302" y="0"/>
                  </a:lnTo>
                  <a:lnTo>
                    <a:pt x="285" y="21"/>
                  </a:lnTo>
                  <a:lnTo>
                    <a:pt x="268" y="42"/>
                  </a:lnTo>
                  <a:lnTo>
                    <a:pt x="252" y="64"/>
                  </a:lnTo>
                  <a:lnTo>
                    <a:pt x="235" y="86"/>
                  </a:lnTo>
                  <a:lnTo>
                    <a:pt x="219" y="109"/>
                  </a:lnTo>
                  <a:lnTo>
                    <a:pt x="204" y="132"/>
                  </a:lnTo>
                  <a:lnTo>
                    <a:pt x="190" y="155"/>
                  </a:lnTo>
                  <a:lnTo>
                    <a:pt x="175" y="178"/>
                  </a:lnTo>
                  <a:lnTo>
                    <a:pt x="162" y="202"/>
                  </a:lnTo>
                  <a:lnTo>
                    <a:pt x="149" y="226"/>
                  </a:lnTo>
                  <a:lnTo>
                    <a:pt x="136" y="251"/>
                  </a:lnTo>
                  <a:lnTo>
                    <a:pt x="124" y="276"/>
                  </a:lnTo>
                  <a:lnTo>
                    <a:pt x="112" y="301"/>
                  </a:lnTo>
                  <a:lnTo>
                    <a:pt x="101" y="326"/>
                  </a:lnTo>
                  <a:lnTo>
                    <a:pt x="91" y="352"/>
                  </a:lnTo>
                  <a:lnTo>
                    <a:pt x="81" y="378"/>
                  </a:lnTo>
                  <a:lnTo>
                    <a:pt x="71" y="404"/>
                  </a:lnTo>
                  <a:lnTo>
                    <a:pt x="62" y="431"/>
                  </a:lnTo>
                  <a:lnTo>
                    <a:pt x="53" y="458"/>
                  </a:lnTo>
                  <a:lnTo>
                    <a:pt x="46" y="485"/>
                  </a:lnTo>
                  <a:lnTo>
                    <a:pt x="39" y="512"/>
                  </a:lnTo>
                  <a:lnTo>
                    <a:pt x="32" y="539"/>
                  </a:lnTo>
                  <a:lnTo>
                    <a:pt x="26" y="567"/>
                  </a:lnTo>
                  <a:lnTo>
                    <a:pt x="21" y="595"/>
                  </a:lnTo>
                  <a:lnTo>
                    <a:pt x="16" y="623"/>
                  </a:lnTo>
                  <a:lnTo>
                    <a:pt x="12" y="652"/>
                  </a:lnTo>
                  <a:lnTo>
                    <a:pt x="8" y="680"/>
                  </a:lnTo>
                  <a:lnTo>
                    <a:pt x="5" y="709"/>
                  </a:lnTo>
                  <a:lnTo>
                    <a:pt x="3" y="737"/>
                  </a:lnTo>
                  <a:lnTo>
                    <a:pt x="1" y="767"/>
                  </a:lnTo>
                  <a:lnTo>
                    <a:pt x="0" y="796"/>
                  </a:lnTo>
                  <a:lnTo>
                    <a:pt x="0" y="826"/>
                  </a:lnTo>
                  <a:lnTo>
                    <a:pt x="0" y="837"/>
                  </a:lnTo>
                  <a:lnTo>
                    <a:pt x="1" y="848"/>
                  </a:lnTo>
                  <a:lnTo>
                    <a:pt x="3" y="871"/>
                  </a:lnTo>
                  <a:close/>
                </a:path>
              </a:pathLst>
            </a:custGeom>
            <a:grpFill/>
            <a:ln>
              <a:noFill/>
            </a:ln>
            <a:effectLst/>
            <a:extLst>
              <a:ext uri="{91240B29-F687-4F45-9708-019B960494DF}">
                <a14:hiddenLine xmlns:a14="http://schemas.microsoft.com/office/drawing/2010/main" w="6350">
                  <a:solidFill>
                    <a:schemeClr val="tx1"/>
                  </a:solidFill>
                  <a:round/>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a:lstStyle/>
            <a:p>
              <a:endParaRPr lang="zh-CN" altLang="en-US"/>
            </a:p>
          </p:txBody>
        </p:sp>
      </p:grpSp>
      <p:sp>
        <p:nvSpPr>
          <p:cNvPr id="74"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a:off x="4103505" y="4416152"/>
            <a:ext cx="15604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dirty="0" smtClean="0">
                <a:solidFill>
                  <a:srgbClr val="3F3F3F"/>
                </a:solidFill>
                <a:latin typeface="微软雅黑" panose="020B0503020204020204" pitchFamily="34" charset="-122"/>
                <a:ea typeface="微软雅黑" panose="020B0503020204020204" pitchFamily="34" charset="-122"/>
              </a:rPr>
              <a:t>内容二</a:t>
            </a:r>
            <a:endParaRPr lang="zh-CN" altLang="en-US" sz="2400" b="1" dirty="0">
              <a:solidFill>
                <a:srgbClr val="3F3F3F"/>
              </a:solidFill>
              <a:latin typeface="微软雅黑" panose="020B0503020204020204" pitchFamily="34" charset="-122"/>
              <a:ea typeface="微软雅黑" panose="020B0503020204020204" pitchFamily="34" charset="-122"/>
            </a:endParaRPr>
          </a:p>
        </p:txBody>
      </p:sp>
      <p:sp>
        <p:nvSpPr>
          <p:cNvPr id="75"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a:off x="1295193" y="4417558"/>
            <a:ext cx="15604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dirty="0" smtClean="0">
                <a:solidFill>
                  <a:srgbClr val="3F3F3F"/>
                </a:solidFill>
                <a:latin typeface="微软雅黑" panose="020B0503020204020204" pitchFamily="34" charset="-122"/>
                <a:ea typeface="微软雅黑" panose="020B0503020204020204" pitchFamily="34" charset="-122"/>
              </a:rPr>
              <a:t>内容一</a:t>
            </a:r>
            <a:endParaRPr lang="zh-CN" altLang="en-US" sz="2400" b="1" dirty="0">
              <a:solidFill>
                <a:srgbClr val="3F3F3F"/>
              </a:solidFill>
              <a:latin typeface="微软雅黑" panose="020B0503020204020204" pitchFamily="34" charset="-122"/>
              <a:ea typeface="微软雅黑" panose="020B0503020204020204" pitchFamily="34" charset="-122"/>
            </a:endParaRPr>
          </a:p>
        </p:txBody>
      </p:sp>
      <p:sp>
        <p:nvSpPr>
          <p:cNvPr id="76"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a:off x="6744072" y="4416152"/>
            <a:ext cx="15604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dirty="0" smtClean="0">
                <a:solidFill>
                  <a:srgbClr val="3F3F3F"/>
                </a:solidFill>
                <a:latin typeface="微软雅黑" panose="020B0503020204020204" pitchFamily="34" charset="-122"/>
                <a:ea typeface="微软雅黑" panose="020B0503020204020204" pitchFamily="34" charset="-122"/>
              </a:rPr>
              <a:t>内容三</a:t>
            </a:r>
            <a:endParaRPr lang="zh-CN" altLang="en-US" sz="2400" b="1" dirty="0">
              <a:solidFill>
                <a:srgbClr val="3F3F3F"/>
              </a:solidFill>
              <a:latin typeface="微软雅黑" panose="020B0503020204020204" pitchFamily="34" charset="-122"/>
              <a:ea typeface="微软雅黑" panose="020B0503020204020204" pitchFamily="34" charset="-122"/>
            </a:endParaRPr>
          </a:p>
        </p:txBody>
      </p:sp>
      <p:sp>
        <p:nvSpPr>
          <p:cNvPr id="77" name="中心文本">
            <a:extLst>
              <a:ext uri="{FF2B5EF4-FFF2-40B4-BE49-F238E27FC236}">
                <a16:creationId xmlns:a16="http://schemas.microsoft.com/office/drawing/2014/main" xmlns="" id="{848B65D5-2886-4BC2-A823-9CA1550F9036}"/>
              </a:ext>
            </a:extLst>
          </p:cNvPr>
          <p:cNvSpPr txBox="1">
            <a:spLocks noChangeArrowheads="1"/>
          </p:cNvSpPr>
          <p:nvPr/>
        </p:nvSpPr>
        <p:spPr bwMode="auto">
          <a:xfrm>
            <a:off x="9432097" y="4416152"/>
            <a:ext cx="1560447" cy="438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80" tIns="34290" rIns="68580" bIns="34290">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Tx/>
              <a:buNone/>
            </a:pPr>
            <a:r>
              <a:rPr lang="zh-CN" altLang="en-US" sz="2400" b="1" dirty="0" smtClean="0">
                <a:solidFill>
                  <a:srgbClr val="3F3F3F"/>
                </a:solidFill>
                <a:latin typeface="微软雅黑" panose="020B0503020204020204" pitchFamily="34" charset="-122"/>
                <a:ea typeface="微软雅黑" panose="020B0503020204020204" pitchFamily="34" charset="-122"/>
              </a:rPr>
              <a:t>内容四</a:t>
            </a:r>
            <a:endParaRPr lang="zh-CN" altLang="en-US" sz="2400" b="1" dirty="0">
              <a:solidFill>
                <a:srgbClr val="3F3F3F"/>
              </a:solidFill>
              <a:latin typeface="微软雅黑" panose="020B0503020204020204" pitchFamily="34" charset="-122"/>
              <a:ea typeface="微软雅黑" panose="020B0503020204020204" pitchFamily="34" charset="-122"/>
            </a:endParaRPr>
          </a:p>
        </p:txBody>
      </p:sp>
      <p:sp>
        <p:nvSpPr>
          <p:cNvPr id="78" name="标题 77"/>
          <p:cNvSpPr>
            <a:spLocks noGrp="1"/>
          </p:cNvSpPr>
          <p:nvPr>
            <p:ph type="title"/>
          </p:nvPr>
        </p:nvSpPr>
        <p:spPr/>
        <p:txBody>
          <a:bodyPr/>
          <a:lstStyle/>
          <a:p>
            <a:r>
              <a:rPr lang="zh-CN" altLang="en-US" dirty="0"/>
              <a:t>让金融更简单 让金融更美好</a:t>
            </a:r>
            <a:endParaRPr kumimoji="1" lang="zh-CN" altLang="en-US" dirty="0"/>
          </a:p>
        </p:txBody>
      </p:sp>
    </p:spTree>
    <p:extLst>
      <p:ext uri="{BB962C8B-B14F-4D97-AF65-F5344CB8AC3E}">
        <p14:creationId xmlns:p14="http://schemas.microsoft.com/office/powerpoint/2010/main" val="329530264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grpSp>
        <p:nvGrpSpPr>
          <p:cNvPr id="18" name="组合 19">
            <a:extLst>
              <a:ext uri="{FF2B5EF4-FFF2-40B4-BE49-F238E27FC236}">
                <a16:creationId xmlns="" xmlns:a16="http://schemas.microsoft.com/office/drawing/2014/main" id="{594D0A3A-685B-40EA-BBED-31F7671BD160}"/>
              </a:ext>
            </a:extLst>
          </p:cNvPr>
          <p:cNvGrpSpPr/>
          <p:nvPr/>
        </p:nvGrpSpPr>
        <p:grpSpPr>
          <a:xfrm>
            <a:off x="1804969" y="2985544"/>
            <a:ext cx="8525745" cy="1411823"/>
            <a:chOff x="1804969" y="3083451"/>
            <a:chExt cx="8525745" cy="1411823"/>
          </a:xfrm>
        </p:grpSpPr>
        <p:sp>
          <p:nvSpPr>
            <p:cNvPr id="19" name="椭圆 18">
              <a:extLst>
                <a:ext uri="{FF2B5EF4-FFF2-40B4-BE49-F238E27FC236}">
                  <a16:creationId xmlns="" xmlns:a16="http://schemas.microsoft.com/office/drawing/2014/main" id="{54E3D919-8DBE-4A7E-99C3-C3136851D79F}"/>
                </a:ext>
              </a:extLst>
            </p:cNvPr>
            <p:cNvSpPr/>
            <p:nvPr/>
          </p:nvSpPr>
          <p:spPr>
            <a:xfrm>
              <a:off x="1804969" y="3083451"/>
              <a:ext cx="1411823" cy="1411823"/>
            </a:xfrm>
            <a:prstGeom prst="ellipse">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0" name="椭圆 19">
              <a:extLst>
                <a:ext uri="{FF2B5EF4-FFF2-40B4-BE49-F238E27FC236}">
                  <a16:creationId xmlns="" xmlns:a16="http://schemas.microsoft.com/office/drawing/2014/main" id="{72B848A0-CEBE-4E97-8891-7DF48A247501}"/>
                </a:ext>
              </a:extLst>
            </p:cNvPr>
            <p:cNvSpPr/>
            <p:nvPr/>
          </p:nvSpPr>
          <p:spPr>
            <a:xfrm>
              <a:off x="5361930" y="3083451"/>
              <a:ext cx="1411823" cy="1411823"/>
            </a:xfrm>
            <a:prstGeom prst="ellipse">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21" name="椭圆 20">
              <a:extLst>
                <a:ext uri="{FF2B5EF4-FFF2-40B4-BE49-F238E27FC236}">
                  <a16:creationId xmlns="" xmlns:a16="http://schemas.microsoft.com/office/drawing/2014/main" id="{5EE7BD0D-DE3F-4B0B-8196-9E32E5F6C52C}"/>
                </a:ext>
              </a:extLst>
            </p:cNvPr>
            <p:cNvSpPr/>
            <p:nvPr/>
          </p:nvSpPr>
          <p:spPr>
            <a:xfrm>
              <a:off x="8918891" y="3083451"/>
              <a:ext cx="1411823" cy="1411823"/>
            </a:xfrm>
            <a:prstGeom prst="ellipse">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cxnSp>
          <p:nvCxnSpPr>
            <p:cNvPr id="22" name="直接连接符 23">
              <a:extLst>
                <a:ext uri="{FF2B5EF4-FFF2-40B4-BE49-F238E27FC236}">
                  <a16:creationId xmlns="" xmlns:a16="http://schemas.microsoft.com/office/drawing/2014/main" id="{28A89701-2BD9-4604-90E3-340D0ACB3EFA}"/>
                </a:ext>
              </a:extLst>
            </p:cNvPr>
            <p:cNvCxnSpPr>
              <a:cxnSpLocks/>
            </p:cNvCxnSpPr>
            <p:nvPr/>
          </p:nvCxnSpPr>
          <p:spPr>
            <a:xfrm>
              <a:off x="3648011" y="3789363"/>
              <a:ext cx="1282700" cy="0"/>
            </a:xfrm>
            <a:prstGeom prst="line">
              <a:avLst/>
            </a:prstGeom>
            <a:ln w="28575">
              <a:solidFill>
                <a:srgbClr val="C2C8D4"/>
              </a:solidFill>
            </a:ln>
          </p:spPr>
          <p:style>
            <a:lnRef idx="1">
              <a:schemeClr val="accent1"/>
            </a:lnRef>
            <a:fillRef idx="0">
              <a:schemeClr val="accent1"/>
            </a:fillRef>
            <a:effectRef idx="0">
              <a:schemeClr val="accent1"/>
            </a:effectRef>
            <a:fontRef idx="minor">
              <a:schemeClr val="tx1"/>
            </a:fontRef>
          </p:style>
        </p:cxnSp>
        <p:cxnSp>
          <p:nvCxnSpPr>
            <p:cNvPr id="23" name="直接连接符 24">
              <a:extLst>
                <a:ext uri="{FF2B5EF4-FFF2-40B4-BE49-F238E27FC236}">
                  <a16:creationId xmlns="" xmlns:a16="http://schemas.microsoft.com/office/drawing/2014/main" id="{1426E91F-6049-4347-9232-EDC22BA11C6B}"/>
                </a:ext>
              </a:extLst>
            </p:cNvPr>
            <p:cNvCxnSpPr>
              <a:cxnSpLocks/>
            </p:cNvCxnSpPr>
            <p:nvPr/>
          </p:nvCxnSpPr>
          <p:spPr>
            <a:xfrm>
              <a:off x="7204972" y="3789363"/>
              <a:ext cx="1282700" cy="0"/>
            </a:xfrm>
            <a:prstGeom prst="line">
              <a:avLst/>
            </a:prstGeom>
            <a:ln w="28575">
              <a:solidFill>
                <a:srgbClr val="C2C8D4"/>
              </a:solidFill>
            </a:ln>
          </p:spPr>
          <p:style>
            <a:lnRef idx="1">
              <a:schemeClr val="accent1"/>
            </a:lnRef>
            <a:fillRef idx="0">
              <a:schemeClr val="accent1"/>
            </a:fillRef>
            <a:effectRef idx="0">
              <a:schemeClr val="accent1"/>
            </a:effectRef>
            <a:fontRef idx="minor">
              <a:schemeClr val="tx1"/>
            </a:fontRef>
          </p:style>
        </p:cxnSp>
        <p:sp>
          <p:nvSpPr>
            <p:cNvPr id="25" name="矩形 24">
              <a:extLst>
                <a:ext uri="{FF2B5EF4-FFF2-40B4-BE49-F238E27FC236}">
                  <a16:creationId xmlns="" xmlns:a16="http://schemas.microsoft.com/office/drawing/2014/main" id="{8E3A879C-26E4-401D-93CD-1C5C41470836}"/>
                </a:ext>
              </a:extLst>
            </p:cNvPr>
            <p:cNvSpPr/>
            <p:nvPr/>
          </p:nvSpPr>
          <p:spPr>
            <a:xfrm>
              <a:off x="1804969" y="3407815"/>
              <a:ext cx="1411822" cy="76309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a:ea typeface="微软雅黑"/>
                  <a:cs typeface="+mn-cs"/>
                </a:rPr>
                <a:t>01</a:t>
              </a:r>
              <a:endParaRPr kumimoji="0" lang="zh-CN" altLang="en-US" sz="4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a:ea typeface="微软雅黑"/>
                <a:cs typeface="+mn-cs"/>
              </a:endParaRPr>
            </a:p>
          </p:txBody>
        </p:sp>
        <p:sp>
          <p:nvSpPr>
            <p:cNvPr id="26" name="矩形 25">
              <a:extLst>
                <a:ext uri="{FF2B5EF4-FFF2-40B4-BE49-F238E27FC236}">
                  <a16:creationId xmlns="" xmlns:a16="http://schemas.microsoft.com/office/drawing/2014/main" id="{E81D13D6-EDD1-4624-B904-F278118A2C32}"/>
                </a:ext>
              </a:extLst>
            </p:cNvPr>
            <p:cNvSpPr/>
            <p:nvPr/>
          </p:nvSpPr>
          <p:spPr>
            <a:xfrm>
              <a:off x="5358209" y="3407815"/>
              <a:ext cx="1411822" cy="76309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a:ea typeface="微软雅黑"/>
                  <a:cs typeface="+mn-cs"/>
                </a:rPr>
                <a:t>02</a:t>
              </a:r>
              <a:endParaRPr kumimoji="0" lang="zh-CN" altLang="en-US" sz="4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a:ea typeface="微软雅黑"/>
                <a:cs typeface="+mn-cs"/>
              </a:endParaRPr>
            </a:p>
          </p:txBody>
        </p:sp>
        <p:sp>
          <p:nvSpPr>
            <p:cNvPr id="27" name="矩形 26">
              <a:extLst>
                <a:ext uri="{FF2B5EF4-FFF2-40B4-BE49-F238E27FC236}">
                  <a16:creationId xmlns="" xmlns:a16="http://schemas.microsoft.com/office/drawing/2014/main" id="{70065CE8-3161-4C43-996D-319634C73661}"/>
                </a:ext>
              </a:extLst>
            </p:cNvPr>
            <p:cNvSpPr/>
            <p:nvPr/>
          </p:nvSpPr>
          <p:spPr>
            <a:xfrm>
              <a:off x="8904968" y="3407815"/>
              <a:ext cx="1411822" cy="76309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en-US" altLang="zh-CN" sz="4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a:ea typeface="微软雅黑"/>
                  <a:cs typeface="+mn-cs"/>
                </a:rPr>
                <a:t>03</a:t>
              </a:r>
              <a:endParaRPr kumimoji="0" lang="zh-CN" altLang="en-US" sz="4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a:ea typeface="微软雅黑"/>
                <a:cs typeface="+mn-cs"/>
              </a:endParaRPr>
            </a:p>
          </p:txBody>
        </p:sp>
      </p:grpSp>
      <p:grpSp>
        <p:nvGrpSpPr>
          <p:cNvPr id="29" name="组 28"/>
          <p:cNvGrpSpPr/>
          <p:nvPr/>
        </p:nvGrpSpPr>
        <p:grpSpPr>
          <a:xfrm>
            <a:off x="4494812" y="1412776"/>
            <a:ext cx="3240000" cy="1397890"/>
            <a:chOff x="7580640" y="1789204"/>
            <a:chExt cx="3240000" cy="1397890"/>
          </a:xfrm>
        </p:grpSpPr>
        <p:grpSp>
          <p:nvGrpSpPr>
            <p:cNvPr id="30"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32" name="矩形 31">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3" name="矩形 32">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31"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4" name="组 33"/>
          <p:cNvGrpSpPr/>
          <p:nvPr/>
        </p:nvGrpSpPr>
        <p:grpSpPr>
          <a:xfrm>
            <a:off x="890880" y="4620376"/>
            <a:ext cx="3240000" cy="1397890"/>
            <a:chOff x="7580640" y="1789204"/>
            <a:chExt cx="3240000" cy="1397890"/>
          </a:xfrm>
        </p:grpSpPr>
        <p:grpSp>
          <p:nvGrpSpPr>
            <p:cNvPr id="35"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37" name="矩形 36">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8" name="矩形 37">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36"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9" name="组 38"/>
          <p:cNvGrpSpPr/>
          <p:nvPr/>
        </p:nvGrpSpPr>
        <p:grpSpPr>
          <a:xfrm>
            <a:off x="7990879" y="4604463"/>
            <a:ext cx="3240000" cy="1397890"/>
            <a:chOff x="7580640" y="1789204"/>
            <a:chExt cx="3240000" cy="1397890"/>
          </a:xfrm>
        </p:grpSpPr>
        <p:grpSp>
          <p:nvGrpSpPr>
            <p:cNvPr id="40"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42" name="矩形 41">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3" name="矩形 42">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41"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8425758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4">
            <a:extLst>
              <a:ext uri="{FF2B5EF4-FFF2-40B4-BE49-F238E27FC236}">
                <a16:creationId xmlns:a16="http://schemas.microsoft.com/office/drawing/2014/main" xmlns="" id="{B5D1E16E-B8A3-46BF-96C7-A5A630526170}"/>
              </a:ext>
            </a:extLst>
          </p:cNvPr>
          <p:cNvSpPr>
            <a:spLocks noChangeArrowheads="1"/>
          </p:cNvSpPr>
          <p:nvPr/>
        </p:nvSpPr>
        <p:spPr bwMode="auto">
          <a:xfrm>
            <a:off x="1451821" y="2059329"/>
            <a:ext cx="1655511" cy="1657703"/>
          </a:xfrm>
          <a:prstGeom prst="ellipse">
            <a:avLst/>
          </a:prstGeom>
          <a:solidFill>
            <a:srgbClr val="4372C4">
              <a:alpha val="20000"/>
            </a:srgbClr>
          </a:solidFill>
          <a:ln w="9525">
            <a:noFill/>
            <a:round/>
            <a:headEnd/>
            <a:tailEnd/>
          </a:ln>
        </p:spPr>
        <p:txBody>
          <a:bodyPr wrap="none" anchor="ctr"/>
          <a:lstStyle/>
          <a:p>
            <a:pPr algn="ctr"/>
            <a:r>
              <a:rPr lang="en-US" altLang="zh-CN" sz="4400" b="1" dirty="0" smtClean="0">
                <a:solidFill>
                  <a:srgbClr val="4372C4"/>
                </a:solidFill>
                <a:latin typeface="微软雅黑" panose="020B0503020204020204" pitchFamily="34" charset="-122"/>
                <a:ea typeface="微软雅黑" panose="020B0503020204020204" pitchFamily="34" charset="-122"/>
              </a:rPr>
              <a:t>98</a:t>
            </a:r>
            <a:r>
              <a:rPr lang="en-US" altLang="zh-CN" sz="2000" b="1" dirty="0" smtClean="0">
                <a:solidFill>
                  <a:srgbClr val="4372C4"/>
                </a:solidFill>
                <a:latin typeface="微软雅黑" panose="020B0503020204020204" pitchFamily="34" charset="-122"/>
                <a:ea typeface="微软雅黑" panose="020B0503020204020204" pitchFamily="34" charset="-122"/>
              </a:rPr>
              <a:t>%</a:t>
            </a:r>
            <a:endParaRPr lang="zh-CN" altLang="en-US" sz="2000" b="1" dirty="0">
              <a:solidFill>
                <a:srgbClr val="4372C4"/>
              </a:solidFill>
              <a:latin typeface="微软雅黑" panose="020B0503020204020204" pitchFamily="34" charset="-122"/>
              <a:ea typeface="微软雅黑" panose="020B0503020204020204" pitchFamily="34" charset="-122"/>
            </a:endParaRPr>
          </a:p>
        </p:txBody>
      </p:sp>
      <p:sp>
        <p:nvSpPr>
          <p:cNvPr id="3" name="Oval 5">
            <a:extLst>
              <a:ext uri="{FF2B5EF4-FFF2-40B4-BE49-F238E27FC236}">
                <a16:creationId xmlns:a16="http://schemas.microsoft.com/office/drawing/2014/main" xmlns="" id="{E8B3A9AE-E205-4DF1-9310-8C529533DE04}"/>
              </a:ext>
            </a:extLst>
          </p:cNvPr>
          <p:cNvSpPr>
            <a:spLocks noChangeArrowheads="1"/>
          </p:cNvSpPr>
          <p:nvPr/>
        </p:nvSpPr>
        <p:spPr bwMode="auto">
          <a:xfrm>
            <a:off x="5267768" y="2059329"/>
            <a:ext cx="1656146" cy="1657703"/>
          </a:xfrm>
          <a:prstGeom prst="ellipse">
            <a:avLst/>
          </a:prstGeom>
          <a:solidFill>
            <a:srgbClr val="4372C4">
              <a:alpha val="20000"/>
            </a:srgbClr>
          </a:solidFill>
          <a:ln w="9525">
            <a:noFill/>
            <a:round/>
            <a:headEnd/>
            <a:tailEnd/>
          </a:ln>
        </p:spPr>
        <p:txBody>
          <a:bodyPr wrap="none" anchor="ctr"/>
          <a:lstStyle/>
          <a:p>
            <a:pPr algn="ctr"/>
            <a:r>
              <a:rPr lang="en-US" altLang="zh-CN" sz="4400" b="1" dirty="0" smtClean="0">
                <a:solidFill>
                  <a:srgbClr val="4372C4"/>
                </a:solidFill>
                <a:latin typeface="微软雅黑" panose="020B0503020204020204" pitchFamily="34" charset="-122"/>
                <a:ea typeface="微软雅黑" panose="020B0503020204020204" pitchFamily="34" charset="-122"/>
              </a:rPr>
              <a:t>23</a:t>
            </a:r>
            <a:r>
              <a:rPr lang="en-US" altLang="zh-CN" sz="2000" b="1" dirty="0" smtClean="0">
                <a:solidFill>
                  <a:srgbClr val="4372C4"/>
                </a:solidFill>
                <a:latin typeface="微软雅黑" panose="020B0503020204020204" pitchFamily="34" charset="-122"/>
                <a:ea typeface="微软雅黑" panose="020B0503020204020204" pitchFamily="34" charset="-122"/>
              </a:rPr>
              <a:t>%</a:t>
            </a:r>
            <a:endParaRPr lang="zh-CN" altLang="en-US" sz="2000" b="1" dirty="0">
              <a:solidFill>
                <a:srgbClr val="4372C4"/>
              </a:solidFill>
              <a:latin typeface="微软雅黑" panose="020B0503020204020204" pitchFamily="34" charset="-122"/>
              <a:ea typeface="微软雅黑" panose="020B0503020204020204" pitchFamily="34" charset="-122"/>
            </a:endParaRPr>
          </a:p>
        </p:txBody>
      </p:sp>
      <p:sp>
        <p:nvSpPr>
          <p:cNvPr id="4" name="Oval 6">
            <a:extLst>
              <a:ext uri="{FF2B5EF4-FFF2-40B4-BE49-F238E27FC236}">
                <a16:creationId xmlns:a16="http://schemas.microsoft.com/office/drawing/2014/main" xmlns="" id="{A7B88E1C-DD00-45D4-862A-7EDD0048FA2F}"/>
              </a:ext>
            </a:extLst>
          </p:cNvPr>
          <p:cNvSpPr>
            <a:spLocks noChangeArrowheads="1"/>
          </p:cNvSpPr>
          <p:nvPr/>
        </p:nvSpPr>
        <p:spPr bwMode="auto">
          <a:xfrm>
            <a:off x="9084351" y="2059329"/>
            <a:ext cx="1656146" cy="1657703"/>
          </a:xfrm>
          <a:prstGeom prst="ellipse">
            <a:avLst/>
          </a:prstGeom>
          <a:solidFill>
            <a:srgbClr val="4372C4">
              <a:alpha val="20000"/>
            </a:srgbClr>
          </a:solidFill>
          <a:ln w="9525">
            <a:noFill/>
            <a:round/>
            <a:headEnd/>
            <a:tailEnd/>
          </a:ln>
        </p:spPr>
        <p:txBody>
          <a:bodyPr wrap="none" anchor="ctr"/>
          <a:lstStyle/>
          <a:p>
            <a:pPr algn="ctr"/>
            <a:r>
              <a:rPr lang="en-US" altLang="zh-CN" sz="4400" b="1" dirty="0" smtClean="0">
                <a:solidFill>
                  <a:srgbClr val="4372C4"/>
                </a:solidFill>
                <a:latin typeface="微软雅黑" panose="020B0503020204020204" pitchFamily="34" charset="-122"/>
                <a:ea typeface="微软雅黑" panose="020B0503020204020204" pitchFamily="34" charset="-122"/>
              </a:rPr>
              <a:t>68</a:t>
            </a:r>
            <a:r>
              <a:rPr lang="en-US" altLang="zh-CN" sz="2000" b="1" dirty="0">
                <a:solidFill>
                  <a:srgbClr val="4372C4"/>
                </a:solidFill>
                <a:latin typeface="微软雅黑" panose="020B0503020204020204" pitchFamily="34" charset="-122"/>
                <a:ea typeface="微软雅黑" panose="020B0503020204020204" pitchFamily="34" charset="-122"/>
              </a:rPr>
              <a:t>%</a:t>
            </a:r>
            <a:endParaRPr lang="zh-CN" altLang="en-US" sz="2000" b="1" dirty="0">
              <a:solidFill>
                <a:srgbClr val="4372C4"/>
              </a:solidFill>
              <a:latin typeface="微软雅黑" panose="020B0503020204020204" pitchFamily="34" charset="-122"/>
              <a:ea typeface="微软雅黑" panose="020B0503020204020204" pitchFamily="34" charset="-122"/>
            </a:endParaRPr>
          </a:p>
        </p:txBody>
      </p:sp>
      <p:sp>
        <p:nvSpPr>
          <p:cNvPr id="10" name="标题 9"/>
          <p:cNvSpPr>
            <a:spLocks noGrp="1"/>
          </p:cNvSpPr>
          <p:nvPr>
            <p:ph type="title"/>
          </p:nvPr>
        </p:nvSpPr>
        <p:spPr>
          <a:prstGeom prst="rect">
            <a:avLst/>
          </a:prstGeom>
        </p:spPr>
        <p:txBody>
          <a:bodyPr/>
          <a:lstStyle/>
          <a:p>
            <a:r>
              <a:rPr lang="zh-CN" altLang="en-US" dirty="0" smtClean="0"/>
              <a:t>工作目标方向</a:t>
            </a:r>
            <a:endParaRPr kumimoji="1" lang="zh-CN" altLang="en-US" dirty="0"/>
          </a:p>
        </p:txBody>
      </p:sp>
      <p:grpSp>
        <p:nvGrpSpPr>
          <p:cNvPr id="12" name="组 11"/>
          <p:cNvGrpSpPr/>
          <p:nvPr/>
        </p:nvGrpSpPr>
        <p:grpSpPr>
          <a:xfrm>
            <a:off x="4494812" y="4135301"/>
            <a:ext cx="3240000" cy="1397890"/>
            <a:chOff x="7580640" y="1789204"/>
            <a:chExt cx="3240000" cy="1397890"/>
          </a:xfrm>
        </p:grpSpPr>
        <p:grpSp>
          <p:nvGrpSpPr>
            <p:cNvPr id="13"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16" name="矩形 15">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8" name="矩形 17">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14"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0" name="组 19"/>
          <p:cNvGrpSpPr/>
          <p:nvPr/>
        </p:nvGrpSpPr>
        <p:grpSpPr>
          <a:xfrm>
            <a:off x="697200" y="4135301"/>
            <a:ext cx="3240000" cy="1397890"/>
            <a:chOff x="7580640" y="1789204"/>
            <a:chExt cx="3240000" cy="1397890"/>
          </a:xfrm>
        </p:grpSpPr>
        <p:grpSp>
          <p:nvGrpSpPr>
            <p:cNvPr id="21"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26" name="矩形 25">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7" name="矩形 26">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2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8" name="组 27"/>
          <p:cNvGrpSpPr/>
          <p:nvPr/>
        </p:nvGrpSpPr>
        <p:grpSpPr>
          <a:xfrm>
            <a:off x="8292424" y="4135301"/>
            <a:ext cx="3240000" cy="1397890"/>
            <a:chOff x="7580640" y="1789204"/>
            <a:chExt cx="3240000" cy="1397890"/>
          </a:xfrm>
        </p:grpSpPr>
        <p:grpSp>
          <p:nvGrpSpPr>
            <p:cNvPr id="29"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31" name="矩形 30">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2" name="矩形 31">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3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44210622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4">
            <a:extLst>
              <a:ext uri="{FF2B5EF4-FFF2-40B4-BE49-F238E27FC236}">
                <a16:creationId xmlns:a16="http://schemas.microsoft.com/office/drawing/2014/main" xmlns="" id="{B5D1E16E-B8A3-46BF-96C7-A5A630526170}"/>
              </a:ext>
            </a:extLst>
          </p:cNvPr>
          <p:cNvSpPr>
            <a:spLocks noChangeArrowheads="1"/>
          </p:cNvSpPr>
          <p:nvPr/>
        </p:nvSpPr>
        <p:spPr bwMode="auto">
          <a:xfrm>
            <a:off x="1451821" y="2045550"/>
            <a:ext cx="1655511" cy="1657703"/>
          </a:xfrm>
          <a:prstGeom prst="ellipse">
            <a:avLst/>
          </a:prstGeom>
          <a:solidFill>
            <a:srgbClr val="4372C4"/>
          </a:solidFill>
          <a:ln w="9525">
            <a:noFill/>
            <a:round/>
            <a:headEnd/>
            <a:tailEnd/>
          </a:ln>
        </p:spPr>
        <p:txBody>
          <a:bodyPr wrap="none" anchor="ctr"/>
          <a:lstStyle/>
          <a:p>
            <a:pPr algn="ctr"/>
            <a:r>
              <a:rPr lang="en-US" altLang="zh-CN" sz="4400" b="1" dirty="0" smtClean="0">
                <a:solidFill>
                  <a:schemeClr val="bg1"/>
                </a:solidFill>
                <a:latin typeface="微软雅黑" panose="020B0503020204020204" pitchFamily="34" charset="-122"/>
                <a:ea typeface="微软雅黑" panose="020B0503020204020204" pitchFamily="34" charset="-122"/>
              </a:rPr>
              <a:t>98</a:t>
            </a:r>
            <a:r>
              <a:rPr lang="en-US" altLang="zh-CN" sz="2000" b="1" dirty="0" smtClean="0">
                <a:solidFill>
                  <a:schemeClr val="bg1"/>
                </a:solidFill>
                <a:latin typeface="微软雅黑" panose="020B0503020204020204" pitchFamily="34" charset="-122"/>
                <a:ea typeface="微软雅黑" panose="020B0503020204020204" pitchFamily="34" charset="-122"/>
              </a:rPr>
              <a: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 name="Oval 5">
            <a:extLst>
              <a:ext uri="{FF2B5EF4-FFF2-40B4-BE49-F238E27FC236}">
                <a16:creationId xmlns:a16="http://schemas.microsoft.com/office/drawing/2014/main" xmlns="" id="{E8B3A9AE-E205-4DF1-9310-8C529533DE04}"/>
              </a:ext>
            </a:extLst>
          </p:cNvPr>
          <p:cNvSpPr>
            <a:spLocks noChangeArrowheads="1"/>
          </p:cNvSpPr>
          <p:nvPr/>
        </p:nvSpPr>
        <p:spPr bwMode="auto">
          <a:xfrm>
            <a:off x="5286739" y="2060848"/>
            <a:ext cx="1656146" cy="1657703"/>
          </a:xfrm>
          <a:prstGeom prst="ellipse">
            <a:avLst/>
          </a:prstGeom>
          <a:solidFill>
            <a:srgbClr val="4372C4"/>
          </a:solidFill>
          <a:ln w="9525">
            <a:noFill/>
            <a:round/>
            <a:headEnd/>
            <a:tailEnd/>
          </a:ln>
        </p:spPr>
        <p:txBody>
          <a:bodyPr wrap="none" anchor="ctr"/>
          <a:lstStyle/>
          <a:p>
            <a:pPr algn="ctr"/>
            <a:r>
              <a:rPr lang="en-US" altLang="zh-CN" sz="4400" b="1" dirty="0" smtClean="0">
                <a:solidFill>
                  <a:schemeClr val="bg1"/>
                </a:solidFill>
                <a:latin typeface="微软雅黑" panose="020B0503020204020204" pitchFamily="34" charset="-122"/>
                <a:ea typeface="微软雅黑" panose="020B0503020204020204" pitchFamily="34" charset="-122"/>
              </a:rPr>
              <a:t>23</a:t>
            </a:r>
            <a:r>
              <a:rPr lang="en-US" altLang="zh-CN" sz="2000" b="1" dirty="0" smtClean="0">
                <a:solidFill>
                  <a:schemeClr val="bg1"/>
                </a:solidFill>
                <a:latin typeface="微软雅黑" panose="020B0503020204020204" pitchFamily="34" charset="-122"/>
                <a:ea typeface="微软雅黑" panose="020B0503020204020204" pitchFamily="34" charset="-122"/>
              </a:rPr>
              <a: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Oval 6">
            <a:extLst>
              <a:ext uri="{FF2B5EF4-FFF2-40B4-BE49-F238E27FC236}">
                <a16:creationId xmlns:a16="http://schemas.microsoft.com/office/drawing/2014/main" xmlns="" id="{A7B88E1C-DD00-45D4-862A-7EDD0048FA2F}"/>
              </a:ext>
            </a:extLst>
          </p:cNvPr>
          <p:cNvSpPr>
            <a:spLocks noChangeArrowheads="1"/>
          </p:cNvSpPr>
          <p:nvPr/>
        </p:nvSpPr>
        <p:spPr bwMode="auto">
          <a:xfrm>
            <a:off x="9084351" y="2045550"/>
            <a:ext cx="1656146" cy="1657703"/>
          </a:xfrm>
          <a:prstGeom prst="ellipse">
            <a:avLst/>
          </a:prstGeom>
          <a:solidFill>
            <a:srgbClr val="4372C4"/>
          </a:solidFill>
          <a:ln w="9525">
            <a:noFill/>
            <a:round/>
            <a:headEnd/>
            <a:tailEnd/>
          </a:ln>
        </p:spPr>
        <p:txBody>
          <a:bodyPr wrap="none" anchor="ctr"/>
          <a:lstStyle/>
          <a:p>
            <a:pPr algn="ctr"/>
            <a:r>
              <a:rPr lang="en-US" altLang="zh-CN" sz="4400" b="1" dirty="0" smtClean="0">
                <a:solidFill>
                  <a:schemeClr val="bg1"/>
                </a:solidFill>
                <a:latin typeface="微软雅黑" panose="020B0503020204020204" pitchFamily="34" charset="-122"/>
                <a:ea typeface="微软雅黑" panose="020B0503020204020204" pitchFamily="34" charset="-122"/>
              </a:rPr>
              <a:t>68</a:t>
            </a:r>
            <a:r>
              <a:rPr lang="en-US" altLang="zh-CN" sz="2000" b="1" dirty="0">
                <a:solidFill>
                  <a:schemeClr val="bg1"/>
                </a:solidFill>
                <a:latin typeface="微软雅黑" panose="020B0503020204020204" pitchFamily="34" charset="-122"/>
                <a:ea typeface="微软雅黑" panose="020B0503020204020204" pitchFamily="34" charset="-122"/>
              </a:rPr>
              <a: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0" name="标题 9"/>
          <p:cNvSpPr>
            <a:spLocks noGrp="1"/>
          </p:cNvSpPr>
          <p:nvPr>
            <p:ph type="title"/>
          </p:nvPr>
        </p:nvSpPr>
        <p:spPr>
          <a:prstGeom prst="rect">
            <a:avLst/>
          </a:prstGeom>
        </p:spPr>
        <p:txBody>
          <a:bodyPr/>
          <a:lstStyle/>
          <a:p>
            <a:r>
              <a:rPr lang="zh-CN" altLang="en-US" dirty="0"/>
              <a:t>让金融更简单 让金融更美好</a:t>
            </a:r>
          </a:p>
        </p:txBody>
      </p:sp>
      <p:grpSp>
        <p:nvGrpSpPr>
          <p:cNvPr id="12" name="组 11"/>
          <p:cNvGrpSpPr/>
          <p:nvPr/>
        </p:nvGrpSpPr>
        <p:grpSpPr>
          <a:xfrm>
            <a:off x="4494812" y="4135301"/>
            <a:ext cx="3240000" cy="1397890"/>
            <a:chOff x="7580640" y="1789204"/>
            <a:chExt cx="3240000" cy="1397890"/>
          </a:xfrm>
        </p:grpSpPr>
        <p:grpSp>
          <p:nvGrpSpPr>
            <p:cNvPr id="13"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16" name="矩形 15">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8" name="矩形 17">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chemeClr val="tx1">
                        <a:lumMod val="95000"/>
                        <a:lumOff val="5000"/>
                      </a:schemeClr>
                    </a:solidFill>
                    <a:latin typeface="Calibri"/>
                    <a:ea typeface="微软雅黑"/>
                  </a:rPr>
                  <a:t>标题文字添加</a:t>
                </a:r>
              </a:p>
            </p:txBody>
          </p:sp>
        </p:grpSp>
        <p:cxnSp>
          <p:nvCxnSpPr>
            <p:cNvPr id="14"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0" name="组 19"/>
          <p:cNvGrpSpPr/>
          <p:nvPr/>
        </p:nvGrpSpPr>
        <p:grpSpPr>
          <a:xfrm>
            <a:off x="697200" y="4135301"/>
            <a:ext cx="3240000" cy="1397890"/>
            <a:chOff x="7580640" y="1789204"/>
            <a:chExt cx="3240000" cy="1397890"/>
          </a:xfrm>
        </p:grpSpPr>
        <p:grpSp>
          <p:nvGrpSpPr>
            <p:cNvPr id="21"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26" name="矩形 25">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7" name="矩形 26">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chemeClr val="tx1">
                        <a:lumMod val="95000"/>
                        <a:lumOff val="5000"/>
                      </a:schemeClr>
                    </a:solidFill>
                    <a:latin typeface="Calibri"/>
                    <a:ea typeface="微软雅黑"/>
                  </a:rPr>
                  <a:t>标题文字添加</a:t>
                </a:r>
              </a:p>
            </p:txBody>
          </p:sp>
        </p:grpSp>
        <p:cxnSp>
          <p:nvCxnSpPr>
            <p:cNvPr id="2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8" name="组 27"/>
          <p:cNvGrpSpPr/>
          <p:nvPr/>
        </p:nvGrpSpPr>
        <p:grpSpPr>
          <a:xfrm>
            <a:off x="8292424" y="4135301"/>
            <a:ext cx="3240000" cy="1397890"/>
            <a:chOff x="7580640" y="1789204"/>
            <a:chExt cx="3240000" cy="1397890"/>
          </a:xfrm>
        </p:grpSpPr>
        <p:grpSp>
          <p:nvGrpSpPr>
            <p:cNvPr id="29"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31" name="矩形 30">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2" name="矩形 31">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chemeClr val="tx1">
                        <a:lumMod val="95000"/>
                        <a:lumOff val="5000"/>
                      </a:schemeClr>
                    </a:solidFill>
                    <a:latin typeface="Calibri"/>
                    <a:ea typeface="微软雅黑"/>
                  </a:rPr>
                  <a:t>标题文字添加</a:t>
                </a:r>
              </a:p>
            </p:txBody>
          </p:sp>
        </p:grpSp>
        <p:cxnSp>
          <p:nvCxnSpPr>
            <p:cNvPr id="3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378548101"/>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4">
            <a:extLst>
              <a:ext uri="{FF2B5EF4-FFF2-40B4-BE49-F238E27FC236}">
                <a16:creationId xmlns:a16="http://schemas.microsoft.com/office/drawing/2014/main" xmlns="" id="{B5D1E16E-B8A3-46BF-96C7-A5A630526170}"/>
              </a:ext>
            </a:extLst>
          </p:cNvPr>
          <p:cNvSpPr>
            <a:spLocks noChangeArrowheads="1"/>
          </p:cNvSpPr>
          <p:nvPr/>
        </p:nvSpPr>
        <p:spPr bwMode="auto">
          <a:xfrm>
            <a:off x="1451821" y="2045550"/>
            <a:ext cx="1655511" cy="1657703"/>
          </a:xfrm>
          <a:prstGeom prst="ellipse">
            <a:avLst/>
          </a:prstGeom>
          <a:solidFill>
            <a:srgbClr val="4372C4"/>
          </a:solidFill>
          <a:ln w="9525">
            <a:noFill/>
            <a:round/>
            <a:headEnd/>
            <a:tailEnd/>
          </a:ln>
        </p:spPr>
        <p:txBody>
          <a:bodyPr wrap="none" anchor="ctr"/>
          <a:lstStyle/>
          <a:p>
            <a:pPr algn="ctr"/>
            <a:r>
              <a:rPr lang="en-US" altLang="zh-CN" sz="4400" b="1" dirty="0" smtClean="0">
                <a:solidFill>
                  <a:schemeClr val="bg1"/>
                </a:solidFill>
                <a:latin typeface="微软雅黑" panose="020B0503020204020204" pitchFamily="34" charset="-122"/>
                <a:ea typeface="微软雅黑" panose="020B0503020204020204" pitchFamily="34" charset="-122"/>
              </a:rPr>
              <a:t>98</a:t>
            </a:r>
            <a:r>
              <a:rPr lang="en-US" altLang="zh-CN" sz="2000" b="1" dirty="0" smtClean="0">
                <a:solidFill>
                  <a:schemeClr val="bg1"/>
                </a:solidFill>
                <a:latin typeface="微软雅黑" panose="020B0503020204020204" pitchFamily="34" charset="-122"/>
                <a:ea typeface="微软雅黑" panose="020B0503020204020204" pitchFamily="34" charset="-122"/>
              </a:rPr>
              <a: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3" name="Oval 5">
            <a:extLst>
              <a:ext uri="{FF2B5EF4-FFF2-40B4-BE49-F238E27FC236}">
                <a16:creationId xmlns:a16="http://schemas.microsoft.com/office/drawing/2014/main" xmlns="" id="{E8B3A9AE-E205-4DF1-9310-8C529533DE04}"/>
              </a:ext>
            </a:extLst>
          </p:cNvPr>
          <p:cNvSpPr>
            <a:spLocks noChangeArrowheads="1"/>
          </p:cNvSpPr>
          <p:nvPr/>
        </p:nvSpPr>
        <p:spPr bwMode="auto">
          <a:xfrm>
            <a:off x="5286739" y="2060848"/>
            <a:ext cx="1656146" cy="1657703"/>
          </a:xfrm>
          <a:prstGeom prst="ellipse">
            <a:avLst/>
          </a:prstGeom>
          <a:solidFill>
            <a:srgbClr val="4372C4"/>
          </a:solidFill>
          <a:ln w="9525">
            <a:noFill/>
            <a:round/>
            <a:headEnd/>
            <a:tailEnd/>
          </a:ln>
        </p:spPr>
        <p:txBody>
          <a:bodyPr wrap="none" anchor="ctr"/>
          <a:lstStyle/>
          <a:p>
            <a:pPr algn="ctr"/>
            <a:r>
              <a:rPr lang="en-US" altLang="zh-CN" sz="4400" b="1" dirty="0" smtClean="0">
                <a:solidFill>
                  <a:schemeClr val="bg1"/>
                </a:solidFill>
                <a:latin typeface="微软雅黑" panose="020B0503020204020204" pitchFamily="34" charset="-122"/>
                <a:ea typeface="微软雅黑" panose="020B0503020204020204" pitchFamily="34" charset="-122"/>
              </a:rPr>
              <a:t>23</a:t>
            </a:r>
            <a:r>
              <a:rPr lang="en-US" altLang="zh-CN" sz="2000" b="1" dirty="0" smtClean="0">
                <a:solidFill>
                  <a:schemeClr val="bg1"/>
                </a:solidFill>
                <a:latin typeface="微软雅黑" panose="020B0503020204020204" pitchFamily="34" charset="-122"/>
                <a:ea typeface="微软雅黑" panose="020B0503020204020204" pitchFamily="34" charset="-122"/>
              </a:rPr>
              <a: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4" name="Oval 6">
            <a:extLst>
              <a:ext uri="{FF2B5EF4-FFF2-40B4-BE49-F238E27FC236}">
                <a16:creationId xmlns:a16="http://schemas.microsoft.com/office/drawing/2014/main" xmlns="" id="{A7B88E1C-DD00-45D4-862A-7EDD0048FA2F}"/>
              </a:ext>
            </a:extLst>
          </p:cNvPr>
          <p:cNvSpPr>
            <a:spLocks noChangeArrowheads="1"/>
          </p:cNvSpPr>
          <p:nvPr/>
        </p:nvSpPr>
        <p:spPr bwMode="auto">
          <a:xfrm>
            <a:off x="9084351" y="2045550"/>
            <a:ext cx="1656146" cy="1657703"/>
          </a:xfrm>
          <a:prstGeom prst="ellipse">
            <a:avLst/>
          </a:prstGeom>
          <a:solidFill>
            <a:srgbClr val="4372C4"/>
          </a:solidFill>
          <a:ln w="9525">
            <a:noFill/>
            <a:round/>
            <a:headEnd/>
            <a:tailEnd/>
          </a:ln>
        </p:spPr>
        <p:txBody>
          <a:bodyPr wrap="none" anchor="ctr"/>
          <a:lstStyle/>
          <a:p>
            <a:pPr algn="ctr"/>
            <a:r>
              <a:rPr lang="en-US" altLang="zh-CN" sz="4400" b="1" dirty="0" smtClean="0">
                <a:solidFill>
                  <a:schemeClr val="bg1"/>
                </a:solidFill>
                <a:latin typeface="微软雅黑" panose="020B0503020204020204" pitchFamily="34" charset="-122"/>
                <a:ea typeface="微软雅黑" panose="020B0503020204020204" pitchFamily="34" charset="-122"/>
              </a:rPr>
              <a:t>68</a:t>
            </a:r>
            <a:r>
              <a:rPr lang="en-US" altLang="zh-CN" sz="2000" b="1" dirty="0">
                <a:solidFill>
                  <a:schemeClr val="bg1"/>
                </a:solidFill>
                <a:latin typeface="微软雅黑" panose="020B0503020204020204" pitchFamily="34" charset="-122"/>
                <a:ea typeface="微软雅黑" panose="020B0503020204020204" pitchFamily="34" charset="-122"/>
              </a:rPr>
              <a:t>%</a:t>
            </a:r>
            <a:endParaRPr lang="zh-CN" altLang="en-US" sz="2000" b="1" dirty="0">
              <a:solidFill>
                <a:schemeClr val="bg1"/>
              </a:solidFill>
              <a:latin typeface="微软雅黑" panose="020B0503020204020204" pitchFamily="34" charset="-122"/>
              <a:ea typeface="微软雅黑" panose="020B0503020204020204" pitchFamily="34" charset="-122"/>
            </a:endParaRPr>
          </a:p>
        </p:txBody>
      </p:sp>
      <p:sp>
        <p:nvSpPr>
          <p:cNvPr id="10" name="标题 9"/>
          <p:cNvSpPr>
            <a:spLocks noGrp="1"/>
          </p:cNvSpPr>
          <p:nvPr>
            <p:ph type="title"/>
          </p:nvPr>
        </p:nvSpPr>
        <p:spPr>
          <a:prstGeom prst="rect">
            <a:avLst/>
          </a:prstGeom>
        </p:spPr>
        <p:txBody>
          <a:bodyPr/>
          <a:lstStyle/>
          <a:p>
            <a:r>
              <a:rPr lang="zh-CN" altLang="en-US" dirty="0"/>
              <a:t>让金融更简单 让金融更美好</a:t>
            </a:r>
          </a:p>
        </p:txBody>
      </p:sp>
      <p:grpSp>
        <p:nvGrpSpPr>
          <p:cNvPr id="12" name="组 11"/>
          <p:cNvGrpSpPr/>
          <p:nvPr/>
        </p:nvGrpSpPr>
        <p:grpSpPr>
          <a:xfrm>
            <a:off x="4494812" y="4135301"/>
            <a:ext cx="3240000" cy="1397890"/>
            <a:chOff x="7580640" y="1789204"/>
            <a:chExt cx="3240000" cy="1397890"/>
          </a:xfrm>
        </p:grpSpPr>
        <p:grpSp>
          <p:nvGrpSpPr>
            <p:cNvPr id="13"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16" name="矩形 15">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8" name="矩形 17">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chemeClr val="tx1">
                        <a:lumMod val="95000"/>
                        <a:lumOff val="5000"/>
                      </a:schemeClr>
                    </a:solidFill>
                    <a:latin typeface="Calibri"/>
                    <a:ea typeface="微软雅黑"/>
                  </a:rPr>
                  <a:t>标题文字添加</a:t>
                </a:r>
              </a:p>
            </p:txBody>
          </p:sp>
        </p:grpSp>
        <p:cxnSp>
          <p:nvCxnSpPr>
            <p:cNvPr id="14"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0" name="组 19"/>
          <p:cNvGrpSpPr/>
          <p:nvPr/>
        </p:nvGrpSpPr>
        <p:grpSpPr>
          <a:xfrm>
            <a:off x="697200" y="4135301"/>
            <a:ext cx="3240000" cy="1397890"/>
            <a:chOff x="7580640" y="1789204"/>
            <a:chExt cx="3240000" cy="1397890"/>
          </a:xfrm>
        </p:grpSpPr>
        <p:grpSp>
          <p:nvGrpSpPr>
            <p:cNvPr id="21"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26" name="矩形 25">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7" name="矩形 26">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chemeClr val="tx1">
                        <a:lumMod val="95000"/>
                        <a:lumOff val="5000"/>
                      </a:schemeClr>
                    </a:solidFill>
                    <a:latin typeface="Calibri"/>
                    <a:ea typeface="微软雅黑"/>
                  </a:rPr>
                  <a:t>标题文字添加</a:t>
                </a:r>
              </a:p>
            </p:txBody>
          </p:sp>
        </p:grpSp>
        <p:cxnSp>
          <p:nvCxnSpPr>
            <p:cNvPr id="2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8" name="组 27"/>
          <p:cNvGrpSpPr/>
          <p:nvPr/>
        </p:nvGrpSpPr>
        <p:grpSpPr>
          <a:xfrm>
            <a:off x="8292424" y="4135301"/>
            <a:ext cx="3240000" cy="1397890"/>
            <a:chOff x="7580640" y="1789204"/>
            <a:chExt cx="3240000" cy="1397890"/>
          </a:xfrm>
        </p:grpSpPr>
        <p:grpSp>
          <p:nvGrpSpPr>
            <p:cNvPr id="29"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31" name="矩形 30">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2" name="矩形 31">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chemeClr val="tx1">
                        <a:lumMod val="95000"/>
                        <a:lumOff val="5000"/>
                      </a:schemeClr>
                    </a:solidFill>
                    <a:latin typeface="Calibri"/>
                    <a:ea typeface="微软雅黑"/>
                  </a:rPr>
                  <a:t>标题文字添加</a:t>
                </a:r>
              </a:p>
            </p:txBody>
          </p:sp>
        </p:grpSp>
        <p:cxnSp>
          <p:nvCxnSpPr>
            <p:cNvPr id="3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91502662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4">
            <a:extLst>
              <a:ext uri="{FF2B5EF4-FFF2-40B4-BE49-F238E27FC236}">
                <a16:creationId xmlns:a16="http://schemas.microsoft.com/office/drawing/2014/main" xmlns="" id="{B5D1E16E-B8A3-46BF-96C7-A5A630526170}"/>
              </a:ext>
            </a:extLst>
          </p:cNvPr>
          <p:cNvSpPr>
            <a:spLocks noChangeArrowheads="1"/>
          </p:cNvSpPr>
          <p:nvPr/>
        </p:nvSpPr>
        <p:spPr bwMode="auto">
          <a:xfrm>
            <a:off x="1559343" y="1988840"/>
            <a:ext cx="1655511" cy="1657703"/>
          </a:xfrm>
          <a:prstGeom prst="ellipse">
            <a:avLst/>
          </a:prstGeom>
          <a:solidFill>
            <a:srgbClr val="4372C4"/>
          </a:solidFill>
          <a:ln w="9525">
            <a:noFill/>
            <a:round/>
            <a:headEnd/>
            <a:tailEnd/>
          </a:ln>
        </p:spPr>
        <p:txBody>
          <a:bodyPr wrap="none" anchor="ctr"/>
          <a:lstStyle/>
          <a:p>
            <a:pPr algn="ct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3" name="Oval 5">
            <a:extLst>
              <a:ext uri="{FF2B5EF4-FFF2-40B4-BE49-F238E27FC236}">
                <a16:creationId xmlns:a16="http://schemas.microsoft.com/office/drawing/2014/main" xmlns="" id="{E8B3A9AE-E205-4DF1-9310-8C529533DE04}"/>
              </a:ext>
            </a:extLst>
          </p:cNvPr>
          <p:cNvSpPr>
            <a:spLocks noChangeArrowheads="1"/>
          </p:cNvSpPr>
          <p:nvPr/>
        </p:nvSpPr>
        <p:spPr bwMode="auto">
          <a:xfrm>
            <a:off x="5267927" y="1988840"/>
            <a:ext cx="1656146" cy="1657703"/>
          </a:xfrm>
          <a:prstGeom prst="ellipse">
            <a:avLst/>
          </a:prstGeom>
          <a:solidFill>
            <a:srgbClr val="4372C4"/>
          </a:solidFill>
          <a:ln w="9525">
            <a:noFill/>
            <a:round/>
            <a:headEnd/>
            <a:tailEnd/>
          </a:ln>
        </p:spPr>
        <p:txBody>
          <a:bodyPr wrap="none" anchor="ctr"/>
          <a:lstStyle/>
          <a:p>
            <a:pPr algn="ctr"/>
            <a:endParaRPr lang="zh-HK" altLang="en-US" sz="2400" b="1" dirty="0">
              <a:solidFill>
                <a:schemeClr val="bg1"/>
              </a:solidFill>
              <a:latin typeface="微软雅黑" panose="020B0503020204020204" pitchFamily="34" charset="-122"/>
              <a:ea typeface="微软雅黑" panose="020B0503020204020204" pitchFamily="34" charset="-122"/>
            </a:endParaRPr>
          </a:p>
        </p:txBody>
      </p:sp>
      <p:sp>
        <p:nvSpPr>
          <p:cNvPr id="4" name="Oval 6">
            <a:extLst>
              <a:ext uri="{FF2B5EF4-FFF2-40B4-BE49-F238E27FC236}">
                <a16:creationId xmlns:a16="http://schemas.microsoft.com/office/drawing/2014/main" xmlns="" id="{A7B88E1C-DD00-45D4-862A-7EDD0048FA2F}"/>
              </a:ext>
            </a:extLst>
          </p:cNvPr>
          <p:cNvSpPr>
            <a:spLocks noChangeArrowheads="1"/>
          </p:cNvSpPr>
          <p:nvPr/>
        </p:nvSpPr>
        <p:spPr bwMode="auto">
          <a:xfrm>
            <a:off x="8977145" y="1988840"/>
            <a:ext cx="1656146" cy="1657703"/>
          </a:xfrm>
          <a:prstGeom prst="ellipse">
            <a:avLst/>
          </a:prstGeom>
          <a:solidFill>
            <a:srgbClr val="4372C4"/>
          </a:solidFill>
          <a:ln w="9525">
            <a:noFill/>
            <a:round/>
            <a:headEnd/>
            <a:tailEnd/>
          </a:ln>
        </p:spPr>
        <p:txBody>
          <a:bodyPr wrap="none" anchor="ctr"/>
          <a:lstStyle/>
          <a:p>
            <a:pPr algn="ct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5" name="圈箭头4 150">
            <a:extLst>
              <a:ext uri="{FF2B5EF4-FFF2-40B4-BE49-F238E27FC236}">
                <a16:creationId xmlns:a16="http://schemas.microsoft.com/office/drawing/2014/main" xmlns="" id="{5B1C65CA-C534-407C-840B-EA3A7353C041}"/>
              </a:ext>
            </a:extLst>
          </p:cNvPr>
          <p:cNvSpPr>
            <a:spLocks noChangeArrowheads="1"/>
          </p:cNvSpPr>
          <p:nvPr/>
        </p:nvSpPr>
        <p:spPr bwMode="auto">
          <a:xfrm>
            <a:off x="7698187" y="2566813"/>
            <a:ext cx="504845" cy="503662"/>
          </a:xfrm>
          <a:custGeom>
            <a:avLst/>
            <a:gdLst/>
            <a:ahLst/>
            <a:cxnLst>
              <a:cxn ang="0">
                <a:pos x="363514" y="144016"/>
              </a:cxn>
              <a:cxn ang="0">
                <a:pos x="363514" y="234026"/>
              </a:cxn>
              <a:cxn ang="0">
                <a:pos x="104538" y="234026"/>
              </a:cxn>
              <a:cxn ang="0">
                <a:pos x="104538" y="414046"/>
              </a:cxn>
              <a:cxn ang="0">
                <a:pos x="363514" y="414046"/>
              </a:cxn>
              <a:cxn ang="0">
                <a:pos x="363514" y="504056"/>
              </a:cxn>
              <a:cxn ang="0">
                <a:pos x="543534" y="324036"/>
              </a:cxn>
              <a:cxn ang="0">
                <a:pos x="363514" y="144016"/>
              </a:cxn>
              <a:cxn ang="0">
                <a:pos x="324036" y="0"/>
              </a:cxn>
              <a:cxn ang="0">
                <a:pos x="648072" y="324036"/>
              </a:cxn>
              <a:cxn ang="0">
                <a:pos x="324036" y="648072"/>
              </a:cxn>
              <a:cxn ang="0">
                <a:pos x="0" y="324036"/>
              </a:cxn>
              <a:cxn ang="0">
                <a:pos x="324036" y="0"/>
              </a:cxn>
            </a:cxnLst>
            <a:rect l="0" t="0" r="r" b="b"/>
            <a:pathLst>
              <a:path w="648072" h="648072">
                <a:moveTo>
                  <a:pt x="363514" y="144016"/>
                </a:moveTo>
                <a:lnTo>
                  <a:pt x="363514" y="234026"/>
                </a:lnTo>
                <a:lnTo>
                  <a:pt x="104538" y="234026"/>
                </a:lnTo>
                <a:lnTo>
                  <a:pt x="104538" y="414046"/>
                </a:lnTo>
                <a:lnTo>
                  <a:pt x="363514" y="414046"/>
                </a:lnTo>
                <a:lnTo>
                  <a:pt x="363514" y="504056"/>
                </a:lnTo>
                <a:lnTo>
                  <a:pt x="543534" y="324036"/>
                </a:lnTo>
                <a:lnTo>
                  <a:pt x="363514" y="144016"/>
                </a:lnTo>
                <a:close/>
                <a:moveTo>
                  <a:pt x="324036" y="0"/>
                </a:moveTo>
                <a:cubicBezTo>
                  <a:pt x="502996" y="0"/>
                  <a:pt x="648072" y="145076"/>
                  <a:pt x="648072" y="324036"/>
                </a:cubicBezTo>
                <a:cubicBezTo>
                  <a:pt x="648072" y="502996"/>
                  <a:pt x="502996" y="648072"/>
                  <a:pt x="324036" y="648072"/>
                </a:cubicBezTo>
                <a:cubicBezTo>
                  <a:pt x="145076" y="648072"/>
                  <a:pt x="0" y="502996"/>
                  <a:pt x="0" y="324036"/>
                </a:cubicBezTo>
                <a:cubicBezTo>
                  <a:pt x="0" y="145076"/>
                  <a:pt x="145076" y="0"/>
                  <a:pt x="324036" y="0"/>
                </a:cubicBezTo>
                <a:close/>
              </a:path>
            </a:pathLst>
          </a:custGeom>
          <a:solidFill>
            <a:srgbClr val="C4C9D4"/>
          </a:solidFill>
          <a:ln w="9525">
            <a:noFill/>
            <a:round/>
            <a:headEnd/>
            <a:tailEnd/>
          </a:ln>
        </p:spPr>
        <p:txBody>
          <a:bodyPr/>
          <a:lstStyle/>
          <a:p>
            <a:endParaRPr lang="zh-CN" altLang="en-US">
              <a:solidFill>
                <a:schemeClr val="bg1"/>
              </a:solidFill>
            </a:endParaRPr>
          </a:p>
        </p:txBody>
      </p:sp>
      <p:sp>
        <p:nvSpPr>
          <p:cNvPr id="6" name="圈箭头4 150">
            <a:extLst>
              <a:ext uri="{FF2B5EF4-FFF2-40B4-BE49-F238E27FC236}">
                <a16:creationId xmlns:a16="http://schemas.microsoft.com/office/drawing/2014/main" xmlns="" id="{99366166-B489-4B59-9313-061DBABBCD74}"/>
              </a:ext>
            </a:extLst>
          </p:cNvPr>
          <p:cNvSpPr>
            <a:spLocks noChangeArrowheads="1"/>
          </p:cNvSpPr>
          <p:nvPr/>
        </p:nvSpPr>
        <p:spPr bwMode="auto">
          <a:xfrm>
            <a:off x="3988968" y="2566813"/>
            <a:ext cx="504845" cy="503662"/>
          </a:xfrm>
          <a:custGeom>
            <a:avLst/>
            <a:gdLst/>
            <a:ahLst/>
            <a:cxnLst>
              <a:cxn ang="0">
                <a:pos x="363514" y="144016"/>
              </a:cxn>
              <a:cxn ang="0">
                <a:pos x="363514" y="234026"/>
              </a:cxn>
              <a:cxn ang="0">
                <a:pos x="104538" y="234026"/>
              </a:cxn>
              <a:cxn ang="0">
                <a:pos x="104538" y="414046"/>
              </a:cxn>
              <a:cxn ang="0">
                <a:pos x="363514" y="414046"/>
              </a:cxn>
              <a:cxn ang="0">
                <a:pos x="363514" y="504056"/>
              </a:cxn>
              <a:cxn ang="0">
                <a:pos x="543534" y="324036"/>
              </a:cxn>
              <a:cxn ang="0">
                <a:pos x="363514" y="144016"/>
              </a:cxn>
              <a:cxn ang="0">
                <a:pos x="324036" y="0"/>
              </a:cxn>
              <a:cxn ang="0">
                <a:pos x="648072" y="324036"/>
              </a:cxn>
              <a:cxn ang="0">
                <a:pos x="324036" y="648072"/>
              </a:cxn>
              <a:cxn ang="0">
                <a:pos x="0" y="324036"/>
              </a:cxn>
              <a:cxn ang="0">
                <a:pos x="324036" y="0"/>
              </a:cxn>
            </a:cxnLst>
            <a:rect l="0" t="0" r="r" b="b"/>
            <a:pathLst>
              <a:path w="648072" h="648072">
                <a:moveTo>
                  <a:pt x="363514" y="144016"/>
                </a:moveTo>
                <a:lnTo>
                  <a:pt x="363514" y="234026"/>
                </a:lnTo>
                <a:lnTo>
                  <a:pt x="104538" y="234026"/>
                </a:lnTo>
                <a:lnTo>
                  <a:pt x="104538" y="414046"/>
                </a:lnTo>
                <a:lnTo>
                  <a:pt x="363514" y="414046"/>
                </a:lnTo>
                <a:lnTo>
                  <a:pt x="363514" y="504056"/>
                </a:lnTo>
                <a:lnTo>
                  <a:pt x="543534" y="324036"/>
                </a:lnTo>
                <a:lnTo>
                  <a:pt x="363514" y="144016"/>
                </a:lnTo>
                <a:close/>
                <a:moveTo>
                  <a:pt x="324036" y="0"/>
                </a:moveTo>
                <a:cubicBezTo>
                  <a:pt x="502996" y="0"/>
                  <a:pt x="648072" y="145076"/>
                  <a:pt x="648072" y="324036"/>
                </a:cubicBezTo>
                <a:cubicBezTo>
                  <a:pt x="648072" y="502996"/>
                  <a:pt x="502996" y="648072"/>
                  <a:pt x="324036" y="648072"/>
                </a:cubicBezTo>
                <a:cubicBezTo>
                  <a:pt x="145076" y="648072"/>
                  <a:pt x="0" y="502996"/>
                  <a:pt x="0" y="324036"/>
                </a:cubicBezTo>
                <a:cubicBezTo>
                  <a:pt x="0" y="145076"/>
                  <a:pt x="145076" y="0"/>
                  <a:pt x="324036" y="0"/>
                </a:cubicBezTo>
                <a:close/>
              </a:path>
            </a:pathLst>
          </a:custGeom>
          <a:solidFill>
            <a:srgbClr val="C4C9D4"/>
          </a:solidFill>
          <a:ln w="9525">
            <a:noFill/>
            <a:round/>
            <a:headEnd/>
            <a:tailEnd/>
          </a:ln>
        </p:spPr>
        <p:txBody>
          <a:bodyPr/>
          <a:lstStyle/>
          <a:p>
            <a:endParaRPr lang="zh-CN" altLang="en-US">
              <a:solidFill>
                <a:schemeClr val="bg1"/>
              </a:solidFill>
            </a:endParaRPr>
          </a:p>
        </p:txBody>
      </p:sp>
      <p:sp>
        <p:nvSpPr>
          <p:cNvPr id="13" name="标题 12"/>
          <p:cNvSpPr>
            <a:spLocks noGrp="1"/>
          </p:cNvSpPr>
          <p:nvPr>
            <p:ph type="title"/>
          </p:nvPr>
        </p:nvSpPr>
        <p:spPr>
          <a:prstGeom prst="rect">
            <a:avLst/>
          </a:prstGeom>
        </p:spPr>
        <p:txBody>
          <a:bodyPr/>
          <a:lstStyle/>
          <a:p>
            <a:r>
              <a:rPr lang="zh-CN" altLang="en-US" dirty="0"/>
              <a:t>让金融更简单 让金融更美好</a:t>
            </a:r>
            <a:endParaRPr kumimoji="1" lang="zh-CN" altLang="en-US" dirty="0"/>
          </a:p>
        </p:txBody>
      </p:sp>
      <p:grpSp>
        <p:nvGrpSpPr>
          <p:cNvPr id="18" name="组 17"/>
          <p:cNvGrpSpPr/>
          <p:nvPr/>
        </p:nvGrpSpPr>
        <p:grpSpPr>
          <a:xfrm>
            <a:off x="947098" y="4150599"/>
            <a:ext cx="2880000" cy="1397890"/>
            <a:chOff x="7580640" y="1789204"/>
            <a:chExt cx="3240000" cy="1397890"/>
          </a:xfrm>
        </p:grpSpPr>
        <p:grpSp>
          <p:nvGrpSpPr>
            <p:cNvPr id="19"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22" name="矩形 21">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3" name="矩形 22">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chemeClr val="tx1">
                        <a:lumMod val="95000"/>
                        <a:lumOff val="5000"/>
                      </a:schemeClr>
                    </a:solidFill>
                    <a:latin typeface="Calibri"/>
                    <a:ea typeface="微软雅黑"/>
                  </a:rPr>
                  <a:t>标题文字添加</a:t>
                </a:r>
              </a:p>
            </p:txBody>
          </p:sp>
        </p:grpSp>
        <p:cxnSp>
          <p:nvCxnSpPr>
            <p:cNvPr id="2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4" name="组 23"/>
          <p:cNvGrpSpPr/>
          <p:nvPr/>
        </p:nvGrpSpPr>
        <p:grpSpPr>
          <a:xfrm>
            <a:off x="4656000" y="4150599"/>
            <a:ext cx="2880000" cy="1397890"/>
            <a:chOff x="7580640" y="1789204"/>
            <a:chExt cx="3240000" cy="1397890"/>
          </a:xfrm>
        </p:grpSpPr>
        <p:grpSp>
          <p:nvGrpSpPr>
            <p:cNvPr id="25"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27" name="矩形 26">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8" name="矩形 27">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chemeClr val="tx1">
                        <a:lumMod val="95000"/>
                        <a:lumOff val="5000"/>
                      </a:schemeClr>
                    </a:solidFill>
                    <a:latin typeface="Calibri"/>
                    <a:ea typeface="微软雅黑"/>
                  </a:rPr>
                  <a:t>标题文字添加</a:t>
                </a:r>
              </a:p>
            </p:txBody>
          </p:sp>
        </p:grpSp>
        <p:cxnSp>
          <p:nvCxnSpPr>
            <p:cNvPr id="26"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9" name="组 28"/>
          <p:cNvGrpSpPr/>
          <p:nvPr/>
        </p:nvGrpSpPr>
        <p:grpSpPr>
          <a:xfrm>
            <a:off x="8360650" y="4150599"/>
            <a:ext cx="2880000" cy="1397890"/>
            <a:chOff x="7580640" y="1789204"/>
            <a:chExt cx="3240000" cy="1397890"/>
          </a:xfrm>
        </p:grpSpPr>
        <p:grpSp>
          <p:nvGrpSpPr>
            <p:cNvPr id="30"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32" name="矩形 31">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3" name="矩形 32">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chemeClr val="tx1">
                        <a:lumMod val="95000"/>
                        <a:lumOff val="5000"/>
                      </a:schemeClr>
                    </a:solidFill>
                    <a:latin typeface="Calibri"/>
                    <a:ea typeface="微软雅黑"/>
                  </a:rPr>
                  <a:t>标题文字添加</a:t>
                </a:r>
              </a:p>
            </p:txBody>
          </p:sp>
        </p:grpSp>
        <p:cxnSp>
          <p:nvCxnSpPr>
            <p:cNvPr id="31"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pic>
        <p:nvPicPr>
          <p:cNvPr id="34" name="图片 33">
            <a:extLst>
              <a:ext uri="{FF2B5EF4-FFF2-40B4-BE49-F238E27FC236}">
                <a16:creationId xmlns="" xmlns:a16="http://schemas.microsoft.com/office/drawing/2014/main" id="{89508646-6BBA-4872-9C9D-BDC6B7455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078165" y="2428935"/>
            <a:ext cx="693225" cy="693225"/>
          </a:xfrm>
          <a:prstGeom prst="rect">
            <a:avLst/>
          </a:prstGeom>
        </p:spPr>
      </p:pic>
      <p:pic>
        <p:nvPicPr>
          <p:cNvPr id="35" name="图片 34">
            <a:extLst>
              <a:ext uri="{FF2B5EF4-FFF2-40B4-BE49-F238E27FC236}">
                <a16:creationId xmlns="" xmlns:a16="http://schemas.microsoft.com/office/drawing/2014/main" id="{3AF72455-7EC2-4E14-B59F-13C3686F2A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471493" y="2514620"/>
            <a:ext cx="606139" cy="606139"/>
          </a:xfrm>
          <a:prstGeom prst="rect">
            <a:avLst/>
          </a:prstGeom>
        </p:spPr>
      </p:pic>
      <p:pic>
        <p:nvPicPr>
          <p:cNvPr id="36" name="图片 35">
            <a:extLst>
              <a:ext uri="{FF2B5EF4-FFF2-40B4-BE49-F238E27FC236}">
                <a16:creationId xmlns="" xmlns:a16="http://schemas.microsoft.com/office/drawing/2014/main" id="{A454BC67-0E58-4109-AFEF-C641EC8B375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94163" y="2426750"/>
            <a:ext cx="781881" cy="781881"/>
          </a:xfrm>
          <a:prstGeom prst="rect">
            <a:avLst/>
          </a:prstGeom>
        </p:spPr>
      </p:pic>
    </p:spTree>
    <p:extLst>
      <p:ext uri="{BB962C8B-B14F-4D97-AF65-F5344CB8AC3E}">
        <p14:creationId xmlns:p14="http://schemas.microsoft.com/office/powerpoint/2010/main" val="7989475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7">
            <a:extLst>
              <a:ext uri="{FF2B5EF4-FFF2-40B4-BE49-F238E27FC236}">
                <a16:creationId xmlns="" xmlns:a16="http://schemas.microsoft.com/office/drawing/2014/main" id="{CFE3D825-56AD-4693-B1FB-F60E352E18AA}"/>
              </a:ext>
            </a:extLst>
          </p:cNvPr>
          <p:cNvGrpSpPr>
            <a:grpSpLocks noChangeAspect="1"/>
          </p:cNvGrpSpPr>
          <p:nvPr/>
        </p:nvGrpSpPr>
        <p:grpSpPr>
          <a:xfrm>
            <a:off x="1118413" y="1347968"/>
            <a:ext cx="720000" cy="720000"/>
            <a:chOff x="3888476" y="1346231"/>
            <a:chExt cx="1075410" cy="1075410"/>
          </a:xfrm>
        </p:grpSpPr>
        <p:sp>
          <p:nvSpPr>
            <p:cNvPr id="26" name="椭圆 25">
              <a:extLst>
                <a:ext uri="{FF2B5EF4-FFF2-40B4-BE49-F238E27FC236}">
                  <a16:creationId xmlns="" xmlns:a16="http://schemas.microsoft.com/office/drawing/2014/main" id="{F397685A-A517-4209-AB0C-922E11469A44}"/>
                </a:ext>
              </a:extLst>
            </p:cNvPr>
            <p:cNvSpPr/>
            <p:nvPr/>
          </p:nvSpPr>
          <p:spPr>
            <a:xfrm>
              <a:off x="3888476" y="1346231"/>
              <a:ext cx="1075410" cy="1075410"/>
            </a:xfrm>
            <a:prstGeom prst="ellipse">
              <a:avLst/>
            </a:prstGeom>
            <a:solidFill>
              <a:srgbClr val="4372C4"/>
            </a:solidFill>
            <a:ln>
              <a:noFill/>
            </a:ln>
            <a:effectLst/>
            <a:scene3d>
              <a:camera prst="orthographicFront">
                <a:rot lat="0" lon="0" rev="0"/>
              </a:camera>
              <a:lightRig rig="balanced" dir="t">
                <a:rot lat="0" lon="0" rev="13800000"/>
              </a:lightRig>
            </a:scene3d>
            <a:sp3d>
              <a:bevelT w="381000" h="12700"/>
              <a:bevelB w="0" h="0"/>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lumMod val="95000"/>
                    <a:lumOff val="5000"/>
                  </a:schemeClr>
                </a:solidFill>
              </a:endParaRPr>
            </a:p>
          </p:txBody>
        </p:sp>
        <p:grpSp>
          <p:nvGrpSpPr>
            <p:cNvPr id="27" name="组合 9">
              <a:extLst>
                <a:ext uri="{FF2B5EF4-FFF2-40B4-BE49-F238E27FC236}">
                  <a16:creationId xmlns="" xmlns:a16="http://schemas.microsoft.com/office/drawing/2014/main" id="{69C16C52-771A-45F3-B32E-9190311657D6}"/>
                </a:ext>
              </a:extLst>
            </p:cNvPr>
            <p:cNvGrpSpPr/>
            <p:nvPr/>
          </p:nvGrpSpPr>
          <p:grpSpPr>
            <a:xfrm>
              <a:off x="4299181" y="1643430"/>
              <a:ext cx="254000" cy="481013"/>
              <a:chOff x="681038" y="295275"/>
              <a:chExt cx="254000" cy="481013"/>
            </a:xfrm>
            <a:solidFill>
              <a:schemeClr val="bg1"/>
            </a:solidFill>
          </p:grpSpPr>
          <p:sp>
            <p:nvSpPr>
              <p:cNvPr id="28" name="Oval 173">
                <a:extLst>
                  <a:ext uri="{FF2B5EF4-FFF2-40B4-BE49-F238E27FC236}">
                    <a16:creationId xmlns="" xmlns:a16="http://schemas.microsoft.com/office/drawing/2014/main" id="{1BF3FC91-0ED4-47D7-B24D-38230E617825}"/>
                  </a:ext>
                </a:extLst>
              </p:cNvPr>
              <p:cNvSpPr>
                <a:spLocks noChangeArrowheads="1"/>
              </p:cNvSpPr>
              <p:nvPr/>
            </p:nvSpPr>
            <p:spPr bwMode="auto">
              <a:xfrm>
                <a:off x="750888" y="592138"/>
                <a:ext cx="112713" cy="109538"/>
              </a:xfrm>
              <a:prstGeom prst="ellipse">
                <a:avLst/>
              </a:pr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sp>
            <p:nvSpPr>
              <p:cNvPr id="29" name="Freeform 174">
                <a:extLst>
                  <a:ext uri="{FF2B5EF4-FFF2-40B4-BE49-F238E27FC236}">
                    <a16:creationId xmlns="" xmlns:a16="http://schemas.microsoft.com/office/drawing/2014/main" id="{E1D1F769-85FA-4DEF-AECE-2D7394B704A0}"/>
                  </a:ext>
                </a:extLst>
              </p:cNvPr>
              <p:cNvSpPr>
                <a:spLocks noEditPoints="1"/>
              </p:cNvSpPr>
              <p:nvPr/>
            </p:nvSpPr>
            <p:spPr bwMode="auto">
              <a:xfrm>
                <a:off x="681038" y="295275"/>
                <a:ext cx="254000" cy="481013"/>
              </a:xfrm>
              <a:custGeom>
                <a:avLst/>
                <a:gdLst>
                  <a:gd name="T0" fmla="*/ 59 w 68"/>
                  <a:gd name="T1" fmla="*/ 0 h 128"/>
                  <a:gd name="T2" fmla="*/ 9 w 68"/>
                  <a:gd name="T3" fmla="*/ 0 h 128"/>
                  <a:gd name="T4" fmla="*/ 0 w 68"/>
                  <a:gd name="T5" fmla="*/ 10 h 128"/>
                  <a:gd name="T6" fmla="*/ 0 w 68"/>
                  <a:gd name="T7" fmla="*/ 118 h 128"/>
                  <a:gd name="T8" fmla="*/ 9 w 68"/>
                  <a:gd name="T9" fmla="*/ 128 h 128"/>
                  <a:gd name="T10" fmla="*/ 59 w 68"/>
                  <a:gd name="T11" fmla="*/ 128 h 128"/>
                  <a:gd name="T12" fmla="*/ 68 w 68"/>
                  <a:gd name="T13" fmla="*/ 118 h 128"/>
                  <a:gd name="T14" fmla="*/ 68 w 68"/>
                  <a:gd name="T15" fmla="*/ 10 h 128"/>
                  <a:gd name="T16" fmla="*/ 59 w 68"/>
                  <a:gd name="T17" fmla="*/ 0 h 128"/>
                  <a:gd name="T18" fmla="*/ 34 w 68"/>
                  <a:gd name="T19" fmla="*/ 118 h 128"/>
                  <a:gd name="T20" fmla="*/ 9 w 68"/>
                  <a:gd name="T21" fmla="*/ 94 h 128"/>
                  <a:gd name="T22" fmla="*/ 34 w 68"/>
                  <a:gd name="T23" fmla="*/ 69 h 128"/>
                  <a:gd name="T24" fmla="*/ 59 w 68"/>
                  <a:gd name="T25" fmla="*/ 94 h 128"/>
                  <a:gd name="T26" fmla="*/ 34 w 68"/>
                  <a:gd name="T27" fmla="*/ 118 h 128"/>
                  <a:gd name="T28" fmla="*/ 59 w 68"/>
                  <a:gd name="T29" fmla="*/ 59 h 128"/>
                  <a:gd name="T30" fmla="*/ 9 w 68"/>
                  <a:gd name="T31" fmla="*/ 59 h 128"/>
                  <a:gd name="T32" fmla="*/ 9 w 68"/>
                  <a:gd name="T33" fmla="*/ 10 h 128"/>
                  <a:gd name="T34" fmla="*/ 59 w 68"/>
                  <a:gd name="T35" fmla="*/ 10 h 128"/>
                  <a:gd name="T36" fmla="*/ 59 w 68"/>
                  <a:gd name="T37" fmla="*/ 5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128">
                    <a:moveTo>
                      <a:pt x="59" y="0"/>
                    </a:moveTo>
                    <a:cubicBezTo>
                      <a:pt x="9" y="0"/>
                      <a:pt x="9" y="0"/>
                      <a:pt x="9" y="0"/>
                    </a:cubicBezTo>
                    <a:cubicBezTo>
                      <a:pt x="4" y="0"/>
                      <a:pt x="0" y="4"/>
                      <a:pt x="0" y="10"/>
                    </a:cubicBezTo>
                    <a:cubicBezTo>
                      <a:pt x="0" y="118"/>
                      <a:pt x="0" y="118"/>
                      <a:pt x="0" y="118"/>
                    </a:cubicBezTo>
                    <a:cubicBezTo>
                      <a:pt x="0" y="124"/>
                      <a:pt x="4" y="128"/>
                      <a:pt x="9" y="128"/>
                    </a:cubicBezTo>
                    <a:cubicBezTo>
                      <a:pt x="59" y="128"/>
                      <a:pt x="59" y="128"/>
                      <a:pt x="59" y="128"/>
                    </a:cubicBezTo>
                    <a:cubicBezTo>
                      <a:pt x="64" y="128"/>
                      <a:pt x="68" y="124"/>
                      <a:pt x="68" y="118"/>
                    </a:cubicBezTo>
                    <a:cubicBezTo>
                      <a:pt x="68" y="10"/>
                      <a:pt x="68" y="10"/>
                      <a:pt x="68" y="10"/>
                    </a:cubicBezTo>
                    <a:cubicBezTo>
                      <a:pt x="68" y="4"/>
                      <a:pt x="64" y="0"/>
                      <a:pt x="59" y="0"/>
                    </a:cubicBezTo>
                    <a:close/>
                    <a:moveTo>
                      <a:pt x="34" y="118"/>
                    </a:moveTo>
                    <a:cubicBezTo>
                      <a:pt x="20" y="118"/>
                      <a:pt x="9" y="107"/>
                      <a:pt x="9" y="94"/>
                    </a:cubicBezTo>
                    <a:cubicBezTo>
                      <a:pt x="9" y="80"/>
                      <a:pt x="20" y="69"/>
                      <a:pt x="34" y="69"/>
                    </a:cubicBezTo>
                    <a:cubicBezTo>
                      <a:pt x="48" y="69"/>
                      <a:pt x="59" y="80"/>
                      <a:pt x="59" y="94"/>
                    </a:cubicBezTo>
                    <a:cubicBezTo>
                      <a:pt x="59" y="107"/>
                      <a:pt x="48" y="118"/>
                      <a:pt x="34" y="118"/>
                    </a:cubicBezTo>
                    <a:close/>
                    <a:moveTo>
                      <a:pt x="59" y="59"/>
                    </a:moveTo>
                    <a:cubicBezTo>
                      <a:pt x="9" y="59"/>
                      <a:pt x="9" y="59"/>
                      <a:pt x="9" y="59"/>
                    </a:cubicBezTo>
                    <a:cubicBezTo>
                      <a:pt x="9" y="10"/>
                      <a:pt x="9" y="10"/>
                      <a:pt x="9" y="10"/>
                    </a:cubicBezTo>
                    <a:cubicBezTo>
                      <a:pt x="59" y="10"/>
                      <a:pt x="59" y="10"/>
                      <a:pt x="59" y="10"/>
                    </a:cubicBezTo>
                    <a:lnTo>
                      <a:pt x="59" y="59"/>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grpSp>
      </p:grpSp>
      <p:grpSp>
        <p:nvGrpSpPr>
          <p:cNvPr id="30" name="组 29"/>
          <p:cNvGrpSpPr/>
          <p:nvPr/>
        </p:nvGrpSpPr>
        <p:grpSpPr>
          <a:xfrm>
            <a:off x="2218193" y="1340768"/>
            <a:ext cx="5411766" cy="1115955"/>
            <a:chOff x="7573558" y="1789204"/>
            <a:chExt cx="3240000" cy="1115955"/>
          </a:xfrm>
        </p:grpSpPr>
        <p:grpSp>
          <p:nvGrpSpPr>
            <p:cNvPr id="31" name="组合 31">
              <a:extLst>
                <a:ext uri="{FF2B5EF4-FFF2-40B4-BE49-F238E27FC236}">
                  <a16:creationId xmlns="" xmlns:a16="http://schemas.microsoft.com/office/drawing/2014/main" id="{CDC40244-A310-4C3D-9986-CA192517ACF7}"/>
                </a:ext>
              </a:extLst>
            </p:cNvPr>
            <p:cNvGrpSpPr/>
            <p:nvPr/>
          </p:nvGrpSpPr>
          <p:grpSpPr>
            <a:xfrm>
              <a:off x="7573558" y="1789204"/>
              <a:ext cx="3240000" cy="1115955"/>
              <a:chOff x="874713" y="3137001"/>
              <a:chExt cx="3240000" cy="1115955"/>
            </a:xfrm>
          </p:grpSpPr>
          <p:sp>
            <p:nvSpPr>
              <p:cNvPr id="33" name="矩形 32">
                <a:extLst>
                  <a:ext uri="{FF2B5EF4-FFF2-40B4-BE49-F238E27FC236}">
                    <a16:creationId xmlns="" xmlns:a16="http://schemas.microsoft.com/office/drawing/2014/main" id="{B1602A64-58A0-4E75-B4E1-54317C0C2470}"/>
                  </a:ext>
                </a:extLst>
              </p:cNvPr>
              <p:cNvSpPr/>
              <p:nvPr/>
            </p:nvSpPr>
            <p:spPr>
              <a:xfrm>
                <a:off x="874713" y="3641057"/>
                <a:ext cx="3240000" cy="611899"/>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ysClr val="windowText" lastClr="000000"/>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4" name="矩形 33">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ysClr val="windowText" lastClr="000000"/>
                    </a:solidFill>
                    <a:latin typeface="Calibri"/>
                    <a:ea typeface="微软雅黑"/>
                  </a:rPr>
                  <a:t>标题文字添加</a:t>
                </a:r>
              </a:p>
            </p:txBody>
          </p:sp>
        </p:grpSp>
        <p:cxnSp>
          <p:nvCxnSpPr>
            <p:cNvPr id="32"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6" name="组 35"/>
          <p:cNvGrpSpPr/>
          <p:nvPr/>
        </p:nvGrpSpPr>
        <p:grpSpPr>
          <a:xfrm>
            <a:off x="2218192" y="2853810"/>
            <a:ext cx="5411767" cy="1115955"/>
            <a:chOff x="7573558" y="1789204"/>
            <a:chExt cx="3240000" cy="1115955"/>
          </a:xfrm>
        </p:grpSpPr>
        <p:grpSp>
          <p:nvGrpSpPr>
            <p:cNvPr id="37" name="组合 31">
              <a:extLst>
                <a:ext uri="{FF2B5EF4-FFF2-40B4-BE49-F238E27FC236}">
                  <a16:creationId xmlns="" xmlns:a16="http://schemas.microsoft.com/office/drawing/2014/main" id="{CDC40244-A310-4C3D-9986-CA192517ACF7}"/>
                </a:ext>
              </a:extLst>
            </p:cNvPr>
            <p:cNvGrpSpPr/>
            <p:nvPr/>
          </p:nvGrpSpPr>
          <p:grpSpPr>
            <a:xfrm>
              <a:off x="7573558" y="1789204"/>
              <a:ext cx="3240000" cy="1115955"/>
              <a:chOff x="874713" y="3137001"/>
              <a:chExt cx="3240000" cy="1115955"/>
            </a:xfrm>
          </p:grpSpPr>
          <p:sp>
            <p:nvSpPr>
              <p:cNvPr id="39" name="矩形 38">
                <a:extLst>
                  <a:ext uri="{FF2B5EF4-FFF2-40B4-BE49-F238E27FC236}">
                    <a16:creationId xmlns="" xmlns:a16="http://schemas.microsoft.com/office/drawing/2014/main" id="{B1602A64-58A0-4E75-B4E1-54317C0C2470}"/>
                  </a:ext>
                </a:extLst>
              </p:cNvPr>
              <p:cNvSpPr/>
              <p:nvPr/>
            </p:nvSpPr>
            <p:spPr>
              <a:xfrm>
                <a:off x="874713" y="3641057"/>
                <a:ext cx="3240000" cy="611899"/>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ysClr val="windowText" lastClr="000000"/>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0" name="矩形 3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ysClr val="windowText" lastClr="000000"/>
                    </a:solidFill>
                    <a:latin typeface="Calibri"/>
                    <a:ea typeface="微软雅黑"/>
                  </a:rPr>
                  <a:t>标题文字添加</a:t>
                </a:r>
              </a:p>
            </p:txBody>
          </p:sp>
        </p:grpSp>
        <p:cxnSp>
          <p:nvCxnSpPr>
            <p:cNvPr id="3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42" name="组 41"/>
          <p:cNvGrpSpPr/>
          <p:nvPr/>
        </p:nvGrpSpPr>
        <p:grpSpPr>
          <a:xfrm>
            <a:off x="2218192" y="4388556"/>
            <a:ext cx="5411767" cy="1115955"/>
            <a:chOff x="7573558" y="1789204"/>
            <a:chExt cx="3240000" cy="1115955"/>
          </a:xfrm>
        </p:grpSpPr>
        <p:grpSp>
          <p:nvGrpSpPr>
            <p:cNvPr id="43" name="组合 31">
              <a:extLst>
                <a:ext uri="{FF2B5EF4-FFF2-40B4-BE49-F238E27FC236}">
                  <a16:creationId xmlns="" xmlns:a16="http://schemas.microsoft.com/office/drawing/2014/main" id="{CDC40244-A310-4C3D-9986-CA192517ACF7}"/>
                </a:ext>
              </a:extLst>
            </p:cNvPr>
            <p:cNvGrpSpPr/>
            <p:nvPr/>
          </p:nvGrpSpPr>
          <p:grpSpPr>
            <a:xfrm>
              <a:off x="7573558" y="1789204"/>
              <a:ext cx="3240000" cy="1115955"/>
              <a:chOff x="874713" y="3137001"/>
              <a:chExt cx="3240000" cy="1115955"/>
            </a:xfrm>
          </p:grpSpPr>
          <p:sp>
            <p:nvSpPr>
              <p:cNvPr id="45" name="矩形 44">
                <a:extLst>
                  <a:ext uri="{FF2B5EF4-FFF2-40B4-BE49-F238E27FC236}">
                    <a16:creationId xmlns="" xmlns:a16="http://schemas.microsoft.com/office/drawing/2014/main" id="{B1602A64-58A0-4E75-B4E1-54317C0C2470}"/>
                  </a:ext>
                </a:extLst>
              </p:cNvPr>
              <p:cNvSpPr/>
              <p:nvPr/>
            </p:nvSpPr>
            <p:spPr>
              <a:xfrm>
                <a:off x="874713" y="3641057"/>
                <a:ext cx="3240000" cy="611899"/>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ysClr val="windowText" lastClr="000000"/>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6" name="矩形 45">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ysClr val="windowText" lastClr="000000"/>
                    </a:solidFill>
                    <a:latin typeface="Calibri"/>
                    <a:ea typeface="微软雅黑"/>
                  </a:rPr>
                  <a:t>标题文字添加</a:t>
                </a:r>
              </a:p>
            </p:txBody>
          </p:sp>
        </p:grpSp>
        <p:cxnSp>
          <p:nvCxnSpPr>
            <p:cNvPr id="44"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55" name="组 54"/>
          <p:cNvGrpSpPr/>
          <p:nvPr/>
        </p:nvGrpSpPr>
        <p:grpSpPr>
          <a:xfrm>
            <a:off x="1116286" y="4547007"/>
            <a:ext cx="720000" cy="720000"/>
            <a:chOff x="938581" y="4842670"/>
            <a:chExt cx="1075410" cy="1075410"/>
          </a:xfrm>
        </p:grpSpPr>
        <p:sp>
          <p:nvSpPr>
            <p:cNvPr id="41" name="椭圆 40">
              <a:extLst>
                <a:ext uri="{FF2B5EF4-FFF2-40B4-BE49-F238E27FC236}">
                  <a16:creationId xmlns="" xmlns:a16="http://schemas.microsoft.com/office/drawing/2014/main" id="{F397685A-A517-4209-AB0C-922E11469A44}"/>
                </a:ext>
              </a:extLst>
            </p:cNvPr>
            <p:cNvSpPr/>
            <p:nvPr/>
          </p:nvSpPr>
          <p:spPr>
            <a:xfrm>
              <a:off x="938581" y="4842670"/>
              <a:ext cx="1075410" cy="1075410"/>
            </a:xfrm>
            <a:prstGeom prst="ellipse">
              <a:avLst/>
            </a:prstGeom>
            <a:solidFill>
              <a:srgbClr val="4372C4"/>
            </a:solidFill>
            <a:ln>
              <a:noFill/>
            </a:ln>
            <a:effectLst/>
            <a:scene3d>
              <a:camera prst="orthographicFront">
                <a:rot lat="0" lon="0" rev="0"/>
              </a:camera>
              <a:lightRig rig="balanced" dir="t">
                <a:rot lat="0" lon="0" rev="13800000"/>
              </a:lightRig>
            </a:scene3d>
            <a:sp3d>
              <a:bevelT w="381000" h="12700"/>
              <a:bevelB w="0" h="0"/>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lumMod val="95000"/>
                    <a:lumOff val="5000"/>
                  </a:schemeClr>
                </a:solidFill>
              </a:endParaRPr>
            </a:p>
          </p:txBody>
        </p:sp>
        <p:sp>
          <p:nvSpPr>
            <p:cNvPr id="53" name="Freeform 70">
              <a:extLst>
                <a:ext uri="{FF2B5EF4-FFF2-40B4-BE49-F238E27FC236}">
                  <a16:creationId xmlns="" xmlns:a16="http://schemas.microsoft.com/office/drawing/2014/main" id="{30EFBEDB-8981-4DE9-9FE6-E8F8CE256ADB}"/>
                </a:ext>
              </a:extLst>
            </p:cNvPr>
            <p:cNvSpPr>
              <a:spLocks noEditPoints="1"/>
            </p:cNvSpPr>
            <p:nvPr/>
          </p:nvSpPr>
          <p:spPr bwMode="auto">
            <a:xfrm>
              <a:off x="1305103" y="5139869"/>
              <a:ext cx="330200" cy="481013"/>
            </a:xfrm>
            <a:custGeom>
              <a:avLst/>
              <a:gdLst>
                <a:gd name="T0" fmla="*/ 78 w 88"/>
                <a:gd name="T1" fmla="*/ 0 h 128"/>
                <a:gd name="T2" fmla="*/ 10 w 88"/>
                <a:gd name="T3" fmla="*/ 0 h 128"/>
                <a:gd name="T4" fmla="*/ 0 w 88"/>
                <a:gd name="T5" fmla="*/ 10 h 128"/>
                <a:gd name="T6" fmla="*/ 0 w 88"/>
                <a:gd name="T7" fmla="*/ 118 h 128"/>
                <a:gd name="T8" fmla="*/ 10 w 88"/>
                <a:gd name="T9" fmla="*/ 128 h 128"/>
                <a:gd name="T10" fmla="*/ 78 w 88"/>
                <a:gd name="T11" fmla="*/ 128 h 128"/>
                <a:gd name="T12" fmla="*/ 88 w 88"/>
                <a:gd name="T13" fmla="*/ 118 h 128"/>
                <a:gd name="T14" fmla="*/ 88 w 88"/>
                <a:gd name="T15" fmla="*/ 10 h 128"/>
                <a:gd name="T16" fmla="*/ 78 w 88"/>
                <a:gd name="T17" fmla="*/ 0 h 128"/>
                <a:gd name="T18" fmla="*/ 29 w 88"/>
                <a:gd name="T19" fmla="*/ 108 h 128"/>
                <a:gd name="T20" fmla="*/ 19 w 88"/>
                <a:gd name="T21" fmla="*/ 108 h 128"/>
                <a:gd name="T22" fmla="*/ 19 w 88"/>
                <a:gd name="T23" fmla="*/ 99 h 128"/>
                <a:gd name="T24" fmla="*/ 29 w 88"/>
                <a:gd name="T25" fmla="*/ 99 h 128"/>
                <a:gd name="T26" fmla="*/ 29 w 88"/>
                <a:gd name="T27" fmla="*/ 108 h 128"/>
                <a:gd name="T28" fmla="*/ 29 w 88"/>
                <a:gd name="T29" fmla="*/ 89 h 128"/>
                <a:gd name="T30" fmla="*/ 19 w 88"/>
                <a:gd name="T31" fmla="*/ 89 h 128"/>
                <a:gd name="T32" fmla="*/ 19 w 88"/>
                <a:gd name="T33" fmla="*/ 79 h 128"/>
                <a:gd name="T34" fmla="*/ 29 w 88"/>
                <a:gd name="T35" fmla="*/ 79 h 128"/>
                <a:gd name="T36" fmla="*/ 29 w 88"/>
                <a:gd name="T37" fmla="*/ 89 h 128"/>
                <a:gd name="T38" fmla="*/ 29 w 88"/>
                <a:gd name="T39" fmla="*/ 69 h 128"/>
                <a:gd name="T40" fmla="*/ 19 w 88"/>
                <a:gd name="T41" fmla="*/ 69 h 128"/>
                <a:gd name="T42" fmla="*/ 19 w 88"/>
                <a:gd name="T43" fmla="*/ 59 h 128"/>
                <a:gd name="T44" fmla="*/ 29 w 88"/>
                <a:gd name="T45" fmla="*/ 59 h 128"/>
                <a:gd name="T46" fmla="*/ 29 w 88"/>
                <a:gd name="T47" fmla="*/ 69 h 128"/>
                <a:gd name="T48" fmla="*/ 49 w 88"/>
                <a:gd name="T49" fmla="*/ 108 h 128"/>
                <a:gd name="T50" fmla="*/ 39 w 88"/>
                <a:gd name="T51" fmla="*/ 108 h 128"/>
                <a:gd name="T52" fmla="*/ 39 w 88"/>
                <a:gd name="T53" fmla="*/ 99 h 128"/>
                <a:gd name="T54" fmla="*/ 49 w 88"/>
                <a:gd name="T55" fmla="*/ 99 h 128"/>
                <a:gd name="T56" fmla="*/ 49 w 88"/>
                <a:gd name="T57" fmla="*/ 108 h 128"/>
                <a:gd name="T58" fmla="*/ 49 w 88"/>
                <a:gd name="T59" fmla="*/ 89 h 128"/>
                <a:gd name="T60" fmla="*/ 39 w 88"/>
                <a:gd name="T61" fmla="*/ 89 h 128"/>
                <a:gd name="T62" fmla="*/ 39 w 88"/>
                <a:gd name="T63" fmla="*/ 79 h 128"/>
                <a:gd name="T64" fmla="*/ 49 w 88"/>
                <a:gd name="T65" fmla="*/ 79 h 128"/>
                <a:gd name="T66" fmla="*/ 49 w 88"/>
                <a:gd name="T67" fmla="*/ 89 h 128"/>
                <a:gd name="T68" fmla="*/ 49 w 88"/>
                <a:gd name="T69" fmla="*/ 69 h 128"/>
                <a:gd name="T70" fmla="*/ 39 w 88"/>
                <a:gd name="T71" fmla="*/ 69 h 128"/>
                <a:gd name="T72" fmla="*/ 39 w 88"/>
                <a:gd name="T73" fmla="*/ 59 h 128"/>
                <a:gd name="T74" fmla="*/ 49 w 88"/>
                <a:gd name="T75" fmla="*/ 59 h 128"/>
                <a:gd name="T76" fmla="*/ 49 w 88"/>
                <a:gd name="T77" fmla="*/ 69 h 128"/>
                <a:gd name="T78" fmla="*/ 69 w 88"/>
                <a:gd name="T79" fmla="*/ 108 h 128"/>
                <a:gd name="T80" fmla="*/ 59 w 88"/>
                <a:gd name="T81" fmla="*/ 108 h 128"/>
                <a:gd name="T82" fmla="*/ 59 w 88"/>
                <a:gd name="T83" fmla="*/ 99 h 128"/>
                <a:gd name="T84" fmla="*/ 69 w 88"/>
                <a:gd name="T85" fmla="*/ 99 h 128"/>
                <a:gd name="T86" fmla="*/ 69 w 88"/>
                <a:gd name="T87" fmla="*/ 108 h 128"/>
                <a:gd name="T88" fmla="*/ 69 w 88"/>
                <a:gd name="T89" fmla="*/ 89 h 128"/>
                <a:gd name="T90" fmla="*/ 59 w 88"/>
                <a:gd name="T91" fmla="*/ 89 h 128"/>
                <a:gd name="T92" fmla="*/ 59 w 88"/>
                <a:gd name="T93" fmla="*/ 79 h 128"/>
                <a:gd name="T94" fmla="*/ 69 w 88"/>
                <a:gd name="T95" fmla="*/ 79 h 128"/>
                <a:gd name="T96" fmla="*/ 69 w 88"/>
                <a:gd name="T97" fmla="*/ 89 h 128"/>
                <a:gd name="T98" fmla="*/ 69 w 88"/>
                <a:gd name="T99" fmla="*/ 69 h 128"/>
                <a:gd name="T100" fmla="*/ 59 w 88"/>
                <a:gd name="T101" fmla="*/ 69 h 128"/>
                <a:gd name="T102" fmla="*/ 59 w 88"/>
                <a:gd name="T103" fmla="*/ 59 h 128"/>
                <a:gd name="T104" fmla="*/ 69 w 88"/>
                <a:gd name="T105" fmla="*/ 59 h 128"/>
                <a:gd name="T106" fmla="*/ 69 w 88"/>
                <a:gd name="T107" fmla="*/ 69 h 128"/>
                <a:gd name="T108" fmla="*/ 69 w 88"/>
                <a:gd name="T109" fmla="*/ 40 h 128"/>
                <a:gd name="T110" fmla="*/ 19 w 88"/>
                <a:gd name="T111" fmla="*/ 40 h 128"/>
                <a:gd name="T112" fmla="*/ 19 w 88"/>
                <a:gd name="T113" fmla="*/ 20 h 128"/>
                <a:gd name="T114" fmla="*/ 69 w 88"/>
                <a:gd name="T115" fmla="*/ 20 h 128"/>
                <a:gd name="T116" fmla="*/ 69 w 88"/>
                <a:gd name="T117" fmla="*/ 4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8" h="128">
                  <a:moveTo>
                    <a:pt x="78" y="0"/>
                  </a:moveTo>
                  <a:cubicBezTo>
                    <a:pt x="10" y="0"/>
                    <a:pt x="10" y="0"/>
                    <a:pt x="10" y="0"/>
                  </a:cubicBezTo>
                  <a:cubicBezTo>
                    <a:pt x="4" y="0"/>
                    <a:pt x="0" y="4"/>
                    <a:pt x="0" y="10"/>
                  </a:cubicBezTo>
                  <a:cubicBezTo>
                    <a:pt x="0" y="118"/>
                    <a:pt x="0" y="118"/>
                    <a:pt x="0" y="118"/>
                  </a:cubicBezTo>
                  <a:cubicBezTo>
                    <a:pt x="0" y="124"/>
                    <a:pt x="4" y="128"/>
                    <a:pt x="10" y="128"/>
                  </a:cubicBezTo>
                  <a:cubicBezTo>
                    <a:pt x="78" y="128"/>
                    <a:pt x="78" y="128"/>
                    <a:pt x="78" y="128"/>
                  </a:cubicBezTo>
                  <a:cubicBezTo>
                    <a:pt x="84" y="128"/>
                    <a:pt x="88" y="124"/>
                    <a:pt x="88" y="118"/>
                  </a:cubicBezTo>
                  <a:cubicBezTo>
                    <a:pt x="88" y="10"/>
                    <a:pt x="88" y="10"/>
                    <a:pt x="88" y="10"/>
                  </a:cubicBezTo>
                  <a:cubicBezTo>
                    <a:pt x="88" y="4"/>
                    <a:pt x="84" y="0"/>
                    <a:pt x="78" y="0"/>
                  </a:cubicBezTo>
                  <a:close/>
                  <a:moveTo>
                    <a:pt x="29" y="108"/>
                  </a:moveTo>
                  <a:cubicBezTo>
                    <a:pt x="19" y="108"/>
                    <a:pt x="19" y="108"/>
                    <a:pt x="19" y="108"/>
                  </a:cubicBezTo>
                  <a:cubicBezTo>
                    <a:pt x="19" y="99"/>
                    <a:pt x="19" y="99"/>
                    <a:pt x="19" y="99"/>
                  </a:cubicBezTo>
                  <a:cubicBezTo>
                    <a:pt x="29" y="99"/>
                    <a:pt x="29" y="99"/>
                    <a:pt x="29" y="99"/>
                  </a:cubicBezTo>
                  <a:lnTo>
                    <a:pt x="29" y="108"/>
                  </a:lnTo>
                  <a:close/>
                  <a:moveTo>
                    <a:pt x="29" y="89"/>
                  </a:moveTo>
                  <a:cubicBezTo>
                    <a:pt x="19" y="89"/>
                    <a:pt x="19" y="89"/>
                    <a:pt x="19" y="89"/>
                  </a:cubicBezTo>
                  <a:cubicBezTo>
                    <a:pt x="19" y="79"/>
                    <a:pt x="19" y="79"/>
                    <a:pt x="19" y="79"/>
                  </a:cubicBezTo>
                  <a:cubicBezTo>
                    <a:pt x="29" y="79"/>
                    <a:pt x="29" y="79"/>
                    <a:pt x="29" y="79"/>
                  </a:cubicBezTo>
                  <a:lnTo>
                    <a:pt x="29" y="89"/>
                  </a:lnTo>
                  <a:close/>
                  <a:moveTo>
                    <a:pt x="29" y="69"/>
                  </a:moveTo>
                  <a:cubicBezTo>
                    <a:pt x="19" y="69"/>
                    <a:pt x="19" y="69"/>
                    <a:pt x="19" y="69"/>
                  </a:cubicBezTo>
                  <a:cubicBezTo>
                    <a:pt x="19" y="59"/>
                    <a:pt x="19" y="59"/>
                    <a:pt x="19" y="59"/>
                  </a:cubicBezTo>
                  <a:cubicBezTo>
                    <a:pt x="29" y="59"/>
                    <a:pt x="29" y="59"/>
                    <a:pt x="29" y="59"/>
                  </a:cubicBezTo>
                  <a:lnTo>
                    <a:pt x="29" y="69"/>
                  </a:lnTo>
                  <a:close/>
                  <a:moveTo>
                    <a:pt x="49" y="108"/>
                  </a:moveTo>
                  <a:cubicBezTo>
                    <a:pt x="39" y="108"/>
                    <a:pt x="39" y="108"/>
                    <a:pt x="39" y="108"/>
                  </a:cubicBezTo>
                  <a:cubicBezTo>
                    <a:pt x="39" y="99"/>
                    <a:pt x="39" y="99"/>
                    <a:pt x="39" y="99"/>
                  </a:cubicBezTo>
                  <a:cubicBezTo>
                    <a:pt x="49" y="99"/>
                    <a:pt x="49" y="99"/>
                    <a:pt x="49" y="99"/>
                  </a:cubicBezTo>
                  <a:lnTo>
                    <a:pt x="49" y="108"/>
                  </a:lnTo>
                  <a:close/>
                  <a:moveTo>
                    <a:pt x="49" y="89"/>
                  </a:moveTo>
                  <a:cubicBezTo>
                    <a:pt x="39" y="89"/>
                    <a:pt x="39" y="89"/>
                    <a:pt x="39" y="89"/>
                  </a:cubicBezTo>
                  <a:cubicBezTo>
                    <a:pt x="39" y="79"/>
                    <a:pt x="39" y="79"/>
                    <a:pt x="39" y="79"/>
                  </a:cubicBezTo>
                  <a:cubicBezTo>
                    <a:pt x="49" y="79"/>
                    <a:pt x="49" y="79"/>
                    <a:pt x="49" y="79"/>
                  </a:cubicBezTo>
                  <a:lnTo>
                    <a:pt x="49" y="89"/>
                  </a:lnTo>
                  <a:close/>
                  <a:moveTo>
                    <a:pt x="49" y="69"/>
                  </a:moveTo>
                  <a:cubicBezTo>
                    <a:pt x="39" y="69"/>
                    <a:pt x="39" y="69"/>
                    <a:pt x="39" y="69"/>
                  </a:cubicBezTo>
                  <a:cubicBezTo>
                    <a:pt x="39" y="59"/>
                    <a:pt x="39" y="59"/>
                    <a:pt x="39" y="59"/>
                  </a:cubicBezTo>
                  <a:cubicBezTo>
                    <a:pt x="49" y="59"/>
                    <a:pt x="49" y="59"/>
                    <a:pt x="49" y="59"/>
                  </a:cubicBezTo>
                  <a:lnTo>
                    <a:pt x="49" y="69"/>
                  </a:lnTo>
                  <a:close/>
                  <a:moveTo>
                    <a:pt x="69" y="108"/>
                  </a:moveTo>
                  <a:cubicBezTo>
                    <a:pt x="59" y="108"/>
                    <a:pt x="59" y="108"/>
                    <a:pt x="59" y="108"/>
                  </a:cubicBezTo>
                  <a:cubicBezTo>
                    <a:pt x="59" y="99"/>
                    <a:pt x="59" y="99"/>
                    <a:pt x="59" y="99"/>
                  </a:cubicBezTo>
                  <a:cubicBezTo>
                    <a:pt x="69" y="99"/>
                    <a:pt x="69" y="99"/>
                    <a:pt x="69" y="99"/>
                  </a:cubicBezTo>
                  <a:lnTo>
                    <a:pt x="69" y="108"/>
                  </a:lnTo>
                  <a:close/>
                  <a:moveTo>
                    <a:pt x="69" y="89"/>
                  </a:moveTo>
                  <a:cubicBezTo>
                    <a:pt x="59" y="89"/>
                    <a:pt x="59" y="89"/>
                    <a:pt x="59" y="89"/>
                  </a:cubicBezTo>
                  <a:cubicBezTo>
                    <a:pt x="59" y="79"/>
                    <a:pt x="59" y="79"/>
                    <a:pt x="59" y="79"/>
                  </a:cubicBezTo>
                  <a:cubicBezTo>
                    <a:pt x="69" y="79"/>
                    <a:pt x="69" y="79"/>
                    <a:pt x="69" y="79"/>
                  </a:cubicBezTo>
                  <a:lnTo>
                    <a:pt x="69" y="89"/>
                  </a:lnTo>
                  <a:close/>
                  <a:moveTo>
                    <a:pt x="69" y="69"/>
                  </a:moveTo>
                  <a:cubicBezTo>
                    <a:pt x="59" y="69"/>
                    <a:pt x="59" y="69"/>
                    <a:pt x="59" y="69"/>
                  </a:cubicBezTo>
                  <a:cubicBezTo>
                    <a:pt x="59" y="59"/>
                    <a:pt x="59" y="59"/>
                    <a:pt x="59" y="59"/>
                  </a:cubicBezTo>
                  <a:cubicBezTo>
                    <a:pt x="69" y="59"/>
                    <a:pt x="69" y="59"/>
                    <a:pt x="69" y="59"/>
                  </a:cubicBezTo>
                  <a:lnTo>
                    <a:pt x="69" y="69"/>
                  </a:lnTo>
                  <a:close/>
                  <a:moveTo>
                    <a:pt x="69" y="40"/>
                  </a:moveTo>
                  <a:cubicBezTo>
                    <a:pt x="19" y="40"/>
                    <a:pt x="19" y="40"/>
                    <a:pt x="19" y="40"/>
                  </a:cubicBezTo>
                  <a:cubicBezTo>
                    <a:pt x="19" y="20"/>
                    <a:pt x="19" y="20"/>
                    <a:pt x="19" y="20"/>
                  </a:cubicBezTo>
                  <a:cubicBezTo>
                    <a:pt x="69" y="20"/>
                    <a:pt x="69" y="20"/>
                    <a:pt x="69" y="20"/>
                  </a:cubicBezTo>
                  <a:lnTo>
                    <a:pt x="69" y="4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grpSp>
      <p:grpSp>
        <p:nvGrpSpPr>
          <p:cNvPr id="54" name="组 53"/>
          <p:cNvGrpSpPr>
            <a:grpSpLocks noChangeAspect="1"/>
          </p:cNvGrpSpPr>
          <p:nvPr/>
        </p:nvGrpSpPr>
        <p:grpSpPr>
          <a:xfrm>
            <a:off x="1080150" y="2958673"/>
            <a:ext cx="720000" cy="720000"/>
            <a:chOff x="934086" y="3099697"/>
            <a:chExt cx="1075410" cy="1075410"/>
          </a:xfrm>
        </p:grpSpPr>
        <p:sp>
          <p:nvSpPr>
            <p:cNvPr id="35" name="椭圆 34">
              <a:extLst>
                <a:ext uri="{FF2B5EF4-FFF2-40B4-BE49-F238E27FC236}">
                  <a16:creationId xmlns="" xmlns:a16="http://schemas.microsoft.com/office/drawing/2014/main" id="{F397685A-A517-4209-AB0C-922E11469A44}"/>
                </a:ext>
              </a:extLst>
            </p:cNvPr>
            <p:cNvSpPr/>
            <p:nvPr/>
          </p:nvSpPr>
          <p:spPr>
            <a:xfrm>
              <a:off x="934086" y="3099697"/>
              <a:ext cx="1075410" cy="1075410"/>
            </a:xfrm>
            <a:prstGeom prst="ellipse">
              <a:avLst/>
            </a:prstGeom>
            <a:solidFill>
              <a:srgbClr val="4372C4"/>
            </a:solidFill>
            <a:ln>
              <a:noFill/>
            </a:ln>
            <a:effectLst/>
            <a:scene3d>
              <a:camera prst="orthographicFront">
                <a:rot lat="0" lon="0" rev="0"/>
              </a:camera>
              <a:lightRig rig="balanced" dir="t">
                <a:rot lat="0" lon="0" rev="13800000"/>
              </a:lightRig>
            </a:scene3d>
            <a:sp3d>
              <a:bevelT w="381000" h="12700"/>
              <a:bevelB w="0" h="0"/>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lumMod val="95000"/>
                    <a:lumOff val="5000"/>
                  </a:schemeClr>
                </a:solidFill>
              </a:endParaRPr>
            </a:p>
          </p:txBody>
        </p:sp>
        <p:grpSp>
          <p:nvGrpSpPr>
            <p:cNvPr id="47" name="组合 17">
              <a:extLst>
                <a:ext uri="{FF2B5EF4-FFF2-40B4-BE49-F238E27FC236}">
                  <a16:creationId xmlns="" xmlns:a16="http://schemas.microsoft.com/office/drawing/2014/main" id="{BFB04F46-2E45-44F7-AFD1-C8F5F36BCFC0}"/>
                </a:ext>
              </a:extLst>
            </p:cNvPr>
            <p:cNvGrpSpPr/>
            <p:nvPr/>
          </p:nvGrpSpPr>
          <p:grpSpPr>
            <a:xfrm>
              <a:off x="1230490" y="3466897"/>
              <a:ext cx="479425" cy="368300"/>
              <a:chOff x="568325" y="1312863"/>
              <a:chExt cx="479425" cy="368300"/>
            </a:xfrm>
            <a:solidFill>
              <a:schemeClr val="bg1"/>
            </a:solidFill>
          </p:grpSpPr>
          <p:sp>
            <p:nvSpPr>
              <p:cNvPr id="48" name="Freeform 147">
                <a:extLst>
                  <a:ext uri="{FF2B5EF4-FFF2-40B4-BE49-F238E27FC236}">
                    <a16:creationId xmlns="" xmlns:a16="http://schemas.microsoft.com/office/drawing/2014/main" id="{5131DBCE-1E34-45A1-96A9-032448B4567E}"/>
                  </a:ext>
                </a:extLst>
              </p:cNvPr>
              <p:cNvSpPr>
                <a:spLocks noEditPoints="1"/>
              </p:cNvSpPr>
              <p:nvPr/>
            </p:nvSpPr>
            <p:spPr bwMode="auto">
              <a:xfrm>
                <a:off x="568325" y="1312863"/>
                <a:ext cx="479425" cy="368300"/>
              </a:xfrm>
              <a:custGeom>
                <a:avLst/>
                <a:gdLst>
                  <a:gd name="T0" fmla="*/ 128 w 128"/>
                  <a:gd name="T1" fmla="*/ 0 h 98"/>
                  <a:gd name="T2" fmla="*/ 20 w 128"/>
                  <a:gd name="T3" fmla="*/ 0 h 98"/>
                  <a:gd name="T4" fmla="*/ 20 w 128"/>
                  <a:gd name="T5" fmla="*/ 0 h 98"/>
                  <a:gd name="T6" fmla="*/ 20 w 128"/>
                  <a:gd name="T7" fmla="*/ 83 h 98"/>
                  <a:gd name="T8" fmla="*/ 20 w 128"/>
                  <a:gd name="T9" fmla="*/ 83 h 98"/>
                  <a:gd name="T10" fmla="*/ 20 w 128"/>
                  <a:gd name="T11" fmla="*/ 83 h 98"/>
                  <a:gd name="T12" fmla="*/ 15 w 128"/>
                  <a:gd name="T13" fmla="*/ 88 h 98"/>
                  <a:gd name="T14" fmla="*/ 10 w 128"/>
                  <a:gd name="T15" fmla="*/ 83 h 98"/>
                  <a:gd name="T16" fmla="*/ 10 w 128"/>
                  <a:gd name="T17" fmla="*/ 83 h 98"/>
                  <a:gd name="T18" fmla="*/ 10 w 128"/>
                  <a:gd name="T19" fmla="*/ 83 h 98"/>
                  <a:gd name="T20" fmla="*/ 10 w 128"/>
                  <a:gd name="T21" fmla="*/ 10 h 98"/>
                  <a:gd name="T22" fmla="*/ 0 w 128"/>
                  <a:gd name="T23" fmla="*/ 10 h 98"/>
                  <a:gd name="T24" fmla="*/ 0 w 128"/>
                  <a:gd name="T25" fmla="*/ 83 h 98"/>
                  <a:gd name="T26" fmla="*/ 0 w 128"/>
                  <a:gd name="T27" fmla="*/ 83 h 98"/>
                  <a:gd name="T28" fmla="*/ 15 w 128"/>
                  <a:gd name="T29" fmla="*/ 98 h 98"/>
                  <a:gd name="T30" fmla="*/ 113 w 128"/>
                  <a:gd name="T31" fmla="*/ 98 h 98"/>
                  <a:gd name="T32" fmla="*/ 128 w 128"/>
                  <a:gd name="T33" fmla="*/ 83 h 98"/>
                  <a:gd name="T34" fmla="*/ 128 w 128"/>
                  <a:gd name="T35" fmla="*/ 83 h 98"/>
                  <a:gd name="T36" fmla="*/ 128 w 128"/>
                  <a:gd name="T37" fmla="*/ 0 h 98"/>
                  <a:gd name="T38" fmla="*/ 118 w 128"/>
                  <a:gd name="T39" fmla="*/ 83 h 98"/>
                  <a:gd name="T40" fmla="*/ 118 w 128"/>
                  <a:gd name="T41" fmla="*/ 83 h 98"/>
                  <a:gd name="T42" fmla="*/ 118 w 128"/>
                  <a:gd name="T43" fmla="*/ 83 h 98"/>
                  <a:gd name="T44" fmla="*/ 113 w 128"/>
                  <a:gd name="T45" fmla="*/ 88 h 98"/>
                  <a:gd name="T46" fmla="*/ 29 w 128"/>
                  <a:gd name="T47" fmla="*/ 88 h 98"/>
                  <a:gd name="T48" fmla="*/ 29 w 128"/>
                  <a:gd name="T49" fmla="*/ 83 h 98"/>
                  <a:gd name="T50" fmla="*/ 29 w 128"/>
                  <a:gd name="T51" fmla="*/ 83 h 98"/>
                  <a:gd name="T52" fmla="*/ 29 w 128"/>
                  <a:gd name="T53" fmla="*/ 10 h 98"/>
                  <a:gd name="T54" fmla="*/ 118 w 128"/>
                  <a:gd name="T55" fmla="*/ 10 h 98"/>
                  <a:gd name="T56" fmla="*/ 118 w 128"/>
                  <a:gd name="T57" fmla="*/ 8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8" h="98">
                    <a:moveTo>
                      <a:pt x="128" y="0"/>
                    </a:moveTo>
                    <a:cubicBezTo>
                      <a:pt x="20" y="0"/>
                      <a:pt x="20" y="0"/>
                      <a:pt x="20" y="0"/>
                    </a:cubicBezTo>
                    <a:cubicBezTo>
                      <a:pt x="20" y="0"/>
                      <a:pt x="20" y="0"/>
                      <a:pt x="20" y="0"/>
                    </a:cubicBezTo>
                    <a:cubicBezTo>
                      <a:pt x="20" y="83"/>
                      <a:pt x="20" y="83"/>
                      <a:pt x="20" y="83"/>
                    </a:cubicBezTo>
                    <a:cubicBezTo>
                      <a:pt x="20" y="83"/>
                      <a:pt x="20" y="83"/>
                      <a:pt x="20" y="83"/>
                    </a:cubicBezTo>
                    <a:cubicBezTo>
                      <a:pt x="20" y="83"/>
                      <a:pt x="20" y="83"/>
                      <a:pt x="20" y="83"/>
                    </a:cubicBezTo>
                    <a:cubicBezTo>
                      <a:pt x="20" y="86"/>
                      <a:pt x="17" y="88"/>
                      <a:pt x="15" y="88"/>
                    </a:cubicBezTo>
                    <a:cubicBezTo>
                      <a:pt x="12" y="88"/>
                      <a:pt x="10" y="86"/>
                      <a:pt x="10" y="83"/>
                    </a:cubicBezTo>
                    <a:cubicBezTo>
                      <a:pt x="10" y="83"/>
                      <a:pt x="10" y="83"/>
                      <a:pt x="10" y="83"/>
                    </a:cubicBezTo>
                    <a:cubicBezTo>
                      <a:pt x="10" y="83"/>
                      <a:pt x="10" y="83"/>
                      <a:pt x="10" y="83"/>
                    </a:cubicBezTo>
                    <a:cubicBezTo>
                      <a:pt x="10" y="10"/>
                      <a:pt x="10" y="10"/>
                      <a:pt x="10" y="10"/>
                    </a:cubicBezTo>
                    <a:cubicBezTo>
                      <a:pt x="0" y="10"/>
                      <a:pt x="0" y="10"/>
                      <a:pt x="0" y="10"/>
                    </a:cubicBezTo>
                    <a:cubicBezTo>
                      <a:pt x="0" y="83"/>
                      <a:pt x="0" y="83"/>
                      <a:pt x="0" y="83"/>
                    </a:cubicBezTo>
                    <a:cubicBezTo>
                      <a:pt x="0" y="83"/>
                      <a:pt x="0" y="83"/>
                      <a:pt x="0" y="83"/>
                    </a:cubicBezTo>
                    <a:cubicBezTo>
                      <a:pt x="0" y="91"/>
                      <a:pt x="7" y="98"/>
                      <a:pt x="15" y="98"/>
                    </a:cubicBezTo>
                    <a:cubicBezTo>
                      <a:pt x="113" y="98"/>
                      <a:pt x="113" y="98"/>
                      <a:pt x="113" y="98"/>
                    </a:cubicBezTo>
                    <a:cubicBezTo>
                      <a:pt x="121" y="98"/>
                      <a:pt x="128" y="91"/>
                      <a:pt x="128" y="83"/>
                    </a:cubicBezTo>
                    <a:cubicBezTo>
                      <a:pt x="128" y="83"/>
                      <a:pt x="128" y="83"/>
                      <a:pt x="128" y="83"/>
                    </a:cubicBezTo>
                    <a:cubicBezTo>
                      <a:pt x="128" y="0"/>
                      <a:pt x="128" y="0"/>
                      <a:pt x="128" y="0"/>
                    </a:cubicBezTo>
                    <a:close/>
                    <a:moveTo>
                      <a:pt x="118" y="83"/>
                    </a:moveTo>
                    <a:cubicBezTo>
                      <a:pt x="118" y="83"/>
                      <a:pt x="118" y="83"/>
                      <a:pt x="118" y="83"/>
                    </a:cubicBezTo>
                    <a:cubicBezTo>
                      <a:pt x="118" y="83"/>
                      <a:pt x="118" y="83"/>
                      <a:pt x="118" y="83"/>
                    </a:cubicBezTo>
                    <a:cubicBezTo>
                      <a:pt x="118" y="86"/>
                      <a:pt x="116" y="88"/>
                      <a:pt x="113" y="88"/>
                    </a:cubicBezTo>
                    <a:cubicBezTo>
                      <a:pt x="29" y="88"/>
                      <a:pt x="29" y="88"/>
                      <a:pt x="29" y="88"/>
                    </a:cubicBezTo>
                    <a:cubicBezTo>
                      <a:pt x="29" y="87"/>
                      <a:pt x="29" y="85"/>
                      <a:pt x="29" y="83"/>
                    </a:cubicBezTo>
                    <a:cubicBezTo>
                      <a:pt x="29" y="83"/>
                      <a:pt x="29" y="83"/>
                      <a:pt x="29" y="83"/>
                    </a:cubicBezTo>
                    <a:cubicBezTo>
                      <a:pt x="29" y="10"/>
                      <a:pt x="29" y="10"/>
                      <a:pt x="29" y="10"/>
                    </a:cubicBezTo>
                    <a:cubicBezTo>
                      <a:pt x="118" y="10"/>
                      <a:pt x="118" y="10"/>
                      <a:pt x="118" y="10"/>
                    </a:cubicBezTo>
                    <a:lnTo>
                      <a:pt x="118" y="83"/>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sp>
            <p:nvSpPr>
              <p:cNvPr id="49" name="Rectangle 148">
                <a:extLst>
                  <a:ext uri="{FF2B5EF4-FFF2-40B4-BE49-F238E27FC236}">
                    <a16:creationId xmlns="" xmlns:a16="http://schemas.microsoft.com/office/drawing/2014/main" id="{DFFF5E76-8043-41B3-8598-A7C1FD3DFF3D}"/>
                  </a:ext>
                </a:extLst>
              </p:cNvPr>
              <p:cNvSpPr>
                <a:spLocks noChangeArrowheads="1"/>
              </p:cNvSpPr>
              <p:nvPr/>
            </p:nvSpPr>
            <p:spPr bwMode="auto">
              <a:xfrm>
                <a:off x="717550" y="1477963"/>
                <a:ext cx="109538" cy="112713"/>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sp>
            <p:nvSpPr>
              <p:cNvPr id="50" name="Rectangle 149">
                <a:extLst>
                  <a:ext uri="{FF2B5EF4-FFF2-40B4-BE49-F238E27FC236}">
                    <a16:creationId xmlns="" xmlns:a16="http://schemas.microsoft.com/office/drawing/2014/main" id="{9F074E5F-6912-4D57-A123-62370C1C1A33}"/>
                  </a:ext>
                </a:extLst>
              </p:cNvPr>
              <p:cNvSpPr>
                <a:spLocks noChangeArrowheads="1"/>
              </p:cNvSpPr>
              <p:nvPr/>
            </p:nvSpPr>
            <p:spPr bwMode="auto">
              <a:xfrm>
                <a:off x="717550" y="1406525"/>
                <a:ext cx="255588" cy="38100"/>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sp>
            <p:nvSpPr>
              <p:cNvPr id="51" name="Rectangle 150">
                <a:extLst>
                  <a:ext uri="{FF2B5EF4-FFF2-40B4-BE49-F238E27FC236}">
                    <a16:creationId xmlns="" xmlns:a16="http://schemas.microsoft.com/office/drawing/2014/main" id="{204D257D-E88B-486E-A9F2-A8F987097ECA}"/>
                  </a:ext>
                </a:extLst>
              </p:cNvPr>
              <p:cNvSpPr>
                <a:spLocks noChangeArrowheads="1"/>
              </p:cNvSpPr>
              <p:nvPr/>
            </p:nvSpPr>
            <p:spPr bwMode="auto">
              <a:xfrm>
                <a:off x="863600" y="1477963"/>
                <a:ext cx="109538" cy="38100"/>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sp>
            <p:nvSpPr>
              <p:cNvPr id="52" name="Rectangle 151">
                <a:extLst>
                  <a:ext uri="{FF2B5EF4-FFF2-40B4-BE49-F238E27FC236}">
                    <a16:creationId xmlns="" xmlns:a16="http://schemas.microsoft.com/office/drawing/2014/main" id="{596AA5C0-08B9-4612-AAF9-17B3F263E4CD}"/>
                  </a:ext>
                </a:extLst>
              </p:cNvPr>
              <p:cNvSpPr>
                <a:spLocks noChangeArrowheads="1"/>
              </p:cNvSpPr>
              <p:nvPr/>
            </p:nvSpPr>
            <p:spPr bwMode="auto">
              <a:xfrm>
                <a:off x="863600" y="1554163"/>
                <a:ext cx="109538" cy="36513"/>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grpSp>
      </p:grpSp>
    </p:spTree>
    <p:extLst>
      <p:ext uri="{BB962C8B-B14F-4D97-AF65-F5344CB8AC3E}">
        <p14:creationId xmlns:p14="http://schemas.microsoft.com/office/powerpoint/2010/main" val="172053899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流程图: 过程 2">
            <a:extLst>
              <a:ext uri="{FF2B5EF4-FFF2-40B4-BE49-F238E27FC236}">
                <a16:creationId xmlns="" xmlns:a16="http://schemas.microsoft.com/office/drawing/2014/main" id="{9B257338-0F48-421A-AB23-8A0DA9355B27}"/>
              </a:ext>
            </a:extLst>
          </p:cNvPr>
          <p:cNvSpPr/>
          <p:nvPr/>
        </p:nvSpPr>
        <p:spPr>
          <a:xfrm>
            <a:off x="4129994" y="1052736"/>
            <a:ext cx="8062006" cy="1370300"/>
          </a:xfrm>
          <a:prstGeom prst="flowChartProcess">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grpSp>
        <p:nvGrpSpPr>
          <p:cNvPr id="8" name="组合 7">
            <a:extLst>
              <a:ext uri="{FF2B5EF4-FFF2-40B4-BE49-F238E27FC236}">
                <a16:creationId xmlns="" xmlns:a16="http://schemas.microsoft.com/office/drawing/2014/main" id="{CFE3D825-56AD-4693-B1FB-F60E352E18AA}"/>
              </a:ext>
            </a:extLst>
          </p:cNvPr>
          <p:cNvGrpSpPr/>
          <p:nvPr/>
        </p:nvGrpSpPr>
        <p:grpSpPr>
          <a:xfrm>
            <a:off x="4512696" y="1029676"/>
            <a:ext cx="1075410" cy="1075410"/>
            <a:chOff x="3888476" y="1346231"/>
            <a:chExt cx="1075410" cy="1075410"/>
          </a:xfrm>
        </p:grpSpPr>
        <p:sp>
          <p:nvSpPr>
            <p:cNvPr id="9" name="椭圆 8">
              <a:extLst>
                <a:ext uri="{FF2B5EF4-FFF2-40B4-BE49-F238E27FC236}">
                  <a16:creationId xmlns="" xmlns:a16="http://schemas.microsoft.com/office/drawing/2014/main" id="{F397685A-A517-4209-AB0C-922E11469A44}"/>
                </a:ext>
              </a:extLst>
            </p:cNvPr>
            <p:cNvSpPr/>
            <p:nvPr/>
          </p:nvSpPr>
          <p:spPr>
            <a:xfrm>
              <a:off x="3888476" y="1346231"/>
              <a:ext cx="1075410" cy="1075410"/>
            </a:xfrm>
            <a:prstGeom prst="ellipse">
              <a:avLst/>
            </a:prstGeom>
            <a:solidFill>
              <a:srgbClr val="4371C4"/>
            </a:solidFill>
            <a:ln>
              <a:noFill/>
            </a:ln>
            <a:effectLst/>
            <a:scene3d>
              <a:camera prst="orthographicFront">
                <a:rot lat="0" lon="0" rev="0"/>
              </a:camera>
              <a:lightRig rig="balanced" dir="t">
                <a:rot lat="0" lon="0" rev="13800000"/>
              </a:lightRig>
            </a:scene3d>
            <a:sp3d>
              <a:bevelB w="0" h="0"/>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grpSp>
          <p:nvGrpSpPr>
            <p:cNvPr id="10" name="组合 9">
              <a:extLst>
                <a:ext uri="{FF2B5EF4-FFF2-40B4-BE49-F238E27FC236}">
                  <a16:creationId xmlns="" xmlns:a16="http://schemas.microsoft.com/office/drawing/2014/main" id="{69C16C52-771A-45F3-B32E-9190311657D6}"/>
                </a:ext>
              </a:extLst>
            </p:cNvPr>
            <p:cNvGrpSpPr/>
            <p:nvPr/>
          </p:nvGrpSpPr>
          <p:grpSpPr>
            <a:xfrm>
              <a:off x="4299181" y="1643430"/>
              <a:ext cx="254000" cy="481013"/>
              <a:chOff x="681038" y="295275"/>
              <a:chExt cx="254000" cy="481013"/>
            </a:xfrm>
            <a:solidFill>
              <a:schemeClr val="bg1"/>
            </a:solidFill>
          </p:grpSpPr>
          <p:sp>
            <p:nvSpPr>
              <p:cNvPr id="11" name="Oval 173">
                <a:extLst>
                  <a:ext uri="{FF2B5EF4-FFF2-40B4-BE49-F238E27FC236}">
                    <a16:creationId xmlns="" xmlns:a16="http://schemas.microsoft.com/office/drawing/2014/main" id="{1BF3FC91-0ED4-47D7-B24D-38230E617825}"/>
                  </a:ext>
                </a:extLst>
              </p:cNvPr>
              <p:cNvSpPr>
                <a:spLocks noChangeArrowheads="1"/>
              </p:cNvSpPr>
              <p:nvPr/>
            </p:nvSpPr>
            <p:spPr bwMode="auto">
              <a:xfrm>
                <a:off x="750888" y="592138"/>
                <a:ext cx="112713" cy="109538"/>
              </a:xfrm>
              <a:prstGeom prst="ellipse">
                <a:avLst/>
              </a:pr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sp>
            <p:nvSpPr>
              <p:cNvPr id="12" name="Freeform 174">
                <a:extLst>
                  <a:ext uri="{FF2B5EF4-FFF2-40B4-BE49-F238E27FC236}">
                    <a16:creationId xmlns="" xmlns:a16="http://schemas.microsoft.com/office/drawing/2014/main" id="{E1D1F769-85FA-4DEF-AECE-2D7394B704A0}"/>
                  </a:ext>
                </a:extLst>
              </p:cNvPr>
              <p:cNvSpPr>
                <a:spLocks noEditPoints="1"/>
              </p:cNvSpPr>
              <p:nvPr/>
            </p:nvSpPr>
            <p:spPr bwMode="auto">
              <a:xfrm>
                <a:off x="681038" y="295275"/>
                <a:ext cx="254000" cy="481013"/>
              </a:xfrm>
              <a:custGeom>
                <a:avLst/>
                <a:gdLst>
                  <a:gd name="T0" fmla="*/ 59 w 68"/>
                  <a:gd name="T1" fmla="*/ 0 h 128"/>
                  <a:gd name="T2" fmla="*/ 9 w 68"/>
                  <a:gd name="T3" fmla="*/ 0 h 128"/>
                  <a:gd name="T4" fmla="*/ 0 w 68"/>
                  <a:gd name="T5" fmla="*/ 10 h 128"/>
                  <a:gd name="T6" fmla="*/ 0 w 68"/>
                  <a:gd name="T7" fmla="*/ 118 h 128"/>
                  <a:gd name="T8" fmla="*/ 9 w 68"/>
                  <a:gd name="T9" fmla="*/ 128 h 128"/>
                  <a:gd name="T10" fmla="*/ 59 w 68"/>
                  <a:gd name="T11" fmla="*/ 128 h 128"/>
                  <a:gd name="T12" fmla="*/ 68 w 68"/>
                  <a:gd name="T13" fmla="*/ 118 h 128"/>
                  <a:gd name="T14" fmla="*/ 68 w 68"/>
                  <a:gd name="T15" fmla="*/ 10 h 128"/>
                  <a:gd name="T16" fmla="*/ 59 w 68"/>
                  <a:gd name="T17" fmla="*/ 0 h 128"/>
                  <a:gd name="T18" fmla="*/ 34 w 68"/>
                  <a:gd name="T19" fmla="*/ 118 h 128"/>
                  <a:gd name="T20" fmla="*/ 9 w 68"/>
                  <a:gd name="T21" fmla="*/ 94 h 128"/>
                  <a:gd name="T22" fmla="*/ 34 w 68"/>
                  <a:gd name="T23" fmla="*/ 69 h 128"/>
                  <a:gd name="T24" fmla="*/ 59 w 68"/>
                  <a:gd name="T25" fmla="*/ 94 h 128"/>
                  <a:gd name="T26" fmla="*/ 34 w 68"/>
                  <a:gd name="T27" fmla="*/ 118 h 128"/>
                  <a:gd name="T28" fmla="*/ 59 w 68"/>
                  <a:gd name="T29" fmla="*/ 59 h 128"/>
                  <a:gd name="T30" fmla="*/ 9 w 68"/>
                  <a:gd name="T31" fmla="*/ 59 h 128"/>
                  <a:gd name="T32" fmla="*/ 9 w 68"/>
                  <a:gd name="T33" fmla="*/ 10 h 128"/>
                  <a:gd name="T34" fmla="*/ 59 w 68"/>
                  <a:gd name="T35" fmla="*/ 10 h 128"/>
                  <a:gd name="T36" fmla="*/ 59 w 68"/>
                  <a:gd name="T37" fmla="*/ 5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8" h="128">
                    <a:moveTo>
                      <a:pt x="59" y="0"/>
                    </a:moveTo>
                    <a:cubicBezTo>
                      <a:pt x="9" y="0"/>
                      <a:pt x="9" y="0"/>
                      <a:pt x="9" y="0"/>
                    </a:cubicBezTo>
                    <a:cubicBezTo>
                      <a:pt x="4" y="0"/>
                      <a:pt x="0" y="4"/>
                      <a:pt x="0" y="10"/>
                    </a:cubicBezTo>
                    <a:cubicBezTo>
                      <a:pt x="0" y="118"/>
                      <a:pt x="0" y="118"/>
                      <a:pt x="0" y="118"/>
                    </a:cubicBezTo>
                    <a:cubicBezTo>
                      <a:pt x="0" y="124"/>
                      <a:pt x="4" y="128"/>
                      <a:pt x="9" y="128"/>
                    </a:cubicBezTo>
                    <a:cubicBezTo>
                      <a:pt x="59" y="128"/>
                      <a:pt x="59" y="128"/>
                      <a:pt x="59" y="128"/>
                    </a:cubicBezTo>
                    <a:cubicBezTo>
                      <a:pt x="64" y="128"/>
                      <a:pt x="68" y="124"/>
                      <a:pt x="68" y="118"/>
                    </a:cubicBezTo>
                    <a:cubicBezTo>
                      <a:pt x="68" y="10"/>
                      <a:pt x="68" y="10"/>
                      <a:pt x="68" y="10"/>
                    </a:cubicBezTo>
                    <a:cubicBezTo>
                      <a:pt x="68" y="4"/>
                      <a:pt x="64" y="0"/>
                      <a:pt x="59" y="0"/>
                    </a:cubicBezTo>
                    <a:close/>
                    <a:moveTo>
                      <a:pt x="34" y="118"/>
                    </a:moveTo>
                    <a:cubicBezTo>
                      <a:pt x="20" y="118"/>
                      <a:pt x="9" y="107"/>
                      <a:pt x="9" y="94"/>
                    </a:cubicBezTo>
                    <a:cubicBezTo>
                      <a:pt x="9" y="80"/>
                      <a:pt x="20" y="69"/>
                      <a:pt x="34" y="69"/>
                    </a:cubicBezTo>
                    <a:cubicBezTo>
                      <a:pt x="48" y="69"/>
                      <a:pt x="59" y="80"/>
                      <a:pt x="59" y="94"/>
                    </a:cubicBezTo>
                    <a:cubicBezTo>
                      <a:pt x="59" y="107"/>
                      <a:pt x="48" y="118"/>
                      <a:pt x="34" y="118"/>
                    </a:cubicBezTo>
                    <a:close/>
                    <a:moveTo>
                      <a:pt x="59" y="59"/>
                    </a:moveTo>
                    <a:cubicBezTo>
                      <a:pt x="9" y="59"/>
                      <a:pt x="9" y="59"/>
                      <a:pt x="9" y="59"/>
                    </a:cubicBezTo>
                    <a:cubicBezTo>
                      <a:pt x="9" y="10"/>
                      <a:pt x="9" y="10"/>
                      <a:pt x="9" y="10"/>
                    </a:cubicBezTo>
                    <a:cubicBezTo>
                      <a:pt x="59" y="10"/>
                      <a:pt x="59" y="10"/>
                      <a:pt x="59" y="10"/>
                    </a:cubicBezTo>
                    <a:lnTo>
                      <a:pt x="59" y="59"/>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grpSp>
      </p:grpSp>
      <p:grpSp>
        <p:nvGrpSpPr>
          <p:cNvPr id="31" name="组 30"/>
          <p:cNvGrpSpPr/>
          <p:nvPr/>
        </p:nvGrpSpPr>
        <p:grpSpPr>
          <a:xfrm>
            <a:off x="5796803" y="1200181"/>
            <a:ext cx="5411766" cy="1115955"/>
            <a:chOff x="7573558" y="1789204"/>
            <a:chExt cx="3240000" cy="1115955"/>
          </a:xfrm>
        </p:grpSpPr>
        <p:grpSp>
          <p:nvGrpSpPr>
            <p:cNvPr id="32" name="组合 31">
              <a:extLst>
                <a:ext uri="{FF2B5EF4-FFF2-40B4-BE49-F238E27FC236}">
                  <a16:creationId xmlns="" xmlns:a16="http://schemas.microsoft.com/office/drawing/2014/main" id="{CDC40244-A310-4C3D-9986-CA192517ACF7}"/>
                </a:ext>
              </a:extLst>
            </p:cNvPr>
            <p:cNvGrpSpPr/>
            <p:nvPr/>
          </p:nvGrpSpPr>
          <p:grpSpPr>
            <a:xfrm>
              <a:off x="7573558" y="1789204"/>
              <a:ext cx="3240000" cy="1115955"/>
              <a:chOff x="874713" y="3137001"/>
              <a:chExt cx="3240000" cy="1115955"/>
            </a:xfrm>
          </p:grpSpPr>
          <p:sp>
            <p:nvSpPr>
              <p:cNvPr id="34" name="矩形 33">
                <a:extLst>
                  <a:ext uri="{FF2B5EF4-FFF2-40B4-BE49-F238E27FC236}">
                    <a16:creationId xmlns="" xmlns:a16="http://schemas.microsoft.com/office/drawing/2014/main" id="{B1602A64-58A0-4E75-B4E1-54317C0C2470}"/>
                  </a:ext>
                </a:extLst>
              </p:cNvPr>
              <p:cNvSpPr/>
              <p:nvPr/>
            </p:nvSpPr>
            <p:spPr>
              <a:xfrm>
                <a:off x="874713" y="3641057"/>
                <a:ext cx="3240000" cy="611899"/>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5" name="矩形 3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
        <p:nvSpPr>
          <p:cNvPr id="37" name="椭圆 36">
            <a:extLst>
              <a:ext uri="{FF2B5EF4-FFF2-40B4-BE49-F238E27FC236}">
                <a16:creationId xmlns="" xmlns:a16="http://schemas.microsoft.com/office/drawing/2014/main" id="{F397685A-A517-4209-AB0C-922E11469A44}"/>
              </a:ext>
            </a:extLst>
          </p:cNvPr>
          <p:cNvSpPr/>
          <p:nvPr/>
        </p:nvSpPr>
        <p:spPr>
          <a:xfrm>
            <a:off x="4512696" y="2739657"/>
            <a:ext cx="1075410" cy="1075410"/>
          </a:xfrm>
          <a:prstGeom prst="ellipse">
            <a:avLst/>
          </a:prstGeom>
          <a:solidFill>
            <a:srgbClr val="4371C4"/>
          </a:solidFill>
          <a:ln>
            <a:noFill/>
          </a:ln>
          <a:effectLst/>
          <a:scene3d>
            <a:camera prst="orthographicFront">
              <a:rot lat="0" lon="0" rev="0"/>
            </a:camera>
            <a:lightRig rig="balanced" dir="t">
              <a:rot lat="0" lon="0" rev="13800000"/>
            </a:lightRig>
          </a:scene3d>
          <a:sp3d>
            <a:bevelB w="0" h="0"/>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lumMod val="95000"/>
                  <a:lumOff val="5000"/>
                </a:schemeClr>
              </a:solidFill>
            </a:endParaRPr>
          </a:p>
        </p:txBody>
      </p:sp>
      <p:grpSp>
        <p:nvGrpSpPr>
          <p:cNvPr id="41" name="组 40"/>
          <p:cNvGrpSpPr/>
          <p:nvPr/>
        </p:nvGrpSpPr>
        <p:grpSpPr>
          <a:xfrm>
            <a:off x="5796802" y="2910162"/>
            <a:ext cx="5411767" cy="1115955"/>
            <a:chOff x="7573558" y="1789204"/>
            <a:chExt cx="3240000" cy="1115955"/>
          </a:xfrm>
        </p:grpSpPr>
        <p:grpSp>
          <p:nvGrpSpPr>
            <p:cNvPr id="42" name="组合 31">
              <a:extLst>
                <a:ext uri="{FF2B5EF4-FFF2-40B4-BE49-F238E27FC236}">
                  <a16:creationId xmlns="" xmlns:a16="http://schemas.microsoft.com/office/drawing/2014/main" id="{CDC40244-A310-4C3D-9986-CA192517ACF7}"/>
                </a:ext>
              </a:extLst>
            </p:cNvPr>
            <p:cNvGrpSpPr/>
            <p:nvPr/>
          </p:nvGrpSpPr>
          <p:grpSpPr>
            <a:xfrm>
              <a:off x="7573558" y="1789204"/>
              <a:ext cx="3240000" cy="1115955"/>
              <a:chOff x="874713" y="3137001"/>
              <a:chExt cx="3240000" cy="1115955"/>
            </a:xfrm>
          </p:grpSpPr>
          <p:sp>
            <p:nvSpPr>
              <p:cNvPr id="44" name="矩形 43">
                <a:extLst>
                  <a:ext uri="{FF2B5EF4-FFF2-40B4-BE49-F238E27FC236}">
                    <a16:creationId xmlns="" xmlns:a16="http://schemas.microsoft.com/office/drawing/2014/main" id="{B1602A64-58A0-4E75-B4E1-54317C0C2470}"/>
                  </a:ext>
                </a:extLst>
              </p:cNvPr>
              <p:cNvSpPr/>
              <p:nvPr/>
            </p:nvSpPr>
            <p:spPr>
              <a:xfrm>
                <a:off x="874713" y="3641057"/>
                <a:ext cx="3240000" cy="611899"/>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5" name="矩形 4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4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
        <p:nvSpPr>
          <p:cNvPr id="47" name="椭圆 46">
            <a:extLst>
              <a:ext uri="{FF2B5EF4-FFF2-40B4-BE49-F238E27FC236}">
                <a16:creationId xmlns="" xmlns:a16="http://schemas.microsoft.com/office/drawing/2014/main" id="{F397685A-A517-4209-AB0C-922E11469A44}"/>
              </a:ext>
            </a:extLst>
          </p:cNvPr>
          <p:cNvSpPr/>
          <p:nvPr/>
        </p:nvSpPr>
        <p:spPr>
          <a:xfrm>
            <a:off x="4512696" y="4482631"/>
            <a:ext cx="1075410" cy="1075410"/>
          </a:xfrm>
          <a:prstGeom prst="ellipse">
            <a:avLst/>
          </a:prstGeom>
          <a:solidFill>
            <a:srgbClr val="4371C4"/>
          </a:solidFill>
          <a:ln>
            <a:noFill/>
          </a:ln>
          <a:effectLst/>
          <a:scene3d>
            <a:camera prst="orthographicFront">
              <a:rot lat="0" lon="0" rev="0"/>
            </a:camera>
            <a:lightRig rig="balanced" dir="t">
              <a:rot lat="0" lon="0" rev="13800000"/>
            </a:lightRig>
          </a:scene3d>
          <a:sp3d>
            <a:bevelB w="0" h="0"/>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solidFill>
                <a:schemeClr val="tx1">
                  <a:lumMod val="95000"/>
                  <a:lumOff val="5000"/>
                </a:schemeClr>
              </a:solidFill>
            </a:endParaRPr>
          </a:p>
        </p:txBody>
      </p:sp>
      <p:grpSp>
        <p:nvGrpSpPr>
          <p:cNvPr id="51" name="组 50"/>
          <p:cNvGrpSpPr/>
          <p:nvPr/>
        </p:nvGrpSpPr>
        <p:grpSpPr>
          <a:xfrm>
            <a:off x="5796802" y="4653136"/>
            <a:ext cx="5411767" cy="1115955"/>
            <a:chOff x="7573558" y="1789204"/>
            <a:chExt cx="3240000" cy="1115955"/>
          </a:xfrm>
        </p:grpSpPr>
        <p:grpSp>
          <p:nvGrpSpPr>
            <p:cNvPr id="52" name="组合 31">
              <a:extLst>
                <a:ext uri="{FF2B5EF4-FFF2-40B4-BE49-F238E27FC236}">
                  <a16:creationId xmlns="" xmlns:a16="http://schemas.microsoft.com/office/drawing/2014/main" id="{CDC40244-A310-4C3D-9986-CA192517ACF7}"/>
                </a:ext>
              </a:extLst>
            </p:cNvPr>
            <p:cNvGrpSpPr/>
            <p:nvPr/>
          </p:nvGrpSpPr>
          <p:grpSpPr>
            <a:xfrm>
              <a:off x="7573558" y="1789204"/>
              <a:ext cx="3240000" cy="1115955"/>
              <a:chOff x="874713" y="3137001"/>
              <a:chExt cx="3240000" cy="1115955"/>
            </a:xfrm>
          </p:grpSpPr>
          <p:sp>
            <p:nvSpPr>
              <p:cNvPr id="54" name="矩形 53">
                <a:extLst>
                  <a:ext uri="{FF2B5EF4-FFF2-40B4-BE49-F238E27FC236}">
                    <a16:creationId xmlns="" xmlns:a16="http://schemas.microsoft.com/office/drawing/2014/main" id="{B1602A64-58A0-4E75-B4E1-54317C0C2470}"/>
                  </a:ext>
                </a:extLst>
              </p:cNvPr>
              <p:cNvSpPr/>
              <p:nvPr/>
            </p:nvSpPr>
            <p:spPr>
              <a:xfrm>
                <a:off x="874713" y="3641057"/>
                <a:ext cx="3240000" cy="611899"/>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55" name="矩形 5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5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56" name="组合 17">
            <a:extLst>
              <a:ext uri="{FF2B5EF4-FFF2-40B4-BE49-F238E27FC236}">
                <a16:creationId xmlns="" xmlns:a16="http://schemas.microsoft.com/office/drawing/2014/main" id="{BFB04F46-2E45-44F7-AFD1-C8F5F36BCFC0}"/>
              </a:ext>
            </a:extLst>
          </p:cNvPr>
          <p:cNvGrpSpPr/>
          <p:nvPr/>
        </p:nvGrpSpPr>
        <p:grpSpPr>
          <a:xfrm>
            <a:off x="4809100" y="3106857"/>
            <a:ext cx="479425" cy="368300"/>
            <a:chOff x="568325" y="1312863"/>
            <a:chExt cx="479425" cy="368300"/>
          </a:xfrm>
          <a:solidFill>
            <a:schemeClr val="bg1"/>
          </a:solidFill>
        </p:grpSpPr>
        <p:sp>
          <p:nvSpPr>
            <p:cNvPr id="57" name="Freeform 147">
              <a:extLst>
                <a:ext uri="{FF2B5EF4-FFF2-40B4-BE49-F238E27FC236}">
                  <a16:creationId xmlns="" xmlns:a16="http://schemas.microsoft.com/office/drawing/2014/main" id="{5131DBCE-1E34-45A1-96A9-032448B4567E}"/>
                </a:ext>
              </a:extLst>
            </p:cNvPr>
            <p:cNvSpPr>
              <a:spLocks noEditPoints="1"/>
            </p:cNvSpPr>
            <p:nvPr/>
          </p:nvSpPr>
          <p:spPr bwMode="auto">
            <a:xfrm>
              <a:off x="568325" y="1312863"/>
              <a:ext cx="479425" cy="368300"/>
            </a:xfrm>
            <a:custGeom>
              <a:avLst/>
              <a:gdLst>
                <a:gd name="T0" fmla="*/ 128 w 128"/>
                <a:gd name="T1" fmla="*/ 0 h 98"/>
                <a:gd name="T2" fmla="*/ 20 w 128"/>
                <a:gd name="T3" fmla="*/ 0 h 98"/>
                <a:gd name="T4" fmla="*/ 20 w 128"/>
                <a:gd name="T5" fmla="*/ 0 h 98"/>
                <a:gd name="T6" fmla="*/ 20 w 128"/>
                <a:gd name="T7" fmla="*/ 83 h 98"/>
                <a:gd name="T8" fmla="*/ 20 w 128"/>
                <a:gd name="T9" fmla="*/ 83 h 98"/>
                <a:gd name="T10" fmla="*/ 20 w 128"/>
                <a:gd name="T11" fmla="*/ 83 h 98"/>
                <a:gd name="T12" fmla="*/ 15 w 128"/>
                <a:gd name="T13" fmla="*/ 88 h 98"/>
                <a:gd name="T14" fmla="*/ 10 w 128"/>
                <a:gd name="T15" fmla="*/ 83 h 98"/>
                <a:gd name="T16" fmla="*/ 10 w 128"/>
                <a:gd name="T17" fmla="*/ 83 h 98"/>
                <a:gd name="T18" fmla="*/ 10 w 128"/>
                <a:gd name="T19" fmla="*/ 83 h 98"/>
                <a:gd name="T20" fmla="*/ 10 w 128"/>
                <a:gd name="T21" fmla="*/ 10 h 98"/>
                <a:gd name="T22" fmla="*/ 0 w 128"/>
                <a:gd name="T23" fmla="*/ 10 h 98"/>
                <a:gd name="T24" fmla="*/ 0 w 128"/>
                <a:gd name="T25" fmla="*/ 83 h 98"/>
                <a:gd name="T26" fmla="*/ 0 w 128"/>
                <a:gd name="T27" fmla="*/ 83 h 98"/>
                <a:gd name="T28" fmla="*/ 15 w 128"/>
                <a:gd name="T29" fmla="*/ 98 h 98"/>
                <a:gd name="T30" fmla="*/ 113 w 128"/>
                <a:gd name="T31" fmla="*/ 98 h 98"/>
                <a:gd name="T32" fmla="*/ 128 w 128"/>
                <a:gd name="T33" fmla="*/ 83 h 98"/>
                <a:gd name="T34" fmla="*/ 128 w 128"/>
                <a:gd name="T35" fmla="*/ 83 h 98"/>
                <a:gd name="T36" fmla="*/ 128 w 128"/>
                <a:gd name="T37" fmla="*/ 0 h 98"/>
                <a:gd name="T38" fmla="*/ 118 w 128"/>
                <a:gd name="T39" fmla="*/ 83 h 98"/>
                <a:gd name="T40" fmla="*/ 118 w 128"/>
                <a:gd name="T41" fmla="*/ 83 h 98"/>
                <a:gd name="T42" fmla="*/ 118 w 128"/>
                <a:gd name="T43" fmla="*/ 83 h 98"/>
                <a:gd name="T44" fmla="*/ 113 w 128"/>
                <a:gd name="T45" fmla="*/ 88 h 98"/>
                <a:gd name="T46" fmla="*/ 29 w 128"/>
                <a:gd name="T47" fmla="*/ 88 h 98"/>
                <a:gd name="T48" fmla="*/ 29 w 128"/>
                <a:gd name="T49" fmla="*/ 83 h 98"/>
                <a:gd name="T50" fmla="*/ 29 w 128"/>
                <a:gd name="T51" fmla="*/ 83 h 98"/>
                <a:gd name="T52" fmla="*/ 29 w 128"/>
                <a:gd name="T53" fmla="*/ 10 h 98"/>
                <a:gd name="T54" fmla="*/ 118 w 128"/>
                <a:gd name="T55" fmla="*/ 10 h 98"/>
                <a:gd name="T56" fmla="*/ 118 w 128"/>
                <a:gd name="T57" fmla="*/ 83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28" h="98">
                  <a:moveTo>
                    <a:pt x="128" y="0"/>
                  </a:moveTo>
                  <a:cubicBezTo>
                    <a:pt x="20" y="0"/>
                    <a:pt x="20" y="0"/>
                    <a:pt x="20" y="0"/>
                  </a:cubicBezTo>
                  <a:cubicBezTo>
                    <a:pt x="20" y="0"/>
                    <a:pt x="20" y="0"/>
                    <a:pt x="20" y="0"/>
                  </a:cubicBezTo>
                  <a:cubicBezTo>
                    <a:pt x="20" y="83"/>
                    <a:pt x="20" y="83"/>
                    <a:pt x="20" y="83"/>
                  </a:cubicBezTo>
                  <a:cubicBezTo>
                    <a:pt x="20" y="83"/>
                    <a:pt x="20" y="83"/>
                    <a:pt x="20" y="83"/>
                  </a:cubicBezTo>
                  <a:cubicBezTo>
                    <a:pt x="20" y="83"/>
                    <a:pt x="20" y="83"/>
                    <a:pt x="20" y="83"/>
                  </a:cubicBezTo>
                  <a:cubicBezTo>
                    <a:pt x="20" y="86"/>
                    <a:pt x="17" y="88"/>
                    <a:pt x="15" y="88"/>
                  </a:cubicBezTo>
                  <a:cubicBezTo>
                    <a:pt x="12" y="88"/>
                    <a:pt x="10" y="86"/>
                    <a:pt x="10" y="83"/>
                  </a:cubicBezTo>
                  <a:cubicBezTo>
                    <a:pt x="10" y="83"/>
                    <a:pt x="10" y="83"/>
                    <a:pt x="10" y="83"/>
                  </a:cubicBezTo>
                  <a:cubicBezTo>
                    <a:pt x="10" y="83"/>
                    <a:pt x="10" y="83"/>
                    <a:pt x="10" y="83"/>
                  </a:cubicBezTo>
                  <a:cubicBezTo>
                    <a:pt x="10" y="10"/>
                    <a:pt x="10" y="10"/>
                    <a:pt x="10" y="10"/>
                  </a:cubicBezTo>
                  <a:cubicBezTo>
                    <a:pt x="0" y="10"/>
                    <a:pt x="0" y="10"/>
                    <a:pt x="0" y="10"/>
                  </a:cubicBezTo>
                  <a:cubicBezTo>
                    <a:pt x="0" y="83"/>
                    <a:pt x="0" y="83"/>
                    <a:pt x="0" y="83"/>
                  </a:cubicBezTo>
                  <a:cubicBezTo>
                    <a:pt x="0" y="83"/>
                    <a:pt x="0" y="83"/>
                    <a:pt x="0" y="83"/>
                  </a:cubicBezTo>
                  <a:cubicBezTo>
                    <a:pt x="0" y="91"/>
                    <a:pt x="7" y="98"/>
                    <a:pt x="15" y="98"/>
                  </a:cubicBezTo>
                  <a:cubicBezTo>
                    <a:pt x="113" y="98"/>
                    <a:pt x="113" y="98"/>
                    <a:pt x="113" y="98"/>
                  </a:cubicBezTo>
                  <a:cubicBezTo>
                    <a:pt x="121" y="98"/>
                    <a:pt x="128" y="91"/>
                    <a:pt x="128" y="83"/>
                  </a:cubicBezTo>
                  <a:cubicBezTo>
                    <a:pt x="128" y="83"/>
                    <a:pt x="128" y="83"/>
                    <a:pt x="128" y="83"/>
                  </a:cubicBezTo>
                  <a:cubicBezTo>
                    <a:pt x="128" y="0"/>
                    <a:pt x="128" y="0"/>
                    <a:pt x="128" y="0"/>
                  </a:cubicBezTo>
                  <a:close/>
                  <a:moveTo>
                    <a:pt x="118" y="83"/>
                  </a:moveTo>
                  <a:cubicBezTo>
                    <a:pt x="118" y="83"/>
                    <a:pt x="118" y="83"/>
                    <a:pt x="118" y="83"/>
                  </a:cubicBezTo>
                  <a:cubicBezTo>
                    <a:pt x="118" y="83"/>
                    <a:pt x="118" y="83"/>
                    <a:pt x="118" y="83"/>
                  </a:cubicBezTo>
                  <a:cubicBezTo>
                    <a:pt x="118" y="86"/>
                    <a:pt x="116" y="88"/>
                    <a:pt x="113" y="88"/>
                  </a:cubicBezTo>
                  <a:cubicBezTo>
                    <a:pt x="29" y="88"/>
                    <a:pt x="29" y="88"/>
                    <a:pt x="29" y="88"/>
                  </a:cubicBezTo>
                  <a:cubicBezTo>
                    <a:pt x="29" y="87"/>
                    <a:pt x="29" y="85"/>
                    <a:pt x="29" y="83"/>
                  </a:cubicBezTo>
                  <a:cubicBezTo>
                    <a:pt x="29" y="83"/>
                    <a:pt x="29" y="83"/>
                    <a:pt x="29" y="83"/>
                  </a:cubicBezTo>
                  <a:cubicBezTo>
                    <a:pt x="29" y="10"/>
                    <a:pt x="29" y="10"/>
                    <a:pt x="29" y="10"/>
                  </a:cubicBezTo>
                  <a:cubicBezTo>
                    <a:pt x="118" y="10"/>
                    <a:pt x="118" y="10"/>
                    <a:pt x="118" y="10"/>
                  </a:cubicBezTo>
                  <a:lnTo>
                    <a:pt x="118" y="83"/>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sp>
          <p:nvSpPr>
            <p:cNvPr id="58" name="Rectangle 148">
              <a:extLst>
                <a:ext uri="{FF2B5EF4-FFF2-40B4-BE49-F238E27FC236}">
                  <a16:creationId xmlns="" xmlns:a16="http://schemas.microsoft.com/office/drawing/2014/main" id="{DFFF5E76-8043-41B3-8598-A7C1FD3DFF3D}"/>
                </a:ext>
              </a:extLst>
            </p:cNvPr>
            <p:cNvSpPr>
              <a:spLocks noChangeArrowheads="1"/>
            </p:cNvSpPr>
            <p:nvPr/>
          </p:nvSpPr>
          <p:spPr bwMode="auto">
            <a:xfrm>
              <a:off x="717550" y="1477963"/>
              <a:ext cx="109538" cy="112713"/>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sp>
          <p:nvSpPr>
            <p:cNvPr id="59" name="Rectangle 149">
              <a:extLst>
                <a:ext uri="{FF2B5EF4-FFF2-40B4-BE49-F238E27FC236}">
                  <a16:creationId xmlns="" xmlns:a16="http://schemas.microsoft.com/office/drawing/2014/main" id="{9F074E5F-6912-4D57-A123-62370C1C1A33}"/>
                </a:ext>
              </a:extLst>
            </p:cNvPr>
            <p:cNvSpPr>
              <a:spLocks noChangeArrowheads="1"/>
            </p:cNvSpPr>
            <p:nvPr/>
          </p:nvSpPr>
          <p:spPr bwMode="auto">
            <a:xfrm>
              <a:off x="717550" y="1406525"/>
              <a:ext cx="255588" cy="38100"/>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sp>
          <p:nvSpPr>
            <p:cNvPr id="60" name="Rectangle 150">
              <a:extLst>
                <a:ext uri="{FF2B5EF4-FFF2-40B4-BE49-F238E27FC236}">
                  <a16:creationId xmlns="" xmlns:a16="http://schemas.microsoft.com/office/drawing/2014/main" id="{204D257D-E88B-486E-A9F2-A8F987097ECA}"/>
                </a:ext>
              </a:extLst>
            </p:cNvPr>
            <p:cNvSpPr>
              <a:spLocks noChangeArrowheads="1"/>
            </p:cNvSpPr>
            <p:nvPr/>
          </p:nvSpPr>
          <p:spPr bwMode="auto">
            <a:xfrm>
              <a:off x="863600" y="1477963"/>
              <a:ext cx="109538" cy="38100"/>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sp>
          <p:nvSpPr>
            <p:cNvPr id="61" name="Rectangle 151">
              <a:extLst>
                <a:ext uri="{FF2B5EF4-FFF2-40B4-BE49-F238E27FC236}">
                  <a16:creationId xmlns="" xmlns:a16="http://schemas.microsoft.com/office/drawing/2014/main" id="{596AA5C0-08B9-4612-AAF9-17B3F263E4CD}"/>
                </a:ext>
              </a:extLst>
            </p:cNvPr>
            <p:cNvSpPr>
              <a:spLocks noChangeArrowheads="1"/>
            </p:cNvSpPr>
            <p:nvPr/>
          </p:nvSpPr>
          <p:spPr bwMode="auto">
            <a:xfrm>
              <a:off x="863600" y="1554163"/>
              <a:ext cx="109538" cy="36513"/>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grpSp>
      <p:sp>
        <p:nvSpPr>
          <p:cNvPr id="62" name="Freeform 70">
            <a:extLst>
              <a:ext uri="{FF2B5EF4-FFF2-40B4-BE49-F238E27FC236}">
                <a16:creationId xmlns="" xmlns:a16="http://schemas.microsoft.com/office/drawing/2014/main" id="{30EFBEDB-8981-4DE9-9FE6-E8F8CE256ADB}"/>
              </a:ext>
            </a:extLst>
          </p:cNvPr>
          <p:cNvSpPr>
            <a:spLocks noEditPoints="1"/>
          </p:cNvSpPr>
          <p:nvPr/>
        </p:nvSpPr>
        <p:spPr bwMode="auto">
          <a:xfrm>
            <a:off x="4883713" y="4779829"/>
            <a:ext cx="330200" cy="481013"/>
          </a:xfrm>
          <a:custGeom>
            <a:avLst/>
            <a:gdLst>
              <a:gd name="T0" fmla="*/ 78 w 88"/>
              <a:gd name="T1" fmla="*/ 0 h 128"/>
              <a:gd name="T2" fmla="*/ 10 w 88"/>
              <a:gd name="T3" fmla="*/ 0 h 128"/>
              <a:gd name="T4" fmla="*/ 0 w 88"/>
              <a:gd name="T5" fmla="*/ 10 h 128"/>
              <a:gd name="T6" fmla="*/ 0 w 88"/>
              <a:gd name="T7" fmla="*/ 118 h 128"/>
              <a:gd name="T8" fmla="*/ 10 w 88"/>
              <a:gd name="T9" fmla="*/ 128 h 128"/>
              <a:gd name="T10" fmla="*/ 78 w 88"/>
              <a:gd name="T11" fmla="*/ 128 h 128"/>
              <a:gd name="T12" fmla="*/ 88 w 88"/>
              <a:gd name="T13" fmla="*/ 118 h 128"/>
              <a:gd name="T14" fmla="*/ 88 w 88"/>
              <a:gd name="T15" fmla="*/ 10 h 128"/>
              <a:gd name="T16" fmla="*/ 78 w 88"/>
              <a:gd name="T17" fmla="*/ 0 h 128"/>
              <a:gd name="T18" fmla="*/ 29 w 88"/>
              <a:gd name="T19" fmla="*/ 108 h 128"/>
              <a:gd name="T20" fmla="*/ 19 w 88"/>
              <a:gd name="T21" fmla="*/ 108 h 128"/>
              <a:gd name="T22" fmla="*/ 19 w 88"/>
              <a:gd name="T23" fmla="*/ 99 h 128"/>
              <a:gd name="T24" fmla="*/ 29 w 88"/>
              <a:gd name="T25" fmla="*/ 99 h 128"/>
              <a:gd name="T26" fmla="*/ 29 w 88"/>
              <a:gd name="T27" fmla="*/ 108 h 128"/>
              <a:gd name="T28" fmla="*/ 29 w 88"/>
              <a:gd name="T29" fmla="*/ 89 h 128"/>
              <a:gd name="T30" fmla="*/ 19 w 88"/>
              <a:gd name="T31" fmla="*/ 89 h 128"/>
              <a:gd name="T32" fmla="*/ 19 w 88"/>
              <a:gd name="T33" fmla="*/ 79 h 128"/>
              <a:gd name="T34" fmla="*/ 29 w 88"/>
              <a:gd name="T35" fmla="*/ 79 h 128"/>
              <a:gd name="T36" fmla="*/ 29 w 88"/>
              <a:gd name="T37" fmla="*/ 89 h 128"/>
              <a:gd name="T38" fmla="*/ 29 w 88"/>
              <a:gd name="T39" fmla="*/ 69 h 128"/>
              <a:gd name="T40" fmla="*/ 19 w 88"/>
              <a:gd name="T41" fmla="*/ 69 h 128"/>
              <a:gd name="T42" fmla="*/ 19 w 88"/>
              <a:gd name="T43" fmla="*/ 59 h 128"/>
              <a:gd name="T44" fmla="*/ 29 w 88"/>
              <a:gd name="T45" fmla="*/ 59 h 128"/>
              <a:gd name="T46" fmla="*/ 29 w 88"/>
              <a:gd name="T47" fmla="*/ 69 h 128"/>
              <a:gd name="T48" fmla="*/ 49 w 88"/>
              <a:gd name="T49" fmla="*/ 108 h 128"/>
              <a:gd name="T50" fmla="*/ 39 w 88"/>
              <a:gd name="T51" fmla="*/ 108 h 128"/>
              <a:gd name="T52" fmla="*/ 39 w 88"/>
              <a:gd name="T53" fmla="*/ 99 h 128"/>
              <a:gd name="T54" fmla="*/ 49 w 88"/>
              <a:gd name="T55" fmla="*/ 99 h 128"/>
              <a:gd name="T56" fmla="*/ 49 w 88"/>
              <a:gd name="T57" fmla="*/ 108 h 128"/>
              <a:gd name="T58" fmla="*/ 49 w 88"/>
              <a:gd name="T59" fmla="*/ 89 h 128"/>
              <a:gd name="T60" fmla="*/ 39 w 88"/>
              <a:gd name="T61" fmla="*/ 89 h 128"/>
              <a:gd name="T62" fmla="*/ 39 w 88"/>
              <a:gd name="T63" fmla="*/ 79 h 128"/>
              <a:gd name="T64" fmla="*/ 49 w 88"/>
              <a:gd name="T65" fmla="*/ 79 h 128"/>
              <a:gd name="T66" fmla="*/ 49 w 88"/>
              <a:gd name="T67" fmla="*/ 89 h 128"/>
              <a:gd name="T68" fmla="*/ 49 w 88"/>
              <a:gd name="T69" fmla="*/ 69 h 128"/>
              <a:gd name="T70" fmla="*/ 39 w 88"/>
              <a:gd name="T71" fmla="*/ 69 h 128"/>
              <a:gd name="T72" fmla="*/ 39 w 88"/>
              <a:gd name="T73" fmla="*/ 59 h 128"/>
              <a:gd name="T74" fmla="*/ 49 w 88"/>
              <a:gd name="T75" fmla="*/ 59 h 128"/>
              <a:gd name="T76" fmla="*/ 49 w 88"/>
              <a:gd name="T77" fmla="*/ 69 h 128"/>
              <a:gd name="T78" fmla="*/ 69 w 88"/>
              <a:gd name="T79" fmla="*/ 108 h 128"/>
              <a:gd name="T80" fmla="*/ 59 w 88"/>
              <a:gd name="T81" fmla="*/ 108 h 128"/>
              <a:gd name="T82" fmla="*/ 59 w 88"/>
              <a:gd name="T83" fmla="*/ 99 h 128"/>
              <a:gd name="T84" fmla="*/ 69 w 88"/>
              <a:gd name="T85" fmla="*/ 99 h 128"/>
              <a:gd name="T86" fmla="*/ 69 w 88"/>
              <a:gd name="T87" fmla="*/ 108 h 128"/>
              <a:gd name="T88" fmla="*/ 69 w 88"/>
              <a:gd name="T89" fmla="*/ 89 h 128"/>
              <a:gd name="T90" fmla="*/ 59 w 88"/>
              <a:gd name="T91" fmla="*/ 89 h 128"/>
              <a:gd name="T92" fmla="*/ 59 w 88"/>
              <a:gd name="T93" fmla="*/ 79 h 128"/>
              <a:gd name="T94" fmla="*/ 69 w 88"/>
              <a:gd name="T95" fmla="*/ 79 h 128"/>
              <a:gd name="T96" fmla="*/ 69 w 88"/>
              <a:gd name="T97" fmla="*/ 89 h 128"/>
              <a:gd name="T98" fmla="*/ 69 w 88"/>
              <a:gd name="T99" fmla="*/ 69 h 128"/>
              <a:gd name="T100" fmla="*/ 59 w 88"/>
              <a:gd name="T101" fmla="*/ 69 h 128"/>
              <a:gd name="T102" fmla="*/ 59 w 88"/>
              <a:gd name="T103" fmla="*/ 59 h 128"/>
              <a:gd name="T104" fmla="*/ 69 w 88"/>
              <a:gd name="T105" fmla="*/ 59 h 128"/>
              <a:gd name="T106" fmla="*/ 69 w 88"/>
              <a:gd name="T107" fmla="*/ 69 h 128"/>
              <a:gd name="T108" fmla="*/ 69 w 88"/>
              <a:gd name="T109" fmla="*/ 40 h 128"/>
              <a:gd name="T110" fmla="*/ 19 w 88"/>
              <a:gd name="T111" fmla="*/ 40 h 128"/>
              <a:gd name="T112" fmla="*/ 19 w 88"/>
              <a:gd name="T113" fmla="*/ 20 h 128"/>
              <a:gd name="T114" fmla="*/ 69 w 88"/>
              <a:gd name="T115" fmla="*/ 20 h 128"/>
              <a:gd name="T116" fmla="*/ 69 w 88"/>
              <a:gd name="T117" fmla="*/ 40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8" h="128">
                <a:moveTo>
                  <a:pt x="78" y="0"/>
                </a:moveTo>
                <a:cubicBezTo>
                  <a:pt x="10" y="0"/>
                  <a:pt x="10" y="0"/>
                  <a:pt x="10" y="0"/>
                </a:cubicBezTo>
                <a:cubicBezTo>
                  <a:pt x="4" y="0"/>
                  <a:pt x="0" y="4"/>
                  <a:pt x="0" y="10"/>
                </a:cubicBezTo>
                <a:cubicBezTo>
                  <a:pt x="0" y="118"/>
                  <a:pt x="0" y="118"/>
                  <a:pt x="0" y="118"/>
                </a:cubicBezTo>
                <a:cubicBezTo>
                  <a:pt x="0" y="124"/>
                  <a:pt x="4" y="128"/>
                  <a:pt x="10" y="128"/>
                </a:cubicBezTo>
                <a:cubicBezTo>
                  <a:pt x="78" y="128"/>
                  <a:pt x="78" y="128"/>
                  <a:pt x="78" y="128"/>
                </a:cubicBezTo>
                <a:cubicBezTo>
                  <a:pt x="84" y="128"/>
                  <a:pt x="88" y="124"/>
                  <a:pt x="88" y="118"/>
                </a:cubicBezTo>
                <a:cubicBezTo>
                  <a:pt x="88" y="10"/>
                  <a:pt x="88" y="10"/>
                  <a:pt x="88" y="10"/>
                </a:cubicBezTo>
                <a:cubicBezTo>
                  <a:pt x="88" y="4"/>
                  <a:pt x="84" y="0"/>
                  <a:pt x="78" y="0"/>
                </a:cubicBezTo>
                <a:close/>
                <a:moveTo>
                  <a:pt x="29" y="108"/>
                </a:moveTo>
                <a:cubicBezTo>
                  <a:pt x="19" y="108"/>
                  <a:pt x="19" y="108"/>
                  <a:pt x="19" y="108"/>
                </a:cubicBezTo>
                <a:cubicBezTo>
                  <a:pt x="19" y="99"/>
                  <a:pt x="19" y="99"/>
                  <a:pt x="19" y="99"/>
                </a:cubicBezTo>
                <a:cubicBezTo>
                  <a:pt x="29" y="99"/>
                  <a:pt x="29" y="99"/>
                  <a:pt x="29" y="99"/>
                </a:cubicBezTo>
                <a:lnTo>
                  <a:pt x="29" y="108"/>
                </a:lnTo>
                <a:close/>
                <a:moveTo>
                  <a:pt x="29" y="89"/>
                </a:moveTo>
                <a:cubicBezTo>
                  <a:pt x="19" y="89"/>
                  <a:pt x="19" y="89"/>
                  <a:pt x="19" y="89"/>
                </a:cubicBezTo>
                <a:cubicBezTo>
                  <a:pt x="19" y="79"/>
                  <a:pt x="19" y="79"/>
                  <a:pt x="19" y="79"/>
                </a:cubicBezTo>
                <a:cubicBezTo>
                  <a:pt x="29" y="79"/>
                  <a:pt x="29" y="79"/>
                  <a:pt x="29" y="79"/>
                </a:cubicBezTo>
                <a:lnTo>
                  <a:pt x="29" y="89"/>
                </a:lnTo>
                <a:close/>
                <a:moveTo>
                  <a:pt x="29" y="69"/>
                </a:moveTo>
                <a:cubicBezTo>
                  <a:pt x="19" y="69"/>
                  <a:pt x="19" y="69"/>
                  <a:pt x="19" y="69"/>
                </a:cubicBezTo>
                <a:cubicBezTo>
                  <a:pt x="19" y="59"/>
                  <a:pt x="19" y="59"/>
                  <a:pt x="19" y="59"/>
                </a:cubicBezTo>
                <a:cubicBezTo>
                  <a:pt x="29" y="59"/>
                  <a:pt x="29" y="59"/>
                  <a:pt x="29" y="59"/>
                </a:cubicBezTo>
                <a:lnTo>
                  <a:pt x="29" y="69"/>
                </a:lnTo>
                <a:close/>
                <a:moveTo>
                  <a:pt x="49" y="108"/>
                </a:moveTo>
                <a:cubicBezTo>
                  <a:pt x="39" y="108"/>
                  <a:pt x="39" y="108"/>
                  <a:pt x="39" y="108"/>
                </a:cubicBezTo>
                <a:cubicBezTo>
                  <a:pt x="39" y="99"/>
                  <a:pt x="39" y="99"/>
                  <a:pt x="39" y="99"/>
                </a:cubicBezTo>
                <a:cubicBezTo>
                  <a:pt x="49" y="99"/>
                  <a:pt x="49" y="99"/>
                  <a:pt x="49" y="99"/>
                </a:cubicBezTo>
                <a:lnTo>
                  <a:pt x="49" y="108"/>
                </a:lnTo>
                <a:close/>
                <a:moveTo>
                  <a:pt x="49" y="89"/>
                </a:moveTo>
                <a:cubicBezTo>
                  <a:pt x="39" y="89"/>
                  <a:pt x="39" y="89"/>
                  <a:pt x="39" y="89"/>
                </a:cubicBezTo>
                <a:cubicBezTo>
                  <a:pt x="39" y="79"/>
                  <a:pt x="39" y="79"/>
                  <a:pt x="39" y="79"/>
                </a:cubicBezTo>
                <a:cubicBezTo>
                  <a:pt x="49" y="79"/>
                  <a:pt x="49" y="79"/>
                  <a:pt x="49" y="79"/>
                </a:cubicBezTo>
                <a:lnTo>
                  <a:pt x="49" y="89"/>
                </a:lnTo>
                <a:close/>
                <a:moveTo>
                  <a:pt x="49" y="69"/>
                </a:moveTo>
                <a:cubicBezTo>
                  <a:pt x="39" y="69"/>
                  <a:pt x="39" y="69"/>
                  <a:pt x="39" y="69"/>
                </a:cubicBezTo>
                <a:cubicBezTo>
                  <a:pt x="39" y="59"/>
                  <a:pt x="39" y="59"/>
                  <a:pt x="39" y="59"/>
                </a:cubicBezTo>
                <a:cubicBezTo>
                  <a:pt x="49" y="59"/>
                  <a:pt x="49" y="59"/>
                  <a:pt x="49" y="59"/>
                </a:cubicBezTo>
                <a:lnTo>
                  <a:pt x="49" y="69"/>
                </a:lnTo>
                <a:close/>
                <a:moveTo>
                  <a:pt x="69" y="108"/>
                </a:moveTo>
                <a:cubicBezTo>
                  <a:pt x="59" y="108"/>
                  <a:pt x="59" y="108"/>
                  <a:pt x="59" y="108"/>
                </a:cubicBezTo>
                <a:cubicBezTo>
                  <a:pt x="59" y="99"/>
                  <a:pt x="59" y="99"/>
                  <a:pt x="59" y="99"/>
                </a:cubicBezTo>
                <a:cubicBezTo>
                  <a:pt x="69" y="99"/>
                  <a:pt x="69" y="99"/>
                  <a:pt x="69" y="99"/>
                </a:cubicBezTo>
                <a:lnTo>
                  <a:pt x="69" y="108"/>
                </a:lnTo>
                <a:close/>
                <a:moveTo>
                  <a:pt x="69" y="89"/>
                </a:moveTo>
                <a:cubicBezTo>
                  <a:pt x="59" y="89"/>
                  <a:pt x="59" y="89"/>
                  <a:pt x="59" y="89"/>
                </a:cubicBezTo>
                <a:cubicBezTo>
                  <a:pt x="59" y="79"/>
                  <a:pt x="59" y="79"/>
                  <a:pt x="59" y="79"/>
                </a:cubicBezTo>
                <a:cubicBezTo>
                  <a:pt x="69" y="79"/>
                  <a:pt x="69" y="79"/>
                  <a:pt x="69" y="79"/>
                </a:cubicBezTo>
                <a:lnTo>
                  <a:pt x="69" y="89"/>
                </a:lnTo>
                <a:close/>
                <a:moveTo>
                  <a:pt x="69" y="69"/>
                </a:moveTo>
                <a:cubicBezTo>
                  <a:pt x="59" y="69"/>
                  <a:pt x="59" y="69"/>
                  <a:pt x="59" y="69"/>
                </a:cubicBezTo>
                <a:cubicBezTo>
                  <a:pt x="59" y="59"/>
                  <a:pt x="59" y="59"/>
                  <a:pt x="59" y="59"/>
                </a:cubicBezTo>
                <a:cubicBezTo>
                  <a:pt x="69" y="59"/>
                  <a:pt x="69" y="59"/>
                  <a:pt x="69" y="59"/>
                </a:cubicBezTo>
                <a:lnTo>
                  <a:pt x="69" y="69"/>
                </a:lnTo>
                <a:close/>
                <a:moveTo>
                  <a:pt x="69" y="40"/>
                </a:moveTo>
                <a:cubicBezTo>
                  <a:pt x="19" y="40"/>
                  <a:pt x="19" y="40"/>
                  <a:pt x="19" y="40"/>
                </a:cubicBezTo>
                <a:cubicBezTo>
                  <a:pt x="19" y="20"/>
                  <a:pt x="19" y="20"/>
                  <a:pt x="19" y="20"/>
                </a:cubicBezTo>
                <a:cubicBezTo>
                  <a:pt x="69" y="20"/>
                  <a:pt x="69" y="20"/>
                  <a:pt x="69" y="20"/>
                </a:cubicBezTo>
                <a:lnTo>
                  <a:pt x="69" y="40"/>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zh-CN" altLang="en-US">
              <a:solidFill>
                <a:schemeClr val="tx1">
                  <a:lumMod val="95000"/>
                  <a:lumOff val="5000"/>
                </a:schemeClr>
              </a:solidFill>
            </a:endParaRPr>
          </a:p>
        </p:txBody>
      </p:sp>
    </p:spTree>
    <p:extLst>
      <p:ext uri="{BB962C8B-B14F-4D97-AF65-F5344CB8AC3E}">
        <p14:creationId xmlns:p14="http://schemas.microsoft.com/office/powerpoint/2010/main" val="206665425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 4">
            <a:extLst>
              <a:ext uri="{FF2B5EF4-FFF2-40B4-BE49-F238E27FC236}">
                <a16:creationId xmlns:a16="http://schemas.microsoft.com/office/drawing/2014/main" xmlns="" id="{E53E7AEA-9D35-4CF5-B778-932BD4CA2063}"/>
              </a:ext>
            </a:extLst>
          </p:cNvPr>
          <p:cNvSpPr/>
          <p:nvPr/>
        </p:nvSpPr>
        <p:spPr>
          <a:xfrm>
            <a:off x="857135" y="2484813"/>
            <a:ext cx="920865" cy="920865"/>
          </a:xfrm>
          <a:prstGeom prst="ellipse">
            <a:avLst/>
          </a:prstGeom>
          <a:solidFill>
            <a:srgbClr val="4372C4"/>
          </a:solidFill>
          <a:ln>
            <a:noFill/>
          </a:ln>
          <a:effectLst>
            <a:outerShdw blurRad="25400" dist="254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01</a:t>
            </a:r>
            <a:endParaRPr lang="zh-CN" altLang="en-US" sz="3200" dirty="0"/>
          </a:p>
        </p:txBody>
      </p:sp>
      <p:sp>
        <p:nvSpPr>
          <p:cNvPr id="6" name="椭圆 5">
            <a:extLst>
              <a:ext uri="{FF2B5EF4-FFF2-40B4-BE49-F238E27FC236}">
                <a16:creationId xmlns:a16="http://schemas.microsoft.com/office/drawing/2014/main" xmlns="" id="{185F64B0-28DF-4F0A-BC8A-C1C4A3EF8D1E}"/>
              </a:ext>
            </a:extLst>
          </p:cNvPr>
          <p:cNvSpPr/>
          <p:nvPr/>
        </p:nvSpPr>
        <p:spPr>
          <a:xfrm>
            <a:off x="4336935" y="2484813"/>
            <a:ext cx="920865" cy="920865"/>
          </a:xfrm>
          <a:prstGeom prst="ellipse">
            <a:avLst/>
          </a:prstGeom>
          <a:solidFill>
            <a:srgbClr val="4372C4"/>
          </a:solidFill>
          <a:ln>
            <a:noFill/>
          </a:ln>
          <a:effectLst>
            <a:outerShdw blurRad="25400" dist="254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02</a:t>
            </a:r>
            <a:endParaRPr lang="zh-CN" altLang="en-US" sz="3200" dirty="0"/>
          </a:p>
        </p:txBody>
      </p:sp>
      <p:sp>
        <p:nvSpPr>
          <p:cNvPr id="7" name="椭圆 6">
            <a:extLst>
              <a:ext uri="{FF2B5EF4-FFF2-40B4-BE49-F238E27FC236}">
                <a16:creationId xmlns:a16="http://schemas.microsoft.com/office/drawing/2014/main" xmlns="" id="{49F1A847-A21B-4189-8639-16A141E8D1BE}"/>
              </a:ext>
            </a:extLst>
          </p:cNvPr>
          <p:cNvSpPr/>
          <p:nvPr/>
        </p:nvSpPr>
        <p:spPr>
          <a:xfrm>
            <a:off x="7842135" y="2484813"/>
            <a:ext cx="920865" cy="920865"/>
          </a:xfrm>
          <a:prstGeom prst="ellipse">
            <a:avLst/>
          </a:prstGeom>
          <a:solidFill>
            <a:srgbClr val="4372C4"/>
          </a:solidFill>
          <a:ln>
            <a:noFill/>
          </a:ln>
          <a:effectLst>
            <a:outerShdw blurRad="25400" dist="25400" dir="5400000" algn="t" rotWithShape="0">
              <a:schemeClr val="bg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t>03</a:t>
            </a:r>
            <a:endParaRPr lang="zh-CN" altLang="en-US" sz="3200" dirty="0"/>
          </a:p>
        </p:txBody>
      </p:sp>
      <p:sp>
        <p:nvSpPr>
          <p:cNvPr id="14" name="标题 13"/>
          <p:cNvSpPr>
            <a:spLocks noGrp="1"/>
          </p:cNvSpPr>
          <p:nvPr>
            <p:ph type="title"/>
          </p:nvPr>
        </p:nvSpPr>
        <p:spPr/>
        <p:txBody>
          <a:bodyPr/>
          <a:lstStyle/>
          <a:p>
            <a:r>
              <a:rPr kumimoji="1" lang="zh-CN" altLang="en-US" dirty="0" smtClean="0"/>
              <a:t>让金融更简单 让金融更美好</a:t>
            </a:r>
            <a:endParaRPr kumimoji="1" lang="zh-CN" altLang="en-US" dirty="0"/>
          </a:p>
        </p:txBody>
      </p:sp>
      <p:sp>
        <p:nvSpPr>
          <p:cNvPr id="16" name="文本占位符 15"/>
          <p:cNvSpPr>
            <a:spLocks noGrp="1"/>
          </p:cNvSpPr>
          <p:nvPr>
            <p:ph type="body" sz="quarter" idx="10"/>
          </p:nvPr>
        </p:nvSpPr>
        <p:spPr/>
        <p:txBody>
          <a:bodyPr/>
          <a:lstStyle/>
          <a:p>
            <a:r>
              <a:rPr kumimoji="1" lang="zh-CN" altLang="en-US" dirty="0" smtClean="0"/>
              <a:t>这是一个副标题，对主要标题进一步阐述说明。这是一个主副标题模版，可在版式中查找</a:t>
            </a:r>
            <a:endParaRPr kumimoji="1" lang="zh-CN" altLang="en-US" dirty="0"/>
          </a:p>
        </p:txBody>
      </p:sp>
      <p:grpSp>
        <p:nvGrpSpPr>
          <p:cNvPr id="21" name="组 20"/>
          <p:cNvGrpSpPr/>
          <p:nvPr/>
        </p:nvGrpSpPr>
        <p:grpSpPr>
          <a:xfrm>
            <a:off x="2063552" y="2708921"/>
            <a:ext cx="2016224" cy="3423122"/>
            <a:chOff x="7573558" y="1789204"/>
            <a:chExt cx="3261468" cy="1766449"/>
          </a:xfrm>
        </p:grpSpPr>
        <p:grpSp>
          <p:nvGrpSpPr>
            <p:cNvPr id="22" name="组合 31">
              <a:extLst>
                <a:ext uri="{FF2B5EF4-FFF2-40B4-BE49-F238E27FC236}">
                  <a16:creationId xmlns="" xmlns:a16="http://schemas.microsoft.com/office/drawing/2014/main" id="{CDC40244-A310-4C3D-9986-CA192517ACF7}"/>
                </a:ext>
              </a:extLst>
            </p:cNvPr>
            <p:cNvGrpSpPr/>
            <p:nvPr/>
          </p:nvGrpSpPr>
          <p:grpSpPr>
            <a:xfrm>
              <a:off x="7573558" y="1789204"/>
              <a:ext cx="3261468" cy="1766449"/>
              <a:chOff x="874713" y="3137001"/>
              <a:chExt cx="3261468" cy="1766449"/>
            </a:xfrm>
          </p:grpSpPr>
          <p:sp>
            <p:nvSpPr>
              <p:cNvPr id="24" name="矩形 23">
                <a:extLst>
                  <a:ext uri="{FF2B5EF4-FFF2-40B4-BE49-F238E27FC236}">
                    <a16:creationId xmlns="" xmlns:a16="http://schemas.microsoft.com/office/drawing/2014/main" id="{B1602A64-58A0-4E75-B4E1-54317C0C2470}"/>
                  </a:ext>
                </a:extLst>
              </p:cNvPr>
              <p:cNvSpPr/>
              <p:nvPr/>
            </p:nvSpPr>
            <p:spPr>
              <a:xfrm>
                <a:off x="896180" y="3426393"/>
                <a:ext cx="3240001" cy="1477057"/>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a:t>
                </a:r>
                <a:r>
                  <a:rPr lang="zh-CN" altLang="en-US" sz="1200" dirty="0" smtClean="0">
                    <a:solidFill>
                      <a:schemeClr val="tx1">
                        <a:lumMod val="95000"/>
                        <a:lumOff val="5000"/>
                      </a:schemeClr>
                    </a:solidFill>
                    <a:latin typeface="Microsoft YaHei Light" charset="-122"/>
                    <a:ea typeface="Microsoft YaHei Light" charset="-122"/>
                    <a:cs typeface="Microsoft YaHei Light" charset="-122"/>
                  </a:rPr>
                  <a:t>中</a:t>
                </a: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a:p>
                <a:pPr defTabSz="914400">
                  <a:lnSpc>
                    <a:spcPct val="150000"/>
                  </a:lnSpc>
                </a:pPr>
                <a:endParaRPr lang="zh-CN" altLang="en-US" sz="1200" dirty="0">
                  <a:solidFill>
                    <a:schemeClr val="tx1">
                      <a:lumMod val="95000"/>
                      <a:lumOff val="5000"/>
                    </a:schemeClr>
                  </a:solidFill>
                  <a:latin typeface="Microsoft YaHei Light" charset="-122"/>
                  <a:ea typeface="Microsoft YaHei Light" charset="-122"/>
                  <a:cs typeface="Microsoft YaHei Light" charset="-122"/>
                </a:endParaRPr>
              </a:p>
            </p:txBody>
          </p:sp>
          <p:sp>
            <p:nvSpPr>
              <p:cNvPr id="25" name="矩形 24">
                <a:extLst>
                  <a:ext uri="{FF2B5EF4-FFF2-40B4-BE49-F238E27FC236}">
                    <a16:creationId xmlns="" xmlns:a16="http://schemas.microsoft.com/office/drawing/2014/main" id="{C8C36275-6870-414C-A750-2AE2D13A8ADB}"/>
                  </a:ext>
                </a:extLst>
              </p:cNvPr>
              <p:cNvSpPr/>
              <p:nvPr/>
            </p:nvSpPr>
            <p:spPr>
              <a:xfrm>
                <a:off x="874713" y="3137001"/>
                <a:ext cx="3240001" cy="190588"/>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chemeClr val="tx1">
                        <a:lumMod val="95000"/>
                        <a:lumOff val="5000"/>
                      </a:schemeClr>
                    </a:solidFill>
                    <a:latin typeface="Calibri"/>
                    <a:ea typeface="微软雅黑"/>
                  </a:rPr>
                  <a:t>标题文字添加</a:t>
                </a:r>
              </a:p>
            </p:txBody>
          </p:sp>
        </p:grpSp>
        <p:cxnSp>
          <p:nvCxnSpPr>
            <p:cNvPr id="2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806520" y="2049314"/>
              <a:ext cx="623211"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6" name="组 25"/>
          <p:cNvGrpSpPr/>
          <p:nvPr/>
        </p:nvGrpSpPr>
        <p:grpSpPr>
          <a:xfrm>
            <a:off x="5519936" y="2708921"/>
            <a:ext cx="2016224" cy="3423122"/>
            <a:chOff x="7573558" y="1789204"/>
            <a:chExt cx="3261468" cy="1766449"/>
          </a:xfrm>
        </p:grpSpPr>
        <p:grpSp>
          <p:nvGrpSpPr>
            <p:cNvPr id="27" name="组合 31">
              <a:extLst>
                <a:ext uri="{FF2B5EF4-FFF2-40B4-BE49-F238E27FC236}">
                  <a16:creationId xmlns="" xmlns:a16="http://schemas.microsoft.com/office/drawing/2014/main" id="{CDC40244-A310-4C3D-9986-CA192517ACF7}"/>
                </a:ext>
              </a:extLst>
            </p:cNvPr>
            <p:cNvGrpSpPr/>
            <p:nvPr/>
          </p:nvGrpSpPr>
          <p:grpSpPr>
            <a:xfrm>
              <a:off x="7573558" y="1789204"/>
              <a:ext cx="3261468" cy="1766449"/>
              <a:chOff x="874713" y="3137001"/>
              <a:chExt cx="3261468" cy="1766449"/>
            </a:xfrm>
          </p:grpSpPr>
          <p:sp>
            <p:nvSpPr>
              <p:cNvPr id="29" name="矩形 28">
                <a:extLst>
                  <a:ext uri="{FF2B5EF4-FFF2-40B4-BE49-F238E27FC236}">
                    <a16:creationId xmlns="" xmlns:a16="http://schemas.microsoft.com/office/drawing/2014/main" id="{B1602A64-58A0-4E75-B4E1-54317C0C2470}"/>
                  </a:ext>
                </a:extLst>
              </p:cNvPr>
              <p:cNvSpPr/>
              <p:nvPr/>
            </p:nvSpPr>
            <p:spPr>
              <a:xfrm>
                <a:off x="896180" y="3426393"/>
                <a:ext cx="3240001" cy="1477057"/>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a:t>
                </a:r>
                <a:r>
                  <a:rPr lang="zh-CN" altLang="en-US" sz="1200" dirty="0" smtClean="0">
                    <a:solidFill>
                      <a:schemeClr val="tx1">
                        <a:lumMod val="95000"/>
                        <a:lumOff val="5000"/>
                      </a:schemeClr>
                    </a:solidFill>
                    <a:latin typeface="Microsoft YaHei Light" charset="-122"/>
                    <a:ea typeface="Microsoft YaHei Light" charset="-122"/>
                    <a:cs typeface="Microsoft YaHei Light" charset="-122"/>
                  </a:rPr>
                  <a:t>中</a:t>
                </a: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a:p>
                <a:pPr defTabSz="914400">
                  <a:lnSpc>
                    <a:spcPct val="150000"/>
                  </a:lnSpc>
                </a:pPr>
                <a:endParaRPr lang="zh-CN" altLang="en-US" sz="1200" dirty="0">
                  <a:solidFill>
                    <a:schemeClr val="tx1">
                      <a:lumMod val="95000"/>
                      <a:lumOff val="5000"/>
                    </a:schemeClr>
                  </a:solidFill>
                  <a:latin typeface="Microsoft YaHei Light" charset="-122"/>
                  <a:ea typeface="Microsoft YaHei Light" charset="-122"/>
                  <a:cs typeface="Microsoft YaHei Light" charset="-122"/>
                </a:endParaRPr>
              </a:p>
            </p:txBody>
          </p:sp>
          <p:sp>
            <p:nvSpPr>
              <p:cNvPr id="30" name="矩形 29">
                <a:extLst>
                  <a:ext uri="{FF2B5EF4-FFF2-40B4-BE49-F238E27FC236}">
                    <a16:creationId xmlns="" xmlns:a16="http://schemas.microsoft.com/office/drawing/2014/main" id="{C8C36275-6870-414C-A750-2AE2D13A8ADB}"/>
                  </a:ext>
                </a:extLst>
              </p:cNvPr>
              <p:cNvSpPr/>
              <p:nvPr/>
            </p:nvSpPr>
            <p:spPr>
              <a:xfrm>
                <a:off x="874713" y="3137001"/>
                <a:ext cx="3240001" cy="190588"/>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chemeClr val="tx1">
                        <a:lumMod val="95000"/>
                        <a:lumOff val="5000"/>
                      </a:schemeClr>
                    </a:solidFill>
                    <a:latin typeface="Calibri"/>
                    <a:ea typeface="微软雅黑"/>
                  </a:rPr>
                  <a:t>标题文字添加</a:t>
                </a:r>
              </a:p>
            </p:txBody>
          </p:sp>
        </p:grpSp>
        <p:cxnSp>
          <p:nvCxnSpPr>
            <p:cNvPr id="2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806520" y="2049314"/>
              <a:ext cx="623211"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1" name="组 30"/>
          <p:cNvGrpSpPr/>
          <p:nvPr/>
        </p:nvGrpSpPr>
        <p:grpSpPr>
          <a:xfrm>
            <a:off x="9048328" y="2708921"/>
            <a:ext cx="2016224" cy="3423122"/>
            <a:chOff x="7573558" y="1789204"/>
            <a:chExt cx="3261468" cy="1766449"/>
          </a:xfrm>
        </p:grpSpPr>
        <p:grpSp>
          <p:nvGrpSpPr>
            <p:cNvPr id="32" name="组合 31">
              <a:extLst>
                <a:ext uri="{FF2B5EF4-FFF2-40B4-BE49-F238E27FC236}">
                  <a16:creationId xmlns="" xmlns:a16="http://schemas.microsoft.com/office/drawing/2014/main" id="{CDC40244-A310-4C3D-9986-CA192517ACF7}"/>
                </a:ext>
              </a:extLst>
            </p:cNvPr>
            <p:cNvGrpSpPr/>
            <p:nvPr/>
          </p:nvGrpSpPr>
          <p:grpSpPr>
            <a:xfrm>
              <a:off x="7573558" y="1789204"/>
              <a:ext cx="3261468" cy="1766449"/>
              <a:chOff x="874713" y="3137001"/>
              <a:chExt cx="3261468" cy="1766449"/>
            </a:xfrm>
          </p:grpSpPr>
          <p:sp>
            <p:nvSpPr>
              <p:cNvPr id="34" name="矩形 33">
                <a:extLst>
                  <a:ext uri="{FF2B5EF4-FFF2-40B4-BE49-F238E27FC236}">
                    <a16:creationId xmlns="" xmlns:a16="http://schemas.microsoft.com/office/drawing/2014/main" id="{B1602A64-58A0-4E75-B4E1-54317C0C2470}"/>
                  </a:ext>
                </a:extLst>
              </p:cNvPr>
              <p:cNvSpPr/>
              <p:nvPr/>
            </p:nvSpPr>
            <p:spPr>
              <a:xfrm>
                <a:off x="896180" y="3426393"/>
                <a:ext cx="3240001" cy="1477057"/>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a:t>
                </a:r>
                <a:r>
                  <a:rPr lang="zh-CN" altLang="en-US" sz="1200" dirty="0" smtClean="0">
                    <a:solidFill>
                      <a:schemeClr val="tx1">
                        <a:lumMod val="95000"/>
                        <a:lumOff val="5000"/>
                      </a:schemeClr>
                    </a:solidFill>
                    <a:latin typeface="Microsoft YaHei Light" charset="-122"/>
                    <a:ea typeface="Microsoft YaHei Light" charset="-122"/>
                    <a:cs typeface="Microsoft YaHei Light" charset="-122"/>
                  </a:rPr>
                  <a:t>中</a:t>
                </a: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a:p>
                <a:pPr defTabSz="914400">
                  <a:lnSpc>
                    <a:spcPct val="150000"/>
                  </a:lnSpc>
                </a:pPr>
                <a:endParaRPr lang="zh-CN" altLang="en-US" sz="1200" dirty="0">
                  <a:solidFill>
                    <a:schemeClr val="tx1">
                      <a:lumMod val="95000"/>
                      <a:lumOff val="5000"/>
                    </a:schemeClr>
                  </a:solidFill>
                  <a:latin typeface="Microsoft YaHei Light" charset="-122"/>
                  <a:ea typeface="Microsoft YaHei Light" charset="-122"/>
                  <a:cs typeface="Microsoft YaHei Light" charset="-122"/>
                </a:endParaRPr>
              </a:p>
            </p:txBody>
          </p:sp>
          <p:sp>
            <p:nvSpPr>
              <p:cNvPr id="35" name="矩形 34">
                <a:extLst>
                  <a:ext uri="{FF2B5EF4-FFF2-40B4-BE49-F238E27FC236}">
                    <a16:creationId xmlns="" xmlns:a16="http://schemas.microsoft.com/office/drawing/2014/main" id="{C8C36275-6870-414C-A750-2AE2D13A8ADB}"/>
                  </a:ext>
                </a:extLst>
              </p:cNvPr>
              <p:cNvSpPr/>
              <p:nvPr/>
            </p:nvSpPr>
            <p:spPr>
              <a:xfrm>
                <a:off x="874713" y="3137001"/>
                <a:ext cx="3240001" cy="190588"/>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chemeClr val="tx1">
                        <a:lumMod val="95000"/>
                        <a:lumOff val="5000"/>
                      </a:schemeClr>
                    </a:solidFill>
                    <a:latin typeface="Calibri"/>
                    <a:ea typeface="微软雅黑"/>
                  </a:rPr>
                  <a:t>标题文字添加</a:t>
                </a:r>
              </a:p>
            </p:txBody>
          </p:sp>
        </p:grpSp>
        <p:cxnSp>
          <p:nvCxnSpPr>
            <p:cNvPr id="3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806520" y="2049314"/>
              <a:ext cx="623211"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764993786"/>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sp>
        <p:nvSpPr>
          <p:cNvPr id="4" name="椭圆 3">
            <a:extLst>
              <a:ext uri="{FF2B5EF4-FFF2-40B4-BE49-F238E27FC236}">
                <a16:creationId xmlns="" xmlns:a16="http://schemas.microsoft.com/office/drawing/2014/main" id="{0FCC4862-B667-4B7F-89CD-C205B76483C9}"/>
              </a:ext>
            </a:extLst>
          </p:cNvPr>
          <p:cNvSpPr/>
          <p:nvPr/>
        </p:nvSpPr>
        <p:spPr>
          <a:xfrm>
            <a:off x="1199456" y="1988840"/>
            <a:ext cx="967244" cy="967244"/>
          </a:xfrm>
          <a:prstGeom prst="ellipse">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41735"/>
              </a:solidFill>
            </a:endParaRPr>
          </a:p>
        </p:txBody>
      </p:sp>
      <p:sp>
        <p:nvSpPr>
          <p:cNvPr id="5" name="椭圆 4">
            <a:extLst>
              <a:ext uri="{FF2B5EF4-FFF2-40B4-BE49-F238E27FC236}">
                <a16:creationId xmlns="" xmlns:a16="http://schemas.microsoft.com/office/drawing/2014/main" id="{D7DDC461-DF6B-406E-9280-2E84842F5815}"/>
              </a:ext>
            </a:extLst>
          </p:cNvPr>
          <p:cNvSpPr/>
          <p:nvPr/>
        </p:nvSpPr>
        <p:spPr>
          <a:xfrm>
            <a:off x="1199456" y="4035904"/>
            <a:ext cx="967244" cy="967244"/>
          </a:xfrm>
          <a:prstGeom prst="ellipse">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41735"/>
              </a:solidFill>
            </a:endParaRPr>
          </a:p>
        </p:txBody>
      </p:sp>
      <p:sp>
        <p:nvSpPr>
          <p:cNvPr id="6" name="椭圆 5">
            <a:extLst>
              <a:ext uri="{FF2B5EF4-FFF2-40B4-BE49-F238E27FC236}">
                <a16:creationId xmlns="" xmlns:a16="http://schemas.microsoft.com/office/drawing/2014/main" id="{FB617072-342B-4194-A502-CFD5EE7B3533}"/>
              </a:ext>
            </a:extLst>
          </p:cNvPr>
          <p:cNvSpPr/>
          <p:nvPr/>
        </p:nvSpPr>
        <p:spPr>
          <a:xfrm>
            <a:off x="6528048" y="1988840"/>
            <a:ext cx="967244" cy="967244"/>
          </a:xfrm>
          <a:prstGeom prst="ellipse">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41735"/>
              </a:solidFill>
            </a:endParaRPr>
          </a:p>
        </p:txBody>
      </p:sp>
      <p:sp>
        <p:nvSpPr>
          <p:cNvPr id="7" name="椭圆 6">
            <a:extLst>
              <a:ext uri="{FF2B5EF4-FFF2-40B4-BE49-F238E27FC236}">
                <a16:creationId xmlns="" xmlns:a16="http://schemas.microsoft.com/office/drawing/2014/main" id="{FBEC9B97-C8BA-484E-B019-090064993053}"/>
              </a:ext>
            </a:extLst>
          </p:cNvPr>
          <p:cNvSpPr/>
          <p:nvPr/>
        </p:nvSpPr>
        <p:spPr>
          <a:xfrm>
            <a:off x="6528042" y="4035904"/>
            <a:ext cx="967244" cy="967244"/>
          </a:xfrm>
          <a:prstGeom prst="ellipse">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141735"/>
              </a:solidFill>
            </a:endParaRPr>
          </a:p>
        </p:txBody>
      </p:sp>
      <p:pic>
        <p:nvPicPr>
          <p:cNvPr id="8" name="图片 7">
            <a:extLst>
              <a:ext uri="{FF2B5EF4-FFF2-40B4-BE49-F238E27FC236}">
                <a16:creationId xmlns="" xmlns:a16="http://schemas.microsoft.com/office/drawing/2014/main" id="{89508646-6BBA-4872-9C9D-BDC6B7455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92620" y="2174503"/>
            <a:ext cx="514503" cy="514503"/>
          </a:xfrm>
          <a:prstGeom prst="rect">
            <a:avLst/>
          </a:prstGeom>
        </p:spPr>
      </p:pic>
      <p:pic>
        <p:nvPicPr>
          <p:cNvPr id="9" name="图片 8">
            <a:extLst>
              <a:ext uri="{FF2B5EF4-FFF2-40B4-BE49-F238E27FC236}">
                <a16:creationId xmlns="" xmlns:a16="http://schemas.microsoft.com/office/drawing/2014/main" id="{3AF72455-7EC2-4E14-B59F-13C3686F2A9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816080" y="2288786"/>
            <a:ext cx="419141" cy="419141"/>
          </a:xfrm>
          <a:prstGeom prst="rect">
            <a:avLst/>
          </a:prstGeom>
        </p:spPr>
      </p:pic>
      <p:pic>
        <p:nvPicPr>
          <p:cNvPr id="10" name="图片 9">
            <a:extLst>
              <a:ext uri="{FF2B5EF4-FFF2-40B4-BE49-F238E27FC236}">
                <a16:creationId xmlns="" xmlns:a16="http://schemas.microsoft.com/office/drawing/2014/main" id="{A454BC67-0E58-4109-AFEF-C641EC8B375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81267" y="4286278"/>
            <a:ext cx="507363" cy="507363"/>
          </a:xfrm>
          <a:prstGeom prst="rect">
            <a:avLst/>
          </a:prstGeom>
        </p:spPr>
      </p:pic>
      <p:pic>
        <p:nvPicPr>
          <p:cNvPr id="11" name="图片 10">
            <a:extLst>
              <a:ext uri="{FF2B5EF4-FFF2-40B4-BE49-F238E27FC236}">
                <a16:creationId xmlns="" xmlns:a16="http://schemas.microsoft.com/office/drawing/2014/main" id="{4D9520D8-396B-44D0-B77D-CD6C1956C0D0}"/>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785436" y="4286278"/>
            <a:ext cx="449785" cy="449786"/>
          </a:xfrm>
          <a:prstGeom prst="rect">
            <a:avLst/>
          </a:prstGeom>
        </p:spPr>
      </p:pic>
      <p:grpSp>
        <p:nvGrpSpPr>
          <p:cNvPr id="16" name="组 15"/>
          <p:cNvGrpSpPr/>
          <p:nvPr/>
        </p:nvGrpSpPr>
        <p:grpSpPr>
          <a:xfrm>
            <a:off x="2423592" y="1994301"/>
            <a:ext cx="3456384" cy="1397890"/>
            <a:chOff x="7573558" y="1789204"/>
            <a:chExt cx="3240000" cy="1397890"/>
          </a:xfrm>
        </p:grpSpPr>
        <p:grpSp>
          <p:nvGrpSpPr>
            <p:cNvPr id="1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9" name="矩形 1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0" name="矩形 1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1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1" name="组 20"/>
          <p:cNvGrpSpPr/>
          <p:nvPr/>
        </p:nvGrpSpPr>
        <p:grpSpPr>
          <a:xfrm>
            <a:off x="2423591" y="4035904"/>
            <a:ext cx="3456385" cy="1397890"/>
            <a:chOff x="7573558" y="1789204"/>
            <a:chExt cx="3240000" cy="1397890"/>
          </a:xfrm>
        </p:grpSpPr>
        <p:grpSp>
          <p:nvGrpSpPr>
            <p:cNvPr id="2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4" name="矩形 2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5" name="矩形 2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6" name="组 25"/>
          <p:cNvGrpSpPr/>
          <p:nvPr/>
        </p:nvGrpSpPr>
        <p:grpSpPr>
          <a:xfrm>
            <a:off x="7785827" y="1994301"/>
            <a:ext cx="3456384" cy="1397890"/>
            <a:chOff x="7573558" y="1789204"/>
            <a:chExt cx="3240000" cy="1397890"/>
          </a:xfrm>
        </p:grpSpPr>
        <p:grpSp>
          <p:nvGrpSpPr>
            <p:cNvPr id="2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9" name="矩形 2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0" name="矩形 2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1" name="组 30"/>
          <p:cNvGrpSpPr/>
          <p:nvPr/>
        </p:nvGrpSpPr>
        <p:grpSpPr>
          <a:xfrm>
            <a:off x="7785826" y="4035904"/>
            <a:ext cx="3456385" cy="1397890"/>
            <a:chOff x="7573558" y="1789204"/>
            <a:chExt cx="3240000" cy="1397890"/>
          </a:xfrm>
        </p:grpSpPr>
        <p:grpSp>
          <p:nvGrpSpPr>
            <p:cNvPr id="3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4" name="矩形 3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5" name="矩形 3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514386902"/>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sp>
        <p:nvSpPr>
          <p:cNvPr id="4" name="Oval 92">
            <a:extLst>
              <a:ext uri="{FF2B5EF4-FFF2-40B4-BE49-F238E27FC236}">
                <a16:creationId xmlns="" xmlns:a16="http://schemas.microsoft.com/office/drawing/2014/main" id="{9E4E8750-4875-4725-85A6-FAFDFE7F51AF}"/>
              </a:ext>
            </a:extLst>
          </p:cNvPr>
          <p:cNvSpPr/>
          <p:nvPr/>
        </p:nvSpPr>
        <p:spPr>
          <a:xfrm>
            <a:off x="5003269" y="2605562"/>
            <a:ext cx="2241822" cy="2241817"/>
          </a:xfrm>
          <a:prstGeom prst="ellipse">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Calibri"/>
              <a:cs typeface="+mn-cs"/>
            </a:endParaRPr>
          </a:p>
        </p:txBody>
      </p:sp>
      <p:sp>
        <p:nvSpPr>
          <p:cNvPr id="6" name="TextBox 128">
            <a:extLst>
              <a:ext uri="{FF2B5EF4-FFF2-40B4-BE49-F238E27FC236}">
                <a16:creationId xmlns="" xmlns:a16="http://schemas.microsoft.com/office/drawing/2014/main" id="{990D74ED-895A-47A1-9791-0C075D2D2FA3}"/>
              </a:ext>
            </a:extLst>
          </p:cNvPr>
          <p:cNvSpPr txBox="1"/>
          <p:nvPr/>
        </p:nvSpPr>
        <p:spPr>
          <a:xfrm>
            <a:off x="5120640" y="3199151"/>
            <a:ext cx="1950720" cy="1015663"/>
          </a:xfrm>
          <a:prstGeom prst="rect">
            <a:avLst/>
          </a:prstGeom>
        </p:spPr>
        <p:txBody>
          <a:bodyPr wrap="square" rtlCol="0">
            <a:spAutoFit/>
          </a:bodyPr>
          <a:lstStyle/>
          <a:p>
            <a:pPr marL="0" marR="0" lvl="0" indent="0" algn="ctr" defTabSz="914400" eaLnBrk="1" fontAlgn="auto" latinLnBrk="0" hangingPunct="1">
              <a:lnSpc>
                <a:spcPct val="125000"/>
              </a:lnSpc>
              <a:spcBef>
                <a:spcPts val="0"/>
              </a:spcBef>
              <a:spcAft>
                <a:spcPts val="0"/>
              </a:spcAft>
              <a:buClr>
                <a:prstClr val="black">
                  <a:lumMod val="85000"/>
                  <a:lumOff val="15000"/>
                </a:prstClr>
              </a:buClr>
              <a:buSzPct val="105000"/>
              <a:buFontTx/>
              <a:buNone/>
              <a:tabLst/>
              <a:defRPr/>
            </a:pPr>
            <a:r>
              <a:rPr kumimoji="0" lang="zh-CN" altLang="en-US" sz="2400" b="1" i="0" u="none" strike="noStrike" kern="0" cap="none" spc="0" normalizeH="0" baseline="0" noProof="0" dirty="0">
                <a:ln>
                  <a:noFill/>
                </a:ln>
                <a:solidFill>
                  <a:prstClr val="white"/>
                </a:solidFill>
                <a:effectLst/>
                <a:uLnTx/>
                <a:uFillTx/>
                <a:latin typeface="Calibri" panose="020F0502020204030204" pitchFamily="34" charset="0"/>
                <a:ea typeface="微软雅黑"/>
              </a:rPr>
              <a:t>点击添加</a:t>
            </a:r>
            <a:endParaRPr kumimoji="0" lang="en-US" altLang="zh-CN" sz="2400" b="1" i="0" u="none" strike="noStrike" kern="0" cap="none" spc="0" normalizeH="0" baseline="0" noProof="0" dirty="0">
              <a:ln>
                <a:noFill/>
              </a:ln>
              <a:solidFill>
                <a:prstClr val="white"/>
              </a:solidFill>
              <a:effectLst/>
              <a:uLnTx/>
              <a:uFillTx/>
              <a:latin typeface="Calibri" panose="020F0502020204030204" pitchFamily="34" charset="0"/>
              <a:ea typeface="微软雅黑"/>
            </a:endParaRPr>
          </a:p>
          <a:p>
            <a:pPr marL="0" marR="0" lvl="0" indent="0" algn="ctr" defTabSz="914400" eaLnBrk="1" fontAlgn="auto" latinLnBrk="0" hangingPunct="1">
              <a:lnSpc>
                <a:spcPct val="125000"/>
              </a:lnSpc>
              <a:spcBef>
                <a:spcPts val="0"/>
              </a:spcBef>
              <a:spcAft>
                <a:spcPts val="0"/>
              </a:spcAft>
              <a:buClr>
                <a:prstClr val="black">
                  <a:lumMod val="85000"/>
                  <a:lumOff val="15000"/>
                </a:prstClr>
              </a:buClr>
              <a:buSzPct val="105000"/>
              <a:buFontTx/>
              <a:buNone/>
              <a:tabLst/>
              <a:defRPr/>
            </a:pPr>
            <a:r>
              <a:rPr kumimoji="0" lang="zh-CN" altLang="en-US" sz="2400" b="1" i="0" u="none" strike="noStrike" kern="0" cap="none" spc="0" normalizeH="0" baseline="0" noProof="0" dirty="0">
                <a:ln>
                  <a:noFill/>
                </a:ln>
                <a:solidFill>
                  <a:prstClr val="white"/>
                </a:solidFill>
                <a:effectLst/>
                <a:uLnTx/>
                <a:uFillTx/>
                <a:latin typeface="Calibri" panose="020F0502020204030204" pitchFamily="34" charset="0"/>
                <a:ea typeface="微软雅黑"/>
              </a:rPr>
              <a:t>标题</a:t>
            </a:r>
          </a:p>
        </p:txBody>
      </p:sp>
      <p:grpSp>
        <p:nvGrpSpPr>
          <p:cNvPr id="41" name="组合 124">
            <a:extLst>
              <a:ext uri="{FF2B5EF4-FFF2-40B4-BE49-F238E27FC236}">
                <a16:creationId xmlns="" xmlns:a16="http://schemas.microsoft.com/office/drawing/2014/main" id="{A19B086C-82A8-4EE5-8AE6-BE75FC2B0093}"/>
              </a:ext>
            </a:extLst>
          </p:cNvPr>
          <p:cNvGrpSpPr/>
          <p:nvPr/>
        </p:nvGrpSpPr>
        <p:grpSpPr>
          <a:xfrm>
            <a:off x="7320136" y="4380069"/>
            <a:ext cx="894896" cy="894896"/>
            <a:chOff x="7866490" y="3995965"/>
            <a:chExt cx="894896" cy="894896"/>
          </a:xfrm>
        </p:grpSpPr>
        <p:sp>
          <p:nvSpPr>
            <p:cNvPr id="42" name="Oval 135">
              <a:extLst>
                <a:ext uri="{FF2B5EF4-FFF2-40B4-BE49-F238E27FC236}">
                  <a16:creationId xmlns="" xmlns:a16="http://schemas.microsoft.com/office/drawing/2014/main" id="{A41ED20C-0526-41A5-A6A2-60A82ABC1CF4}"/>
                </a:ext>
              </a:extLst>
            </p:cNvPr>
            <p:cNvSpPr/>
            <p:nvPr/>
          </p:nvSpPr>
          <p:spPr>
            <a:xfrm>
              <a:off x="7866490" y="3995965"/>
              <a:ext cx="894896" cy="894896"/>
            </a:xfrm>
            <a:prstGeom prst="ellipse">
              <a:avLst/>
            </a:prstGeom>
            <a:solidFill>
              <a:srgbClr val="4372C4">
                <a:alpha val="25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rgbClr val="141735"/>
                </a:solidFill>
                <a:effectLst/>
                <a:uLnTx/>
                <a:uFillTx/>
                <a:latin typeface="Calibri"/>
                <a:cs typeface="+mn-cs"/>
              </a:endParaRPr>
            </a:p>
          </p:txBody>
        </p:sp>
        <p:grpSp>
          <p:nvGrpSpPr>
            <p:cNvPr id="43" name="Group 165">
              <a:extLst>
                <a:ext uri="{FF2B5EF4-FFF2-40B4-BE49-F238E27FC236}">
                  <a16:creationId xmlns="" xmlns:a16="http://schemas.microsoft.com/office/drawing/2014/main" id="{C8459555-8220-4834-B928-A8A5517594B4}"/>
                </a:ext>
              </a:extLst>
            </p:cNvPr>
            <p:cNvGrpSpPr/>
            <p:nvPr/>
          </p:nvGrpSpPr>
          <p:grpSpPr>
            <a:xfrm>
              <a:off x="8101366" y="4188435"/>
              <a:ext cx="425144" cy="509956"/>
              <a:chOff x="4051300" y="3109913"/>
              <a:chExt cx="628650" cy="754063"/>
            </a:xfrm>
            <a:solidFill>
              <a:sysClr val="window" lastClr="FFFFFF">
                <a:lumMod val="95000"/>
              </a:sysClr>
            </a:solidFill>
          </p:grpSpPr>
          <p:sp>
            <p:nvSpPr>
              <p:cNvPr id="44" name="Freeform 166">
                <a:extLst>
                  <a:ext uri="{FF2B5EF4-FFF2-40B4-BE49-F238E27FC236}">
                    <a16:creationId xmlns="" xmlns:a16="http://schemas.microsoft.com/office/drawing/2014/main" id="{22970F5A-23D4-4AA4-A15D-1B010CFCE855}"/>
                  </a:ext>
                </a:extLst>
              </p:cNvPr>
              <p:cNvSpPr>
                <a:spLocks noEditPoints="1"/>
              </p:cNvSpPr>
              <p:nvPr/>
            </p:nvSpPr>
            <p:spPr bwMode="auto">
              <a:xfrm>
                <a:off x="4051300" y="3109913"/>
                <a:ext cx="628650" cy="754063"/>
              </a:xfrm>
              <a:custGeom>
                <a:avLst/>
                <a:gdLst>
                  <a:gd name="T0" fmla="*/ 376 w 396"/>
                  <a:gd name="T1" fmla="*/ 361 h 475"/>
                  <a:gd name="T2" fmla="*/ 287 w 396"/>
                  <a:gd name="T3" fmla="*/ 265 h 475"/>
                  <a:gd name="T4" fmla="*/ 258 w 396"/>
                  <a:gd name="T5" fmla="*/ 133 h 475"/>
                  <a:gd name="T6" fmla="*/ 244 w 396"/>
                  <a:gd name="T7" fmla="*/ 70 h 475"/>
                  <a:gd name="T8" fmla="*/ 237 w 396"/>
                  <a:gd name="T9" fmla="*/ 52 h 475"/>
                  <a:gd name="T10" fmla="*/ 233 w 396"/>
                  <a:gd name="T11" fmla="*/ 39 h 475"/>
                  <a:gd name="T12" fmla="*/ 226 w 396"/>
                  <a:gd name="T13" fmla="*/ 27 h 475"/>
                  <a:gd name="T14" fmla="*/ 220 w 396"/>
                  <a:gd name="T15" fmla="*/ 17 h 475"/>
                  <a:gd name="T16" fmla="*/ 213 w 396"/>
                  <a:gd name="T17" fmla="*/ 10 h 475"/>
                  <a:gd name="T18" fmla="*/ 189 w 396"/>
                  <a:gd name="T19" fmla="*/ 6 h 475"/>
                  <a:gd name="T20" fmla="*/ 182 w 396"/>
                  <a:gd name="T21" fmla="*/ 11 h 475"/>
                  <a:gd name="T22" fmla="*/ 176 w 396"/>
                  <a:gd name="T23" fmla="*/ 18 h 475"/>
                  <a:gd name="T24" fmla="*/ 169 w 396"/>
                  <a:gd name="T25" fmla="*/ 28 h 475"/>
                  <a:gd name="T26" fmla="*/ 164 w 396"/>
                  <a:gd name="T27" fmla="*/ 41 h 475"/>
                  <a:gd name="T28" fmla="*/ 157 w 396"/>
                  <a:gd name="T29" fmla="*/ 55 h 475"/>
                  <a:gd name="T30" fmla="*/ 152 w 396"/>
                  <a:gd name="T31" fmla="*/ 70 h 475"/>
                  <a:gd name="T32" fmla="*/ 139 w 396"/>
                  <a:gd name="T33" fmla="*/ 144 h 475"/>
                  <a:gd name="T34" fmla="*/ 102 w 396"/>
                  <a:gd name="T35" fmla="*/ 278 h 475"/>
                  <a:gd name="T36" fmla="*/ 19 w 396"/>
                  <a:gd name="T37" fmla="*/ 362 h 475"/>
                  <a:gd name="T38" fmla="*/ 1 w 396"/>
                  <a:gd name="T39" fmla="*/ 438 h 475"/>
                  <a:gd name="T40" fmla="*/ 124 w 396"/>
                  <a:gd name="T41" fmla="*/ 474 h 475"/>
                  <a:gd name="T42" fmla="*/ 258 w 396"/>
                  <a:gd name="T43" fmla="*/ 469 h 475"/>
                  <a:gd name="T44" fmla="*/ 339 w 396"/>
                  <a:gd name="T45" fmla="*/ 461 h 475"/>
                  <a:gd name="T46" fmla="*/ 374 w 396"/>
                  <a:gd name="T47" fmla="*/ 378 h 475"/>
                  <a:gd name="T48" fmla="*/ 328 w 396"/>
                  <a:gd name="T49" fmla="*/ 355 h 475"/>
                  <a:gd name="T50" fmla="*/ 262 w 396"/>
                  <a:gd name="T51" fmla="*/ 259 h 475"/>
                  <a:gd name="T52" fmla="*/ 351 w 396"/>
                  <a:gd name="T53" fmla="*/ 360 h 475"/>
                  <a:gd name="T54" fmla="*/ 168 w 396"/>
                  <a:gd name="T55" fmla="*/ 68 h 475"/>
                  <a:gd name="T56" fmla="*/ 172 w 396"/>
                  <a:gd name="T57" fmla="*/ 55 h 475"/>
                  <a:gd name="T58" fmla="*/ 178 w 396"/>
                  <a:gd name="T59" fmla="*/ 43 h 475"/>
                  <a:gd name="T60" fmla="*/ 182 w 396"/>
                  <a:gd name="T61" fmla="*/ 35 h 475"/>
                  <a:gd name="T62" fmla="*/ 187 w 396"/>
                  <a:gd name="T63" fmla="*/ 26 h 475"/>
                  <a:gd name="T64" fmla="*/ 194 w 396"/>
                  <a:gd name="T65" fmla="*/ 20 h 475"/>
                  <a:gd name="T66" fmla="*/ 203 w 396"/>
                  <a:gd name="T67" fmla="*/ 20 h 475"/>
                  <a:gd name="T68" fmla="*/ 208 w 396"/>
                  <a:gd name="T69" fmla="*/ 25 h 475"/>
                  <a:gd name="T70" fmla="*/ 213 w 396"/>
                  <a:gd name="T71" fmla="*/ 34 h 475"/>
                  <a:gd name="T72" fmla="*/ 218 w 396"/>
                  <a:gd name="T73" fmla="*/ 42 h 475"/>
                  <a:gd name="T74" fmla="*/ 223 w 396"/>
                  <a:gd name="T75" fmla="*/ 55 h 475"/>
                  <a:gd name="T76" fmla="*/ 166 w 396"/>
                  <a:gd name="T77" fmla="*/ 75 h 475"/>
                  <a:gd name="T78" fmla="*/ 243 w 396"/>
                  <a:gd name="T79" fmla="*/ 142 h 475"/>
                  <a:gd name="T80" fmla="*/ 154 w 396"/>
                  <a:gd name="T81" fmla="*/ 132 h 475"/>
                  <a:gd name="T82" fmla="*/ 62 w 396"/>
                  <a:gd name="T83" fmla="*/ 347 h 475"/>
                  <a:gd name="T84" fmla="*/ 129 w 396"/>
                  <a:gd name="T85" fmla="*/ 273 h 475"/>
                  <a:gd name="T86" fmla="*/ 56 w 396"/>
                  <a:gd name="T87" fmla="*/ 364 h 475"/>
                  <a:gd name="T88" fmla="*/ 22 w 396"/>
                  <a:gd name="T89" fmla="*/ 378 h 475"/>
                  <a:gd name="T90" fmla="*/ 27 w 396"/>
                  <a:gd name="T91" fmla="*/ 395 h 475"/>
                  <a:gd name="T92" fmla="*/ 139 w 396"/>
                  <a:gd name="T93" fmla="*/ 436 h 475"/>
                  <a:gd name="T94" fmla="*/ 99 w 396"/>
                  <a:gd name="T95" fmla="*/ 371 h 475"/>
                  <a:gd name="T96" fmla="*/ 62 w 396"/>
                  <a:gd name="T97" fmla="*/ 401 h 475"/>
                  <a:gd name="T98" fmla="*/ 72 w 396"/>
                  <a:gd name="T99" fmla="*/ 436 h 475"/>
                  <a:gd name="T100" fmla="*/ 95 w 396"/>
                  <a:gd name="T101" fmla="*/ 385 h 475"/>
                  <a:gd name="T102" fmla="*/ 72 w 396"/>
                  <a:gd name="T103" fmla="*/ 460 h 475"/>
                  <a:gd name="T104" fmla="*/ 153 w 396"/>
                  <a:gd name="T105" fmla="*/ 448 h 475"/>
                  <a:gd name="T106" fmla="*/ 325 w 396"/>
                  <a:gd name="T107" fmla="*/ 450 h 475"/>
                  <a:gd name="T108" fmla="*/ 294 w 396"/>
                  <a:gd name="T109" fmla="*/ 392 h 475"/>
                  <a:gd name="T110" fmla="*/ 322 w 396"/>
                  <a:gd name="T111" fmla="*/ 416 h 475"/>
                  <a:gd name="T112" fmla="*/ 326 w 396"/>
                  <a:gd name="T113" fmla="*/ 382 h 475"/>
                  <a:gd name="T114" fmla="*/ 290 w 396"/>
                  <a:gd name="T115" fmla="*/ 375 h 475"/>
                  <a:gd name="T116" fmla="*/ 258 w 396"/>
                  <a:gd name="T117" fmla="*/ 292 h 475"/>
                  <a:gd name="T118" fmla="*/ 375 w 396"/>
                  <a:gd name="T119" fmla="*/ 400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96" h="475">
                    <a:moveTo>
                      <a:pt x="396" y="427"/>
                    </a:moveTo>
                    <a:lnTo>
                      <a:pt x="396" y="427"/>
                    </a:lnTo>
                    <a:lnTo>
                      <a:pt x="396" y="411"/>
                    </a:lnTo>
                    <a:lnTo>
                      <a:pt x="395" y="393"/>
                    </a:lnTo>
                    <a:lnTo>
                      <a:pt x="393" y="386"/>
                    </a:lnTo>
                    <a:lnTo>
                      <a:pt x="391" y="378"/>
                    </a:lnTo>
                    <a:lnTo>
                      <a:pt x="387" y="373"/>
                    </a:lnTo>
                    <a:lnTo>
                      <a:pt x="384" y="367"/>
                    </a:lnTo>
                    <a:lnTo>
                      <a:pt x="378" y="362"/>
                    </a:lnTo>
                    <a:lnTo>
                      <a:pt x="376" y="361"/>
                    </a:lnTo>
                    <a:lnTo>
                      <a:pt x="376" y="361"/>
                    </a:lnTo>
                    <a:lnTo>
                      <a:pt x="364" y="353"/>
                    </a:lnTo>
                    <a:lnTo>
                      <a:pt x="352" y="344"/>
                    </a:lnTo>
                    <a:lnTo>
                      <a:pt x="341" y="335"/>
                    </a:lnTo>
                    <a:lnTo>
                      <a:pt x="330" y="324"/>
                    </a:lnTo>
                    <a:lnTo>
                      <a:pt x="320" y="313"/>
                    </a:lnTo>
                    <a:lnTo>
                      <a:pt x="311" y="303"/>
                    </a:lnTo>
                    <a:lnTo>
                      <a:pt x="302" y="290"/>
                    </a:lnTo>
                    <a:lnTo>
                      <a:pt x="294" y="278"/>
                    </a:lnTo>
                    <a:lnTo>
                      <a:pt x="287" y="265"/>
                    </a:lnTo>
                    <a:lnTo>
                      <a:pt x="280" y="251"/>
                    </a:lnTo>
                    <a:lnTo>
                      <a:pt x="274" y="237"/>
                    </a:lnTo>
                    <a:lnTo>
                      <a:pt x="270" y="223"/>
                    </a:lnTo>
                    <a:lnTo>
                      <a:pt x="265" y="207"/>
                    </a:lnTo>
                    <a:lnTo>
                      <a:pt x="262" y="193"/>
                    </a:lnTo>
                    <a:lnTo>
                      <a:pt x="260" y="178"/>
                    </a:lnTo>
                    <a:lnTo>
                      <a:pt x="258" y="162"/>
                    </a:lnTo>
                    <a:lnTo>
                      <a:pt x="258" y="144"/>
                    </a:lnTo>
                    <a:lnTo>
                      <a:pt x="258" y="144"/>
                    </a:lnTo>
                    <a:lnTo>
                      <a:pt x="258" y="133"/>
                    </a:lnTo>
                    <a:lnTo>
                      <a:pt x="256" y="120"/>
                    </a:lnTo>
                    <a:lnTo>
                      <a:pt x="249" y="90"/>
                    </a:lnTo>
                    <a:lnTo>
                      <a:pt x="250" y="90"/>
                    </a:lnTo>
                    <a:lnTo>
                      <a:pt x="245" y="71"/>
                    </a:lnTo>
                    <a:lnTo>
                      <a:pt x="245" y="71"/>
                    </a:lnTo>
                    <a:lnTo>
                      <a:pt x="244" y="70"/>
                    </a:lnTo>
                    <a:lnTo>
                      <a:pt x="244" y="70"/>
                    </a:lnTo>
                    <a:lnTo>
                      <a:pt x="244" y="70"/>
                    </a:lnTo>
                    <a:lnTo>
                      <a:pt x="244" y="70"/>
                    </a:lnTo>
                    <a:lnTo>
                      <a:pt x="244" y="70"/>
                    </a:lnTo>
                    <a:lnTo>
                      <a:pt x="244" y="70"/>
                    </a:lnTo>
                    <a:lnTo>
                      <a:pt x="241" y="64"/>
                    </a:lnTo>
                    <a:lnTo>
                      <a:pt x="241" y="64"/>
                    </a:lnTo>
                    <a:lnTo>
                      <a:pt x="241" y="64"/>
                    </a:lnTo>
                    <a:lnTo>
                      <a:pt x="241" y="64"/>
                    </a:lnTo>
                    <a:lnTo>
                      <a:pt x="239" y="57"/>
                    </a:lnTo>
                    <a:lnTo>
                      <a:pt x="239" y="57"/>
                    </a:lnTo>
                    <a:lnTo>
                      <a:pt x="239" y="57"/>
                    </a:lnTo>
                    <a:lnTo>
                      <a:pt x="239" y="57"/>
                    </a:lnTo>
                    <a:lnTo>
                      <a:pt x="237" y="52"/>
                    </a:lnTo>
                    <a:lnTo>
                      <a:pt x="237" y="52"/>
                    </a:lnTo>
                    <a:lnTo>
                      <a:pt x="237" y="51"/>
                    </a:lnTo>
                    <a:lnTo>
                      <a:pt x="237" y="51"/>
                    </a:lnTo>
                    <a:lnTo>
                      <a:pt x="235" y="47"/>
                    </a:lnTo>
                    <a:lnTo>
                      <a:pt x="235" y="47"/>
                    </a:lnTo>
                    <a:lnTo>
                      <a:pt x="235" y="44"/>
                    </a:lnTo>
                    <a:lnTo>
                      <a:pt x="235" y="44"/>
                    </a:lnTo>
                    <a:lnTo>
                      <a:pt x="233" y="41"/>
                    </a:lnTo>
                    <a:lnTo>
                      <a:pt x="233" y="41"/>
                    </a:lnTo>
                    <a:lnTo>
                      <a:pt x="233" y="39"/>
                    </a:lnTo>
                    <a:lnTo>
                      <a:pt x="233" y="39"/>
                    </a:lnTo>
                    <a:lnTo>
                      <a:pt x="231" y="36"/>
                    </a:lnTo>
                    <a:lnTo>
                      <a:pt x="231" y="36"/>
                    </a:lnTo>
                    <a:lnTo>
                      <a:pt x="230" y="34"/>
                    </a:lnTo>
                    <a:lnTo>
                      <a:pt x="230" y="34"/>
                    </a:lnTo>
                    <a:lnTo>
                      <a:pt x="229" y="31"/>
                    </a:lnTo>
                    <a:lnTo>
                      <a:pt x="229" y="31"/>
                    </a:lnTo>
                    <a:lnTo>
                      <a:pt x="227" y="29"/>
                    </a:lnTo>
                    <a:lnTo>
                      <a:pt x="227" y="29"/>
                    </a:lnTo>
                    <a:lnTo>
                      <a:pt x="226" y="27"/>
                    </a:lnTo>
                    <a:lnTo>
                      <a:pt x="226" y="27"/>
                    </a:lnTo>
                    <a:lnTo>
                      <a:pt x="225" y="25"/>
                    </a:lnTo>
                    <a:lnTo>
                      <a:pt x="225" y="25"/>
                    </a:lnTo>
                    <a:lnTo>
                      <a:pt x="223" y="23"/>
                    </a:lnTo>
                    <a:lnTo>
                      <a:pt x="223" y="23"/>
                    </a:lnTo>
                    <a:lnTo>
                      <a:pt x="222" y="21"/>
                    </a:lnTo>
                    <a:lnTo>
                      <a:pt x="222" y="21"/>
                    </a:lnTo>
                    <a:lnTo>
                      <a:pt x="221" y="18"/>
                    </a:lnTo>
                    <a:lnTo>
                      <a:pt x="221" y="18"/>
                    </a:lnTo>
                    <a:lnTo>
                      <a:pt x="220" y="17"/>
                    </a:lnTo>
                    <a:lnTo>
                      <a:pt x="220" y="17"/>
                    </a:lnTo>
                    <a:lnTo>
                      <a:pt x="219" y="15"/>
                    </a:lnTo>
                    <a:lnTo>
                      <a:pt x="219" y="15"/>
                    </a:lnTo>
                    <a:lnTo>
                      <a:pt x="217" y="14"/>
                    </a:lnTo>
                    <a:lnTo>
                      <a:pt x="217" y="14"/>
                    </a:lnTo>
                    <a:lnTo>
                      <a:pt x="216" y="12"/>
                    </a:lnTo>
                    <a:lnTo>
                      <a:pt x="216" y="12"/>
                    </a:lnTo>
                    <a:lnTo>
                      <a:pt x="214" y="11"/>
                    </a:lnTo>
                    <a:lnTo>
                      <a:pt x="214" y="11"/>
                    </a:lnTo>
                    <a:lnTo>
                      <a:pt x="213" y="10"/>
                    </a:lnTo>
                    <a:lnTo>
                      <a:pt x="213" y="10"/>
                    </a:lnTo>
                    <a:lnTo>
                      <a:pt x="211" y="8"/>
                    </a:lnTo>
                    <a:lnTo>
                      <a:pt x="211" y="8"/>
                    </a:lnTo>
                    <a:lnTo>
                      <a:pt x="210" y="8"/>
                    </a:lnTo>
                    <a:lnTo>
                      <a:pt x="210" y="8"/>
                    </a:lnTo>
                    <a:lnTo>
                      <a:pt x="205" y="3"/>
                    </a:lnTo>
                    <a:lnTo>
                      <a:pt x="198" y="0"/>
                    </a:lnTo>
                    <a:lnTo>
                      <a:pt x="192" y="3"/>
                    </a:lnTo>
                    <a:lnTo>
                      <a:pt x="192" y="3"/>
                    </a:lnTo>
                    <a:lnTo>
                      <a:pt x="189" y="6"/>
                    </a:lnTo>
                    <a:lnTo>
                      <a:pt x="189" y="6"/>
                    </a:lnTo>
                    <a:lnTo>
                      <a:pt x="187" y="7"/>
                    </a:lnTo>
                    <a:lnTo>
                      <a:pt x="187" y="7"/>
                    </a:lnTo>
                    <a:lnTo>
                      <a:pt x="185" y="8"/>
                    </a:lnTo>
                    <a:lnTo>
                      <a:pt x="185" y="8"/>
                    </a:lnTo>
                    <a:lnTo>
                      <a:pt x="184" y="9"/>
                    </a:lnTo>
                    <a:lnTo>
                      <a:pt x="184" y="9"/>
                    </a:lnTo>
                    <a:lnTo>
                      <a:pt x="183" y="10"/>
                    </a:lnTo>
                    <a:lnTo>
                      <a:pt x="183" y="10"/>
                    </a:lnTo>
                    <a:lnTo>
                      <a:pt x="182" y="11"/>
                    </a:lnTo>
                    <a:lnTo>
                      <a:pt x="182" y="11"/>
                    </a:lnTo>
                    <a:lnTo>
                      <a:pt x="181" y="12"/>
                    </a:lnTo>
                    <a:lnTo>
                      <a:pt x="181" y="12"/>
                    </a:lnTo>
                    <a:lnTo>
                      <a:pt x="179" y="14"/>
                    </a:lnTo>
                    <a:lnTo>
                      <a:pt x="179" y="14"/>
                    </a:lnTo>
                    <a:lnTo>
                      <a:pt x="178" y="15"/>
                    </a:lnTo>
                    <a:lnTo>
                      <a:pt x="178" y="15"/>
                    </a:lnTo>
                    <a:lnTo>
                      <a:pt x="177" y="17"/>
                    </a:lnTo>
                    <a:lnTo>
                      <a:pt x="177" y="17"/>
                    </a:lnTo>
                    <a:lnTo>
                      <a:pt x="176" y="18"/>
                    </a:lnTo>
                    <a:lnTo>
                      <a:pt x="176" y="18"/>
                    </a:lnTo>
                    <a:lnTo>
                      <a:pt x="175" y="21"/>
                    </a:lnTo>
                    <a:lnTo>
                      <a:pt x="175" y="21"/>
                    </a:lnTo>
                    <a:lnTo>
                      <a:pt x="172" y="23"/>
                    </a:lnTo>
                    <a:lnTo>
                      <a:pt x="172" y="23"/>
                    </a:lnTo>
                    <a:lnTo>
                      <a:pt x="171" y="25"/>
                    </a:lnTo>
                    <a:lnTo>
                      <a:pt x="171" y="25"/>
                    </a:lnTo>
                    <a:lnTo>
                      <a:pt x="170" y="27"/>
                    </a:lnTo>
                    <a:lnTo>
                      <a:pt x="170" y="27"/>
                    </a:lnTo>
                    <a:lnTo>
                      <a:pt x="169" y="28"/>
                    </a:lnTo>
                    <a:lnTo>
                      <a:pt x="169" y="28"/>
                    </a:lnTo>
                    <a:lnTo>
                      <a:pt x="168" y="31"/>
                    </a:lnTo>
                    <a:lnTo>
                      <a:pt x="168" y="31"/>
                    </a:lnTo>
                    <a:lnTo>
                      <a:pt x="167" y="34"/>
                    </a:lnTo>
                    <a:lnTo>
                      <a:pt x="167" y="34"/>
                    </a:lnTo>
                    <a:lnTo>
                      <a:pt x="166" y="36"/>
                    </a:lnTo>
                    <a:lnTo>
                      <a:pt x="166" y="36"/>
                    </a:lnTo>
                    <a:lnTo>
                      <a:pt x="165" y="38"/>
                    </a:lnTo>
                    <a:lnTo>
                      <a:pt x="165" y="38"/>
                    </a:lnTo>
                    <a:lnTo>
                      <a:pt x="164" y="41"/>
                    </a:lnTo>
                    <a:lnTo>
                      <a:pt x="164" y="41"/>
                    </a:lnTo>
                    <a:lnTo>
                      <a:pt x="163" y="43"/>
                    </a:lnTo>
                    <a:lnTo>
                      <a:pt x="163" y="43"/>
                    </a:lnTo>
                    <a:lnTo>
                      <a:pt x="160" y="47"/>
                    </a:lnTo>
                    <a:lnTo>
                      <a:pt x="160" y="47"/>
                    </a:lnTo>
                    <a:lnTo>
                      <a:pt x="159" y="49"/>
                    </a:lnTo>
                    <a:lnTo>
                      <a:pt x="159" y="49"/>
                    </a:lnTo>
                    <a:lnTo>
                      <a:pt x="158" y="52"/>
                    </a:lnTo>
                    <a:lnTo>
                      <a:pt x="158" y="52"/>
                    </a:lnTo>
                    <a:lnTo>
                      <a:pt x="157" y="55"/>
                    </a:lnTo>
                    <a:lnTo>
                      <a:pt x="157" y="55"/>
                    </a:lnTo>
                    <a:lnTo>
                      <a:pt x="156" y="58"/>
                    </a:lnTo>
                    <a:lnTo>
                      <a:pt x="156" y="58"/>
                    </a:lnTo>
                    <a:lnTo>
                      <a:pt x="155" y="62"/>
                    </a:lnTo>
                    <a:lnTo>
                      <a:pt x="155" y="62"/>
                    </a:lnTo>
                    <a:lnTo>
                      <a:pt x="154" y="64"/>
                    </a:lnTo>
                    <a:lnTo>
                      <a:pt x="154" y="64"/>
                    </a:lnTo>
                    <a:lnTo>
                      <a:pt x="153" y="69"/>
                    </a:lnTo>
                    <a:lnTo>
                      <a:pt x="153" y="69"/>
                    </a:lnTo>
                    <a:lnTo>
                      <a:pt x="152" y="70"/>
                    </a:lnTo>
                    <a:lnTo>
                      <a:pt x="152" y="70"/>
                    </a:lnTo>
                    <a:lnTo>
                      <a:pt x="152" y="71"/>
                    </a:lnTo>
                    <a:lnTo>
                      <a:pt x="152" y="71"/>
                    </a:lnTo>
                    <a:lnTo>
                      <a:pt x="152" y="71"/>
                    </a:lnTo>
                    <a:lnTo>
                      <a:pt x="146" y="90"/>
                    </a:lnTo>
                    <a:lnTo>
                      <a:pt x="148" y="90"/>
                    </a:lnTo>
                    <a:lnTo>
                      <a:pt x="148" y="90"/>
                    </a:lnTo>
                    <a:lnTo>
                      <a:pt x="141" y="120"/>
                    </a:lnTo>
                    <a:lnTo>
                      <a:pt x="139" y="133"/>
                    </a:lnTo>
                    <a:lnTo>
                      <a:pt x="139" y="144"/>
                    </a:lnTo>
                    <a:lnTo>
                      <a:pt x="139" y="162"/>
                    </a:lnTo>
                    <a:lnTo>
                      <a:pt x="139" y="162"/>
                    </a:lnTo>
                    <a:lnTo>
                      <a:pt x="137" y="178"/>
                    </a:lnTo>
                    <a:lnTo>
                      <a:pt x="135" y="193"/>
                    </a:lnTo>
                    <a:lnTo>
                      <a:pt x="131" y="209"/>
                    </a:lnTo>
                    <a:lnTo>
                      <a:pt x="127" y="223"/>
                    </a:lnTo>
                    <a:lnTo>
                      <a:pt x="122" y="237"/>
                    </a:lnTo>
                    <a:lnTo>
                      <a:pt x="116" y="251"/>
                    </a:lnTo>
                    <a:lnTo>
                      <a:pt x="110" y="265"/>
                    </a:lnTo>
                    <a:lnTo>
                      <a:pt x="102" y="278"/>
                    </a:lnTo>
                    <a:lnTo>
                      <a:pt x="95" y="290"/>
                    </a:lnTo>
                    <a:lnTo>
                      <a:pt x="86" y="303"/>
                    </a:lnTo>
                    <a:lnTo>
                      <a:pt x="76" y="313"/>
                    </a:lnTo>
                    <a:lnTo>
                      <a:pt x="67" y="324"/>
                    </a:lnTo>
                    <a:lnTo>
                      <a:pt x="56" y="335"/>
                    </a:lnTo>
                    <a:lnTo>
                      <a:pt x="44" y="344"/>
                    </a:lnTo>
                    <a:lnTo>
                      <a:pt x="32" y="353"/>
                    </a:lnTo>
                    <a:lnTo>
                      <a:pt x="20" y="361"/>
                    </a:lnTo>
                    <a:lnTo>
                      <a:pt x="19" y="362"/>
                    </a:lnTo>
                    <a:lnTo>
                      <a:pt x="19" y="362"/>
                    </a:lnTo>
                    <a:lnTo>
                      <a:pt x="13" y="367"/>
                    </a:lnTo>
                    <a:lnTo>
                      <a:pt x="13" y="367"/>
                    </a:lnTo>
                    <a:lnTo>
                      <a:pt x="8" y="372"/>
                    </a:lnTo>
                    <a:lnTo>
                      <a:pt x="6" y="378"/>
                    </a:lnTo>
                    <a:lnTo>
                      <a:pt x="4" y="386"/>
                    </a:lnTo>
                    <a:lnTo>
                      <a:pt x="2" y="393"/>
                    </a:lnTo>
                    <a:lnTo>
                      <a:pt x="1" y="411"/>
                    </a:lnTo>
                    <a:lnTo>
                      <a:pt x="0" y="426"/>
                    </a:lnTo>
                    <a:lnTo>
                      <a:pt x="0" y="426"/>
                    </a:lnTo>
                    <a:lnTo>
                      <a:pt x="1" y="438"/>
                    </a:lnTo>
                    <a:lnTo>
                      <a:pt x="1" y="444"/>
                    </a:lnTo>
                    <a:lnTo>
                      <a:pt x="2" y="450"/>
                    </a:lnTo>
                    <a:lnTo>
                      <a:pt x="2" y="450"/>
                    </a:lnTo>
                    <a:lnTo>
                      <a:pt x="57" y="450"/>
                    </a:lnTo>
                    <a:lnTo>
                      <a:pt x="57" y="450"/>
                    </a:lnTo>
                    <a:lnTo>
                      <a:pt x="58" y="461"/>
                    </a:lnTo>
                    <a:lnTo>
                      <a:pt x="59" y="474"/>
                    </a:lnTo>
                    <a:lnTo>
                      <a:pt x="72" y="474"/>
                    </a:lnTo>
                    <a:lnTo>
                      <a:pt x="111" y="474"/>
                    </a:lnTo>
                    <a:lnTo>
                      <a:pt x="124" y="474"/>
                    </a:lnTo>
                    <a:lnTo>
                      <a:pt x="125" y="461"/>
                    </a:lnTo>
                    <a:lnTo>
                      <a:pt x="125" y="461"/>
                    </a:lnTo>
                    <a:lnTo>
                      <a:pt x="125" y="450"/>
                    </a:lnTo>
                    <a:lnTo>
                      <a:pt x="138" y="450"/>
                    </a:lnTo>
                    <a:lnTo>
                      <a:pt x="138" y="450"/>
                    </a:lnTo>
                    <a:lnTo>
                      <a:pt x="139" y="469"/>
                    </a:lnTo>
                    <a:lnTo>
                      <a:pt x="140" y="475"/>
                    </a:lnTo>
                    <a:lnTo>
                      <a:pt x="257" y="475"/>
                    </a:lnTo>
                    <a:lnTo>
                      <a:pt x="258" y="469"/>
                    </a:lnTo>
                    <a:lnTo>
                      <a:pt x="258" y="469"/>
                    </a:lnTo>
                    <a:lnTo>
                      <a:pt x="259" y="450"/>
                    </a:lnTo>
                    <a:lnTo>
                      <a:pt x="271" y="450"/>
                    </a:lnTo>
                    <a:lnTo>
                      <a:pt x="271" y="450"/>
                    </a:lnTo>
                    <a:lnTo>
                      <a:pt x="272" y="461"/>
                    </a:lnTo>
                    <a:lnTo>
                      <a:pt x="273" y="474"/>
                    </a:lnTo>
                    <a:lnTo>
                      <a:pt x="286" y="474"/>
                    </a:lnTo>
                    <a:lnTo>
                      <a:pt x="325" y="474"/>
                    </a:lnTo>
                    <a:lnTo>
                      <a:pt x="338" y="474"/>
                    </a:lnTo>
                    <a:lnTo>
                      <a:pt x="339" y="461"/>
                    </a:lnTo>
                    <a:lnTo>
                      <a:pt x="339" y="461"/>
                    </a:lnTo>
                    <a:lnTo>
                      <a:pt x="339" y="450"/>
                    </a:lnTo>
                    <a:lnTo>
                      <a:pt x="395" y="450"/>
                    </a:lnTo>
                    <a:lnTo>
                      <a:pt x="395" y="450"/>
                    </a:lnTo>
                    <a:lnTo>
                      <a:pt x="396" y="444"/>
                    </a:lnTo>
                    <a:lnTo>
                      <a:pt x="396" y="444"/>
                    </a:lnTo>
                    <a:lnTo>
                      <a:pt x="396" y="438"/>
                    </a:lnTo>
                    <a:lnTo>
                      <a:pt x="396" y="427"/>
                    </a:lnTo>
                    <a:lnTo>
                      <a:pt x="396" y="427"/>
                    </a:lnTo>
                    <a:close/>
                    <a:moveTo>
                      <a:pt x="369" y="373"/>
                    </a:moveTo>
                    <a:lnTo>
                      <a:pt x="374" y="378"/>
                    </a:lnTo>
                    <a:lnTo>
                      <a:pt x="374" y="378"/>
                    </a:lnTo>
                    <a:lnTo>
                      <a:pt x="376" y="380"/>
                    </a:lnTo>
                    <a:lnTo>
                      <a:pt x="378" y="384"/>
                    </a:lnTo>
                    <a:lnTo>
                      <a:pt x="376" y="384"/>
                    </a:lnTo>
                    <a:lnTo>
                      <a:pt x="375" y="382"/>
                    </a:lnTo>
                    <a:lnTo>
                      <a:pt x="375" y="382"/>
                    </a:lnTo>
                    <a:lnTo>
                      <a:pt x="362" y="377"/>
                    </a:lnTo>
                    <a:lnTo>
                      <a:pt x="351" y="371"/>
                    </a:lnTo>
                    <a:lnTo>
                      <a:pt x="339" y="363"/>
                    </a:lnTo>
                    <a:lnTo>
                      <a:pt x="328" y="355"/>
                    </a:lnTo>
                    <a:lnTo>
                      <a:pt x="318" y="348"/>
                    </a:lnTo>
                    <a:lnTo>
                      <a:pt x="308" y="339"/>
                    </a:lnTo>
                    <a:lnTo>
                      <a:pt x="300" y="331"/>
                    </a:lnTo>
                    <a:lnTo>
                      <a:pt x="292" y="322"/>
                    </a:lnTo>
                    <a:lnTo>
                      <a:pt x="285" y="312"/>
                    </a:lnTo>
                    <a:lnTo>
                      <a:pt x="279" y="303"/>
                    </a:lnTo>
                    <a:lnTo>
                      <a:pt x="274" y="292"/>
                    </a:lnTo>
                    <a:lnTo>
                      <a:pt x="268" y="281"/>
                    </a:lnTo>
                    <a:lnTo>
                      <a:pt x="265" y="270"/>
                    </a:lnTo>
                    <a:lnTo>
                      <a:pt x="262" y="259"/>
                    </a:lnTo>
                    <a:lnTo>
                      <a:pt x="260" y="249"/>
                    </a:lnTo>
                    <a:lnTo>
                      <a:pt x="259" y="237"/>
                    </a:lnTo>
                    <a:lnTo>
                      <a:pt x="259" y="237"/>
                    </a:lnTo>
                    <a:lnTo>
                      <a:pt x="267" y="257"/>
                    </a:lnTo>
                    <a:lnTo>
                      <a:pt x="278" y="278"/>
                    </a:lnTo>
                    <a:lnTo>
                      <a:pt x="289" y="296"/>
                    </a:lnTo>
                    <a:lnTo>
                      <a:pt x="302" y="314"/>
                    </a:lnTo>
                    <a:lnTo>
                      <a:pt x="317" y="331"/>
                    </a:lnTo>
                    <a:lnTo>
                      <a:pt x="333" y="347"/>
                    </a:lnTo>
                    <a:lnTo>
                      <a:pt x="351" y="360"/>
                    </a:lnTo>
                    <a:lnTo>
                      <a:pt x="369" y="373"/>
                    </a:lnTo>
                    <a:lnTo>
                      <a:pt x="369" y="373"/>
                    </a:lnTo>
                    <a:close/>
                    <a:moveTo>
                      <a:pt x="166" y="75"/>
                    </a:moveTo>
                    <a:lnTo>
                      <a:pt x="166" y="75"/>
                    </a:lnTo>
                    <a:lnTo>
                      <a:pt x="166" y="74"/>
                    </a:lnTo>
                    <a:lnTo>
                      <a:pt x="166" y="74"/>
                    </a:lnTo>
                    <a:lnTo>
                      <a:pt x="167" y="70"/>
                    </a:lnTo>
                    <a:lnTo>
                      <a:pt x="167" y="70"/>
                    </a:lnTo>
                    <a:lnTo>
                      <a:pt x="168" y="68"/>
                    </a:lnTo>
                    <a:lnTo>
                      <a:pt x="168" y="68"/>
                    </a:lnTo>
                    <a:lnTo>
                      <a:pt x="169" y="65"/>
                    </a:lnTo>
                    <a:lnTo>
                      <a:pt x="169" y="65"/>
                    </a:lnTo>
                    <a:lnTo>
                      <a:pt x="170" y="63"/>
                    </a:lnTo>
                    <a:lnTo>
                      <a:pt x="170" y="63"/>
                    </a:lnTo>
                    <a:lnTo>
                      <a:pt x="170" y="61"/>
                    </a:lnTo>
                    <a:lnTo>
                      <a:pt x="170" y="61"/>
                    </a:lnTo>
                    <a:lnTo>
                      <a:pt x="171" y="57"/>
                    </a:lnTo>
                    <a:lnTo>
                      <a:pt x="171" y="57"/>
                    </a:lnTo>
                    <a:lnTo>
                      <a:pt x="172" y="55"/>
                    </a:lnTo>
                    <a:lnTo>
                      <a:pt x="172" y="55"/>
                    </a:lnTo>
                    <a:lnTo>
                      <a:pt x="173" y="53"/>
                    </a:lnTo>
                    <a:lnTo>
                      <a:pt x="173" y="53"/>
                    </a:lnTo>
                    <a:lnTo>
                      <a:pt x="175" y="51"/>
                    </a:lnTo>
                    <a:lnTo>
                      <a:pt x="175" y="51"/>
                    </a:lnTo>
                    <a:lnTo>
                      <a:pt x="176" y="48"/>
                    </a:lnTo>
                    <a:lnTo>
                      <a:pt x="176" y="48"/>
                    </a:lnTo>
                    <a:lnTo>
                      <a:pt x="177" y="47"/>
                    </a:lnTo>
                    <a:lnTo>
                      <a:pt x="177" y="47"/>
                    </a:lnTo>
                    <a:lnTo>
                      <a:pt x="178" y="43"/>
                    </a:lnTo>
                    <a:lnTo>
                      <a:pt x="178" y="43"/>
                    </a:lnTo>
                    <a:lnTo>
                      <a:pt x="178" y="42"/>
                    </a:lnTo>
                    <a:lnTo>
                      <a:pt x="178" y="42"/>
                    </a:lnTo>
                    <a:lnTo>
                      <a:pt x="180" y="39"/>
                    </a:lnTo>
                    <a:lnTo>
                      <a:pt x="180" y="39"/>
                    </a:lnTo>
                    <a:lnTo>
                      <a:pt x="180" y="38"/>
                    </a:lnTo>
                    <a:lnTo>
                      <a:pt x="180" y="38"/>
                    </a:lnTo>
                    <a:lnTo>
                      <a:pt x="182" y="36"/>
                    </a:lnTo>
                    <a:lnTo>
                      <a:pt x="182" y="36"/>
                    </a:lnTo>
                    <a:lnTo>
                      <a:pt x="182" y="35"/>
                    </a:lnTo>
                    <a:lnTo>
                      <a:pt x="182" y="35"/>
                    </a:lnTo>
                    <a:lnTo>
                      <a:pt x="183" y="31"/>
                    </a:lnTo>
                    <a:lnTo>
                      <a:pt x="183" y="31"/>
                    </a:lnTo>
                    <a:lnTo>
                      <a:pt x="184" y="30"/>
                    </a:lnTo>
                    <a:lnTo>
                      <a:pt x="184" y="30"/>
                    </a:lnTo>
                    <a:lnTo>
                      <a:pt x="185" y="28"/>
                    </a:lnTo>
                    <a:lnTo>
                      <a:pt x="185" y="28"/>
                    </a:lnTo>
                    <a:lnTo>
                      <a:pt x="186" y="27"/>
                    </a:lnTo>
                    <a:lnTo>
                      <a:pt x="186" y="27"/>
                    </a:lnTo>
                    <a:lnTo>
                      <a:pt x="187" y="26"/>
                    </a:lnTo>
                    <a:lnTo>
                      <a:pt x="187" y="26"/>
                    </a:lnTo>
                    <a:lnTo>
                      <a:pt x="189" y="25"/>
                    </a:lnTo>
                    <a:lnTo>
                      <a:pt x="189" y="25"/>
                    </a:lnTo>
                    <a:lnTo>
                      <a:pt x="191" y="23"/>
                    </a:lnTo>
                    <a:lnTo>
                      <a:pt x="191" y="23"/>
                    </a:lnTo>
                    <a:lnTo>
                      <a:pt x="191" y="22"/>
                    </a:lnTo>
                    <a:lnTo>
                      <a:pt x="191" y="22"/>
                    </a:lnTo>
                    <a:lnTo>
                      <a:pt x="193" y="21"/>
                    </a:lnTo>
                    <a:lnTo>
                      <a:pt x="193" y="21"/>
                    </a:lnTo>
                    <a:lnTo>
                      <a:pt x="194" y="20"/>
                    </a:lnTo>
                    <a:lnTo>
                      <a:pt x="194" y="20"/>
                    </a:lnTo>
                    <a:lnTo>
                      <a:pt x="195" y="18"/>
                    </a:lnTo>
                    <a:lnTo>
                      <a:pt x="195" y="18"/>
                    </a:lnTo>
                    <a:lnTo>
                      <a:pt x="196" y="17"/>
                    </a:lnTo>
                    <a:lnTo>
                      <a:pt x="196" y="17"/>
                    </a:lnTo>
                    <a:lnTo>
                      <a:pt x="198" y="16"/>
                    </a:lnTo>
                    <a:lnTo>
                      <a:pt x="198" y="16"/>
                    </a:lnTo>
                    <a:lnTo>
                      <a:pt x="200" y="17"/>
                    </a:lnTo>
                    <a:lnTo>
                      <a:pt x="200" y="17"/>
                    </a:lnTo>
                    <a:lnTo>
                      <a:pt x="203" y="20"/>
                    </a:lnTo>
                    <a:lnTo>
                      <a:pt x="203" y="20"/>
                    </a:lnTo>
                    <a:lnTo>
                      <a:pt x="203" y="20"/>
                    </a:lnTo>
                    <a:lnTo>
                      <a:pt x="203" y="20"/>
                    </a:lnTo>
                    <a:lnTo>
                      <a:pt x="205" y="22"/>
                    </a:lnTo>
                    <a:lnTo>
                      <a:pt x="205" y="22"/>
                    </a:lnTo>
                    <a:lnTo>
                      <a:pt x="205" y="22"/>
                    </a:lnTo>
                    <a:lnTo>
                      <a:pt x="205" y="22"/>
                    </a:lnTo>
                    <a:lnTo>
                      <a:pt x="207" y="24"/>
                    </a:lnTo>
                    <a:lnTo>
                      <a:pt x="207" y="24"/>
                    </a:lnTo>
                    <a:lnTo>
                      <a:pt x="208" y="25"/>
                    </a:lnTo>
                    <a:lnTo>
                      <a:pt x="208" y="25"/>
                    </a:lnTo>
                    <a:lnTo>
                      <a:pt x="209" y="27"/>
                    </a:lnTo>
                    <a:lnTo>
                      <a:pt x="209" y="27"/>
                    </a:lnTo>
                    <a:lnTo>
                      <a:pt x="210" y="27"/>
                    </a:lnTo>
                    <a:lnTo>
                      <a:pt x="210" y="27"/>
                    </a:lnTo>
                    <a:lnTo>
                      <a:pt x="211" y="30"/>
                    </a:lnTo>
                    <a:lnTo>
                      <a:pt x="211" y="30"/>
                    </a:lnTo>
                    <a:lnTo>
                      <a:pt x="212" y="30"/>
                    </a:lnTo>
                    <a:lnTo>
                      <a:pt x="212" y="30"/>
                    </a:lnTo>
                    <a:lnTo>
                      <a:pt x="213" y="34"/>
                    </a:lnTo>
                    <a:lnTo>
                      <a:pt x="213" y="34"/>
                    </a:lnTo>
                    <a:lnTo>
                      <a:pt x="214" y="35"/>
                    </a:lnTo>
                    <a:lnTo>
                      <a:pt x="214" y="35"/>
                    </a:lnTo>
                    <a:lnTo>
                      <a:pt x="216" y="37"/>
                    </a:lnTo>
                    <a:lnTo>
                      <a:pt x="216" y="37"/>
                    </a:lnTo>
                    <a:lnTo>
                      <a:pt x="217" y="38"/>
                    </a:lnTo>
                    <a:lnTo>
                      <a:pt x="217" y="38"/>
                    </a:lnTo>
                    <a:lnTo>
                      <a:pt x="218" y="41"/>
                    </a:lnTo>
                    <a:lnTo>
                      <a:pt x="218" y="41"/>
                    </a:lnTo>
                    <a:lnTo>
                      <a:pt x="218" y="42"/>
                    </a:lnTo>
                    <a:lnTo>
                      <a:pt x="218" y="42"/>
                    </a:lnTo>
                    <a:lnTo>
                      <a:pt x="220" y="45"/>
                    </a:lnTo>
                    <a:lnTo>
                      <a:pt x="220" y="45"/>
                    </a:lnTo>
                    <a:lnTo>
                      <a:pt x="220" y="47"/>
                    </a:lnTo>
                    <a:lnTo>
                      <a:pt x="220" y="47"/>
                    </a:lnTo>
                    <a:lnTo>
                      <a:pt x="222" y="50"/>
                    </a:lnTo>
                    <a:lnTo>
                      <a:pt x="222" y="50"/>
                    </a:lnTo>
                    <a:lnTo>
                      <a:pt x="222" y="51"/>
                    </a:lnTo>
                    <a:lnTo>
                      <a:pt x="222" y="51"/>
                    </a:lnTo>
                    <a:lnTo>
                      <a:pt x="223" y="55"/>
                    </a:lnTo>
                    <a:lnTo>
                      <a:pt x="223" y="55"/>
                    </a:lnTo>
                    <a:lnTo>
                      <a:pt x="224" y="55"/>
                    </a:lnTo>
                    <a:lnTo>
                      <a:pt x="224" y="55"/>
                    </a:lnTo>
                    <a:lnTo>
                      <a:pt x="225" y="60"/>
                    </a:lnTo>
                    <a:lnTo>
                      <a:pt x="225" y="60"/>
                    </a:lnTo>
                    <a:lnTo>
                      <a:pt x="225" y="61"/>
                    </a:lnTo>
                    <a:lnTo>
                      <a:pt x="225" y="61"/>
                    </a:lnTo>
                    <a:lnTo>
                      <a:pt x="231" y="76"/>
                    </a:lnTo>
                    <a:lnTo>
                      <a:pt x="166" y="76"/>
                    </a:lnTo>
                    <a:lnTo>
                      <a:pt x="166" y="76"/>
                    </a:lnTo>
                    <a:lnTo>
                      <a:pt x="166" y="75"/>
                    </a:lnTo>
                    <a:lnTo>
                      <a:pt x="166" y="75"/>
                    </a:lnTo>
                    <a:close/>
                    <a:moveTo>
                      <a:pt x="166" y="90"/>
                    </a:moveTo>
                    <a:lnTo>
                      <a:pt x="231" y="90"/>
                    </a:lnTo>
                    <a:lnTo>
                      <a:pt x="235" y="90"/>
                    </a:lnTo>
                    <a:lnTo>
                      <a:pt x="235" y="90"/>
                    </a:lnTo>
                    <a:lnTo>
                      <a:pt x="238" y="105"/>
                    </a:lnTo>
                    <a:lnTo>
                      <a:pt x="241" y="119"/>
                    </a:lnTo>
                    <a:lnTo>
                      <a:pt x="243" y="132"/>
                    </a:lnTo>
                    <a:lnTo>
                      <a:pt x="244" y="142"/>
                    </a:lnTo>
                    <a:lnTo>
                      <a:pt x="243" y="142"/>
                    </a:lnTo>
                    <a:lnTo>
                      <a:pt x="243" y="142"/>
                    </a:lnTo>
                    <a:lnTo>
                      <a:pt x="244" y="163"/>
                    </a:lnTo>
                    <a:lnTo>
                      <a:pt x="244" y="434"/>
                    </a:lnTo>
                    <a:lnTo>
                      <a:pt x="153" y="434"/>
                    </a:lnTo>
                    <a:lnTo>
                      <a:pt x="153" y="163"/>
                    </a:lnTo>
                    <a:lnTo>
                      <a:pt x="153" y="163"/>
                    </a:lnTo>
                    <a:lnTo>
                      <a:pt x="154" y="142"/>
                    </a:lnTo>
                    <a:lnTo>
                      <a:pt x="153" y="142"/>
                    </a:lnTo>
                    <a:lnTo>
                      <a:pt x="153" y="142"/>
                    </a:lnTo>
                    <a:lnTo>
                      <a:pt x="154" y="132"/>
                    </a:lnTo>
                    <a:lnTo>
                      <a:pt x="155" y="119"/>
                    </a:lnTo>
                    <a:lnTo>
                      <a:pt x="158" y="105"/>
                    </a:lnTo>
                    <a:lnTo>
                      <a:pt x="162" y="90"/>
                    </a:lnTo>
                    <a:lnTo>
                      <a:pt x="166" y="90"/>
                    </a:lnTo>
                    <a:close/>
                    <a:moveTo>
                      <a:pt x="22" y="378"/>
                    </a:moveTo>
                    <a:lnTo>
                      <a:pt x="22" y="378"/>
                    </a:lnTo>
                    <a:lnTo>
                      <a:pt x="28" y="373"/>
                    </a:lnTo>
                    <a:lnTo>
                      <a:pt x="28" y="373"/>
                    </a:lnTo>
                    <a:lnTo>
                      <a:pt x="46" y="361"/>
                    </a:lnTo>
                    <a:lnTo>
                      <a:pt x="62" y="347"/>
                    </a:lnTo>
                    <a:lnTo>
                      <a:pt x="78" y="333"/>
                    </a:lnTo>
                    <a:lnTo>
                      <a:pt x="92" y="317"/>
                    </a:lnTo>
                    <a:lnTo>
                      <a:pt x="105" y="298"/>
                    </a:lnTo>
                    <a:lnTo>
                      <a:pt x="117" y="280"/>
                    </a:lnTo>
                    <a:lnTo>
                      <a:pt x="127" y="260"/>
                    </a:lnTo>
                    <a:lnTo>
                      <a:pt x="136" y="241"/>
                    </a:lnTo>
                    <a:lnTo>
                      <a:pt x="136" y="241"/>
                    </a:lnTo>
                    <a:lnTo>
                      <a:pt x="135" y="252"/>
                    </a:lnTo>
                    <a:lnTo>
                      <a:pt x="132" y="263"/>
                    </a:lnTo>
                    <a:lnTo>
                      <a:pt x="129" y="273"/>
                    </a:lnTo>
                    <a:lnTo>
                      <a:pt x="125" y="284"/>
                    </a:lnTo>
                    <a:lnTo>
                      <a:pt x="121" y="295"/>
                    </a:lnTo>
                    <a:lnTo>
                      <a:pt x="115" y="305"/>
                    </a:lnTo>
                    <a:lnTo>
                      <a:pt x="109" y="314"/>
                    </a:lnTo>
                    <a:lnTo>
                      <a:pt x="102" y="323"/>
                    </a:lnTo>
                    <a:lnTo>
                      <a:pt x="95" y="333"/>
                    </a:lnTo>
                    <a:lnTo>
                      <a:pt x="86" y="341"/>
                    </a:lnTo>
                    <a:lnTo>
                      <a:pt x="76" y="349"/>
                    </a:lnTo>
                    <a:lnTo>
                      <a:pt x="67" y="357"/>
                    </a:lnTo>
                    <a:lnTo>
                      <a:pt x="56" y="364"/>
                    </a:lnTo>
                    <a:lnTo>
                      <a:pt x="45" y="371"/>
                    </a:lnTo>
                    <a:lnTo>
                      <a:pt x="33" y="377"/>
                    </a:lnTo>
                    <a:lnTo>
                      <a:pt x="21" y="382"/>
                    </a:lnTo>
                    <a:lnTo>
                      <a:pt x="20" y="384"/>
                    </a:lnTo>
                    <a:lnTo>
                      <a:pt x="20" y="384"/>
                    </a:lnTo>
                    <a:lnTo>
                      <a:pt x="19" y="384"/>
                    </a:lnTo>
                    <a:lnTo>
                      <a:pt x="19" y="384"/>
                    </a:lnTo>
                    <a:lnTo>
                      <a:pt x="20" y="380"/>
                    </a:lnTo>
                    <a:lnTo>
                      <a:pt x="22" y="378"/>
                    </a:lnTo>
                    <a:lnTo>
                      <a:pt x="22" y="378"/>
                    </a:lnTo>
                    <a:close/>
                    <a:moveTo>
                      <a:pt x="15" y="428"/>
                    </a:moveTo>
                    <a:lnTo>
                      <a:pt x="15" y="428"/>
                    </a:lnTo>
                    <a:lnTo>
                      <a:pt x="15" y="418"/>
                    </a:lnTo>
                    <a:lnTo>
                      <a:pt x="16" y="409"/>
                    </a:lnTo>
                    <a:lnTo>
                      <a:pt x="18" y="403"/>
                    </a:lnTo>
                    <a:lnTo>
                      <a:pt x="19" y="401"/>
                    </a:lnTo>
                    <a:lnTo>
                      <a:pt x="21" y="400"/>
                    </a:lnTo>
                    <a:lnTo>
                      <a:pt x="21" y="400"/>
                    </a:lnTo>
                    <a:lnTo>
                      <a:pt x="27" y="395"/>
                    </a:lnTo>
                    <a:lnTo>
                      <a:pt x="27" y="395"/>
                    </a:lnTo>
                    <a:lnTo>
                      <a:pt x="46" y="386"/>
                    </a:lnTo>
                    <a:lnTo>
                      <a:pt x="64" y="375"/>
                    </a:lnTo>
                    <a:lnTo>
                      <a:pt x="82" y="364"/>
                    </a:lnTo>
                    <a:lnTo>
                      <a:pt x="97" y="351"/>
                    </a:lnTo>
                    <a:lnTo>
                      <a:pt x="110" y="337"/>
                    </a:lnTo>
                    <a:lnTo>
                      <a:pt x="121" y="322"/>
                    </a:lnTo>
                    <a:lnTo>
                      <a:pt x="130" y="306"/>
                    </a:lnTo>
                    <a:lnTo>
                      <a:pt x="139" y="290"/>
                    </a:lnTo>
                    <a:lnTo>
                      <a:pt x="139" y="434"/>
                    </a:lnTo>
                    <a:lnTo>
                      <a:pt x="139" y="436"/>
                    </a:lnTo>
                    <a:lnTo>
                      <a:pt x="125" y="436"/>
                    </a:lnTo>
                    <a:lnTo>
                      <a:pt x="125" y="436"/>
                    </a:lnTo>
                    <a:lnTo>
                      <a:pt x="125" y="425"/>
                    </a:lnTo>
                    <a:lnTo>
                      <a:pt x="123" y="413"/>
                    </a:lnTo>
                    <a:lnTo>
                      <a:pt x="121" y="401"/>
                    </a:lnTo>
                    <a:lnTo>
                      <a:pt x="116" y="391"/>
                    </a:lnTo>
                    <a:lnTo>
                      <a:pt x="112" y="382"/>
                    </a:lnTo>
                    <a:lnTo>
                      <a:pt x="106" y="375"/>
                    </a:lnTo>
                    <a:lnTo>
                      <a:pt x="103" y="373"/>
                    </a:lnTo>
                    <a:lnTo>
                      <a:pt x="99" y="371"/>
                    </a:lnTo>
                    <a:lnTo>
                      <a:pt x="96" y="369"/>
                    </a:lnTo>
                    <a:lnTo>
                      <a:pt x="91" y="369"/>
                    </a:lnTo>
                    <a:lnTo>
                      <a:pt x="91" y="369"/>
                    </a:lnTo>
                    <a:lnTo>
                      <a:pt x="87" y="369"/>
                    </a:lnTo>
                    <a:lnTo>
                      <a:pt x="83" y="371"/>
                    </a:lnTo>
                    <a:lnTo>
                      <a:pt x="79" y="373"/>
                    </a:lnTo>
                    <a:lnTo>
                      <a:pt x="76" y="375"/>
                    </a:lnTo>
                    <a:lnTo>
                      <a:pt x="71" y="382"/>
                    </a:lnTo>
                    <a:lnTo>
                      <a:pt x="65" y="391"/>
                    </a:lnTo>
                    <a:lnTo>
                      <a:pt x="62" y="401"/>
                    </a:lnTo>
                    <a:lnTo>
                      <a:pt x="60" y="413"/>
                    </a:lnTo>
                    <a:lnTo>
                      <a:pt x="58" y="425"/>
                    </a:lnTo>
                    <a:lnTo>
                      <a:pt x="57" y="436"/>
                    </a:lnTo>
                    <a:lnTo>
                      <a:pt x="15" y="436"/>
                    </a:lnTo>
                    <a:lnTo>
                      <a:pt x="15" y="436"/>
                    </a:lnTo>
                    <a:lnTo>
                      <a:pt x="15" y="428"/>
                    </a:lnTo>
                    <a:lnTo>
                      <a:pt x="15" y="428"/>
                    </a:lnTo>
                    <a:close/>
                    <a:moveTo>
                      <a:pt x="111" y="436"/>
                    </a:moveTo>
                    <a:lnTo>
                      <a:pt x="72" y="436"/>
                    </a:lnTo>
                    <a:lnTo>
                      <a:pt x="72" y="436"/>
                    </a:lnTo>
                    <a:lnTo>
                      <a:pt x="72" y="426"/>
                    </a:lnTo>
                    <a:lnTo>
                      <a:pt x="74" y="416"/>
                    </a:lnTo>
                    <a:lnTo>
                      <a:pt x="75" y="406"/>
                    </a:lnTo>
                    <a:lnTo>
                      <a:pt x="78" y="399"/>
                    </a:lnTo>
                    <a:lnTo>
                      <a:pt x="81" y="392"/>
                    </a:lnTo>
                    <a:lnTo>
                      <a:pt x="84" y="388"/>
                    </a:lnTo>
                    <a:lnTo>
                      <a:pt x="87" y="385"/>
                    </a:lnTo>
                    <a:lnTo>
                      <a:pt x="91" y="384"/>
                    </a:lnTo>
                    <a:lnTo>
                      <a:pt x="91" y="384"/>
                    </a:lnTo>
                    <a:lnTo>
                      <a:pt x="95" y="385"/>
                    </a:lnTo>
                    <a:lnTo>
                      <a:pt x="99" y="388"/>
                    </a:lnTo>
                    <a:lnTo>
                      <a:pt x="102" y="392"/>
                    </a:lnTo>
                    <a:lnTo>
                      <a:pt x="104" y="399"/>
                    </a:lnTo>
                    <a:lnTo>
                      <a:pt x="108" y="406"/>
                    </a:lnTo>
                    <a:lnTo>
                      <a:pt x="109" y="416"/>
                    </a:lnTo>
                    <a:lnTo>
                      <a:pt x="111" y="426"/>
                    </a:lnTo>
                    <a:lnTo>
                      <a:pt x="111" y="436"/>
                    </a:lnTo>
                    <a:lnTo>
                      <a:pt x="111" y="436"/>
                    </a:lnTo>
                    <a:close/>
                    <a:moveTo>
                      <a:pt x="111" y="460"/>
                    </a:moveTo>
                    <a:lnTo>
                      <a:pt x="72" y="460"/>
                    </a:lnTo>
                    <a:lnTo>
                      <a:pt x="72" y="460"/>
                    </a:lnTo>
                    <a:lnTo>
                      <a:pt x="72" y="450"/>
                    </a:lnTo>
                    <a:lnTo>
                      <a:pt x="111" y="450"/>
                    </a:lnTo>
                    <a:lnTo>
                      <a:pt x="111" y="450"/>
                    </a:lnTo>
                    <a:lnTo>
                      <a:pt x="111" y="460"/>
                    </a:lnTo>
                    <a:lnTo>
                      <a:pt x="111" y="460"/>
                    </a:lnTo>
                    <a:close/>
                    <a:moveTo>
                      <a:pt x="153" y="461"/>
                    </a:moveTo>
                    <a:lnTo>
                      <a:pt x="153" y="461"/>
                    </a:lnTo>
                    <a:lnTo>
                      <a:pt x="152" y="448"/>
                    </a:lnTo>
                    <a:lnTo>
                      <a:pt x="153" y="448"/>
                    </a:lnTo>
                    <a:lnTo>
                      <a:pt x="244" y="448"/>
                    </a:lnTo>
                    <a:lnTo>
                      <a:pt x="245" y="448"/>
                    </a:lnTo>
                    <a:lnTo>
                      <a:pt x="245" y="448"/>
                    </a:lnTo>
                    <a:lnTo>
                      <a:pt x="244" y="461"/>
                    </a:lnTo>
                    <a:lnTo>
                      <a:pt x="153" y="461"/>
                    </a:lnTo>
                    <a:close/>
                    <a:moveTo>
                      <a:pt x="325" y="460"/>
                    </a:moveTo>
                    <a:lnTo>
                      <a:pt x="286" y="460"/>
                    </a:lnTo>
                    <a:lnTo>
                      <a:pt x="286" y="460"/>
                    </a:lnTo>
                    <a:lnTo>
                      <a:pt x="285" y="450"/>
                    </a:lnTo>
                    <a:lnTo>
                      <a:pt x="325" y="450"/>
                    </a:lnTo>
                    <a:lnTo>
                      <a:pt x="325" y="450"/>
                    </a:lnTo>
                    <a:lnTo>
                      <a:pt x="325" y="460"/>
                    </a:lnTo>
                    <a:lnTo>
                      <a:pt x="325" y="460"/>
                    </a:lnTo>
                    <a:close/>
                    <a:moveTo>
                      <a:pt x="286" y="436"/>
                    </a:moveTo>
                    <a:lnTo>
                      <a:pt x="286" y="436"/>
                    </a:lnTo>
                    <a:lnTo>
                      <a:pt x="286" y="426"/>
                    </a:lnTo>
                    <a:lnTo>
                      <a:pt x="288" y="416"/>
                    </a:lnTo>
                    <a:lnTo>
                      <a:pt x="289" y="406"/>
                    </a:lnTo>
                    <a:lnTo>
                      <a:pt x="292" y="399"/>
                    </a:lnTo>
                    <a:lnTo>
                      <a:pt x="294" y="392"/>
                    </a:lnTo>
                    <a:lnTo>
                      <a:pt x="298" y="388"/>
                    </a:lnTo>
                    <a:lnTo>
                      <a:pt x="301" y="385"/>
                    </a:lnTo>
                    <a:lnTo>
                      <a:pt x="305" y="384"/>
                    </a:lnTo>
                    <a:lnTo>
                      <a:pt x="305" y="384"/>
                    </a:lnTo>
                    <a:lnTo>
                      <a:pt x="308" y="385"/>
                    </a:lnTo>
                    <a:lnTo>
                      <a:pt x="313" y="388"/>
                    </a:lnTo>
                    <a:lnTo>
                      <a:pt x="316" y="392"/>
                    </a:lnTo>
                    <a:lnTo>
                      <a:pt x="318" y="399"/>
                    </a:lnTo>
                    <a:lnTo>
                      <a:pt x="320" y="406"/>
                    </a:lnTo>
                    <a:lnTo>
                      <a:pt x="322" y="416"/>
                    </a:lnTo>
                    <a:lnTo>
                      <a:pt x="325" y="426"/>
                    </a:lnTo>
                    <a:lnTo>
                      <a:pt x="325" y="436"/>
                    </a:lnTo>
                    <a:lnTo>
                      <a:pt x="286" y="436"/>
                    </a:lnTo>
                    <a:close/>
                    <a:moveTo>
                      <a:pt x="339" y="436"/>
                    </a:moveTo>
                    <a:lnTo>
                      <a:pt x="339" y="436"/>
                    </a:lnTo>
                    <a:lnTo>
                      <a:pt x="339" y="425"/>
                    </a:lnTo>
                    <a:lnTo>
                      <a:pt x="337" y="413"/>
                    </a:lnTo>
                    <a:lnTo>
                      <a:pt x="334" y="401"/>
                    </a:lnTo>
                    <a:lnTo>
                      <a:pt x="330" y="391"/>
                    </a:lnTo>
                    <a:lnTo>
                      <a:pt x="326" y="382"/>
                    </a:lnTo>
                    <a:lnTo>
                      <a:pt x="320" y="375"/>
                    </a:lnTo>
                    <a:lnTo>
                      <a:pt x="317" y="373"/>
                    </a:lnTo>
                    <a:lnTo>
                      <a:pt x="313" y="371"/>
                    </a:lnTo>
                    <a:lnTo>
                      <a:pt x="310" y="369"/>
                    </a:lnTo>
                    <a:lnTo>
                      <a:pt x="305" y="369"/>
                    </a:lnTo>
                    <a:lnTo>
                      <a:pt x="305" y="369"/>
                    </a:lnTo>
                    <a:lnTo>
                      <a:pt x="301" y="369"/>
                    </a:lnTo>
                    <a:lnTo>
                      <a:pt x="297" y="371"/>
                    </a:lnTo>
                    <a:lnTo>
                      <a:pt x="293" y="373"/>
                    </a:lnTo>
                    <a:lnTo>
                      <a:pt x="290" y="375"/>
                    </a:lnTo>
                    <a:lnTo>
                      <a:pt x="285" y="382"/>
                    </a:lnTo>
                    <a:lnTo>
                      <a:pt x="279" y="391"/>
                    </a:lnTo>
                    <a:lnTo>
                      <a:pt x="276" y="401"/>
                    </a:lnTo>
                    <a:lnTo>
                      <a:pt x="274" y="413"/>
                    </a:lnTo>
                    <a:lnTo>
                      <a:pt x="272" y="425"/>
                    </a:lnTo>
                    <a:lnTo>
                      <a:pt x="271" y="436"/>
                    </a:lnTo>
                    <a:lnTo>
                      <a:pt x="258" y="436"/>
                    </a:lnTo>
                    <a:lnTo>
                      <a:pt x="258" y="434"/>
                    </a:lnTo>
                    <a:lnTo>
                      <a:pt x="258" y="292"/>
                    </a:lnTo>
                    <a:lnTo>
                      <a:pt x="258" y="292"/>
                    </a:lnTo>
                    <a:lnTo>
                      <a:pt x="266" y="308"/>
                    </a:lnTo>
                    <a:lnTo>
                      <a:pt x="276" y="323"/>
                    </a:lnTo>
                    <a:lnTo>
                      <a:pt x="288" y="337"/>
                    </a:lnTo>
                    <a:lnTo>
                      <a:pt x="301" y="351"/>
                    </a:lnTo>
                    <a:lnTo>
                      <a:pt x="316" y="364"/>
                    </a:lnTo>
                    <a:lnTo>
                      <a:pt x="332" y="376"/>
                    </a:lnTo>
                    <a:lnTo>
                      <a:pt x="351" y="386"/>
                    </a:lnTo>
                    <a:lnTo>
                      <a:pt x="370" y="395"/>
                    </a:lnTo>
                    <a:lnTo>
                      <a:pt x="375" y="400"/>
                    </a:lnTo>
                    <a:lnTo>
                      <a:pt x="375" y="400"/>
                    </a:lnTo>
                    <a:lnTo>
                      <a:pt x="379" y="403"/>
                    </a:lnTo>
                    <a:lnTo>
                      <a:pt x="381" y="409"/>
                    </a:lnTo>
                    <a:lnTo>
                      <a:pt x="382" y="418"/>
                    </a:lnTo>
                    <a:lnTo>
                      <a:pt x="382" y="427"/>
                    </a:lnTo>
                    <a:lnTo>
                      <a:pt x="382" y="427"/>
                    </a:lnTo>
                    <a:lnTo>
                      <a:pt x="382" y="436"/>
                    </a:lnTo>
                    <a:lnTo>
                      <a:pt x="339" y="4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rgbClr val="141735"/>
                  </a:solidFill>
                  <a:effectLst/>
                  <a:uLnTx/>
                  <a:uFillTx/>
                  <a:latin typeface="Calibri"/>
                </a:endParaRPr>
              </a:p>
            </p:txBody>
          </p:sp>
          <p:sp>
            <p:nvSpPr>
              <p:cNvPr id="45" name="Freeform 167">
                <a:extLst>
                  <a:ext uri="{FF2B5EF4-FFF2-40B4-BE49-F238E27FC236}">
                    <a16:creationId xmlns="" xmlns:a16="http://schemas.microsoft.com/office/drawing/2014/main" id="{D8863E0D-BD9A-416C-9672-4EDF9658C3CD}"/>
                  </a:ext>
                </a:extLst>
              </p:cNvPr>
              <p:cNvSpPr>
                <a:spLocks/>
              </p:cNvSpPr>
              <p:nvPr/>
            </p:nvSpPr>
            <p:spPr bwMode="auto">
              <a:xfrm>
                <a:off x="4313238" y="3270250"/>
                <a:ext cx="106363" cy="34925"/>
              </a:xfrm>
              <a:custGeom>
                <a:avLst/>
                <a:gdLst>
                  <a:gd name="T0" fmla="*/ 13 w 67"/>
                  <a:gd name="T1" fmla="*/ 20 h 22"/>
                  <a:gd name="T2" fmla="*/ 13 w 67"/>
                  <a:gd name="T3" fmla="*/ 20 h 22"/>
                  <a:gd name="T4" fmla="*/ 15 w 67"/>
                  <a:gd name="T5" fmla="*/ 18 h 22"/>
                  <a:gd name="T6" fmla="*/ 20 w 67"/>
                  <a:gd name="T7" fmla="*/ 16 h 22"/>
                  <a:gd name="T8" fmla="*/ 26 w 67"/>
                  <a:gd name="T9" fmla="*/ 15 h 22"/>
                  <a:gd name="T10" fmla="*/ 33 w 67"/>
                  <a:gd name="T11" fmla="*/ 14 h 22"/>
                  <a:gd name="T12" fmla="*/ 33 w 67"/>
                  <a:gd name="T13" fmla="*/ 14 h 22"/>
                  <a:gd name="T14" fmla="*/ 41 w 67"/>
                  <a:gd name="T15" fmla="*/ 15 h 22"/>
                  <a:gd name="T16" fmla="*/ 46 w 67"/>
                  <a:gd name="T17" fmla="*/ 16 h 22"/>
                  <a:gd name="T18" fmla="*/ 52 w 67"/>
                  <a:gd name="T19" fmla="*/ 18 h 22"/>
                  <a:gd name="T20" fmla="*/ 54 w 67"/>
                  <a:gd name="T21" fmla="*/ 20 h 22"/>
                  <a:gd name="T22" fmla="*/ 54 w 67"/>
                  <a:gd name="T23" fmla="*/ 20 h 22"/>
                  <a:gd name="T24" fmla="*/ 57 w 67"/>
                  <a:gd name="T25" fmla="*/ 22 h 22"/>
                  <a:gd name="T26" fmla="*/ 59 w 67"/>
                  <a:gd name="T27" fmla="*/ 22 h 22"/>
                  <a:gd name="T28" fmla="*/ 59 w 67"/>
                  <a:gd name="T29" fmla="*/ 22 h 22"/>
                  <a:gd name="T30" fmla="*/ 62 w 67"/>
                  <a:gd name="T31" fmla="*/ 22 h 22"/>
                  <a:gd name="T32" fmla="*/ 65 w 67"/>
                  <a:gd name="T33" fmla="*/ 20 h 22"/>
                  <a:gd name="T34" fmla="*/ 65 w 67"/>
                  <a:gd name="T35" fmla="*/ 20 h 22"/>
                  <a:gd name="T36" fmla="*/ 66 w 67"/>
                  <a:gd name="T37" fmla="*/ 18 h 22"/>
                  <a:gd name="T38" fmla="*/ 67 w 67"/>
                  <a:gd name="T39" fmla="*/ 16 h 22"/>
                  <a:gd name="T40" fmla="*/ 66 w 67"/>
                  <a:gd name="T41" fmla="*/ 13 h 22"/>
                  <a:gd name="T42" fmla="*/ 65 w 67"/>
                  <a:gd name="T43" fmla="*/ 10 h 22"/>
                  <a:gd name="T44" fmla="*/ 65 w 67"/>
                  <a:gd name="T45" fmla="*/ 10 h 22"/>
                  <a:gd name="T46" fmla="*/ 59 w 67"/>
                  <a:gd name="T47" fmla="*/ 6 h 22"/>
                  <a:gd name="T48" fmla="*/ 52 w 67"/>
                  <a:gd name="T49" fmla="*/ 3 h 22"/>
                  <a:gd name="T50" fmla="*/ 43 w 67"/>
                  <a:gd name="T51" fmla="*/ 1 h 22"/>
                  <a:gd name="T52" fmla="*/ 33 w 67"/>
                  <a:gd name="T53" fmla="*/ 0 h 22"/>
                  <a:gd name="T54" fmla="*/ 33 w 67"/>
                  <a:gd name="T55" fmla="*/ 0 h 22"/>
                  <a:gd name="T56" fmla="*/ 24 w 67"/>
                  <a:gd name="T57" fmla="*/ 1 h 22"/>
                  <a:gd name="T58" fmla="*/ 15 w 67"/>
                  <a:gd name="T59" fmla="*/ 3 h 22"/>
                  <a:gd name="T60" fmla="*/ 7 w 67"/>
                  <a:gd name="T61" fmla="*/ 6 h 22"/>
                  <a:gd name="T62" fmla="*/ 2 w 67"/>
                  <a:gd name="T63" fmla="*/ 10 h 22"/>
                  <a:gd name="T64" fmla="*/ 2 w 67"/>
                  <a:gd name="T65" fmla="*/ 10 h 22"/>
                  <a:gd name="T66" fmla="*/ 1 w 67"/>
                  <a:gd name="T67" fmla="*/ 13 h 22"/>
                  <a:gd name="T68" fmla="*/ 0 w 67"/>
                  <a:gd name="T69" fmla="*/ 16 h 22"/>
                  <a:gd name="T70" fmla="*/ 1 w 67"/>
                  <a:gd name="T71" fmla="*/ 18 h 22"/>
                  <a:gd name="T72" fmla="*/ 2 w 67"/>
                  <a:gd name="T73" fmla="*/ 20 h 22"/>
                  <a:gd name="T74" fmla="*/ 2 w 67"/>
                  <a:gd name="T75" fmla="*/ 20 h 22"/>
                  <a:gd name="T76" fmla="*/ 5 w 67"/>
                  <a:gd name="T77" fmla="*/ 22 h 22"/>
                  <a:gd name="T78" fmla="*/ 7 w 67"/>
                  <a:gd name="T79" fmla="*/ 22 h 22"/>
                  <a:gd name="T80" fmla="*/ 10 w 67"/>
                  <a:gd name="T81" fmla="*/ 21 h 22"/>
                  <a:gd name="T82" fmla="*/ 13 w 67"/>
                  <a:gd name="T83" fmla="*/ 20 h 22"/>
                  <a:gd name="T84" fmla="*/ 13 w 67"/>
                  <a:gd name="T85" fmla="*/ 2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67" h="22">
                    <a:moveTo>
                      <a:pt x="13" y="20"/>
                    </a:moveTo>
                    <a:lnTo>
                      <a:pt x="13" y="20"/>
                    </a:lnTo>
                    <a:lnTo>
                      <a:pt x="15" y="18"/>
                    </a:lnTo>
                    <a:lnTo>
                      <a:pt x="20" y="16"/>
                    </a:lnTo>
                    <a:lnTo>
                      <a:pt x="26" y="15"/>
                    </a:lnTo>
                    <a:lnTo>
                      <a:pt x="33" y="14"/>
                    </a:lnTo>
                    <a:lnTo>
                      <a:pt x="33" y="14"/>
                    </a:lnTo>
                    <a:lnTo>
                      <a:pt x="41" y="15"/>
                    </a:lnTo>
                    <a:lnTo>
                      <a:pt x="46" y="16"/>
                    </a:lnTo>
                    <a:lnTo>
                      <a:pt x="52" y="18"/>
                    </a:lnTo>
                    <a:lnTo>
                      <a:pt x="54" y="20"/>
                    </a:lnTo>
                    <a:lnTo>
                      <a:pt x="54" y="20"/>
                    </a:lnTo>
                    <a:lnTo>
                      <a:pt x="57" y="22"/>
                    </a:lnTo>
                    <a:lnTo>
                      <a:pt x="59" y="22"/>
                    </a:lnTo>
                    <a:lnTo>
                      <a:pt x="59" y="22"/>
                    </a:lnTo>
                    <a:lnTo>
                      <a:pt x="62" y="22"/>
                    </a:lnTo>
                    <a:lnTo>
                      <a:pt x="65" y="20"/>
                    </a:lnTo>
                    <a:lnTo>
                      <a:pt x="65" y="20"/>
                    </a:lnTo>
                    <a:lnTo>
                      <a:pt x="66" y="18"/>
                    </a:lnTo>
                    <a:lnTo>
                      <a:pt x="67" y="16"/>
                    </a:lnTo>
                    <a:lnTo>
                      <a:pt x="66" y="13"/>
                    </a:lnTo>
                    <a:lnTo>
                      <a:pt x="65" y="10"/>
                    </a:lnTo>
                    <a:lnTo>
                      <a:pt x="65" y="10"/>
                    </a:lnTo>
                    <a:lnTo>
                      <a:pt x="59" y="6"/>
                    </a:lnTo>
                    <a:lnTo>
                      <a:pt x="52" y="3"/>
                    </a:lnTo>
                    <a:lnTo>
                      <a:pt x="43" y="1"/>
                    </a:lnTo>
                    <a:lnTo>
                      <a:pt x="33" y="0"/>
                    </a:lnTo>
                    <a:lnTo>
                      <a:pt x="33" y="0"/>
                    </a:lnTo>
                    <a:lnTo>
                      <a:pt x="24" y="1"/>
                    </a:lnTo>
                    <a:lnTo>
                      <a:pt x="15" y="3"/>
                    </a:lnTo>
                    <a:lnTo>
                      <a:pt x="7" y="6"/>
                    </a:lnTo>
                    <a:lnTo>
                      <a:pt x="2" y="10"/>
                    </a:lnTo>
                    <a:lnTo>
                      <a:pt x="2" y="10"/>
                    </a:lnTo>
                    <a:lnTo>
                      <a:pt x="1" y="13"/>
                    </a:lnTo>
                    <a:lnTo>
                      <a:pt x="0" y="16"/>
                    </a:lnTo>
                    <a:lnTo>
                      <a:pt x="1" y="18"/>
                    </a:lnTo>
                    <a:lnTo>
                      <a:pt x="2" y="20"/>
                    </a:lnTo>
                    <a:lnTo>
                      <a:pt x="2" y="20"/>
                    </a:lnTo>
                    <a:lnTo>
                      <a:pt x="5" y="22"/>
                    </a:lnTo>
                    <a:lnTo>
                      <a:pt x="7" y="22"/>
                    </a:lnTo>
                    <a:lnTo>
                      <a:pt x="10" y="21"/>
                    </a:lnTo>
                    <a:lnTo>
                      <a:pt x="13" y="20"/>
                    </a:lnTo>
                    <a:lnTo>
                      <a:pt x="13"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rgbClr val="141735"/>
                  </a:solidFill>
                  <a:effectLst/>
                  <a:uLnTx/>
                  <a:uFillTx/>
                  <a:latin typeface="Calibri"/>
                </a:endParaRPr>
              </a:p>
            </p:txBody>
          </p:sp>
        </p:grpSp>
      </p:grpSp>
      <p:grpSp>
        <p:nvGrpSpPr>
          <p:cNvPr id="46" name="组合 129">
            <a:extLst>
              <a:ext uri="{FF2B5EF4-FFF2-40B4-BE49-F238E27FC236}">
                <a16:creationId xmlns="" xmlns:a16="http://schemas.microsoft.com/office/drawing/2014/main" id="{1002300F-6A8C-417D-8001-F6A1B323FD47}"/>
              </a:ext>
            </a:extLst>
          </p:cNvPr>
          <p:cNvGrpSpPr/>
          <p:nvPr/>
        </p:nvGrpSpPr>
        <p:grpSpPr>
          <a:xfrm>
            <a:off x="3904960" y="1932012"/>
            <a:ext cx="894896" cy="894896"/>
            <a:chOff x="3456014" y="2618015"/>
            <a:chExt cx="894896" cy="894896"/>
          </a:xfrm>
        </p:grpSpPr>
        <p:sp>
          <p:nvSpPr>
            <p:cNvPr id="47" name="Oval 156">
              <a:extLst>
                <a:ext uri="{FF2B5EF4-FFF2-40B4-BE49-F238E27FC236}">
                  <a16:creationId xmlns="" xmlns:a16="http://schemas.microsoft.com/office/drawing/2014/main" id="{4AE0C4EB-0BD3-45F3-8D78-5623493833B1}"/>
                </a:ext>
              </a:extLst>
            </p:cNvPr>
            <p:cNvSpPr/>
            <p:nvPr/>
          </p:nvSpPr>
          <p:spPr>
            <a:xfrm flipH="1">
              <a:off x="3456014" y="2618015"/>
              <a:ext cx="894896" cy="894896"/>
            </a:xfrm>
            <a:prstGeom prst="ellipse">
              <a:avLst/>
            </a:prstGeom>
            <a:solidFill>
              <a:srgbClr val="4372C4">
                <a:alpha val="25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white"/>
                </a:solidFill>
                <a:effectLst/>
                <a:uLnTx/>
                <a:uFillTx/>
                <a:latin typeface="Calibri"/>
                <a:cs typeface="+mn-cs"/>
              </a:endParaRPr>
            </a:p>
          </p:txBody>
        </p:sp>
        <p:grpSp>
          <p:nvGrpSpPr>
            <p:cNvPr id="48" name="Group 168">
              <a:extLst>
                <a:ext uri="{FF2B5EF4-FFF2-40B4-BE49-F238E27FC236}">
                  <a16:creationId xmlns="" xmlns:a16="http://schemas.microsoft.com/office/drawing/2014/main" id="{F62AC9FF-494A-4943-8F10-F335C6B56C75}"/>
                </a:ext>
              </a:extLst>
            </p:cNvPr>
            <p:cNvGrpSpPr/>
            <p:nvPr/>
          </p:nvGrpSpPr>
          <p:grpSpPr>
            <a:xfrm>
              <a:off x="3654390" y="2863629"/>
              <a:ext cx="498144" cy="403668"/>
              <a:chOff x="5145088" y="3205163"/>
              <a:chExt cx="736600" cy="596900"/>
            </a:xfrm>
            <a:solidFill>
              <a:sysClr val="window" lastClr="FFFFFF">
                <a:lumMod val="95000"/>
              </a:sysClr>
            </a:solidFill>
          </p:grpSpPr>
          <p:sp>
            <p:nvSpPr>
              <p:cNvPr id="49" name="Freeform 169">
                <a:extLst>
                  <a:ext uri="{FF2B5EF4-FFF2-40B4-BE49-F238E27FC236}">
                    <a16:creationId xmlns="" xmlns:a16="http://schemas.microsoft.com/office/drawing/2014/main" id="{60416B48-8A9C-4BAA-A207-4AE7AF89026C}"/>
                  </a:ext>
                </a:extLst>
              </p:cNvPr>
              <p:cNvSpPr>
                <a:spLocks noEditPoints="1"/>
              </p:cNvSpPr>
              <p:nvPr/>
            </p:nvSpPr>
            <p:spPr bwMode="auto">
              <a:xfrm>
                <a:off x="5145088" y="3205163"/>
                <a:ext cx="736600" cy="596900"/>
              </a:xfrm>
              <a:custGeom>
                <a:avLst/>
                <a:gdLst>
                  <a:gd name="T0" fmla="*/ 464 w 464"/>
                  <a:gd name="T1" fmla="*/ 52 h 376"/>
                  <a:gd name="T2" fmla="*/ 464 w 464"/>
                  <a:gd name="T3" fmla="*/ 0 h 376"/>
                  <a:gd name="T4" fmla="*/ 0 w 464"/>
                  <a:gd name="T5" fmla="*/ 0 h 376"/>
                  <a:gd name="T6" fmla="*/ 0 w 464"/>
                  <a:gd name="T7" fmla="*/ 52 h 376"/>
                  <a:gd name="T8" fmla="*/ 10 w 464"/>
                  <a:gd name="T9" fmla="*/ 52 h 376"/>
                  <a:gd name="T10" fmla="*/ 10 w 464"/>
                  <a:gd name="T11" fmla="*/ 281 h 376"/>
                  <a:gd name="T12" fmla="*/ 0 w 464"/>
                  <a:gd name="T13" fmla="*/ 281 h 376"/>
                  <a:gd name="T14" fmla="*/ 0 w 464"/>
                  <a:gd name="T15" fmla="*/ 320 h 376"/>
                  <a:gd name="T16" fmla="*/ 153 w 464"/>
                  <a:gd name="T17" fmla="*/ 320 h 376"/>
                  <a:gd name="T18" fmla="*/ 115 w 464"/>
                  <a:gd name="T19" fmla="*/ 368 h 376"/>
                  <a:gd name="T20" fmla="*/ 126 w 464"/>
                  <a:gd name="T21" fmla="*/ 376 h 376"/>
                  <a:gd name="T22" fmla="*/ 171 w 464"/>
                  <a:gd name="T23" fmla="*/ 320 h 376"/>
                  <a:gd name="T24" fmla="*/ 224 w 464"/>
                  <a:gd name="T25" fmla="*/ 320 h 376"/>
                  <a:gd name="T26" fmla="*/ 224 w 464"/>
                  <a:gd name="T27" fmla="*/ 372 h 376"/>
                  <a:gd name="T28" fmla="*/ 238 w 464"/>
                  <a:gd name="T29" fmla="*/ 372 h 376"/>
                  <a:gd name="T30" fmla="*/ 238 w 464"/>
                  <a:gd name="T31" fmla="*/ 320 h 376"/>
                  <a:gd name="T32" fmla="*/ 292 w 464"/>
                  <a:gd name="T33" fmla="*/ 320 h 376"/>
                  <a:gd name="T34" fmla="*/ 337 w 464"/>
                  <a:gd name="T35" fmla="*/ 376 h 376"/>
                  <a:gd name="T36" fmla="*/ 348 w 464"/>
                  <a:gd name="T37" fmla="*/ 368 h 376"/>
                  <a:gd name="T38" fmla="*/ 310 w 464"/>
                  <a:gd name="T39" fmla="*/ 320 h 376"/>
                  <a:gd name="T40" fmla="*/ 464 w 464"/>
                  <a:gd name="T41" fmla="*/ 320 h 376"/>
                  <a:gd name="T42" fmla="*/ 464 w 464"/>
                  <a:gd name="T43" fmla="*/ 281 h 376"/>
                  <a:gd name="T44" fmla="*/ 452 w 464"/>
                  <a:gd name="T45" fmla="*/ 281 h 376"/>
                  <a:gd name="T46" fmla="*/ 452 w 464"/>
                  <a:gd name="T47" fmla="*/ 52 h 376"/>
                  <a:gd name="T48" fmla="*/ 464 w 464"/>
                  <a:gd name="T49" fmla="*/ 52 h 376"/>
                  <a:gd name="T50" fmla="*/ 449 w 464"/>
                  <a:gd name="T51" fmla="*/ 306 h 376"/>
                  <a:gd name="T52" fmla="*/ 14 w 464"/>
                  <a:gd name="T53" fmla="*/ 306 h 376"/>
                  <a:gd name="T54" fmla="*/ 14 w 464"/>
                  <a:gd name="T55" fmla="*/ 295 h 376"/>
                  <a:gd name="T56" fmla="*/ 449 w 464"/>
                  <a:gd name="T57" fmla="*/ 295 h 376"/>
                  <a:gd name="T58" fmla="*/ 449 w 464"/>
                  <a:gd name="T59" fmla="*/ 306 h 376"/>
                  <a:gd name="T60" fmla="*/ 14 w 464"/>
                  <a:gd name="T61" fmla="*/ 14 h 376"/>
                  <a:gd name="T62" fmla="*/ 449 w 464"/>
                  <a:gd name="T63" fmla="*/ 14 h 376"/>
                  <a:gd name="T64" fmla="*/ 449 w 464"/>
                  <a:gd name="T65" fmla="*/ 38 h 376"/>
                  <a:gd name="T66" fmla="*/ 14 w 464"/>
                  <a:gd name="T67" fmla="*/ 38 h 376"/>
                  <a:gd name="T68" fmla="*/ 14 w 464"/>
                  <a:gd name="T69" fmla="*/ 14 h 376"/>
                  <a:gd name="T70" fmla="*/ 438 w 464"/>
                  <a:gd name="T71" fmla="*/ 280 h 376"/>
                  <a:gd name="T72" fmla="*/ 26 w 464"/>
                  <a:gd name="T73" fmla="*/ 280 h 376"/>
                  <a:gd name="T74" fmla="*/ 26 w 464"/>
                  <a:gd name="T75" fmla="*/ 52 h 376"/>
                  <a:gd name="T76" fmla="*/ 438 w 464"/>
                  <a:gd name="T77" fmla="*/ 52 h 376"/>
                  <a:gd name="T78" fmla="*/ 438 w 464"/>
                  <a:gd name="T79" fmla="*/ 280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464" h="376">
                    <a:moveTo>
                      <a:pt x="464" y="52"/>
                    </a:moveTo>
                    <a:lnTo>
                      <a:pt x="464" y="0"/>
                    </a:lnTo>
                    <a:lnTo>
                      <a:pt x="0" y="0"/>
                    </a:lnTo>
                    <a:lnTo>
                      <a:pt x="0" y="52"/>
                    </a:lnTo>
                    <a:lnTo>
                      <a:pt x="10" y="52"/>
                    </a:lnTo>
                    <a:lnTo>
                      <a:pt x="10" y="281"/>
                    </a:lnTo>
                    <a:lnTo>
                      <a:pt x="0" y="281"/>
                    </a:lnTo>
                    <a:lnTo>
                      <a:pt x="0" y="320"/>
                    </a:lnTo>
                    <a:lnTo>
                      <a:pt x="153" y="320"/>
                    </a:lnTo>
                    <a:lnTo>
                      <a:pt x="115" y="368"/>
                    </a:lnTo>
                    <a:lnTo>
                      <a:pt x="126" y="376"/>
                    </a:lnTo>
                    <a:lnTo>
                      <a:pt x="171" y="320"/>
                    </a:lnTo>
                    <a:lnTo>
                      <a:pt x="224" y="320"/>
                    </a:lnTo>
                    <a:lnTo>
                      <a:pt x="224" y="372"/>
                    </a:lnTo>
                    <a:lnTo>
                      <a:pt x="238" y="372"/>
                    </a:lnTo>
                    <a:lnTo>
                      <a:pt x="238" y="320"/>
                    </a:lnTo>
                    <a:lnTo>
                      <a:pt x="292" y="320"/>
                    </a:lnTo>
                    <a:lnTo>
                      <a:pt x="337" y="376"/>
                    </a:lnTo>
                    <a:lnTo>
                      <a:pt x="348" y="368"/>
                    </a:lnTo>
                    <a:lnTo>
                      <a:pt x="310" y="320"/>
                    </a:lnTo>
                    <a:lnTo>
                      <a:pt x="464" y="320"/>
                    </a:lnTo>
                    <a:lnTo>
                      <a:pt x="464" y="281"/>
                    </a:lnTo>
                    <a:lnTo>
                      <a:pt x="452" y="281"/>
                    </a:lnTo>
                    <a:lnTo>
                      <a:pt x="452" y="52"/>
                    </a:lnTo>
                    <a:lnTo>
                      <a:pt x="464" y="52"/>
                    </a:lnTo>
                    <a:close/>
                    <a:moveTo>
                      <a:pt x="449" y="306"/>
                    </a:moveTo>
                    <a:lnTo>
                      <a:pt x="14" y="306"/>
                    </a:lnTo>
                    <a:lnTo>
                      <a:pt x="14" y="295"/>
                    </a:lnTo>
                    <a:lnTo>
                      <a:pt x="449" y="295"/>
                    </a:lnTo>
                    <a:lnTo>
                      <a:pt x="449" y="306"/>
                    </a:lnTo>
                    <a:close/>
                    <a:moveTo>
                      <a:pt x="14" y="14"/>
                    </a:moveTo>
                    <a:lnTo>
                      <a:pt x="449" y="14"/>
                    </a:lnTo>
                    <a:lnTo>
                      <a:pt x="449" y="38"/>
                    </a:lnTo>
                    <a:lnTo>
                      <a:pt x="14" y="38"/>
                    </a:lnTo>
                    <a:lnTo>
                      <a:pt x="14" y="14"/>
                    </a:lnTo>
                    <a:close/>
                    <a:moveTo>
                      <a:pt x="438" y="280"/>
                    </a:moveTo>
                    <a:lnTo>
                      <a:pt x="26" y="280"/>
                    </a:lnTo>
                    <a:lnTo>
                      <a:pt x="26" y="52"/>
                    </a:lnTo>
                    <a:lnTo>
                      <a:pt x="438" y="52"/>
                    </a:lnTo>
                    <a:lnTo>
                      <a:pt x="438" y="2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50" name="Freeform 170">
                <a:extLst>
                  <a:ext uri="{FF2B5EF4-FFF2-40B4-BE49-F238E27FC236}">
                    <a16:creationId xmlns="" xmlns:a16="http://schemas.microsoft.com/office/drawing/2014/main" id="{B7C5B953-B2F5-4AEA-8F3A-FE8CA08C34B7}"/>
                  </a:ext>
                </a:extLst>
              </p:cNvPr>
              <p:cNvSpPr>
                <a:spLocks noEditPoints="1"/>
              </p:cNvSpPr>
              <p:nvPr/>
            </p:nvSpPr>
            <p:spPr bwMode="auto">
              <a:xfrm>
                <a:off x="5221288" y="3425825"/>
                <a:ext cx="174625" cy="188913"/>
              </a:xfrm>
              <a:custGeom>
                <a:avLst/>
                <a:gdLst>
                  <a:gd name="T0" fmla="*/ 46 w 110"/>
                  <a:gd name="T1" fmla="*/ 119 h 119"/>
                  <a:gd name="T2" fmla="*/ 65 w 110"/>
                  <a:gd name="T3" fmla="*/ 119 h 119"/>
                  <a:gd name="T4" fmla="*/ 78 w 110"/>
                  <a:gd name="T5" fmla="*/ 119 h 119"/>
                  <a:gd name="T6" fmla="*/ 110 w 110"/>
                  <a:gd name="T7" fmla="*/ 119 h 119"/>
                  <a:gd name="T8" fmla="*/ 110 w 110"/>
                  <a:gd name="T9" fmla="*/ 29 h 119"/>
                  <a:gd name="T10" fmla="*/ 78 w 110"/>
                  <a:gd name="T11" fmla="*/ 29 h 119"/>
                  <a:gd name="T12" fmla="*/ 78 w 110"/>
                  <a:gd name="T13" fmla="*/ 0 h 119"/>
                  <a:gd name="T14" fmla="*/ 33 w 110"/>
                  <a:gd name="T15" fmla="*/ 0 h 119"/>
                  <a:gd name="T16" fmla="*/ 33 w 110"/>
                  <a:gd name="T17" fmla="*/ 53 h 119"/>
                  <a:gd name="T18" fmla="*/ 0 w 110"/>
                  <a:gd name="T19" fmla="*/ 53 h 119"/>
                  <a:gd name="T20" fmla="*/ 0 w 110"/>
                  <a:gd name="T21" fmla="*/ 119 h 119"/>
                  <a:gd name="T22" fmla="*/ 33 w 110"/>
                  <a:gd name="T23" fmla="*/ 119 h 119"/>
                  <a:gd name="T24" fmla="*/ 46 w 110"/>
                  <a:gd name="T25" fmla="*/ 119 h 119"/>
                  <a:gd name="T26" fmla="*/ 80 w 110"/>
                  <a:gd name="T27" fmla="*/ 43 h 119"/>
                  <a:gd name="T28" fmla="*/ 96 w 110"/>
                  <a:gd name="T29" fmla="*/ 43 h 119"/>
                  <a:gd name="T30" fmla="*/ 96 w 110"/>
                  <a:gd name="T31" fmla="*/ 105 h 119"/>
                  <a:gd name="T32" fmla="*/ 80 w 110"/>
                  <a:gd name="T33" fmla="*/ 105 h 119"/>
                  <a:gd name="T34" fmla="*/ 80 w 110"/>
                  <a:gd name="T35" fmla="*/ 43 h 119"/>
                  <a:gd name="T36" fmla="*/ 47 w 110"/>
                  <a:gd name="T37" fmla="*/ 14 h 119"/>
                  <a:gd name="T38" fmla="*/ 64 w 110"/>
                  <a:gd name="T39" fmla="*/ 14 h 119"/>
                  <a:gd name="T40" fmla="*/ 64 w 110"/>
                  <a:gd name="T41" fmla="*/ 105 h 119"/>
                  <a:gd name="T42" fmla="*/ 47 w 110"/>
                  <a:gd name="T43" fmla="*/ 105 h 119"/>
                  <a:gd name="T44" fmla="*/ 47 w 110"/>
                  <a:gd name="T45" fmla="*/ 14 h 119"/>
                  <a:gd name="T46" fmla="*/ 32 w 110"/>
                  <a:gd name="T47" fmla="*/ 105 h 119"/>
                  <a:gd name="T48" fmla="*/ 14 w 110"/>
                  <a:gd name="T49" fmla="*/ 105 h 119"/>
                  <a:gd name="T50" fmla="*/ 14 w 110"/>
                  <a:gd name="T51" fmla="*/ 67 h 119"/>
                  <a:gd name="T52" fmla="*/ 32 w 110"/>
                  <a:gd name="T53" fmla="*/ 67 h 119"/>
                  <a:gd name="T54" fmla="*/ 32 w 110"/>
                  <a:gd name="T55" fmla="*/ 105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0" h="119">
                    <a:moveTo>
                      <a:pt x="46" y="119"/>
                    </a:moveTo>
                    <a:lnTo>
                      <a:pt x="65" y="119"/>
                    </a:lnTo>
                    <a:lnTo>
                      <a:pt x="78" y="119"/>
                    </a:lnTo>
                    <a:lnTo>
                      <a:pt x="110" y="119"/>
                    </a:lnTo>
                    <a:lnTo>
                      <a:pt x="110" y="29"/>
                    </a:lnTo>
                    <a:lnTo>
                      <a:pt x="78" y="29"/>
                    </a:lnTo>
                    <a:lnTo>
                      <a:pt x="78" y="0"/>
                    </a:lnTo>
                    <a:lnTo>
                      <a:pt x="33" y="0"/>
                    </a:lnTo>
                    <a:lnTo>
                      <a:pt x="33" y="53"/>
                    </a:lnTo>
                    <a:lnTo>
                      <a:pt x="0" y="53"/>
                    </a:lnTo>
                    <a:lnTo>
                      <a:pt x="0" y="119"/>
                    </a:lnTo>
                    <a:lnTo>
                      <a:pt x="33" y="119"/>
                    </a:lnTo>
                    <a:lnTo>
                      <a:pt x="46" y="119"/>
                    </a:lnTo>
                    <a:close/>
                    <a:moveTo>
                      <a:pt x="80" y="43"/>
                    </a:moveTo>
                    <a:lnTo>
                      <a:pt x="96" y="43"/>
                    </a:lnTo>
                    <a:lnTo>
                      <a:pt x="96" y="105"/>
                    </a:lnTo>
                    <a:lnTo>
                      <a:pt x="80" y="105"/>
                    </a:lnTo>
                    <a:lnTo>
                      <a:pt x="80" y="43"/>
                    </a:lnTo>
                    <a:close/>
                    <a:moveTo>
                      <a:pt x="47" y="14"/>
                    </a:moveTo>
                    <a:lnTo>
                      <a:pt x="64" y="14"/>
                    </a:lnTo>
                    <a:lnTo>
                      <a:pt x="64" y="105"/>
                    </a:lnTo>
                    <a:lnTo>
                      <a:pt x="47" y="105"/>
                    </a:lnTo>
                    <a:lnTo>
                      <a:pt x="47" y="14"/>
                    </a:lnTo>
                    <a:close/>
                    <a:moveTo>
                      <a:pt x="32" y="105"/>
                    </a:moveTo>
                    <a:lnTo>
                      <a:pt x="14" y="105"/>
                    </a:lnTo>
                    <a:lnTo>
                      <a:pt x="14" y="67"/>
                    </a:lnTo>
                    <a:lnTo>
                      <a:pt x="32" y="67"/>
                    </a:lnTo>
                    <a:lnTo>
                      <a:pt x="32" y="10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51" name="Freeform 171">
                <a:extLst>
                  <a:ext uri="{FF2B5EF4-FFF2-40B4-BE49-F238E27FC236}">
                    <a16:creationId xmlns="" xmlns:a16="http://schemas.microsoft.com/office/drawing/2014/main" id="{62B3B3D1-93EC-4E1E-8EB2-39CB0C07BA63}"/>
                  </a:ext>
                </a:extLst>
              </p:cNvPr>
              <p:cNvSpPr>
                <a:spLocks noEditPoints="1"/>
              </p:cNvSpPr>
              <p:nvPr/>
            </p:nvSpPr>
            <p:spPr bwMode="auto">
              <a:xfrm>
                <a:off x="5424488" y="3427413"/>
                <a:ext cx="174625" cy="187325"/>
              </a:xfrm>
              <a:custGeom>
                <a:avLst/>
                <a:gdLst>
                  <a:gd name="T0" fmla="*/ 45 w 110"/>
                  <a:gd name="T1" fmla="*/ 118 h 118"/>
                  <a:gd name="T2" fmla="*/ 77 w 110"/>
                  <a:gd name="T3" fmla="*/ 118 h 118"/>
                  <a:gd name="T4" fmla="*/ 77 w 110"/>
                  <a:gd name="T5" fmla="*/ 118 h 118"/>
                  <a:gd name="T6" fmla="*/ 110 w 110"/>
                  <a:gd name="T7" fmla="*/ 118 h 118"/>
                  <a:gd name="T8" fmla="*/ 110 w 110"/>
                  <a:gd name="T9" fmla="*/ 0 h 118"/>
                  <a:gd name="T10" fmla="*/ 64 w 110"/>
                  <a:gd name="T11" fmla="*/ 0 h 118"/>
                  <a:gd name="T12" fmla="*/ 64 w 110"/>
                  <a:gd name="T13" fmla="*/ 39 h 118"/>
                  <a:gd name="T14" fmla="*/ 32 w 110"/>
                  <a:gd name="T15" fmla="*/ 39 h 118"/>
                  <a:gd name="T16" fmla="*/ 32 w 110"/>
                  <a:gd name="T17" fmla="*/ 73 h 118"/>
                  <a:gd name="T18" fmla="*/ 0 w 110"/>
                  <a:gd name="T19" fmla="*/ 73 h 118"/>
                  <a:gd name="T20" fmla="*/ 0 w 110"/>
                  <a:gd name="T21" fmla="*/ 118 h 118"/>
                  <a:gd name="T22" fmla="*/ 32 w 110"/>
                  <a:gd name="T23" fmla="*/ 118 h 118"/>
                  <a:gd name="T24" fmla="*/ 45 w 110"/>
                  <a:gd name="T25" fmla="*/ 118 h 118"/>
                  <a:gd name="T26" fmla="*/ 80 w 110"/>
                  <a:gd name="T27" fmla="*/ 14 h 118"/>
                  <a:gd name="T28" fmla="*/ 96 w 110"/>
                  <a:gd name="T29" fmla="*/ 14 h 118"/>
                  <a:gd name="T30" fmla="*/ 96 w 110"/>
                  <a:gd name="T31" fmla="*/ 104 h 118"/>
                  <a:gd name="T32" fmla="*/ 80 w 110"/>
                  <a:gd name="T33" fmla="*/ 104 h 118"/>
                  <a:gd name="T34" fmla="*/ 80 w 110"/>
                  <a:gd name="T35" fmla="*/ 14 h 118"/>
                  <a:gd name="T36" fmla="*/ 46 w 110"/>
                  <a:gd name="T37" fmla="*/ 53 h 118"/>
                  <a:gd name="T38" fmla="*/ 63 w 110"/>
                  <a:gd name="T39" fmla="*/ 53 h 118"/>
                  <a:gd name="T40" fmla="*/ 63 w 110"/>
                  <a:gd name="T41" fmla="*/ 104 h 118"/>
                  <a:gd name="T42" fmla="*/ 46 w 110"/>
                  <a:gd name="T43" fmla="*/ 104 h 118"/>
                  <a:gd name="T44" fmla="*/ 46 w 110"/>
                  <a:gd name="T45" fmla="*/ 53 h 118"/>
                  <a:gd name="T46" fmla="*/ 31 w 110"/>
                  <a:gd name="T47" fmla="*/ 104 h 118"/>
                  <a:gd name="T48" fmla="*/ 14 w 110"/>
                  <a:gd name="T49" fmla="*/ 104 h 118"/>
                  <a:gd name="T50" fmla="*/ 14 w 110"/>
                  <a:gd name="T51" fmla="*/ 87 h 118"/>
                  <a:gd name="T52" fmla="*/ 31 w 110"/>
                  <a:gd name="T53" fmla="*/ 87 h 118"/>
                  <a:gd name="T54" fmla="*/ 31 w 110"/>
                  <a:gd name="T55" fmla="*/ 104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0" h="118">
                    <a:moveTo>
                      <a:pt x="45" y="118"/>
                    </a:moveTo>
                    <a:lnTo>
                      <a:pt x="77" y="118"/>
                    </a:lnTo>
                    <a:lnTo>
                      <a:pt x="77" y="118"/>
                    </a:lnTo>
                    <a:lnTo>
                      <a:pt x="110" y="118"/>
                    </a:lnTo>
                    <a:lnTo>
                      <a:pt x="110" y="0"/>
                    </a:lnTo>
                    <a:lnTo>
                      <a:pt x="64" y="0"/>
                    </a:lnTo>
                    <a:lnTo>
                      <a:pt x="64" y="39"/>
                    </a:lnTo>
                    <a:lnTo>
                      <a:pt x="32" y="39"/>
                    </a:lnTo>
                    <a:lnTo>
                      <a:pt x="32" y="73"/>
                    </a:lnTo>
                    <a:lnTo>
                      <a:pt x="0" y="73"/>
                    </a:lnTo>
                    <a:lnTo>
                      <a:pt x="0" y="118"/>
                    </a:lnTo>
                    <a:lnTo>
                      <a:pt x="32" y="118"/>
                    </a:lnTo>
                    <a:lnTo>
                      <a:pt x="45" y="118"/>
                    </a:lnTo>
                    <a:close/>
                    <a:moveTo>
                      <a:pt x="80" y="14"/>
                    </a:moveTo>
                    <a:lnTo>
                      <a:pt x="96" y="14"/>
                    </a:lnTo>
                    <a:lnTo>
                      <a:pt x="96" y="104"/>
                    </a:lnTo>
                    <a:lnTo>
                      <a:pt x="80" y="104"/>
                    </a:lnTo>
                    <a:lnTo>
                      <a:pt x="80" y="14"/>
                    </a:lnTo>
                    <a:close/>
                    <a:moveTo>
                      <a:pt x="46" y="53"/>
                    </a:moveTo>
                    <a:lnTo>
                      <a:pt x="63" y="53"/>
                    </a:lnTo>
                    <a:lnTo>
                      <a:pt x="63" y="104"/>
                    </a:lnTo>
                    <a:lnTo>
                      <a:pt x="46" y="104"/>
                    </a:lnTo>
                    <a:lnTo>
                      <a:pt x="46" y="53"/>
                    </a:lnTo>
                    <a:close/>
                    <a:moveTo>
                      <a:pt x="31" y="104"/>
                    </a:moveTo>
                    <a:lnTo>
                      <a:pt x="14" y="104"/>
                    </a:lnTo>
                    <a:lnTo>
                      <a:pt x="14" y="87"/>
                    </a:lnTo>
                    <a:lnTo>
                      <a:pt x="31" y="87"/>
                    </a:lnTo>
                    <a:lnTo>
                      <a:pt x="31" y="1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52" name="Freeform 172">
                <a:extLst>
                  <a:ext uri="{FF2B5EF4-FFF2-40B4-BE49-F238E27FC236}">
                    <a16:creationId xmlns="" xmlns:a16="http://schemas.microsoft.com/office/drawing/2014/main" id="{E468D8A4-8753-4773-8F83-7C69B098D337}"/>
                  </a:ext>
                </a:extLst>
              </p:cNvPr>
              <p:cNvSpPr>
                <a:spLocks noEditPoints="1"/>
              </p:cNvSpPr>
              <p:nvPr/>
            </p:nvSpPr>
            <p:spPr bwMode="auto">
              <a:xfrm>
                <a:off x="5626100" y="3409950"/>
                <a:ext cx="174625" cy="204788"/>
              </a:xfrm>
              <a:custGeom>
                <a:avLst/>
                <a:gdLst>
                  <a:gd name="T0" fmla="*/ 45 w 110"/>
                  <a:gd name="T1" fmla="*/ 129 h 129"/>
                  <a:gd name="T2" fmla="*/ 65 w 110"/>
                  <a:gd name="T3" fmla="*/ 129 h 129"/>
                  <a:gd name="T4" fmla="*/ 78 w 110"/>
                  <a:gd name="T5" fmla="*/ 129 h 129"/>
                  <a:gd name="T6" fmla="*/ 110 w 110"/>
                  <a:gd name="T7" fmla="*/ 129 h 129"/>
                  <a:gd name="T8" fmla="*/ 110 w 110"/>
                  <a:gd name="T9" fmla="*/ 0 h 129"/>
                  <a:gd name="T10" fmla="*/ 65 w 110"/>
                  <a:gd name="T11" fmla="*/ 0 h 129"/>
                  <a:gd name="T12" fmla="*/ 65 w 110"/>
                  <a:gd name="T13" fmla="*/ 80 h 129"/>
                  <a:gd name="T14" fmla="*/ 45 w 110"/>
                  <a:gd name="T15" fmla="*/ 80 h 129"/>
                  <a:gd name="T16" fmla="*/ 45 w 110"/>
                  <a:gd name="T17" fmla="*/ 47 h 129"/>
                  <a:gd name="T18" fmla="*/ 0 w 110"/>
                  <a:gd name="T19" fmla="*/ 47 h 129"/>
                  <a:gd name="T20" fmla="*/ 0 w 110"/>
                  <a:gd name="T21" fmla="*/ 129 h 129"/>
                  <a:gd name="T22" fmla="*/ 32 w 110"/>
                  <a:gd name="T23" fmla="*/ 129 h 129"/>
                  <a:gd name="T24" fmla="*/ 45 w 110"/>
                  <a:gd name="T25" fmla="*/ 129 h 129"/>
                  <a:gd name="T26" fmla="*/ 80 w 110"/>
                  <a:gd name="T27" fmla="*/ 14 h 129"/>
                  <a:gd name="T28" fmla="*/ 96 w 110"/>
                  <a:gd name="T29" fmla="*/ 14 h 129"/>
                  <a:gd name="T30" fmla="*/ 96 w 110"/>
                  <a:gd name="T31" fmla="*/ 115 h 129"/>
                  <a:gd name="T32" fmla="*/ 80 w 110"/>
                  <a:gd name="T33" fmla="*/ 115 h 129"/>
                  <a:gd name="T34" fmla="*/ 80 w 110"/>
                  <a:gd name="T35" fmla="*/ 14 h 129"/>
                  <a:gd name="T36" fmla="*/ 47 w 110"/>
                  <a:gd name="T37" fmla="*/ 94 h 129"/>
                  <a:gd name="T38" fmla="*/ 64 w 110"/>
                  <a:gd name="T39" fmla="*/ 94 h 129"/>
                  <a:gd name="T40" fmla="*/ 64 w 110"/>
                  <a:gd name="T41" fmla="*/ 115 h 129"/>
                  <a:gd name="T42" fmla="*/ 47 w 110"/>
                  <a:gd name="T43" fmla="*/ 115 h 129"/>
                  <a:gd name="T44" fmla="*/ 47 w 110"/>
                  <a:gd name="T45" fmla="*/ 94 h 129"/>
                  <a:gd name="T46" fmla="*/ 31 w 110"/>
                  <a:gd name="T47" fmla="*/ 115 h 129"/>
                  <a:gd name="T48" fmla="*/ 14 w 110"/>
                  <a:gd name="T49" fmla="*/ 115 h 129"/>
                  <a:gd name="T50" fmla="*/ 14 w 110"/>
                  <a:gd name="T51" fmla="*/ 61 h 129"/>
                  <a:gd name="T52" fmla="*/ 31 w 110"/>
                  <a:gd name="T53" fmla="*/ 61 h 129"/>
                  <a:gd name="T54" fmla="*/ 31 w 110"/>
                  <a:gd name="T55" fmla="*/ 115 h 1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0" h="129">
                    <a:moveTo>
                      <a:pt x="45" y="129"/>
                    </a:moveTo>
                    <a:lnTo>
                      <a:pt x="65" y="129"/>
                    </a:lnTo>
                    <a:lnTo>
                      <a:pt x="78" y="129"/>
                    </a:lnTo>
                    <a:lnTo>
                      <a:pt x="110" y="129"/>
                    </a:lnTo>
                    <a:lnTo>
                      <a:pt x="110" y="0"/>
                    </a:lnTo>
                    <a:lnTo>
                      <a:pt x="65" y="0"/>
                    </a:lnTo>
                    <a:lnTo>
                      <a:pt x="65" y="80"/>
                    </a:lnTo>
                    <a:lnTo>
                      <a:pt x="45" y="80"/>
                    </a:lnTo>
                    <a:lnTo>
                      <a:pt x="45" y="47"/>
                    </a:lnTo>
                    <a:lnTo>
                      <a:pt x="0" y="47"/>
                    </a:lnTo>
                    <a:lnTo>
                      <a:pt x="0" y="129"/>
                    </a:lnTo>
                    <a:lnTo>
                      <a:pt x="32" y="129"/>
                    </a:lnTo>
                    <a:lnTo>
                      <a:pt x="45" y="129"/>
                    </a:lnTo>
                    <a:close/>
                    <a:moveTo>
                      <a:pt x="80" y="14"/>
                    </a:moveTo>
                    <a:lnTo>
                      <a:pt x="96" y="14"/>
                    </a:lnTo>
                    <a:lnTo>
                      <a:pt x="96" y="115"/>
                    </a:lnTo>
                    <a:lnTo>
                      <a:pt x="80" y="115"/>
                    </a:lnTo>
                    <a:lnTo>
                      <a:pt x="80" y="14"/>
                    </a:lnTo>
                    <a:close/>
                    <a:moveTo>
                      <a:pt x="47" y="94"/>
                    </a:moveTo>
                    <a:lnTo>
                      <a:pt x="64" y="94"/>
                    </a:lnTo>
                    <a:lnTo>
                      <a:pt x="64" y="115"/>
                    </a:lnTo>
                    <a:lnTo>
                      <a:pt x="47" y="115"/>
                    </a:lnTo>
                    <a:lnTo>
                      <a:pt x="47" y="94"/>
                    </a:lnTo>
                    <a:close/>
                    <a:moveTo>
                      <a:pt x="31" y="115"/>
                    </a:moveTo>
                    <a:lnTo>
                      <a:pt x="14" y="115"/>
                    </a:lnTo>
                    <a:lnTo>
                      <a:pt x="14" y="61"/>
                    </a:lnTo>
                    <a:lnTo>
                      <a:pt x="31" y="61"/>
                    </a:lnTo>
                    <a:lnTo>
                      <a:pt x="31" y="1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53" name="Rectangle 173">
                <a:extLst>
                  <a:ext uri="{FF2B5EF4-FFF2-40B4-BE49-F238E27FC236}">
                    <a16:creationId xmlns="" xmlns:a16="http://schemas.microsoft.com/office/drawing/2014/main" id="{BD414676-E5E0-4E2E-8A06-3AEA107DE9FD}"/>
                  </a:ext>
                </a:extLst>
              </p:cNvPr>
              <p:cNvSpPr>
                <a:spLocks noChangeArrowheads="1"/>
              </p:cNvSpPr>
              <p:nvPr/>
            </p:nvSpPr>
            <p:spPr bwMode="auto">
              <a:xfrm>
                <a:off x="5226050" y="3333750"/>
                <a:ext cx="176213"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54" name="Rectangle 174">
                <a:extLst>
                  <a:ext uri="{FF2B5EF4-FFF2-40B4-BE49-F238E27FC236}">
                    <a16:creationId xmlns="" xmlns:a16="http://schemas.microsoft.com/office/drawing/2014/main" id="{8D683F4B-BB94-4CF9-9177-1669221E9A67}"/>
                  </a:ext>
                </a:extLst>
              </p:cNvPr>
              <p:cNvSpPr>
                <a:spLocks noChangeArrowheads="1"/>
              </p:cNvSpPr>
              <p:nvPr/>
            </p:nvSpPr>
            <p:spPr bwMode="auto">
              <a:xfrm>
                <a:off x="5226050" y="3373438"/>
                <a:ext cx="71438" cy="254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grpSp>
      </p:grpSp>
      <p:grpSp>
        <p:nvGrpSpPr>
          <p:cNvPr id="55" name="组合 138">
            <a:extLst>
              <a:ext uri="{FF2B5EF4-FFF2-40B4-BE49-F238E27FC236}">
                <a16:creationId xmlns="" xmlns:a16="http://schemas.microsoft.com/office/drawing/2014/main" id="{01E75CFF-EFE6-4FA4-BF0F-8E7992AF851B}"/>
              </a:ext>
            </a:extLst>
          </p:cNvPr>
          <p:cNvGrpSpPr/>
          <p:nvPr/>
        </p:nvGrpSpPr>
        <p:grpSpPr>
          <a:xfrm>
            <a:off x="7404773" y="1994221"/>
            <a:ext cx="894896" cy="894896"/>
            <a:chOff x="7866490" y="2618015"/>
            <a:chExt cx="894896" cy="894896"/>
          </a:xfrm>
        </p:grpSpPr>
        <p:sp>
          <p:nvSpPr>
            <p:cNvPr id="56" name="Oval 132">
              <a:extLst>
                <a:ext uri="{FF2B5EF4-FFF2-40B4-BE49-F238E27FC236}">
                  <a16:creationId xmlns="" xmlns:a16="http://schemas.microsoft.com/office/drawing/2014/main" id="{E2DE63E2-2C14-4F0F-B9DD-434AD0BE0947}"/>
                </a:ext>
              </a:extLst>
            </p:cNvPr>
            <p:cNvSpPr/>
            <p:nvPr/>
          </p:nvSpPr>
          <p:spPr>
            <a:xfrm>
              <a:off x="7866490" y="2618015"/>
              <a:ext cx="894896" cy="894896"/>
            </a:xfrm>
            <a:prstGeom prst="ellipse">
              <a:avLst/>
            </a:prstGeom>
            <a:solidFill>
              <a:srgbClr val="4372C4">
                <a:alpha val="25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rgbClr val="141735"/>
                </a:solidFill>
                <a:effectLst/>
                <a:uLnTx/>
                <a:uFillTx/>
                <a:latin typeface="Calibri"/>
                <a:cs typeface="+mn-cs"/>
              </a:endParaRPr>
            </a:p>
          </p:txBody>
        </p:sp>
        <p:sp>
          <p:nvSpPr>
            <p:cNvPr id="57" name="Freeform 175">
              <a:extLst>
                <a:ext uri="{FF2B5EF4-FFF2-40B4-BE49-F238E27FC236}">
                  <a16:creationId xmlns="" xmlns:a16="http://schemas.microsoft.com/office/drawing/2014/main" id="{D0230FB2-D875-4086-8F84-C2DBC9485362}"/>
                </a:ext>
              </a:extLst>
            </p:cNvPr>
            <p:cNvSpPr>
              <a:spLocks noEditPoints="1"/>
            </p:cNvSpPr>
            <p:nvPr/>
          </p:nvSpPr>
          <p:spPr bwMode="auto">
            <a:xfrm>
              <a:off x="8028901" y="2814781"/>
              <a:ext cx="570074" cy="501364"/>
            </a:xfrm>
            <a:custGeom>
              <a:avLst/>
              <a:gdLst>
                <a:gd name="T0" fmla="*/ 448 w 531"/>
                <a:gd name="T1" fmla="*/ 98 h 467"/>
                <a:gd name="T2" fmla="*/ 461 w 531"/>
                <a:gd name="T3" fmla="*/ 75 h 467"/>
                <a:gd name="T4" fmla="*/ 449 w 531"/>
                <a:gd name="T5" fmla="*/ 72 h 467"/>
                <a:gd name="T6" fmla="*/ 442 w 531"/>
                <a:gd name="T7" fmla="*/ 85 h 467"/>
                <a:gd name="T8" fmla="*/ 430 w 531"/>
                <a:gd name="T9" fmla="*/ 78 h 467"/>
                <a:gd name="T10" fmla="*/ 435 w 531"/>
                <a:gd name="T11" fmla="*/ 67 h 467"/>
                <a:gd name="T12" fmla="*/ 429 w 531"/>
                <a:gd name="T13" fmla="*/ 60 h 467"/>
                <a:gd name="T14" fmla="*/ 286 w 531"/>
                <a:gd name="T15" fmla="*/ 36 h 467"/>
                <a:gd name="T16" fmla="*/ 288 w 531"/>
                <a:gd name="T17" fmla="*/ 15 h 467"/>
                <a:gd name="T18" fmla="*/ 266 w 531"/>
                <a:gd name="T19" fmla="*/ 0 h 467"/>
                <a:gd name="T20" fmla="*/ 247 w 531"/>
                <a:gd name="T21" fmla="*/ 11 h 467"/>
                <a:gd name="T22" fmla="*/ 243 w 531"/>
                <a:gd name="T23" fmla="*/ 31 h 467"/>
                <a:gd name="T24" fmla="*/ 135 w 531"/>
                <a:gd name="T25" fmla="*/ 51 h 467"/>
                <a:gd name="T26" fmla="*/ 97 w 531"/>
                <a:gd name="T27" fmla="*/ 65 h 467"/>
                <a:gd name="T28" fmla="*/ 101 w 531"/>
                <a:gd name="T29" fmla="*/ 78 h 467"/>
                <a:gd name="T30" fmla="*/ 92 w 531"/>
                <a:gd name="T31" fmla="*/ 87 h 467"/>
                <a:gd name="T32" fmla="*/ 84 w 531"/>
                <a:gd name="T33" fmla="*/ 75 h 467"/>
                <a:gd name="T34" fmla="*/ 72 w 531"/>
                <a:gd name="T35" fmla="*/ 72 h 467"/>
                <a:gd name="T36" fmla="*/ 78 w 531"/>
                <a:gd name="T37" fmla="*/ 95 h 467"/>
                <a:gd name="T38" fmla="*/ 0 w 531"/>
                <a:gd name="T39" fmla="*/ 304 h 467"/>
                <a:gd name="T40" fmla="*/ 24 w 531"/>
                <a:gd name="T41" fmla="*/ 328 h 467"/>
                <a:gd name="T42" fmla="*/ 138 w 531"/>
                <a:gd name="T43" fmla="*/ 339 h 467"/>
                <a:gd name="T44" fmla="*/ 173 w 531"/>
                <a:gd name="T45" fmla="*/ 320 h 467"/>
                <a:gd name="T46" fmla="*/ 185 w 531"/>
                <a:gd name="T47" fmla="*/ 300 h 467"/>
                <a:gd name="T48" fmla="*/ 114 w 531"/>
                <a:gd name="T49" fmla="*/ 84 h 467"/>
                <a:gd name="T50" fmla="*/ 178 w 531"/>
                <a:gd name="T51" fmla="*/ 58 h 467"/>
                <a:gd name="T52" fmla="*/ 243 w 531"/>
                <a:gd name="T53" fmla="*/ 233 h 467"/>
                <a:gd name="T54" fmla="*/ 249 w 531"/>
                <a:gd name="T55" fmla="*/ 299 h 467"/>
                <a:gd name="T56" fmla="*/ 248 w 531"/>
                <a:gd name="T57" fmla="*/ 352 h 467"/>
                <a:gd name="T58" fmla="*/ 210 w 531"/>
                <a:gd name="T59" fmla="*/ 385 h 467"/>
                <a:gd name="T60" fmla="*/ 186 w 531"/>
                <a:gd name="T61" fmla="*/ 467 h 467"/>
                <a:gd name="T62" fmla="*/ 327 w 531"/>
                <a:gd name="T63" fmla="*/ 386 h 467"/>
                <a:gd name="T64" fmla="*/ 292 w 531"/>
                <a:gd name="T65" fmla="*/ 371 h 467"/>
                <a:gd name="T66" fmla="*/ 282 w 531"/>
                <a:gd name="T67" fmla="*/ 299 h 467"/>
                <a:gd name="T68" fmla="*/ 289 w 531"/>
                <a:gd name="T69" fmla="*/ 233 h 467"/>
                <a:gd name="T70" fmla="*/ 354 w 531"/>
                <a:gd name="T71" fmla="*/ 58 h 467"/>
                <a:gd name="T72" fmla="*/ 417 w 531"/>
                <a:gd name="T73" fmla="*/ 84 h 467"/>
                <a:gd name="T74" fmla="*/ 346 w 531"/>
                <a:gd name="T75" fmla="*/ 300 h 467"/>
                <a:gd name="T76" fmla="*/ 358 w 531"/>
                <a:gd name="T77" fmla="*/ 320 h 467"/>
                <a:gd name="T78" fmla="*/ 396 w 531"/>
                <a:gd name="T79" fmla="*/ 339 h 467"/>
                <a:gd name="T80" fmla="*/ 507 w 531"/>
                <a:gd name="T81" fmla="*/ 328 h 467"/>
                <a:gd name="T82" fmla="*/ 531 w 531"/>
                <a:gd name="T83" fmla="*/ 303 h 467"/>
                <a:gd name="T84" fmla="*/ 275 w 531"/>
                <a:gd name="T85" fmla="*/ 24 h 467"/>
                <a:gd name="T86" fmla="*/ 266 w 531"/>
                <a:gd name="T87" fmla="*/ 34 h 467"/>
                <a:gd name="T88" fmla="*/ 257 w 531"/>
                <a:gd name="T89" fmla="*/ 21 h 467"/>
                <a:gd name="T90" fmla="*/ 51 w 531"/>
                <a:gd name="T91" fmla="*/ 325 h 467"/>
                <a:gd name="T92" fmla="*/ 166 w 531"/>
                <a:gd name="T93" fmla="*/ 308 h 467"/>
                <a:gd name="T94" fmla="*/ 134 w 531"/>
                <a:gd name="T95" fmla="*/ 325 h 467"/>
                <a:gd name="T96" fmla="*/ 270 w 531"/>
                <a:gd name="T97" fmla="*/ 217 h 467"/>
                <a:gd name="T98" fmla="*/ 275 w 531"/>
                <a:gd name="T99" fmla="*/ 274 h 467"/>
                <a:gd name="T100" fmla="*/ 256 w 531"/>
                <a:gd name="T101" fmla="*/ 274 h 467"/>
                <a:gd name="T102" fmla="*/ 262 w 531"/>
                <a:gd name="T103" fmla="*/ 217 h 467"/>
                <a:gd name="T104" fmla="*/ 331 w 531"/>
                <a:gd name="T105" fmla="*/ 453 h 467"/>
                <a:gd name="T106" fmla="*/ 296 w 531"/>
                <a:gd name="T107" fmla="*/ 391 h 467"/>
                <a:gd name="T108" fmla="*/ 256 w 531"/>
                <a:gd name="T109" fmla="*/ 368 h 467"/>
                <a:gd name="T110" fmla="*/ 268 w 531"/>
                <a:gd name="T111" fmla="*/ 307 h 467"/>
                <a:gd name="T112" fmla="*/ 274 w 531"/>
                <a:gd name="T113" fmla="*/ 368 h 467"/>
                <a:gd name="T114" fmla="*/ 268 w 531"/>
                <a:gd name="T115" fmla="*/ 203 h 467"/>
                <a:gd name="T116" fmla="*/ 268 w 531"/>
                <a:gd name="T117" fmla="*/ 53 h 467"/>
                <a:gd name="T118" fmla="*/ 480 w 531"/>
                <a:gd name="T119" fmla="*/ 325 h 467"/>
                <a:gd name="T120" fmla="*/ 367 w 531"/>
                <a:gd name="T121" fmla="*/ 308 h 467"/>
                <a:gd name="T122" fmla="*/ 480 w 531"/>
                <a:gd name="T123" fmla="*/ 325 h 4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531" h="467">
                  <a:moveTo>
                    <a:pt x="531" y="303"/>
                  </a:moveTo>
                  <a:lnTo>
                    <a:pt x="531" y="303"/>
                  </a:lnTo>
                  <a:lnTo>
                    <a:pt x="531" y="300"/>
                  </a:lnTo>
                  <a:lnTo>
                    <a:pt x="530" y="298"/>
                  </a:lnTo>
                  <a:lnTo>
                    <a:pt x="448" y="98"/>
                  </a:lnTo>
                  <a:lnTo>
                    <a:pt x="448" y="98"/>
                  </a:lnTo>
                  <a:lnTo>
                    <a:pt x="453" y="95"/>
                  </a:lnTo>
                  <a:lnTo>
                    <a:pt x="457" y="91"/>
                  </a:lnTo>
                  <a:lnTo>
                    <a:pt x="461" y="84"/>
                  </a:lnTo>
                  <a:lnTo>
                    <a:pt x="462" y="78"/>
                  </a:lnTo>
                  <a:lnTo>
                    <a:pt x="462" y="78"/>
                  </a:lnTo>
                  <a:lnTo>
                    <a:pt x="461" y="75"/>
                  </a:lnTo>
                  <a:lnTo>
                    <a:pt x="459" y="72"/>
                  </a:lnTo>
                  <a:lnTo>
                    <a:pt x="457" y="71"/>
                  </a:lnTo>
                  <a:lnTo>
                    <a:pt x="454" y="70"/>
                  </a:lnTo>
                  <a:lnTo>
                    <a:pt x="454" y="70"/>
                  </a:lnTo>
                  <a:lnTo>
                    <a:pt x="452" y="71"/>
                  </a:lnTo>
                  <a:lnTo>
                    <a:pt x="449" y="72"/>
                  </a:lnTo>
                  <a:lnTo>
                    <a:pt x="448" y="75"/>
                  </a:lnTo>
                  <a:lnTo>
                    <a:pt x="448" y="78"/>
                  </a:lnTo>
                  <a:lnTo>
                    <a:pt x="448" y="78"/>
                  </a:lnTo>
                  <a:lnTo>
                    <a:pt x="446" y="81"/>
                  </a:lnTo>
                  <a:lnTo>
                    <a:pt x="444" y="83"/>
                  </a:lnTo>
                  <a:lnTo>
                    <a:pt x="442" y="85"/>
                  </a:lnTo>
                  <a:lnTo>
                    <a:pt x="439" y="87"/>
                  </a:lnTo>
                  <a:lnTo>
                    <a:pt x="439" y="87"/>
                  </a:lnTo>
                  <a:lnTo>
                    <a:pt x="436" y="85"/>
                  </a:lnTo>
                  <a:lnTo>
                    <a:pt x="434" y="83"/>
                  </a:lnTo>
                  <a:lnTo>
                    <a:pt x="431" y="81"/>
                  </a:lnTo>
                  <a:lnTo>
                    <a:pt x="430" y="78"/>
                  </a:lnTo>
                  <a:lnTo>
                    <a:pt x="430" y="78"/>
                  </a:lnTo>
                  <a:lnTo>
                    <a:pt x="431" y="75"/>
                  </a:lnTo>
                  <a:lnTo>
                    <a:pt x="434" y="72"/>
                  </a:lnTo>
                  <a:lnTo>
                    <a:pt x="434" y="72"/>
                  </a:lnTo>
                  <a:lnTo>
                    <a:pt x="435" y="70"/>
                  </a:lnTo>
                  <a:lnTo>
                    <a:pt x="435" y="67"/>
                  </a:lnTo>
                  <a:lnTo>
                    <a:pt x="435" y="65"/>
                  </a:lnTo>
                  <a:lnTo>
                    <a:pt x="434" y="63"/>
                  </a:lnTo>
                  <a:lnTo>
                    <a:pt x="434" y="63"/>
                  </a:lnTo>
                  <a:lnTo>
                    <a:pt x="431" y="61"/>
                  </a:lnTo>
                  <a:lnTo>
                    <a:pt x="429" y="60"/>
                  </a:lnTo>
                  <a:lnTo>
                    <a:pt x="429" y="60"/>
                  </a:lnTo>
                  <a:lnTo>
                    <a:pt x="396" y="51"/>
                  </a:lnTo>
                  <a:lnTo>
                    <a:pt x="360" y="44"/>
                  </a:lnTo>
                  <a:lnTo>
                    <a:pt x="323" y="41"/>
                  </a:lnTo>
                  <a:lnTo>
                    <a:pt x="283" y="39"/>
                  </a:lnTo>
                  <a:lnTo>
                    <a:pt x="283" y="39"/>
                  </a:lnTo>
                  <a:lnTo>
                    <a:pt x="286" y="36"/>
                  </a:lnTo>
                  <a:lnTo>
                    <a:pt x="288" y="31"/>
                  </a:lnTo>
                  <a:lnTo>
                    <a:pt x="289" y="28"/>
                  </a:lnTo>
                  <a:lnTo>
                    <a:pt x="289" y="24"/>
                  </a:lnTo>
                  <a:lnTo>
                    <a:pt x="289" y="24"/>
                  </a:lnTo>
                  <a:lnTo>
                    <a:pt x="289" y="20"/>
                  </a:lnTo>
                  <a:lnTo>
                    <a:pt x="288" y="15"/>
                  </a:lnTo>
                  <a:lnTo>
                    <a:pt x="286" y="11"/>
                  </a:lnTo>
                  <a:lnTo>
                    <a:pt x="282" y="8"/>
                  </a:lnTo>
                  <a:lnTo>
                    <a:pt x="279" y="4"/>
                  </a:lnTo>
                  <a:lnTo>
                    <a:pt x="275" y="2"/>
                  </a:lnTo>
                  <a:lnTo>
                    <a:pt x="270" y="1"/>
                  </a:lnTo>
                  <a:lnTo>
                    <a:pt x="266" y="0"/>
                  </a:lnTo>
                  <a:lnTo>
                    <a:pt x="266" y="0"/>
                  </a:lnTo>
                  <a:lnTo>
                    <a:pt x="261" y="1"/>
                  </a:lnTo>
                  <a:lnTo>
                    <a:pt x="256" y="2"/>
                  </a:lnTo>
                  <a:lnTo>
                    <a:pt x="253" y="4"/>
                  </a:lnTo>
                  <a:lnTo>
                    <a:pt x="249" y="8"/>
                  </a:lnTo>
                  <a:lnTo>
                    <a:pt x="247" y="11"/>
                  </a:lnTo>
                  <a:lnTo>
                    <a:pt x="245" y="15"/>
                  </a:lnTo>
                  <a:lnTo>
                    <a:pt x="242" y="20"/>
                  </a:lnTo>
                  <a:lnTo>
                    <a:pt x="242" y="24"/>
                  </a:lnTo>
                  <a:lnTo>
                    <a:pt x="242" y="24"/>
                  </a:lnTo>
                  <a:lnTo>
                    <a:pt x="242" y="28"/>
                  </a:lnTo>
                  <a:lnTo>
                    <a:pt x="243" y="31"/>
                  </a:lnTo>
                  <a:lnTo>
                    <a:pt x="246" y="36"/>
                  </a:lnTo>
                  <a:lnTo>
                    <a:pt x="248" y="39"/>
                  </a:lnTo>
                  <a:lnTo>
                    <a:pt x="248" y="39"/>
                  </a:lnTo>
                  <a:lnTo>
                    <a:pt x="209" y="41"/>
                  </a:lnTo>
                  <a:lnTo>
                    <a:pt x="171" y="44"/>
                  </a:lnTo>
                  <a:lnTo>
                    <a:pt x="135" y="51"/>
                  </a:lnTo>
                  <a:lnTo>
                    <a:pt x="102" y="60"/>
                  </a:lnTo>
                  <a:lnTo>
                    <a:pt x="102" y="60"/>
                  </a:lnTo>
                  <a:lnTo>
                    <a:pt x="100" y="61"/>
                  </a:lnTo>
                  <a:lnTo>
                    <a:pt x="98" y="63"/>
                  </a:lnTo>
                  <a:lnTo>
                    <a:pt x="98" y="63"/>
                  </a:lnTo>
                  <a:lnTo>
                    <a:pt x="97" y="65"/>
                  </a:lnTo>
                  <a:lnTo>
                    <a:pt x="97" y="67"/>
                  </a:lnTo>
                  <a:lnTo>
                    <a:pt x="97" y="70"/>
                  </a:lnTo>
                  <a:lnTo>
                    <a:pt x="99" y="72"/>
                  </a:lnTo>
                  <a:lnTo>
                    <a:pt x="99" y="72"/>
                  </a:lnTo>
                  <a:lnTo>
                    <a:pt x="100" y="75"/>
                  </a:lnTo>
                  <a:lnTo>
                    <a:pt x="101" y="78"/>
                  </a:lnTo>
                  <a:lnTo>
                    <a:pt x="101" y="78"/>
                  </a:lnTo>
                  <a:lnTo>
                    <a:pt x="100" y="81"/>
                  </a:lnTo>
                  <a:lnTo>
                    <a:pt x="99" y="83"/>
                  </a:lnTo>
                  <a:lnTo>
                    <a:pt x="95" y="85"/>
                  </a:lnTo>
                  <a:lnTo>
                    <a:pt x="92" y="87"/>
                  </a:lnTo>
                  <a:lnTo>
                    <a:pt x="92" y="87"/>
                  </a:lnTo>
                  <a:lnTo>
                    <a:pt x="89" y="85"/>
                  </a:lnTo>
                  <a:lnTo>
                    <a:pt x="87" y="83"/>
                  </a:lnTo>
                  <a:lnTo>
                    <a:pt x="85" y="81"/>
                  </a:lnTo>
                  <a:lnTo>
                    <a:pt x="85" y="78"/>
                  </a:lnTo>
                  <a:lnTo>
                    <a:pt x="85" y="78"/>
                  </a:lnTo>
                  <a:lnTo>
                    <a:pt x="84" y="75"/>
                  </a:lnTo>
                  <a:lnTo>
                    <a:pt x="83" y="72"/>
                  </a:lnTo>
                  <a:lnTo>
                    <a:pt x="80" y="71"/>
                  </a:lnTo>
                  <a:lnTo>
                    <a:pt x="77" y="70"/>
                  </a:lnTo>
                  <a:lnTo>
                    <a:pt x="77" y="70"/>
                  </a:lnTo>
                  <a:lnTo>
                    <a:pt x="75" y="71"/>
                  </a:lnTo>
                  <a:lnTo>
                    <a:pt x="72" y="72"/>
                  </a:lnTo>
                  <a:lnTo>
                    <a:pt x="71" y="75"/>
                  </a:lnTo>
                  <a:lnTo>
                    <a:pt x="71" y="78"/>
                  </a:lnTo>
                  <a:lnTo>
                    <a:pt x="71" y="78"/>
                  </a:lnTo>
                  <a:lnTo>
                    <a:pt x="71" y="84"/>
                  </a:lnTo>
                  <a:lnTo>
                    <a:pt x="74" y="91"/>
                  </a:lnTo>
                  <a:lnTo>
                    <a:pt x="78" y="95"/>
                  </a:lnTo>
                  <a:lnTo>
                    <a:pt x="84" y="98"/>
                  </a:lnTo>
                  <a:lnTo>
                    <a:pt x="2" y="298"/>
                  </a:lnTo>
                  <a:lnTo>
                    <a:pt x="2" y="298"/>
                  </a:lnTo>
                  <a:lnTo>
                    <a:pt x="2" y="300"/>
                  </a:lnTo>
                  <a:lnTo>
                    <a:pt x="2" y="303"/>
                  </a:lnTo>
                  <a:lnTo>
                    <a:pt x="0" y="304"/>
                  </a:lnTo>
                  <a:lnTo>
                    <a:pt x="0" y="304"/>
                  </a:lnTo>
                  <a:lnTo>
                    <a:pt x="4" y="310"/>
                  </a:lnTo>
                  <a:lnTo>
                    <a:pt x="8" y="314"/>
                  </a:lnTo>
                  <a:lnTo>
                    <a:pt x="12" y="320"/>
                  </a:lnTo>
                  <a:lnTo>
                    <a:pt x="18" y="324"/>
                  </a:lnTo>
                  <a:lnTo>
                    <a:pt x="24" y="328"/>
                  </a:lnTo>
                  <a:lnTo>
                    <a:pt x="32" y="333"/>
                  </a:lnTo>
                  <a:lnTo>
                    <a:pt x="39" y="336"/>
                  </a:lnTo>
                  <a:lnTo>
                    <a:pt x="48" y="339"/>
                  </a:lnTo>
                  <a:lnTo>
                    <a:pt x="50" y="339"/>
                  </a:lnTo>
                  <a:lnTo>
                    <a:pt x="135" y="339"/>
                  </a:lnTo>
                  <a:lnTo>
                    <a:pt x="138" y="339"/>
                  </a:lnTo>
                  <a:lnTo>
                    <a:pt x="138" y="339"/>
                  </a:lnTo>
                  <a:lnTo>
                    <a:pt x="146" y="336"/>
                  </a:lnTo>
                  <a:lnTo>
                    <a:pt x="154" y="333"/>
                  </a:lnTo>
                  <a:lnTo>
                    <a:pt x="161" y="328"/>
                  </a:lnTo>
                  <a:lnTo>
                    <a:pt x="168" y="324"/>
                  </a:lnTo>
                  <a:lnTo>
                    <a:pt x="173" y="320"/>
                  </a:lnTo>
                  <a:lnTo>
                    <a:pt x="179" y="314"/>
                  </a:lnTo>
                  <a:lnTo>
                    <a:pt x="183" y="310"/>
                  </a:lnTo>
                  <a:lnTo>
                    <a:pt x="186" y="304"/>
                  </a:lnTo>
                  <a:lnTo>
                    <a:pt x="185" y="303"/>
                  </a:lnTo>
                  <a:lnTo>
                    <a:pt x="185" y="303"/>
                  </a:lnTo>
                  <a:lnTo>
                    <a:pt x="185" y="300"/>
                  </a:lnTo>
                  <a:lnTo>
                    <a:pt x="184" y="298"/>
                  </a:lnTo>
                  <a:lnTo>
                    <a:pt x="102" y="98"/>
                  </a:lnTo>
                  <a:lnTo>
                    <a:pt x="102" y="98"/>
                  </a:lnTo>
                  <a:lnTo>
                    <a:pt x="107" y="95"/>
                  </a:lnTo>
                  <a:lnTo>
                    <a:pt x="112" y="90"/>
                  </a:lnTo>
                  <a:lnTo>
                    <a:pt x="114" y="84"/>
                  </a:lnTo>
                  <a:lnTo>
                    <a:pt x="115" y="78"/>
                  </a:lnTo>
                  <a:lnTo>
                    <a:pt x="115" y="78"/>
                  </a:lnTo>
                  <a:lnTo>
                    <a:pt x="114" y="70"/>
                  </a:lnTo>
                  <a:lnTo>
                    <a:pt x="114" y="70"/>
                  </a:lnTo>
                  <a:lnTo>
                    <a:pt x="145" y="64"/>
                  </a:lnTo>
                  <a:lnTo>
                    <a:pt x="178" y="58"/>
                  </a:lnTo>
                  <a:lnTo>
                    <a:pt x="212" y="54"/>
                  </a:lnTo>
                  <a:lnTo>
                    <a:pt x="249" y="53"/>
                  </a:lnTo>
                  <a:lnTo>
                    <a:pt x="249" y="211"/>
                  </a:lnTo>
                  <a:lnTo>
                    <a:pt x="249" y="211"/>
                  </a:lnTo>
                  <a:lnTo>
                    <a:pt x="246" y="222"/>
                  </a:lnTo>
                  <a:lnTo>
                    <a:pt x="243" y="233"/>
                  </a:lnTo>
                  <a:lnTo>
                    <a:pt x="241" y="244"/>
                  </a:lnTo>
                  <a:lnTo>
                    <a:pt x="241" y="255"/>
                  </a:lnTo>
                  <a:lnTo>
                    <a:pt x="241" y="267"/>
                  </a:lnTo>
                  <a:lnTo>
                    <a:pt x="243" y="278"/>
                  </a:lnTo>
                  <a:lnTo>
                    <a:pt x="246" y="288"/>
                  </a:lnTo>
                  <a:lnTo>
                    <a:pt x="249" y="299"/>
                  </a:lnTo>
                  <a:lnTo>
                    <a:pt x="249" y="299"/>
                  </a:lnTo>
                  <a:lnTo>
                    <a:pt x="249" y="300"/>
                  </a:lnTo>
                  <a:lnTo>
                    <a:pt x="249" y="341"/>
                  </a:lnTo>
                  <a:lnTo>
                    <a:pt x="249" y="341"/>
                  </a:lnTo>
                  <a:lnTo>
                    <a:pt x="249" y="346"/>
                  </a:lnTo>
                  <a:lnTo>
                    <a:pt x="248" y="352"/>
                  </a:lnTo>
                  <a:lnTo>
                    <a:pt x="246" y="358"/>
                  </a:lnTo>
                  <a:lnTo>
                    <a:pt x="242" y="364"/>
                  </a:lnTo>
                  <a:lnTo>
                    <a:pt x="238" y="371"/>
                  </a:lnTo>
                  <a:lnTo>
                    <a:pt x="230" y="376"/>
                  </a:lnTo>
                  <a:lnTo>
                    <a:pt x="222" y="381"/>
                  </a:lnTo>
                  <a:lnTo>
                    <a:pt x="210" y="385"/>
                  </a:lnTo>
                  <a:lnTo>
                    <a:pt x="206" y="386"/>
                  </a:lnTo>
                  <a:lnTo>
                    <a:pt x="205" y="391"/>
                  </a:lnTo>
                  <a:lnTo>
                    <a:pt x="192" y="391"/>
                  </a:lnTo>
                  <a:lnTo>
                    <a:pt x="192" y="429"/>
                  </a:lnTo>
                  <a:lnTo>
                    <a:pt x="186" y="429"/>
                  </a:lnTo>
                  <a:lnTo>
                    <a:pt x="186" y="467"/>
                  </a:lnTo>
                  <a:lnTo>
                    <a:pt x="345" y="467"/>
                  </a:lnTo>
                  <a:lnTo>
                    <a:pt x="345" y="429"/>
                  </a:lnTo>
                  <a:lnTo>
                    <a:pt x="340" y="429"/>
                  </a:lnTo>
                  <a:lnTo>
                    <a:pt x="340" y="391"/>
                  </a:lnTo>
                  <a:lnTo>
                    <a:pt x="327" y="391"/>
                  </a:lnTo>
                  <a:lnTo>
                    <a:pt x="327" y="386"/>
                  </a:lnTo>
                  <a:lnTo>
                    <a:pt x="321" y="385"/>
                  </a:lnTo>
                  <a:lnTo>
                    <a:pt x="321" y="385"/>
                  </a:lnTo>
                  <a:lnTo>
                    <a:pt x="311" y="382"/>
                  </a:lnTo>
                  <a:lnTo>
                    <a:pt x="304" y="379"/>
                  </a:lnTo>
                  <a:lnTo>
                    <a:pt x="297" y="375"/>
                  </a:lnTo>
                  <a:lnTo>
                    <a:pt x="292" y="371"/>
                  </a:lnTo>
                  <a:lnTo>
                    <a:pt x="288" y="364"/>
                  </a:lnTo>
                  <a:lnTo>
                    <a:pt x="286" y="358"/>
                  </a:lnTo>
                  <a:lnTo>
                    <a:pt x="283" y="350"/>
                  </a:lnTo>
                  <a:lnTo>
                    <a:pt x="282" y="341"/>
                  </a:lnTo>
                  <a:lnTo>
                    <a:pt x="282" y="299"/>
                  </a:lnTo>
                  <a:lnTo>
                    <a:pt x="282" y="299"/>
                  </a:lnTo>
                  <a:lnTo>
                    <a:pt x="286" y="288"/>
                  </a:lnTo>
                  <a:lnTo>
                    <a:pt x="289" y="278"/>
                  </a:lnTo>
                  <a:lnTo>
                    <a:pt x="290" y="266"/>
                  </a:lnTo>
                  <a:lnTo>
                    <a:pt x="290" y="255"/>
                  </a:lnTo>
                  <a:lnTo>
                    <a:pt x="290" y="244"/>
                  </a:lnTo>
                  <a:lnTo>
                    <a:pt x="289" y="233"/>
                  </a:lnTo>
                  <a:lnTo>
                    <a:pt x="286" y="222"/>
                  </a:lnTo>
                  <a:lnTo>
                    <a:pt x="282" y="211"/>
                  </a:lnTo>
                  <a:lnTo>
                    <a:pt x="282" y="53"/>
                  </a:lnTo>
                  <a:lnTo>
                    <a:pt x="282" y="53"/>
                  </a:lnTo>
                  <a:lnTo>
                    <a:pt x="319" y="54"/>
                  </a:lnTo>
                  <a:lnTo>
                    <a:pt x="354" y="58"/>
                  </a:lnTo>
                  <a:lnTo>
                    <a:pt x="387" y="64"/>
                  </a:lnTo>
                  <a:lnTo>
                    <a:pt x="417" y="70"/>
                  </a:lnTo>
                  <a:lnTo>
                    <a:pt x="417" y="70"/>
                  </a:lnTo>
                  <a:lnTo>
                    <a:pt x="416" y="78"/>
                  </a:lnTo>
                  <a:lnTo>
                    <a:pt x="416" y="78"/>
                  </a:lnTo>
                  <a:lnTo>
                    <a:pt x="417" y="84"/>
                  </a:lnTo>
                  <a:lnTo>
                    <a:pt x="421" y="90"/>
                  </a:lnTo>
                  <a:lnTo>
                    <a:pt x="424" y="95"/>
                  </a:lnTo>
                  <a:lnTo>
                    <a:pt x="429" y="98"/>
                  </a:lnTo>
                  <a:lnTo>
                    <a:pt x="347" y="298"/>
                  </a:lnTo>
                  <a:lnTo>
                    <a:pt x="347" y="298"/>
                  </a:lnTo>
                  <a:lnTo>
                    <a:pt x="346" y="300"/>
                  </a:lnTo>
                  <a:lnTo>
                    <a:pt x="347" y="303"/>
                  </a:lnTo>
                  <a:lnTo>
                    <a:pt x="346" y="304"/>
                  </a:lnTo>
                  <a:lnTo>
                    <a:pt x="346" y="304"/>
                  </a:lnTo>
                  <a:lnTo>
                    <a:pt x="349" y="310"/>
                  </a:lnTo>
                  <a:lnTo>
                    <a:pt x="354" y="314"/>
                  </a:lnTo>
                  <a:lnTo>
                    <a:pt x="358" y="320"/>
                  </a:lnTo>
                  <a:lnTo>
                    <a:pt x="363" y="324"/>
                  </a:lnTo>
                  <a:lnTo>
                    <a:pt x="370" y="328"/>
                  </a:lnTo>
                  <a:lnTo>
                    <a:pt x="377" y="333"/>
                  </a:lnTo>
                  <a:lnTo>
                    <a:pt x="385" y="336"/>
                  </a:lnTo>
                  <a:lnTo>
                    <a:pt x="394" y="339"/>
                  </a:lnTo>
                  <a:lnTo>
                    <a:pt x="396" y="339"/>
                  </a:lnTo>
                  <a:lnTo>
                    <a:pt x="481" y="339"/>
                  </a:lnTo>
                  <a:lnTo>
                    <a:pt x="483" y="339"/>
                  </a:lnTo>
                  <a:lnTo>
                    <a:pt x="483" y="339"/>
                  </a:lnTo>
                  <a:lnTo>
                    <a:pt x="492" y="336"/>
                  </a:lnTo>
                  <a:lnTo>
                    <a:pt x="499" y="333"/>
                  </a:lnTo>
                  <a:lnTo>
                    <a:pt x="507" y="328"/>
                  </a:lnTo>
                  <a:lnTo>
                    <a:pt x="513" y="324"/>
                  </a:lnTo>
                  <a:lnTo>
                    <a:pt x="519" y="320"/>
                  </a:lnTo>
                  <a:lnTo>
                    <a:pt x="524" y="314"/>
                  </a:lnTo>
                  <a:lnTo>
                    <a:pt x="527" y="310"/>
                  </a:lnTo>
                  <a:lnTo>
                    <a:pt x="531" y="304"/>
                  </a:lnTo>
                  <a:lnTo>
                    <a:pt x="531" y="303"/>
                  </a:lnTo>
                  <a:close/>
                  <a:moveTo>
                    <a:pt x="266" y="15"/>
                  </a:moveTo>
                  <a:lnTo>
                    <a:pt x="266" y="15"/>
                  </a:lnTo>
                  <a:lnTo>
                    <a:pt x="269" y="15"/>
                  </a:lnTo>
                  <a:lnTo>
                    <a:pt x="273" y="17"/>
                  </a:lnTo>
                  <a:lnTo>
                    <a:pt x="275" y="21"/>
                  </a:lnTo>
                  <a:lnTo>
                    <a:pt x="275" y="24"/>
                  </a:lnTo>
                  <a:lnTo>
                    <a:pt x="275" y="24"/>
                  </a:lnTo>
                  <a:lnTo>
                    <a:pt x="275" y="27"/>
                  </a:lnTo>
                  <a:lnTo>
                    <a:pt x="273" y="30"/>
                  </a:lnTo>
                  <a:lnTo>
                    <a:pt x="269" y="33"/>
                  </a:lnTo>
                  <a:lnTo>
                    <a:pt x="266" y="34"/>
                  </a:lnTo>
                  <a:lnTo>
                    <a:pt x="266" y="34"/>
                  </a:lnTo>
                  <a:lnTo>
                    <a:pt x="262" y="33"/>
                  </a:lnTo>
                  <a:lnTo>
                    <a:pt x="260" y="30"/>
                  </a:lnTo>
                  <a:lnTo>
                    <a:pt x="257" y="27"/>
                  </a:lnTo>
                  <a:lnTo>
                    <a:pt x="256" y="24"/>
                  </a:lnTo>
                  <a:lnTo>
                    <a:pt x="256" y="24"/>
                  </a:lnTo>
                  <a:lnTo>
                    <a:pt x="257" y="21"/>
                  </a:lnTo>
                  <a:lnTo>
                    <a:pt x="260" y="17"/>
                  </a:lnTo>
                  <a:lnTo>
                    <a:pt x="262" y="15"/>
                  </a:lnTo>
                  <a:lnTo>
                    <a:pt x="266" y="15"/>
                  </a:lnTo>
                  <a:lnTo>
                    <a:pt x="266" y="15"/>
                  </a:lnTo>
                  <a:close/>
                  <a:moveTo>
                    <a:pt x="134" y="325"/>
                  </a:moveTo>
                  <a:lnTo>
                    <a:pt x="51" y="325"/>
                  </a:lnTo>
                  <a:lnTo>
                    <a:pt x="51" y="325"/>
                  </a:lnTo>
                  <a:lnTo>
                    <a:pt x="41" y="322"/>
                  </a:lnTo>
                  <a:lnTo>
                    <a:pt x="34" y="318"/>
                  </a:lnTo>
                  <a:lnTo>
                    <a:pt x="26" y="313"/>
                  </a:lnTo>
                  <a:lnTo>
                    <a:pt x="21" y="308"/>
                  </a:lnTo>
                  <a:lnTo>
                    <a:pt x="166" y="308"/>
                  </a:lnTo>
                  <a:lnTo>
                    <a:pt x="166" y="308"/>
                  </a:lnTo>
                  <a:lnTo>
                    <a:pt x="159" y="313"/>
                  </a:lnTo>
                  <a:lnTo>
                    <a:pt x="152" y="318"/>
                  </a:lnTo>
                  <a:lnTo>
                    <a:pt x="144" y="322"/>
                  </a:lnTo>
                  <a:lnTo>
                    <a:pt x="134" y="325"/>
                  </a:lnTo>
                  <a:lnTo>
                    <a:pt x="134" y="325"/>
                  </a:lnTo>
                  <a:close/>
                  <a:moveTo>
                    <a:pt x="19" y="294"/>
                  </a:moveTo>
                  <a:lnTo>
                    <a:pt x="93" y="114"/>
                  </a:lnTo>
                  <a:lnTo>
                    <a:pt x="167" y="294"/>
                  </a:lnTo>
                  <a:lnTo>
                    <a:pt x="19" y="294"/>
                  </a:lnTo>
                  <a:close/>
                  <a:moveTo>
                    <a:pt x="270" y="217"/>
                  </a:moveTo>
                  <a:lnTo>
                    <a:pt x="270" y="217"/>
                  </a:lnTo>
                  <a:lnTo>
                    <a:pt x="273" y="227"/>
                  </a:lnTo>
                  <a:lnTo>
                    <a:pt x="275" y="237"/>
                  </a:lnTo>
                  <a:lnTo>
                    <a:pt x="276" y="245"/>
                  </a:lnTo>
                  <a:lnTo>
                    <a:pt x="276" y="255"/>
                  </a:lnTo>
                  <a:lnTo>
                    <a:pt x="276" y="265"/>
                  </a:lnTo>
                  <a:lnTo>
                    <a:pt x="275" y="274"/>
                  </a:lnTo>
                  <a:lnTo>
                    <a:pt x="273" y="283"/>
                  </a:lnTo>
                  <a:lnTo>
                    <a:pt x="270" y="293"/>
                  </a:lnTo>
                  <a:lnTo>
                    <a:pt x="262" y="293"/>
                  </a:lnTo>
                  <a:lnTo>
                    <a:pt x="262" y="293"/>
                  </a:lnTo>
                  <a:lnTo>
                    <a:pt x="259" y="283"/>
                  </a:lnTo>
                  <a:lnTo>
                    <a:pt x="256" y="274"/>
                  </a:lnTo>
                  <a:lnTo>
                    <a:pt x="255" y="265"/>
                  </a:lnTo>
                  <a:lnTo>
                    <a:pt x="255" y="255"/>
                  </a:lnTo>
                  <a:lnTo>
                    <a:pt x="255" y="245"/>
                  </a:lnTo>
                  <a:lnTo>
                    <a:pt x="256" y="237"/>
                  </a:lnTo>
                  <a:lnTo>
                    <a:pt x="259" y="227"/>
                  </a:lnTo>
                  <a:lnTo>
                    <a:pt x="262" y="217"/>
                  </a:lnTo>
                  <a:lnTo>
                    <a:pt x="270" y="217"/>
                  </a:lnTo>
                  <a:close/>
                  <a:moveTo>
                    <a:pt x="331" y="453"/>
                  </a:moveTo>
                  <a:lnTo>
                    <a:pt x="200" y="453"/>
                  </a:lnTo>
                  <a:lnTo>
                    <a:pt x="200" y="443"/>
                  </a:lnTo>
                  <a:lnTo>
                    <a:pt x="331" y="443"/>
                  </a:lnTo>
                  <a:lnTo>
                    <a:pt x="331" y="453"/>
                  </a:lnTo>
                  <a:close/>
                  <a:moveTo>
                    <a:pt x="207" y="429"/>
                  </a:moveTo>
                  <a:lnTo>
                    <a:pt x="207" y="406"/>
                  </a:lnTo>
                  <a:lnTo>
                    <a:pt x="326" y="406"/>
                  </a:lnTo>
                  <a:lnTo>
                    <a:pt x="326" y="429"/>
                  </a:lnTo>
                  <a:lnTo>
                    <a:pt x="207" y="429"/>
                  </a:lnTo>
                  <a:close/>
                  <a:moveTo>
                    <a:pt x="296" y="391"/>
                  </a:moveTo>
                  <a:lnTo>
                    <a:pt x="235" y="391"/>
                  </a:lnTo>
                  <a:lnTo>
                    <a:pt x="235" y="391"/>
                  </a:lnTo>
                  <a:lnTo>
                    <a:pt x="241" y="386"/>
                  </a:lnTo>
                  <a:lnTo>
                    <a:pt x="248" y="380"/>
                  </a:lnTo>
                  <a:lnTo>
                    <a:pt x="252" y="375"/>
                  </a:lnTo>
                  <a:lnTo>
                    <a:pt x="256" y="368"/>
                  </a:lnTo>
                  <a:lnTo>
                    <a:pt x="260" y="362"/>
                  </a:lnTo>
                  <a:lnTo>
                    <a:pt x="262" y="355"/>
                  </a:lnTo>
                  <a:lnTo>
                    <a:pt x="263" y="348"/>
                  </a:lnTo>
                  <a:lnTo>
                    <a:pt x="263" y="341"/>
                  </a:lnTo>
                  <a:lnTo>
                    <a:pt x="263" y="307"/>
                  </a:lnTo>
                  <a:lnTo>
                    <a:pt x="268" y="307"/>
                  </a:lnTo>
                  <a:lnTo>
                    <a:pt x="268" y="341"/>
                  </a:lnTo>
                  <a:lnTo>
                    <a:pt x="268" y="341"/>
                  </a:lnTo>
                  <a:lnTo>
                    <a:pt x="269" y="348"/>
                  </a:lnTo>
                  <a:lnTo>
                    <a:pt x="269" y="354"/>
                  </a:lnTo>
                  <a:lnTo>
                    <a:pt x="272" y="362"/>
                  </a:lnTo>
                  <a:lnTo>
                    <a:pt x="274" y="368"/>
                  </a:lnTo>
                  <a:lnTo>
                    <a:pt x="278" y="375"/>
                  </a:lnTo>
                  <a:lnTo>
                    <a:pt x="282" y="380"/>
                  </a:lnTo>
                  <a:lnTo>
                    <a:pt x="289" y="386"/>
                  </a:lnTo>
                  <a:lnTo>
                    <a:pt x="296" y="391"/>
                  </a:lnTo>
                  <a:lnTo>
                    <a:pt x="296" y="391"/>
                  </a:lnTo>
                  <a:close/>
                  <a:moveTo>
                    <a:pt x="268" y="203"/>
                  </a:moveTo>
                  <a:lnTo>
                    <a:pt x="263" y="203"/>
                  </a:lnTo>
                  <a:lnTo>
                    <a:pt x="263" y="53"/>
                  </a:lnTo>
                  <a:lnTo>
                    <a:pt x="263" y="53"/>
                  </a:lnTo>
                  <a:lnTo>
                    <a:pt x="266" y="53"/>
                  </a:lnTo>
                  <a:lnTo>
                    <a:pt x="266" y="53"/>
                  </a:lnTo>
                  <a:lnTo>
                    <a:pt x="268" y="53"/>
                  </a:lnTo>
                  <a:lnTo>
                    <a:pt x="268" y="203"/>
                  </a:lnTo>
                  <a:close/>
                  <a:moveTo>
                    <a:pt x="512" y="294"/>
                  </a:moveTo>
                  <a:lnTo>
                    <a:pt x="364" y="294"/>
                  </a:lnTo>
                  <a:lnTo>
                    <a:pt x="439" y="114"/>
                  </a:lnTo>
                  <a:lnTo>
                    <a:pt x="512" y="294"/>
                  </a:lnTo>
                  <a:close/>
                  <a:moveTo>
                    <a:pt x="480" y="325"/>
                  </a:moveTo>
                  <a:lnTo>
                    <a:pt x="397" y="325"/>
                  </a:lnTo>
                  <a:lnTo>
                    <a:pt x="397" y="325"/>
                  </a:lnTo>
                  <a:lnTo>
                    <a:pt x="387" y="322"/>
                  </a:lnTo>
                  <a:lnTo>
                    <a:pt x="380" y="318"/>
                  </a:lnTo>
                  <a:lnTo>
                    <a:pt x="372" y="313"/>
                  </a:lnTo>
                  <a:lnTo>
                    <a:pt x="367" y="308"/>
                  </a:lnTo>
                  <a:lnTo>
                    <a:pt x="511" y="308"/>
                  </a:lnTo>
                  <a:lnTo>
                    <a:pt x="511" y="308"/>
                  </a:lnTo>
                  <a:lnTo>
                    <a:pt x="505" y="313"/>
                  </a:lnTo>
                  <a:lnTo>
                    <a:pt x="497" y="318"/>
                  </a:lnTo>
                  <a:lnTo>
                    <a:pt x="490" y="322"/>
                  </a:lnTo>
                  <a:lnTo>
                    <a:pt x="480" y="325"/>
                  </a:lnTo>
                  <a:lnTo>
                    <a:pt x="480" y="325"/>
                  </a:lnTo>
                  <a:close/>
                </a:path>
              </a:pathLst>
            </a:custGeom>
            <a:solidFill>
              <a:sysClr val="window" lastClr="FFFFFF">
                <a:lumMod val="95000"/>
              </a:sysClr>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srgbClr val="141735"/>
                </a:solidFill>
                <a:effectLst/>
                <a:uLnTx/>
                <a:uFillTx/>
                <a:latin typeface="Calibri"/>
              </a:endParaRPr>
            </a:p>
          </p:txBody>
        </p:sp>
      </p:grpSp>
      <p:grpSp>
        <p:nvGrpSpPr>
          <p:cNvPr id="58" name="组合 141">
            <a:extLst>
              <a:ext uri="{FF2B5EF4-FFF2-40B4-BE49-F238E27FC236}">
                <a16:creationId xmlns="" xmlns:a16="http://schemas.microsoft.com/office/drawing/2014/main" id="{B638E67D-D2E1-405A-82F3-7C1306C4BFF0}"/>
              </a:ext>
            </a:extLst>
          </p:cNvPr>
          <p:cNvGrpSpPr/>
          <p:nvPr/>
        </p:nvGrpSpPr>
        <p:grpSpPr>
          <a:xfrm>
            <a:off x="3904960" y="4380069"/>
            <a:ext cx="894896" cy="894896"/>
            <a:chOff x="3456014" y="3995965"/>
            <a:chExt cx="894896" cy="894896"/>
          </a:xfrm>
        </p:grpSpPr>
        <p:sp>
          <p:nvSpPr>
            <p:cNvPr id="59" name="Oval 142">
              <a:extLst>
                <a:ext uri="{FF2B5EF4-FFF2-40B4-BE49-F238E27FC236}">
                  <a16:creationId xmlns="" xmlns:a16="http://schemas.microsoft.com/office/drawing/2014/main" id="{4668FE9D-24EC-473D-BEC0-E5D48ADCD837}"/>
                </a:ext>
              </a:extLst>
            </p:cNvPr>
            <p:cNvSpPr/>
            <p:nvPr/>
          </p:nvSpPr>
          <p:spPr>
            <a:xfrm flipH="1">
              <a:off x="3456014" y="3995965"/>
              <a:ext cx="894896" cy="894896"/>
            </a:xfrm>
            <a:prstGeom prst="ellipse">
              <a:avLst/>
            </a:prstGeom>
            <a:solidFill>
              <a:srgbClr val="4372C4">
                <a:alpha val="25000"/>
              </a:srgbClr>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solidFill>
                    <a:sysClr val="windowText" lastClr="000000"/>
                  </a:solidFill>
                </a:ln>
                <a:solidFill>
                  <a:prstClr val="white"/>
                </a:solidFill>
                <a:effectLst/>
                <a:uLnTx/>
                <a:uFillTx/>
                <a:latin typeface="Calibri"/>
                <a:cs typeface="+mn-cs"/>
              </a:endParaRPr>
            </a:p>
          </p:txBody>
        </p:sp>
        <p:grpSp>
          <p:nvGrpSpPr>
            <p:cNvPr id="60" name="Group 176">
              <a:extLst>
                <a:ext uri="{FF2B5EF4-FFF2-40B4-BE49-F238E27FC236}">
                  <a16:creationId xmlns="" xmlns:a16="http://schemas.microsoft.com/office/drawing/2014/main" id="{CE8B6FB1-438F-4121-A998-3FF8EF4C4E72}"/>
                </a:ext>
              </a:extLst>
            </p:cNvPr>
            <p:cNvGrpSpPr/>
            <p:nvPr/>
          </p:nvGrpSpPr>
          <p:grpSpPr>
            <a:xfrm>
              <a:off x="3647948" y="4188435"/>
              <a:ext cx="511028" cy="509956"/>
              <a:chOff x="5138738" y="4373563"/>
              <a:chExt cx="755650" cy="754063"/>
            </a:xfrm>
            <a:solidFill>
              <a:sysClr val="window" lastClr="FFFFFF">
                <a:lumMod val="95000"/>
              </a:sysClr>
            </a:solidFill>
          </p:grpSpPr>
          <p:sp>
            <p:nvSpPr>
              <p:cNvPr id="61" name="Freeform 177">
                <a:extLst>
                  <a:ext uri="{FF2B5EF4-FFF2-40B4-BE49-F238E27FC236}">
                    <a16:creationId xmlns="" xmlns:a16="http://schemas.microsoft.com/office/drawing/2014/main" id="{D12467E1-8FCD-4BA2-8C22-FCBC6177DF9A}"/>
                  </a:ext>
                </a:extLst>
              </p:cNvPr>
              <p:cNvSpPr>
                <a:spLocks noEditPoints="1"/>
              </p:cNvSpPr>
              <p:nvPr/>
            </p:nvSpPr>
            <p:spPr bwMode="auto">
              <a:xfrm>
                <a:off x="5138738" y="4373563"/>
                <a:ext cx="755650" cy="754063"/>
              </a:xfrm>
              <a:custGeom>
                <a:avLst/>
                <a:gdLst>
                  <a:gd name="T0" fmla="*/ 214 w 476"/>
                  <a:gd name="T1" fmla="*/ 1 h 475"/>
                  <a:gd name="T2" fmla="*/ 146 w 476"/>
                  <a:gd name="T3" fmla="*/ 20 h 475"/>
                  <a:gd name="T4" fmla="*/ 87 w 476"/>
                  <a:gd name="T5" fmla="*/ 55 h 475"/>
                  <a:gd name="T6" fmla="*/ 41 w 476"/>
                  <a:gd name="T7" fmla="*/ 105 h 475"/>
                  <a:gd name="T8" fmla="*/ 11 w 476"/>
                  <a:gd name="T9" fmla="*/ 167 h 475"/>
                  <a:gd name="T10" fmla="*/ 0 w 476"/>
                  <a:gd name="T11" fmla="*/ 238 h 475"/>
                  <a:gd name="T12" fmla="*/ 6 w 476"/>
                  <a:gd name="T13" fmla="*/ 286 h 475"/>
                  <a:gd name="T14" fmla="*/ 30 w 476"/>
                  <a:gd name="T15" fmla="*/ 351 h 475"/>
                  <a:gd name="T16" fmla="*/ 71 w 476"/>
                  <a:gd name="T17" fmla="*/ 406 h 475"/>
                  <a:gd name="T18" fmla="*/ 125 w 476"/>
                  <a:gd name="T19" fmla="*/ 447 h 475"/>
                  <a:gd name="T20" fmla="*/ 190 w 476"/>
                  <a:gd name="T21" fmla="*/ 471 h 475"/>
                  <a:gd name="T22" fmla="*/ 238 w 476"/>
                  <a:gd name="T23" fmla="*/ 475 h 475"/>
                  <a:gd name="T24" fmla="*/ 309 w 476"/>
                  <a:gd name="T25" fmla="*/ 464 h 475"/>
                  <a:gd name="T26" fmla="*/ 371 w 476"/>
                  <a:gd name="T27" fmla="*/ 435 h 475"/>
                  <a:gd name="T28" fmla="*/ 422 w 476"/>
                  <a:gd name="T29" fmla="*/ 389 h 475"/>
                  <a:gd name="T30" fmla="*/ 457 w 476"/>
                  <a:gd name="T31" fmla="*/ 331 h 475"/>
                  <a:gd name="T32" fmla="*/ 474 w 476"/>
                  <a:gd name="T33" fmla="*/ 263 h 475"/>
                  <a:gd name="T34" fmla="*/ 474 w 476"/>
                  <a:gd name="T35" fmla="*/ 214 h 475"/>
                  <a:gd name="T36" fmla="*/ 457 w 476"/>
                  <a:gd name="T37" fmla="*/ 146 h 475"/>
                  <a:gd name="T38" fmla="*/ 422 w 476"/>
                  <a:gd name="T39" fmla="*/ 86 h 475"/>
                  <a:gd name="T40" fmla="*/ 371 w 476"/>
                  <a:gd name="T41" fmla="*/ 41 h 475"/>
                  <a:gd name="T42" fmla="*/ 309 w 476"/>
                  <a:gd name="T43" fmla="*/ 11 h 475"/>
                  <a:gd name="T44" fmla="*/ 238 w 476"/>
                  <a:gd name="T45" fmla="*/ 0 h 475"/>
                  <a:gd name="T46" fmla="*/ 238 w 476"/>
                  <a:gd name="T47" fmla="*/ 461 h 475"/>
                  <a:gd name="T48" fmla="*/ 172 w 476"/>
                  <a:gd name="T49" fmla="*/ 452 h 475"/>
                  <a:gd name="T50" fmla="*/ 114 w 476"/>
                  <a:gd name="T51" fmla="*/ 423 h 475"/>
                  <a:gd name="T52" fmla="*/ 66 w 476"/>
                  <a:gd name="T53" fmla="*/ 380 h 475"/>
                  <a:gd name="T54" fmla="*/ 33 w 476"/>
                  <a:gd name="T55" fmla="*/ 325 h 475"/>
                  <a:gd name="T56" fmla="*/ 15 w 476"/>
                  <a:gd name="T57" fmla="*/ 260 h 475"/>
                  <a:gd name="T58" fmla="*/ 15 w 476"/>
                  <a:gd name="T59" fmla="*/ 215 h 475"/>
                  <a:gd name="T60" fmla="*/ 33 w 476"/>
                  <a:gd name="T61" fmla="*/ 151 h 475"/>
                  <a:gd name="T62" fmla="*/ 66 w 476"/>
                  <a:gd name="T63" fmla="*/ 96 h 475"/>
                  <a:gd name="T64" fmla="*/ 114 w 476"/>
                  <a:gd name="T65" fmla="*/ 53 h 475"/>
                  <a:gd name="T66" fmla="*/ 172 w 476"/>
                  <a:gd name="T67" fmla="*/ 25 h 475"/>
                  <a:gd name="T68" fmla="*/ 238 w 476"/>
                  <a:gd name="T69" fmla="*/ 14 h 475"/>
                  <a:gd name="T70" fmla="*/ 283 w 476"/>
                  <a:gd name="T71" fmla="*/ 20 h 475"/>
                  <a:gd name="T72" fmla="*/ 345 w 476"/>
                  <a:gd name="T73" fmla="*/ 41 h 475"/>
                  <a:gd name="T74" fmla="*/ 396 w 476"/>
                  <a:gd name="T75" fmla="*/ 80 h 475"/>
                  <a:gd name="T76" fmla="*/ 435 w 476"/>
                  <a:gd name="T77" fmla="*/ 132 h 475"/>
                  <a:gd name="T78" fmla="*/ 457 w 476"/>
                  <a:gd name="T79" fmla="*/ 193 h 475"/>
                  <a:gd name="T80" fmla="*/ 462 w 476"/>
                  <a:gd name="T81" fmla="*/ 238 h 475"/>
                  <a:gd name="T82" fmla="*/ 452 w 476"/>
                  <a:gd name="T83" fmla="*/ 305 h 475"/>
                  <a:gd name="T84" fmla="*/ 424 w 476"/>
                  <a:gd name="T85" fmla="*/ 363 h 475"/>
                  <a:gd name="T86" fmla="*/ 381 w 476"/>
                  <a:gd name="T87" fmla="*/ 410 h 475"/>
                  <a:gd name="T88" fmla="*/ 325 w 476"/>
                  <a:gd name="T89" fmla="*/ 444 h 475"/>
                  <a:gd name="T90" fmla="*/ 261 w 476"/>
                  <a:gd name="T91" fmla="*/ 460 h 4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6" h="475">
                    <a:moveTo>
                      <a:pt x="238" y="0"/>
                    </a:moveTo>
                    <a:lnTo>
                      <a:pt x="238" y="0"/>
                    </a:lnTo>
                    <a:lnTo>
                      <a:pt x="214" y="1"/>
                    </a:lnTo>
                    <a:lnTo>
                      <a:pt x="190" y="5"/>
                    </a:lnTo>
                    <a:lnTo>
                      <a:pt x="168" y="11"/>
                    </a:lnTo>
                    <a:lnTo>
                      <a:pt x="146" y="20"/>
                    </a:lnTo>
                    <a:lnTo>
                      <a:pt x="125" y="29"/>
                    </a:lnTo>
                    <a:lnTo>
                      <a:pt x="105" y="41"/>
                    </a:lnTo>
                    <a:lnTo>
                      <a:pt x="87" y="55"/>
                    </a:lnTo>
                    <a:lnTo>
                      <a:pt x="71" y="70"/>
                    </a:lnTo>
                    <a:lnTo>
                      <a:pt x="54" y="86"/>
                    </a:lnTo>
                    <a:lnTo>
                      <a:pt x="41" y="105"/>
                    </a:lnTo>
                    <a:lnTo>
                      <a:pt x="30" y="125"/>
                    </a:lnTo>
                    <a:lnTo>
                      <a:pt x="19" y="146"/>
                    </a:lnTo>
                    <a:lnTo>
                      <a:pt x="11" y="167"/>
                    </a:lnTo>
                    <a:lnTo>
                      <a:pt x="6" y="190"/>
                    </a:lnTo>
                    <a:lnTo>
                      <a:pt x="1" y="214"/>
                    </a:lnTo>
                    <a:lnTo>
                      <a:pt x="0" y="238"/>
                    </a:lnTo>
                    <a:lnTo>
                      <a:pt x="0" y="238"/>
                    </a:lnTo>
                    <a:lnTo>
                      <a:pt x="1" y="263"/>
                    </a:lnTo>
                    <a:lnTo>
                      <a:pt x="6" y="286"/>
                    </a:lnTo>
                    <a:lnTo>
                      <a:pt x="11" y="309"/>
                    </a:lnTo>
                    <a:lnTo>
                      <a:pt x="19" y="331"/>
                    </a:lnTo>
                    <a:lnTo>
                      <a:pt x="30" y="351"/>
                    </a:lnTo>
                    <a:lnTo>
                      <a:pt x="41" y="371"/>
                    </a:lnTo>
                    <a:lnTo>
                      <a:pt x="54" y="389"/>
                    </a:lnTo>
                    <a:lnTo>
                      <a:pt x="71" y="406"/>
                    </a:lnTo>
                    <a:lnTo>
                      <a:pt x="87" y="421"/>
                    </a:lnTo>
                    <a:lnTo>
                      <a:pt x="105" y="435"/>
                    </a:lnTo>
                    <a:lnTo>
                      <a:pt x="125" y="447"/>
                    </a:lnTo>
                    <a:lnTo>
                      <a:pt x="146" y="457"/>
                    </a:lnTo>
                    <a:lnTo>
                      <a:pt x="168" y="464"/>
                    </a:lnTo>
                    <a:lnTo>
                      <a:pt x="190" y="471"/>
                    </a:lnTo>
                    <a:lnTo>
                      <a:pt x="214" y="474"/>
                    </a:lnTo>
                    <a:lnTo>
                      <a:pt x="238" y="475"/>
                    </a:lnTo>
                    <a:lnTo>
                      <a:pt x="238" y="475"/>
                    </a:lnTo>
                    <a:lnTo>
                      <a:pt x="263" y="474"/>
                    </a:lnTo>
                    <a:lnTo>
                      <a:pt x="285" y="471"/>
                    </a:lnTo>
                    <a:lnTo>
                      <a:pt x="309" y="464"/>
                    </a:lnTo>
                    <a:lnTo>
                      <a:pt x="331" y="457"/>
                    </a:lnTo>
                    <a:lnTo>
                      <a:pt x="351" y="447"/>
                    </a:lnTo>
                    <a:lnTo>
                      <a:pt x="371" y="435"/>
                    </a:lnTo>
                    <a:lnTo>
                      <a:pt x="389" y="421"/>
                    </a:lnTo>
                    <a:lnTo>
                      <a:pt x="406" y="406"/>
                    </a:lnTo>
                    <a:lnTo>
                      <a:pt x="422" y="389"/>
                    </a:lnTo>
                    <a:lnTo>
                      <a:pt x="436" y="371"/>
                    </a:lnTo>
                    <a:lnTo>
                      <a:pt x="447" y="351"/>
                    </a:lnTo>
                    <a:lnTo>
                      <a:pt x="457" y="331"/>
                    </a:lnTo>
                    <a:lnTo>
                      <a:pt x="465" y="309"/>
                    </a:lnTo>
                    <a:lnTo>
                      <a:pt x="471" y="286"/>
                    </a:lnTo>
                    <a:lnTo>
                      <a:pt x="474" y="263"/>
                    </a:lnTo>
                    <a:lnTo>
                      <a:pt x="476" y="238"/>
                    </a:lnTo>
                    <a:lnTo>
                      <a:pt x="476" y="238"/>
                    </a:lnTo>
                    <a:lnTo>
                      <a:pt x="474" y="214"/>
                    </a:lnTo>
                    <a:lnTo>
                      <a:pt x="471" y="190"/>
                    </a:lnTo>
                    <a:lnTo>
                      <a:pt x="465" y="167"/>
                    </a:lnTo>
                    <a:lnTo>
                      <a:pt x="457" y="146"/>
                    </a:lnTo>
                    <a:lnTo>
                      <a:pt x="447" y="125"/>
                    </a:lnTo>
                    <a:lnTo>
                      <a:pt x="436" y="105"/>
                    </a:lnTo>
                    <a:lnTo>
                      <a:pt x="422" y="86"/>
                    </a:lnTo>
                    <a:lnTo>
                      <a:pt x="406" y="70"/>
                    </a:lnTo>
                    <a:lnTo>
                      <a:pt x="389" y="55"/>
                    </a:lnTo>
                    <a:lnTo>
                      <a:pt x="371" y="41"/>
                    </a:lnTo>
                    <a:lnTo>
                      <a:pt x="351" y="29"/>
                    </a:lnTo>
                    <a:lnTo>
                      <a:pt x="331" y="20"/>
                    </a:lnTo>
                    <a:lnTo>
                      <a:pt x="309" y="11"/>
                    </a:lnTo>
                    <a:lnTo>
                      <a:pt x="285" y="5"/>
                    </a:lnTo>
                    <a:lnTo>
                      <a:pt x="263" y="1"/>
                    </a:lnTo>
                    <a:lnTo>
                      <a:pt x="238" y="0"/>
                    </a:lnTo>
                    <a:lnTo>
                      <a:pt x="238" y="0"/>
                    </a:lnTo>
                    <a:close/>
                    <a:moveTo>
                      <a:pt x="238" y="461"/>
                    </a:moveTo>
                    <a:lnTo>
                      <a:pt x="238" y="461"/>
                    </a:lnTo>
                    <a:lnTo>
                      <a:pt x="215" y="460"/>
                    </a:lnTo>
                    <a:lnTo>
                      <a:pt x="194" y="457"/>
                    </a:lnTo>
                    <a:lnTo>
                      <a:pt x="172" y="452"/>
                    </a:lnTo>
                    <a:lnTo>
                      <a:pt x="152" y="444"/>
                    </a:lnTo>
                    <a:lnTo>
                      <a:pt x="132" y="434"/>
                    </a:lnTo>
                    <a:lnTo>
                      <a:pt x="114" y="423"/>
                    </a:lnTo>
                    <a:lnTo>
                      <a:pt x="96" y="410"/>
                    </a:lnTo>
                    <a:lnTo>
                      <a:pt x="80" y="396"/>
                    </a:lnTo>
                    <a:lnTo>
                      <a:pt x="66" y="380"/>
                    </a:lnTo>
                    <a:lnTo>
                      <a:pt x="53" y="363"/>
                    </a:lnTo>
                    <a:lnTo>
                      <a:pt x="41" y="345"/>
                    </a:lnTo>
                    <a:lnTo>
                      <a:pt x="33" y="325"/>
                    </a:lnTo>
                    <a:lnTo>
                      <a:pt x="25" y="305"/>
                    </a:lnTo>
                    <a:lnTo>
                      <a:pt x="19" y="283"/>
                    </a:lnTo>
                    <a:lnTo>
                      <a:pt x="15" y="260"/>
                    </a:lnTo>
                    <a:lnTo>
                      <a:pt x="14" y="238"/>
                    </a:lnTo>
                    <a:lnTo>
                      <a:pt x="14" y="238"/>
                    </a:lnTo>
                    <a:lnTo>
                      <a:pt x="15" y="215"/>
                    </a:lnTo>
                    <a:lnTo>
                      <a:pt x="19" y="193"/>
                    </a:lnTo>
                    <a:lnTo>
                      <a:pt x="25" y="172"/>
                    </a:lnTo>
                    <a:lnTo>
                      <a:pt x="33" y="151"/>
                    </a:lnTo>
                    <a:lnTo>
                      <a:pt x="41" y="132"/>
                    </a:lnTo>
                    <a:lnTo>
                      <a:pt x="53" y="113"/>
                    </a:lnTo>
                    <a:lnTo>
                      <a:pt x="66" y="96"/>
                    </a:lnTo>
                    <a:lnTo>
                      <a:pt x="80" y="80"/>
                    </a:lnTo>
                    <a:lnTo>
                      <a:pt x="96" y="66"/>
                    </a:lnTo>
                    <a:lnTo>
                      <a:pt x="114" y="53"/>
                    </a:lnTo>
                    <a:lnTo>
                      <a:pt x="132" y="41"/>
                    </a:lnTo>
                    <a:lnTo>
                      <a:pt x="152" y="32"/>
                    </a:lnTo>
                    <a:lnTo>
                      <a:pt x="172" y="25"/>
                    </a:lnTo>
                    <a:lnTo>
                      <a:pt x="194" y="20"/>
                    </a:lnTo>
                    <a:lnTo>
                      <a:pt x="215" y="15"/>
                    </a:lnTo>
                    <a:lnTo>
                      <a:pt x="238" y="14"/>
                    </a:lnTo>
                    <a:lnTo>
                      <a:pt x="238" y="14"/>
                    </a:lnTo>
                    <a:lnTo>
                      <a:pt x="261" y="15"/>
                    </a:lnTo>
                    <a:lnTo>
                      <a:pt x="283" y="20"/>
                    </a:lnTo>
                    <a:lnTo>
                      <a:pt x="305" y="25"/>
                    </a:lnTo>
                    <a:lnTo>
                      <a:pt x="325" y="32"/>
                    </a:lnTo>
                    <a:lnTo>
                      <a:pt x="345" y="41"/>
                    </a:lnTo>
                    <a:lnTo>
                      <a:pt x="363" y="53"/>
                    </a:lnTo>
                    <a:lnTo>
                      <a:pt x="381" y="66"/>
                    </a:lnTo>
                    <a:lnTo>
                      <a:pt x="396" y="80"/>
                    </a:lnTo>
                    <a:lnTo>
                      <a:pt x="411" y="96"/>
                    </a:lnTo>
                    <a:lnTo>
                      <a:pt x="424" y="113"/>
                    </a:lnTo>
                    <a:lnTo>
                      <a:pt x="435" y="132"/>
                    </a:lnTo>
                    <a:lnTo>
                      <a:pt x="444" y="151"/>
                    </a:lnTo>
                    <a:lnTo>
                      <a:pt x="452" y="172"/>
                    </a:lnTo>
                    <a:lnTo>
                      <a:pt x="457" y="193"/>
                    </a:lnTo>
                    <a:lnTo>
                      <a:pt x="460" y="215"/>
                    </a:lnTo>
                    <a:lnTo>
                      <a:pt x="462" y="238"/>
                    </a:lnTo>
                    <a:lnTo>
                      <a:pt x="462" y="238"/>
                    </a:lnTo>
                    <a:lnTo>
                      <a:pt x="460" y="260"/>
                    </a:lnTo>
                    <a:lnTo>
                      <a:pt x="457" y="283"/>
                    </a:lnTo>
                    <a:lnTo>
                      <a:pt x="452" y="305"/>
                    </a:lnTo>
                    <a:lnTo>
                      <a:pt x="444" y="325"/>
                    </a:lnTo>
                    <a:lnTo>
                      <a:pt x="435" y="345"/>
                    </a:lnTo>
                    <a:lnTo>
                      <a:pt x="424" y="363"/>
                    </a:lnTo>
                    <a:lnTo>
                      <a:pt x="411" y="380"/>
                    </a:lnTo>
                    <a:lnTo>
                      <a:pt x="396" y="396"/>
                    </a:lnTo>
                    <a:lnTo>
                      <a:pt x="381" y="410"/>
                    </a:lnTo>
                    <a:lnTo>
                      <a:pt x="363" y="423"/>
                    </a:lnTo>
                    <a:lnTo>
                      <a:pt x="345" y="434"/>
                    </a:lnTo>
                    <a:lnTo>
                      <a:pt x="325" y="444"/>
                    </a:lnTo>
                    <a:lnTo>
                      <a:pt x="305" y="452"/>
                    </a:lnTo>
                    <a:lnTo>
                      <a:pt x="283" y="457"/>
                    </a:lnTo>
                    <a:lnTo>
                      <a:pt x="261" y="460"/>
                    </a:lnTo>
                    <a:lnTo>
                      <a:pt x="238" y="461"/>
                    </a:lnTo>
                    <a:lnTo>
                      <a:pt x="238" y="46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62" name="Freeform 178">
                <a:extLst>
                  <a:ext uri="{FF2B5EF4-FFF2-40B4-BE49-F238E27FC236}">
                    <a16:creationId xmlns="" xmlns:a16="http://schemas.microsoft.com/office/drawing/2014/main" id="{64726509-1D69-4727-A751-AA48F9EB7C84}"/>
                  </a:ext>
                </a:extLst>
              </p:cNvPr>
              <p:cNvSpPr>
                <a:spLocks noEditPoints="1"/>
              </p:cNvSpPr>
              <p:nvPr/>
            </p:nvSpPr>
            <p:spPr bwMode="auto">
              <a:xfrm>
                <a:off x="5189538" y="4422775"/>
                <a:ext cx="654050" cy="655638"/>
              </a:xfrm>
              <a:custGeom>
                <a:avLst/>
                <a:gdLst>
                  <a:gd name="T0" fmla="*/ 185 w 412"/>
                  <a:gd name="T1" fmla="*/ 1 h 413"/>
                  <a:gd name="T2" fmla="*/ 126 w 412"/>
                  <a:gd name="T3" fmla="*/ 17 h 413"/>
                  <a:gd name="T4" fmla="*/ 75 w 412"/>
                  <a:gd name="T5" fmla="*/ 48 h 413"/>
                  <a:gd name="T6" fmla="*/ 35 w 412"/>
                  <a:gd name="T7" fmla="*/ 92 h 413"/>
                  <a:gd name="T8" fmla="*/ 9 w 412"/>
                  <a:gd name="T9" fmla="*/ 146 h 413"/>
                  <a:gd name="T10" fmla="*/ 0 w 412"/>
                  <a:gd name="T11" fmla="*/ 207 h 413"/>
                  <a:gd name="T12" fmla="*/ 4 w 412"/>
                  <a:gd name="T13" fmla="*/ 249 h 413"/>
                  <a:gd name="T14" fmla="*/ 25 w 412"/>
                  <a:gd name="T15" fmla="*/ 305 h 413"/>
                  <a:gd name="T16" fmla="*/ 60 w 412"/>
                  <a:gd name="T17" fmla="*/ 352 h 413"/>
                  <a:gd name="T18" fmla="*/ 108 w 412"/>
                  <a:gd name="T19" fmla="*/ 388 h 413"/>
                  <a:gd name="T20" fmla="*/ 165 w 412"/>
                  <a:gd name="T21" fmla="*/ 409 h 413"/>
                  <a:gd name="T22" fmla="*/ 206 w 412"/>
                  <a:gd name="T23" fmla="*/ 413 h 413"/>
                  <a:gd name="T24" fmla="*/ 268 w 412"/>
                  <a:gd name="T25" fmla="*/ 404 h 413"/>
                  <a:gd name="T26" fmla="*/ 322 w 412"/>
                  <a:gd name="T27" fmla="*/ 378 h 413"/>
                  <a:gd name="T28" fmla="*/ 365 w 412"/>
                  <a:gd name="T29" fmla="*/ 338 h 413"/>
                  <a:gd name="T30" fmla="*/ 396 w 412"/>
                  <a:gd name="T31" fmla="*/ 288 h 413"/>
                  <a:gd name="T32" fmla="*/ 411 w 412"/>
                  <a:gd name="T33" fmla="*/ 228 h 413"/>
                  <a:gd name="T34" fmla="*/ 411 w 412"/>
                  <a:gd name="T35" fmla="*/ 186 h 413"/>
                  <a:gd name="T36" fmla="*/ 396 w 412"/>
                  <a:gd name="T37" fmla="*/ 127 h 413"/>
                  <a:gd name="T38" fmla="*/ 365 w 412"/>
                  <a:gd name="T39" fmla="*/ 76 h 413"/>
                  <a:gd name="T40" fmla="*/ 322 w 412"/>
                  <a:gd name="T41" fmla="*/ 36 h 413"/>
                  <a:gd name="T42" fmla="*/ 268 w 412"/>
                  <a:gd name="T43" fmla="*/ 10 h 413"/>
                  <a:gd name="T44" fmla="*/ 206 w 412"/>
                  <a:gd name="T45" fmla="*/ 0 h 413"/>
                  <a:gd name="T46" fmla="*/ 206 w 412"/>
                  <a:gd name="T47" fmla="*/ 399 h 413"/>
                  <a:gd name="T48" fmla="*/ 149 w 412"/>
                  <a:gd name="T49" fmla="*/ 390 h 413"/>
                  <a:gd name="T50" fmla="*/ 99 w 412"/>
                  <a:gd name="T51" fmla="*/ 367 h 413"/>
                  <a:gd name="T52" fmla="*/ 58 w 412"/>
                  <a:gd name="T53" fmla="*/ 329 h 413"/>
                  <a:gd name="T54" fmla="*/ 29 w 412"/>
                  <a:gd name="T55" fmla="*/ 281 h 413"/>
                  <a:gd name="T56" fmla="*/ 15 w 412"/>
                  <a:gd name="T57" fmla="*/ 226 h 413"/>
                  <a:gd name="T58" fmla="*/ 15 w 412"/>
                  <a:gd name="T59" fmla="*/ 187 h 413"/>
                  <a:gd name="T60" fmla="*/ 29 w 412"/>
                  <a:gd name="T61" fmla="*/ 132 h 413"/>
                  <a:gd name="T62" fmla="*/ 58 w 412"/>
                  <a:gd name="T63" fmla="*/ 85 h 413"/>
                  <a:gd name="T64" fmla="*/ 99 w 412"/>
                  <a:gd name="T65" fmla="*/ 48 h 413"/>
                  <a:gd name="T66" fmla="*/ 149 w 412"/>
                  <a:gd name="T67" fmla="*/ 24 h 413"/>
                  <a:gd name="T68" fmla="*/ 206 w 412"/>
                  <a:gd name="T69" fmla="*/ 16 h 413"/>
                  <a:gd name="T70" fmla="*/ 245 w 412"/>
                  <a:gd name="T71" fmla="*/ 19 h 413"/>
                  <a:gd name="T72" fmla="*/ 298 w 412"/>
                  <a:gd name="T73" fmla="*/ 38 h 413"/>
                  <a:gd name="T74" fmla="*/ 342 w 412"/>
                  <a:gd name="T75" fmla="*/ 72 h 413"/>
                  <a:gd name="T76" fmla="*/ 374 w 412"/>
                  <a:gd name="T77" fmla="*/ 116 h 413"/>
                  <a:gd name="T78" fmla="*/ 394 w 412"/>
                  <a:gd name="T79" fmla="*/ 169 h 413"/>
                  <a:gd name="T80" fmla="*/ 398 w 412"/>
                  <a:gd name="T81" fmla="*/ 207 h 413"/>
                  <a:gd name="T82" fmla="*/ 390 w 412"/>
                  <a:gd name="T83" fmla="*/ 264 h 413"/>
                  <a:gd name="T84" fmla="*/ 366 w 412"/>
                  <a:gd name="T85" fmla="*/ 315 h 413"/>
                  <a:gd name="T86" fmla="*/ 328 w 412"/>
                  <a:gd name="T87" fmla="*/ 355 h 413"/>
                  <a:gd name="T88" fmla="*/ 280 w 412"/>
                  <a:gd name="T89" fmla="*/ 384 h 413"/>
                  <a:gd name="T90" fmla="*/ 225 w 412"/>
                  <a:gd name="T91" fmla="*/ 398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12" h="413">
                    <a:moveTo>
                      <a:pt x="206" y="0"/>
                    </a:moveTo>
                    <a:lnTo>
                      <a:pt x="206" y="0"/>
                    </a:lnTo>
                    <a:lnTo>
                      <a:pt x="185" y="1"/>
                    </a:lnTo>
                    <a:lnTo>
                      <a:pt x="165" y="5"/>
                    </a:lnTo>
                    <a:lnTo>
                      <a:pt x="144" y="10"/>
                    </a:lnTo>
                    <a:lnTo>
                      <a:pt x="126" y="17"/>
                    </a:lnTo>
                    <a:lnTo>
                      <a:pt x="108" y="26"/>
                    </a:lnTo>
                    <a:lnTo>
                      <a:pt x="91" y="36"/>
                    </a:lnTo>
                    <a:lnTo>
                      <a:pt x="75" y="48"/>
                    </a:lnTo>
                    <a:lnTo>
                      <a:pt x="60" y="61"/>
                    </a:lnTo>
                    <a:lnTo>
                      <a:pt x="47" y="76"/>
                    </a:lnTo>
                    <a:lnTo>
                      <a:pt x="35" y="92"/>
                    </a:lnTo>
                    <a:lnTo>
                      <a:pt x="25" y="108"/>
                    </a:lnTo>
                    <a:lnTo>
                      <a:pt x="16" y="127"/>
                    </a:lnTo>
                    <a:lnTo>
                      <a:pt x="9" y="146"/>
                    </a:lnTo>
                    <a:lnTo>
                      <a:pt x="4" y="166"/>
                    </a:lnTo>
                    <a:lnTo>
                      <a:pt x="1" y="186"/>
                    </a:lnTo>
                    <a:lnTo>
                      <a:pt x="0" y="207"/>
                    </a:lnTo>
                    <a:lnTo>
                      <a:pt x="0" y="207"/>
                    </a:lnTo>
                    <a:lnTo>
                      <a:pt x="1" y="228"/>
                    </a:lnTo>
                    <a:lnTo>
                      <a:pt x="4" y="249"/>
                    </a:lnTo>
                    <a:lnTo>
                      <a:pt x="9" y="268"/>
                    </a:lnTo>
                    <a:lnTo>
                      <a:pt x="16" y="288"/>
                    </a:lnTo>
                    <a:lnTo>
                      <a:pt x="25" y="305"/>
                    </a:lnTo>
                    <a:lnTo>
                      <a:pt x="35" y="322"/>
                    </a:lnTo>
                    <a:lnTo>
                      <a:pt x="47" y="338"/>
                    </a:lnTo>
                    <a:lnTo>
                      <a:pt x="60" y="352"/>
                    </a:lnTo>
                    <a:lnTo>
                      <a:pt x="75" y="367"/>
                    </a:lnTo>
                    <a:lnTo>
                      <a:pt x="91" y="378"/>
                    </a:lnTo>
                    <a:lnTo>
                      <a:pt x="108" y="388"/>
                    </a:lnTo>
                    <a:lnTo>
                      <a:pt x="126" y="397"/>
                    </a:lnTo>
                    <a:lnTo>
                      <a:pt x="144" y="404"/>
                    </a:lnTo>
                    <a:lnTo>
                      <a:pt x="165" y="409"/>
                    </a:lnTo>
                    <a:lnTo>
                      <a:pt x="185" y="412"/>
                    </a:lnTo>
                    <a:lnTo>
                      <a:pt x="206" y="413"/>
                    </a:lnTo>
                    <a:lnTo>
                      <a:pt x="206" y="413"/>
                    </a:lnTo>
                    <a:lnTo>
                      <a:pt x="228" y="412"/>
                    </a:lnTo>
                    <a:lnTo>
                      <a:pt x="248" y="409"/>
                    </a:lnTo>
                    <a:lnTo>
                      <a:pt x="268" y="404"/>
                    </a:lnTo>
                    <a:lnTo>
                      <a:pt x="286" y="397"/>
                    </a:lnTo>
                    <a:lnTo>
                      <a:pt x="304" y="388"/>
                    </a:lnTo>
                    <a:lnTo>
                      <a:pt x="322" y="378"/>
                    </a:lnTo>
                    <a:lnTo>
                      <a:pt x="337" y="367"/>
                    </a:lnTo>
                    <a:lnTo>
                      <a:pt x="352" y="352"/>
                    </a:lnTo>
                    <a:lnTo>
                      <a:pt x="365" y="338"/>
                    </a:lnTo>
                    <a:lnTo>
                      <a:pt x="377" y="322"/>
                    </a:lnTo>
                    <a:lnTo>
                      <a:pt x="387" y="305"/>
                    </a:lnTo>
                    <a:lnTo>
                      <a:pt x="396" y="288"/>
                    </a:lnTo>
                    <a:lnTo>
                      <a:pt x="403" y="268"/>
                    </a:lnTo>
                    <a:lnTo>
                      <a:pt x="408" y="249"/>
                    </a:lnTo>
                    <a:lnTo>
                      <a:pt x="411" y="228"/>
                    </a:lnTo>
                    <a:lnTo>
                      <a:pt x="412" y="207"/>
                    </a:lnTo>
                    <a:lnTo>
                      <a:pt x="412" y="207"/>
                    </a:lnTo>
                    <a:lnTo>
                      <a:pt x="411" y="186"/>
                    </a:lnTo>
                    <a:lnTo>
                      <a:pt x="408" y="166"/>
                    </a:lnTo>
                    <a:lnTo>
                      <a:pt x="403" y="146"/>
                    </a:lnTo>
                    <a:lnTo>
                      <a:pt x="396" y="127"/>
                    </a:lnTo>
                    <a:lnTo>
                      <a:pt x="387" y="108"/>
                    </a:lnTo>
                    <a:lnTo>
                      <a:pt x="377" y="92"/>
                    </a:lnTo>
                    <a:lnTo>
                      <a:pt x="365" y="76"/>
                    </a:lnTo>
                    <a:lnTo>
                      <a:pt x="352" y="61"/>
                    </a:lnTo>
                    <a:lnTo>
                      <a:pt x="337" y="48"/>
                    </a:lnTo>
                    <a:lnTo>
                      <a:pt x="322" y="36"/>
                    </a:lnTo>
                    <a:lnTo>
                      <a:pt x="304" y="26"/>
                    </a:lnTo>
                    <a:lnTo>
                      <a:pt x="286" y="17"/>
                    </a:lnTo>
                    <a:lnTo>
                      <a:pt x="268" y="10"/>
                    </a:lnTo>
                    <a:lnTo>
                      <a:pt x="248" y="5"/>
                    </a:lnTo>
                    <a:lnTo>
                      <a:pt x="228" y="1"/>
                    </a:lnTo>
                    <a:lnTo>
                      <a:pt x="206" y="0"/>
                    </a:lnTo>
                    <a:lnTo>
                      <a:pt x="206" y="0"/>
                    </a:lnTo>
                    <a:close/>
                    <a:moveTo>
                      <a:pt x="206" y="399"/>
                    </a:moveTo>
                    <a:lnTo>
                      <a:pt x="206" y="399"/>
                    </a:lnTo>
                    <a:lnTo>
                      <a:pt x="187" y="398"/>
                    </a:lnTo>
                    <a:lnTo>
                      <a:pt x="167" y="395"/>
                    </a:lnTo>
                    <a:lnTo>
                      <a:pt x="149" y="390"/>
                    </a:lnTo>
                    <a:lnTo>
                      <a:pt x="131" y="384"/>
                    </a:lnTo>
                    <a:lnTo>
                      <a:pt x="114" y="376"/>
                    </a:lnTo>
                    <a:lnTo>
                      <a:pt x="99" y="367"/>
                    </a:lnTo>
                    <a:lnTo>
                      <a:pt x="84" y="355"/>
                    </a:lnTo>
                    <a:lnTo>
                      <a:pt x="71" y="343"/>
                    </a:lnTo>
                    <a:lnTo>
                      <a:pt x="58" y="329"/>
                    </a:lnTo>
                    <a:lnTo>
                      <a:pt x="47" y="315"/>
                    </a:lnTo>
                    <a:lnTo>
                      <a:pt x="37" y="298"/>
                    </a:lnTo>
                    <a:lnTo>
                      <a:pt x="29" y="281"/>
                    </a:lnTo>
                    <a:lnTo>
                      <a:pt x="22" y="264"/>
                    </a:lnTo>
                    <a:lnTo>
                      <a:pt x="18" y="246"/>
                    </a:lnTo>
                    <a:lnTo>
                      <a:pt x="15" y="226"/>
                    </a:lnTo>
                    <a:lnTo>
                      <a:pt x="14" y="207"/>
                    </a:lnTo>
                    <a:lnTo>
                      <a:pt x="14" y="207"/>
                    </a:lnTo>
                    <a:lnTo>
                      <a:pt x="15" y="187"/>
                    </a:lnTo>
                    <a:lnTo>
                      <a:pt x="18" y="169"/>
                    </a:lnTo>
                    <a:lnTo>
                      <a:pt x="22" y="151"/>
                    </a:lnTo>
                    <a:lnTo>
                      <a:pt x="29" y="132"/>
                    </a:lnTo>
                    <a:lnTo>
                      <a:pt x="37" y="116"/>
                    </a:lnTo>
                    <a:lnTo>
                      <a:pt x="47" y="100"/>
                    </a:lnTo>
                    <a:lnTo>
                      <a:pt x="58" y="85"/>
                    </a:lnTo>
                    <a:lnTo>
                      <a:pt x="71" y="72"/>
                    </a:lnTo>
                    <a:lnTo>
                      <a:pt x="84" y="59"/>
                    </a:lnTo>
                    <a:lnTo>
                      <a:pt x="99" y="48"/>
                    </a:lnTo>
                    <a:lnTo>
                      <a:pt x="114" y="38"/>
                    </a:lnTo>
                    <a:lnTo>
                      <a:pt x="131" y="31"/>
                    </a:lnTo>
                    <a:lnTo>
                      <a:pt x="149" y="24"/>
                    </a:lnTo>
                    <a:lnTo>
                      <a:pt x="167" y="19"/>
                    </a:lnTo>
                    <a:lnTo>
                      <a:pt x="187" y="16"/>
                    </a:lnTo>
                    <a:lnTo>
                      <a:pt x="206" y="16"/>
                    </a:lnTo>
                    <a:lnTo>
                      <a:pt x="206" y="16"/>
                    </a:lnTo>
                    <a:lnTo>
                      <a:pt x="225" y="16"/>
                    </a:lnTo>
                    <a:lnTo>
                      <a:pt x="245" y="19"/>
                    </a:lnTo>
                    <a:lnTo>
                      <a:pt x="263" y="24"/>
                    </a:lnTo>
                    <a:lnTo>
                      <a:pt x="280" y="31"/>
                    </a:lnTo>
                    <a:lnTo>
                      <a:pt x="298" y="38"/>
                    </a:lnTo>
                    <a:lnTo>
                      <a:pt x="313" y="48"/>
                    </a:lnTo>
                    <a:lnTo>
                      <a:pt x="328" y="59"/>
                    </a:lnTo>
                    <a:lnTo>
                      <a:pt x="342" y="72"/>
                    </a:lnTo>
                    <a:lnTo>
                      <a:pt x="354" y="85"/>
                    </a:lnTo>
                    <a:lnTo>
                      <a:pt x="366" y="100"/>
                    </a:lnTo>
                    <a:lnTo>
                      <a:pt x="374" y="116"/>
                    </a:lnTo>
                    <a:lnTo>
                      <a:pt x="383" y="132"/>
                    </a:lnTo>
                    <a:lnTo>
                      <a:pt x="390" y="151"/>
                    </a:lnTo>
                    <a:lnTo>
                      <a:pt x="394" y="169"/>
                    </a:lnTo>
                    <a:lnTo>
                      <a:pt x="397" y="187"/>
                    </a:lnTo>
                    <a:lnTo>
                      <a:pt x="398" y="207"/>
                    </a:lnTo>
                    <a:lnTo>
                      <a:pt x="398" y="207"/>
                    </a:lnTo>
                    <a:lnTo>
                      <a:pt x="397" y="226"/>
                    </a:lnTo>
                    <a:lnTo>
                      <a:pt x="394" y="246"/>
                    </a:lnTo>
                    <a:lnTo>
                      <a:pt x="390" y="264"/>
                    </a:lnTo>
                    <a:lnTo>
                      <a:pt x="383" y="281"/>
                    </a:lnTo>
                    <a:lnTo>
                      <a:pt x="374" y="298"/>
                    </a:lnTo>
                    <a:lnTo>
                      <a:pt x="366" y="315"/>
                    </a:lnTo>
                    <a:lnTo>
                      <a:pt x="354" y="329"/>
                    </a:lnTo>
                    <a:lnTo>
                      <a:pt x="342" y="343"/>
                    </a:lnTo>
                    <a:lnTo>
                      <a:pt x="328" y="355"/>
                    </a:lnTo>
                    <a:lnTo>
                      <a:pt x="313" y="367"/>
                    </a:lnTo>
                    <a:lnTo>
                      <a:pt x="298" y="376"/>
                    </a:lnTo>
                    <a:lnTo>
                      <a:pt x="280" y="384"/>
                    </a:lnTo>
                    <a:lnTo>
                      <a:pt x="263" y="390"/>
                    </a:lnTo>
                    <a:lnTo>
                      <a:pt x="245" y="395"/>
                    </a:lnTo>
                    <a:lnTo>
                      <a:pt x="225" y="398"/>
                    </a:lnTo>
                    <a:lnTo>
                      <a:pt x="206" y="399"/>
                    </a:lnTo>
                    <a:lnTo>
                      <a:pt x="206" y="3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63" name="Rectangle 179">
                <a:extLst>
                  <a:ext uri="{FF2B5EF4-FFF2-40B4-BE49-F238E27FC236}">
                    <a16:creationId xmlns="" xmlns:a16="http://schemas.microsoft.com/office/drawing/2014/main" id="{0A98E34C-E320-4F04-8DD7-4B306D97D4B1}"/>
                  </a:ext>
                </a:extLst>
              </p:cNvPr>
              <p:cNvSpPr>
                <a:spLocks noChangeArrowheads="1"/>
              </p:cNvSpPr>
              <p:nvPr/>
            </p:nvSpPr>
            <p:spPr bwMode="auto">
              <a:xfrm>
                <a:off x="5505450" y="4470400"/>
                <a:ext cx="23813" cy="5715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64" name="Freeform 180">
                <a:extLst>
                  <a:ext uri="{FF2B5EF4-FFF2-40B4-BE49-F238E27FC236}">
                    <a16:creationId xmlns="" xmlns:a16="http://schemas.microsoft.com/office/drawing/2014/main" id="{30CAEFD0-7AFB-44FA-90B9-873809623248}"/>
                  </a:ext>
                </a:extLst>
              </p:cNvPr>
              <p:cNvSpPr>
                <a:spLocks/>
              </p:cNvSpPr>
              <p:nvPr/>
            </p:nvSpPr>
            <p:spPr bwMode="auto">
              <a:xfrm>
                <a:off x="5365750" y="4502150"/>
                <a:ext cx="49213" cy="61913"/>
              </a:xfrm>
              <a:custGeom>
                <a:avLst/>
                <a:gdLst>
                  <a:gd name="T0" fmla="*/ 31 w 31"/>
                  <a:gd name="T1" fmla="*/ 31 h 39"/>
                  <a:gd name="T2" fmla="*/ 13 w 31"/>
                  <a:gd name="T3" fmla="*/ 0 h 39"/>
                  <a:gd name="T4" fmla="*/ 0 w 31"/>
                  <a:gd name="T5" fmla="*/ 7 h 39"/>
                  <a:gd name="T6" fmla="*/ 18 w 31"/>
                  <a:gd name="T7" fmla="*/ 39 h 39"/>
                  <a:gd name="T8" fmla="*/ 31 w 31"/>
                  <a:gd name="T9" fmla="*/ 31 h 39"/>
                </a:gdLst>
                <a:ahLst/>
                <a:cxnLst>
                  <a:cxn ang="0">
                    <a:pos x="T0" y="T1"/>
                  </a:cxn>
                  <a:cxn ang="0">
                    <a:pos x="T2" y="T3"/>
                  </a:cxn>
                  <a:cxn ang="0">
                    <a:pos x="T4" y="T5"/>
                  </a:cxn>
                  <a:cxn ang="0">
                    <a:pos x="T6" y="T7"/>
                  </a:cxn>
                  <a:cxn ang="0">
                    <a:pos x="T8" y="T9"/>
                  </a:cxn>
                </a:cxnLst>
                <a:rect l="0" t="0" r="r" b="b"/>
                <a:pathLst>
                  <a:path w="31" h="39">
                    <a:moveTo>
                      <a:pt x="31" y="31"/>
                    </a:moveTo>
                    <a:lnTo>
                      <a:pt x="13" y="0"/>
                    </a:lnTo>
                    <a:lnTo>
                      <a:pt x="0" y="7"/>
                    </a:lnTo>
                    <a:lnTo>
                      <a:pt x="18" y="39"/>
                    </a:lnTo>
                    <a:lnTo>
                      <a:pt x="31" y="3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65" name="Freeform 181">
                <a:extLst>
                  <a:ext uri="{FF2B5EF4-FFF2-40B4-BE49-F238E27FC236}">
                    <a16:creationId xmlns="" xmlns:a16="http://schemas.microsoft.com/office/drawing/2014/main" id="{CFD618DC-FC0C-49A8-BB3D-25DC67FCBFA9}"/>
                  </a:ext>
                </a:extLst>
              </p:cNvPr>
              <p:cNvSpPr>
                <a:spLocks/>
              </p:cNvSpPr>
              <p:nvPr/>
            </p:nvSpPr>
            <p:spPr bwMode="auto">
              <a:xfrm>
                <a:off x="5265738" y="4600575"/>
                <a:ext cx="63500" cy="49213"/>
              </a:xfrm>
              <a:custGeom>
                <a:avLst/>
                <a:gdLst>
                  <a:gd name="T0" fmla="*/ 0 w 40"/>
                  <a:gd name="T1" fmla="*/ 13 h 31"/>
                  <a:gd name="T2" fmla="*/ 33 w 40"/>
                  <a:gd name="T3" fmla="*/ 31 h 31"/>
                  <a:gd name="T4" fmla="*/ 40 w 40"/>
                  <a:gd name="T5" fmla="*/ 19 h 31"/>
                  <a:gd name="T6" fmla="*/ 8 w 40"/>
                  <a:gd name="T7" fmla="*/ 0 h 31"/>
                  <a:gd name="T8" fmla="*/ 0 w 40"/>
                  <a:gd name="T9" fmla="*/ 13 h 31"/>
                </a:gdLst>
                <a:ahLst/>
                <a:cxnLst>
                  <a:cxn ang="0">
                    <a:pos x="T0" y="T1"/>
                  </a:cxn>
                  <a:cxn ang="0">
                    <a:pos x="T2" y="T3"/>
                  </a:cxn>
                  <a:cxn ang="0">
                    <a:pos x="T4" y="T5"/>
                  </a:cxn>
                  <a:cxn ang="0">
                    <a:pos x="T6" y="T7"/>
                  </a:cxn>
                  <a:cxn ang="0">
                    <a:pos x="T8" y="T9"/>
                  </a:cxn>
                </a:cxnLst>
                <a:rect l="0" t="0" r="r" b="b"/>
                <a:pathLst>
                  <a:path w="40" h="31">
                    <a:moveTo>
                      <a:pt x="0" y="13"/>
                    </a:moveTo>
                    <a:lnTo>
                      <a:pt x="33" y="31"/>
                    </a:lnTo>
                    <a:lnTo>
                      <a:pt x="40" y="19"/>
                    </a:lnTo>
                    <a:lnTo>
                      <a:pt x="8" y="0"/>
                    </a:lnTo>
                    <a:lnTo>
                      <a:pt x="0"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66" name="Rectangle 182">
                <a:extLst>
                  <a:ext uri="{FF2B5EF4-FFF2-40B4-BE49-F238E27FC236}">
                    <a16:creationId xmlns="" xmlns:a16="http://schemas.microsoft.com/office/drawing/2014/main" id="{9DDBC369-CED2-4B3E-A33F-827D7BE343D2}"/>
                  </a:ext>
                </a:extLst>
              </p:cNvPr>
              <p:cNvSpPr>
                <a:spLocks noChangeArrowheads="1"/>
              </p:cNvSpPr>
              <p:nvPr/>
            </p:nvSpPr>
            <p:spPr bwMode="auto">
              <a:xfrm>
                <a:off x="5235575" y="4740275"/>
                <a:ext cx="58738"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67" name="Freeform 183">
                <a:extLst>
                  <a:ext uri="{FF2B5EF4-FFF2-40B4-BE49-F238E27FC236}">
                    <a16:creationId xmlns="" xmlns:a16="http://schemas.microsoft.com/office/drawing/2014/main" id="{E32CCBAB-8950-483A-B5C2-10ECB634EEC7}"/>
                  </a:ext>
                </a:extLst>
              </p:cNvPr>
              <p:cNvSpPr>
                <a:spLocks/>
              </p:cNvSpPr>
              <p:nvPr/>
            </p:nvSpPr>
            <p:spPr bwMode="auto">
              <a:xfrm>
                <a:off x="5265738" y="4852988"/>
                <a:ext cx="63500" cy="49213"/>
              </a:xfrm>
              <a:custGeom>
                <a:avLst/>
                <a:gdLst>
                  <a:gd name="T0" fmla="*/ 0 w 40"/>
                  <a:gd name="T1" fmla="*/ 19 h 31"/>
                  <a:gd name="T2" fmla="*/ 8 w 40"/>
                  <a:gd name="T3" fmla="*/ 31 h 31"/>
                  <a:gd name="T4" fmla="*/ 40 w 40"/>
                  <a:gd name="T5" fmla="*/ 12 h 31"/>
                  <a:gd name="T6" fmla="*/ 33 w 40"/>
                  <a:gd name="T7" fmla="*/ 0 h 31"/>
                  <a:gd name="T8" fmla="*/ 0 w 40"/>
                  <a:gd name="T9" fmla="*/ 19 h 31"/>
                </a:gdLst>
                <a:ahLst/>
                <a:cxnLst>
                  <a:cxn ang="0">
                    <a:pos x="T0" y="T1"/>
                  </a:cxn>
                  <a:cxn ang="0">
                    <a:pos x="T2" y="T3"/>
                  </a:cxn>
                  <a:cxn ang="0">
                    <a:pos x="T4" y="T5"/>
                  </a:cxn>
                  <a:cxn ang="0">
                    <a:pos x="T6" y="T7"/>
                  </a:cxn>
                  <a:cxn ang="0">
                    <a:pos x="T8" y="T9"/>
                  </a:cxn>
                </a:cxnLst>
                <a:rect l="0" t="0" r="r" b="b"/>
                <a:pathLst>
                  <a:path w="40" h="31">
                    <a:moveTo>
                      <a:pt x="0" y="19"/>
                    </a:moveTo>
                    <a:lnTo>
                      <a:pt x="8" y="31"/>
                    </a:lnTo>
                    <a:lnTo>
                      <a:pt x="40" y="12"/>
                    </a:lnTo>
                    <a:lnTo>
                      <a:pt x="33" y="0"/>
                    </a:lnTo>
                    <a:lnTo>
                      <a:pt x="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68" name="Freeform 184">
                <a:extLst>
                  <a:ext uri="{FF2B5EF4-FFF2-40B4-BE49-F238E27FC236}">
                    <a16:creationId xmlns="" xmlns:a16="http://schemas.microsoft.com/office/drawing/2014/main" id="{8EAEBF9D-B54E-4A2C-84AB-28D246D241A7}"/>
                  </a:ext>
                </a:extLst>
              </p:cNvPr>
              <p:cNvSpPr>
                <a:spLocks/>
              </p:cNvSpPr>
              <p:nvPr/>
            </p:nvSpPr>
            <p:spPr bwMode="auto">
              <a:xfrm>
                <a:off x="5365750" y="4938713"/>
                <a:ext cx="49213" cy="61913"/>
              </a:xfrm>
              <a:custGeom>
                <a:avLst/>
                <a:gdLst>
                  <a:gd name="T0" fmla="*/ 0 w 31"/>
                  <a:gd name="T1" fmla="*/ 32 h 39"/>
                  <a:gd name="T2" fmla="*/ 13 w 31"/>
                  <a:gd name="T3" fmla="*/ 39 h 39"/>
                  <a:gd name="T4" fmla="*/ 31 w 31"/>
                  <a:gd name="T5" fmla="*/ 7 h 39"/>
                  <a:gd name="T6" fmla="*/ 18 w 31"/>
                  <a:gd name="T7" fmla="*/ 0 h 39"/>
                  <a:gd name="T8" fmla="*/ 0 w 31"/>
                  <a:gd name="T9" fmla="*/ 32 h 39"/>
                </a:gdLst>
                <a:ahLst/>
                <a:cxnLst>
                  <a:cxn ang="0">
                    <a:pos x="T0" y="T1"/>
                  </a:cxn>
                  <a:cxn ang="0">
                    <a:pos x="T2" y="T3"/>
                  </a:cxn>
                  <a:cxn ang="0">
                    <a:pos x="T4" y="T5"/>
                  </a:cxn>
                  <a:cxn ang="0">
                    <a:pos x="T6" y="T7"/>
                  </a:cxn>
                  <a:cxn ang="0">
                    <a:pos x="T8" y="T9"/>
                  </a:cxn>
                </a:cxnLst>
                <a:rect l="0" t="0" r="r" b="b"/>
                <a:pathLst>
                  <a:path w="31" h="39">
                    <a:moveTo>
                      <a:pt x="0" y="32"/>
                    </a:moveTo>
                    <a:lnTo>
                      <a:pt x="13" y="39"/>
                    </a:lnTo>
                    <a:lnTo>
                      <a:pt x="31" y="7"/>
                    </a:lnTo>
                    <a:lnTo>
                      <a:pt x="18" y="0"/>
                    </a:lnTo>
                    <a:lnTo>
                      <a:pt x="0"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69" name="Rectangle 185">
                <a:extLst>
                  <a:ext uri="{FF2B5EF4-FFF2-40B4-BE49-F238E27FC236}">
                    <a16:creationId xmlns="" xmlns:a16="http://schemas.microsoft.com/office/drawing/2014/main" id="{5B6280B7-594C-45CB-8844-BBB5FCEBC9B8}"/>
                  </a:ext>
                </a:extLst>
              </p:cNvPr>
              <p:cNvSpPr>
                <a:spLocks noChangeArrowheads="1"/>
              </p:cNvSpPr>
              <p:nvPr/>
            </p:nvSpPr>
            <p:spPr bwMode="auto">
              <a:xfrm>
                <a:off x="5505450" y="4975225"/>
                <a:ext cx="23813"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70" name="Freeform 186">
                <a:extLst>
                  <a:ext uri="{FF2B5EF4-FFF2-40B4-BE49-F238E27FC236}">
                    <a16:creationId xmlns="" xmlns:a16="http://schemas.microsoft.com/office/drawing/2014/main" id="{7E027AF2-12CA-4B4C-9C58-E0FEF3C180DA}"/>
                  </a:ext>
                </a:extLst>
              </p:cNvPr>
              <p:cNvSpPr>
                <a:spLocks/>
              </p:cNvSpPr>
              <p:nvPr/>
            </p:nvSpPr>
            <p:spPr bwMode="auto">
              <a:xfrm>
                <a:off x="5619750" y="4938713"/>
                <a:ext cx="47625" cy="61913"/>
              </a:xfrm>
              <a:custGeom>
                <a:avLst/>
                <a:gdLst>
                  <a:gd name="T0" fmla="*/ 0 w 30"/>
                  <a:gd name="T1" fmla="*/ 7 h 39"/>
                  <a:gd name="T2" fmla="*/ 18 w 30"/>
                  <a:gd name="T3" fmla="*/ 39 h 39"/>
                  <a:gd name="T4" fmla="*/ 30 w 30"/>
                  <a:gd name="T5" fmla="*/ 32 h 39"/>
                  <a:gd name="T6" fmla="*/ 12 w 30"/>
                  <a:gd name="T7" fmla="*/ 0 h 39"/>
                  <a:gd name="T8" fmla="*/ 0 w 30"/>
                  <a:gd name="T9" fmla="*/ 7 h 39"/>
                </a:gdLst>
                <a:ahLst/>
                <a:cxnLst>
                  <a:cxn ang="0">
                    <a:pos x="T0" y="T1"/>
                  </a:cxn>
                  <a:cxn ang="0">
                    <a:pos x="T2" y="T3"/>
                  </a:cxn>
                  <a:cxn ang="0">
                    <a:pos x="T4" y="T5"/>
                  </a:cxn>
                  <a:cxn ang="0">
                    <a:pos x="T6" y="T7"/>
                  </a:cxn>
                  <a:cxn ang="0">
                    <a:pos x="T8" y="T9"/>
                  </a:cxn>
                </a:cxnLst>
                <a:rect l="0" t="0" r="r" b="b"/>
                <a:pathLst>
                  <a:path w="30" h="39">
                    <a:moveTo>
                      <a:pt x="0" y="7"/>
                    </a:moveTo>
                    <a:lnTo>
                      <a:pt x="18" y="39"/>
                    </a:lnTo>
                    <a:lnTo>
                      <a:pt x="30" y="32"/>
                    </a:lnTo>
                    <a:lnTo>
                      <a:pt x="12" y="0"/>
                    </a:lnTo>
                    <a:lnTo>
                      <a:pt x="0"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71" name="Freeform 187">
                <a:extLst>
                  <a:ext uri="{FF2B5EF4-FFF2-40B4-BE49-F238E27FC236}">
                    <a16:creationId xmlns="" xmlns:a16="http://schemas.microsoft.com/office/drawing/2014/main" id="{E24506A0-A7EE-41CB-B9D2-FCA69DC20C3A}"/>
                  </a:ext>
                </a:extLst>
              </p:cNvPr>
              <p:cNvSpPr>
                <a:spLocks/>
              </p:cNvSpPr>
              <p:nvPr/>
            </p:nvSpPr>
            <p:spPr bwMode="auto">
              <a:xfrm>
                <a:off x="5705475" y="4852988"/>
                <a:ext cx="61913" cy="49213"/>
              </a:xfrm>
              <a:custGeom>
                <a:avLst/>
                <a:gdLst>
                  <a:gd name="T0" fmla="*/ 0 w 39"/>
                  <a:gd name="T1" fmla="*/ 12 h 31"/>
                  <a:gd name="T2" fmla="*/ 31 w 39"/>
                  <a:gd name="T3" fmla="*/ 31 h 31"/>
                  <a:gd name="T4" fmla="*/ 39 w 39"/>
                  <a:gd name="T5" fmla="*/ 19 h 31"/>
                  <a:gd name="T6" fmla="*/ 6 w 39"/>
                  <a:gd name="T7" fmla="*/ 0 h 31"/>
                  <a:gd name="T8" fmla="*/ 0 w 39"/>
                  <a:gd name="T9" fmla="*/ 12 h 31"/>
                </a:gdLst>
                <a:ahLst/>
                <a:cxnLst>
                  <a:cxn ang="0">
                    <a:pos x="T0" y="T1"/>
                  </a:cxn>
                  <a:cxn ang="0">
                    <a:pos x="T2" y="T3"/>
                  </a:cxn>
                  <a:cxn ang="0">
                    <a:pos x="T4" y="T5"/>
                  </a:cxn>
                  <a:cxn ang="0">
                    <a:pos x="T6" y="T7"/>
                  </a:cxn>
                  <a:cxn ang="0">
                    <a:pos x="T8" y="T9"/>
                  </a:cxn>
                </a:cxnLst>
                <a:rect l="0" t="0" r="r" b="b"/>
                <a:pathLst>
                  <a:path w="39" h="31">
                    <a:moveTo>
                      <a:pt x="0" y="12"/>
                    </a:moveTo>
                    <a:lnTo>
                      <a:pt x="31" y="31"/>
                    </a:lnTo>
                    <a:lnTo>
                      <a:pt x="39" y="19"/>
                    </a:lnTo>
                    <a:lnTo>
                      <a:pt x="6"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72" name="Rectangle 188">
                <a:extLst>
                  <a:ext uri="{FF2B5EF4-FFF2-40B4-BE49-F238E27FC236}">
                    <a16:creationId xmlns="" xmlns:a16="http://schemas.microsoft.com/office/drawing/2014/main" id="{DEAF5EF0-69C1-4812-8963-8398B42FB387}"/>
                  </a:ext>
                </a:extLst>
              </p:cNvPr>
              <p:cNvSpPr>
                <a:spLocks noChangeArrowheads="1"/>
              </p:cNvSpPr>
              <p:nvPr/>
            </p:nvSpPr>
            <p:spPr bwMode="auto">
              <a:xfrm>
                <a:off x="5738813" y="4740275"/>
                <a:ext cx="60325" cy="22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73" name="Freeform 189">
                <a:extLst>
                  <a:ext uri="{FF2B5EF4-FFF2-40B4-BE49-F238E27FC236}">
                    <a16:creationId xmlns="" xmlns:a16="http://schemas.microsoft.com/office/drawing/2014/main" id="{004F0A27-2A71-4853-872F-130A2A2958F0}"/>
                  </a:ext>
                </a:extLst>
              </p:cNvPr>
              <p:cNvSpPr>
                <a:spLocks/>
              </p:cNvSpPr>
              <p:nvPr/>
            </p:nvSpPr>
            <p:spPr bwMode="auto">
              <a:xfrm>
                <a:off x="5705475" y="4600575"/>
                <a:ext cx="61913" cy="49213"/>
              </a:xfrm>
              <a:custGeom>
                <a:avLst/>
                <a:gdLst>
                  <a:gd name="T0" fmla="*/ 39 w 39"/>
                  <a:gd name="T1" fmla="*/ 13 h 31"/>
                  <a:gd name="T2" fmla="*/ 31 w 39"/>
                  <a:gd name="T3" fmla="*/ 0 h 31"/>
                  <a:gd name="T4" fmla="*/ 0 w 39"/>
                  <a:gd name="T5" fmla="*/ 19 h 31"/>
                  <a:gd name="T6" fmla="*/ 6 w 39"/>
                  <a:gd name="T7" fmla="*/ 31 h 31"/>
                  <a:gd name="T8" fmla="*/ 39 w 39"/>
                  <a:gd name="T9" fmla="*/ 13 h 31"/>
                </a:gdLst>
                <a:ahLst/>
                <a:cxnLst>
                  <a:cxn ang="0">
                    <a:pos x="T0" y="T1"/>
                  </a:cxn>
                  <a:cxn ang="0">
                    <a:pos x="T2" y="T3"/>
                  </a:cxn>
                  <a:cxn ang="0">
                    <a:pos x="T4" y="T5"/>
                  </a:cxn>
                  <a:cxn ang="0">
                    <a:pos x="T6" y="T7"/>
                  </a:cxn>
                  <a:cxn ang="0">
                    <a:pos x="T8" y="T9"/>
                  </a:cxn>
                </a:cxnLst>
                <a:rect l="0" t="0" r="r" b="b"/>
                <a:pathLst>
                  <a:path w="39" h="31">
                    <a:moveTo>
                      <a:pt x="39" y="13"/>
                    </a:moveTo>
                    <a:lnTo>
                      <a:pt x="31" y="0"/>
                    </a:lnTo>
                    <a:lnTo>
                      <a:pt x="0" y="19"/>
                    </a:lnTo>
                    <a:lnTo>
                      <a:pt x="6" y="31"/>
                    </a:lnTo>
                    <a:lnTo>
                      <a:pt x="39"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74" name="Freeform 190">
                <a:extLst>
                  <a:ext uri="{FF2B5EF4-FFF2-40B4-BE49-F238E27FC236}">
                    <a16:creationId xmlns="" xmlns:a16="http://schemas.microsoft.com/office/drawing/2014/main" id="{FFA52156-C706-4665-93E5-507B9225BE62}"/>
                  </a:ext>
                </a:extLst>
              </p:cNvPr>
              <p:cNvSpPr>
                <a:spLocks/>
              </p:cNvSpPr>
              <p:nvPr/>
            </p:nvSpPr>
            <p:spPr bwMode="auto">
              <a:xfrm>
                <a:off x="5619750" y="4502150"/>
                <a:ext cx="47625" cy="61913"/>
              </a:xfrm>
              <a:custGeom>
                <a:avLst/>
                <a:gdLst>
                  <a:gd name="T0" fmla="*/ 30 w 30"/>
                  <a:gd name="T1" fmla="*/ 7 h 39"/>
                  <a:gd name="T2" fmla="*/ 18 w 30"/>
                  <a:gd name="T3" fmla="*/ 0 h 39"/>
                  <a:gd name="T4" fmla="*/ 0 w 30"/>
                  <a:gd name="T5" fmla="*/ 31 h 39"/>
                  <a:gd name="T6" fmla="*/ 12 w 30"/>
                  <a:gd name="T7" fmla="*/ 39 h 39"/>
                  <a:gd name="T8" fmla="*/ 30 w 30"/>
                  <a:gd name="T9" fmla="*/ 7 h 39"/>
                </a:gdLst>
                <a:ahLst/>
                <a:cxnLst>
                  <a:cxn ang="0">
                    <a:pos x="T0" y="T1"/>
                  </a:cxn>
                  <a:cxn ang="0">
                    <a:pos x="T2" y="T3"/>
                  </a:cxn>
                  <a:cxn ang="0">
                    <a:pos x="T4" y="T5"/>
                  </a:cxn>
                  <a:cxn ang="0">
                    <a:pos x="T6" y="T7"/>
                  </a:cxn>
                  <a:cxn ang="0">
                    <a:pos x="T8" y="T9"/>
                  </a:cxn>
                </a:cxnLst>
                <a:rect l="0" t="0" r="r" b="b"/>
                <a:pathLst>
                  <a:path w="30" h="39">
                    <a:moveTo>
                      <a:pt x="30" y="7"/>
                    </a:moveTo>
                    <a:lnTo>
                      <a:pt x="18" y="0"/>
                    </a:lnTo>
                    <a:lnTo>
                      <a:pt x="0" y="31"/>
                    </a:lnTo>
                    <a:lnTo>
                      <a:pt x="12" y="39"/>
                    </a:lnTo>
                    <a:lnTo>
                      <a:pt x="30"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sp>
            <p:nvSpPr>
              <p:cNvPr id="75" name="Freeform 191">
                <a:extLst>
                  <a:ext uri="{FF2B5EF4-FFF2-40B4-BE49-F238E27FC236}">
                    <a16:creationId xmlns="" xmlns:a16="http://schemas.microsoft.com/office/drawing/2014/main" id="{CE4EA154-4B98-468A-93D0-849F5CA1E529}"/>
                  </a:ext>
                </a:extLst>
              </p:cNvPr>
              <p:cNvSpPr>
                <a:spLocks noEditPoints="1"/>
              </p:cNvSpPr>
              <p:nvPr/>
            </p:nvSpPr>
            <p:spPr bwMode="auto">
              <a:xfrm>
                <a:off x="5373688" y="4592638"/>
                <a:ext cx="277813" cy="187325"/>
              </a:xfrm>
              <a:custGeom>
                <a:avLst/>
                <a:gdLst>
                  <a:gd name="T0" fmla="*/ 175 w 175"/>
                  <a:gd name="T1" fmla="*/ 33 h 118"/>
                  <a:gd name="T2" fmla="*/ 167 w 175"/>
                  <a:gd name="T3" fmla="*/ 22 h 118"/>
                  <a:gd name="T4" fmla="*/ 98 w 175"/>
                  <a:gd name="T5" fmla="*/ 83 h 118"/>
                  <a:gd name="T6" fmla="*/ 98 w 175"/>
                  <a:gd name="T7" fmla="*/ 83 h 118"/>
                  <a:gd name="T8" fmla="*/ 94 w 175"/>
                  <a:gd name="T9" fmla="*/ 82 h 118"/>
                  <a:gd name="T10" fmla="*/ 90 w 175"/>
                  <a:gd name="T11" fmla="*/ 81 h 118"/>
                  <a:gd name="T12" fmla="*/ 90 w 175"/>
                  <a:gd name="T13" fmla="*/ 81 h 118"/>
                  <a:gd name="T14" fmla="*/ 85 w 175"/>
                  <a:gd name="T15" fmla="*/ 82 h 118"/>
                  <a:gd name="T16" fmla="*/ 11 w 175"/>
                  <a:gd name="T17" fmla="*/ 0 h 118"/>
                  <a:gd name="T18" fmla="*/ 0 w 175"/>
                  <a:gd name="T19" fmla="*/ 10 h 118"/>
                  <a:gd name="T20" fmla="*/ 74 w 175"/>
                  <a:gd name="T21" fmla="*/ 92 h 118"/>
                  <a:gd name="T22" fmla="*/ 74 w 175"/>
                  <a:gd name="T23" fmla="*/ 92 h 118"/>
                  <a:gd name="T24" fmla="*/ 73 w 175"/>
                  <a:gd name="T25" fmla="*/ 95 h 118"/>
                  <a:gd name="T26" fmla="*/ 72 w 175"/>
                  <a:gd name="T27" fmla="*/ 99 h 118"/>
                  <a:gd name="T28" fmla="*/ 72 w 175"/>
                  <a:gd name="T29" fmla="*/ 99 h 118"/>
                  <a:gd name="T30" fmla="*/ 72 w 175"/>
                  <a:gd name="T31" fmla="*/ 103 h 118"/>
                  <a:gd name="T32" fmla="*/ 73 w 175"/>
                  <a:gd name="T33" fmla="*/ 106 h 118"/>
                  <a:gd name="T34" fmla="*/ 75 w 175"/>
                  <a:gd name="T35" fmla="*/ 109 h 118"/>
                  <a:gd name="T36" fmla="*/ 77 w 175"/>
                  <a:gd name="T37" fmla="*/ 113 h 118"/>
                  <a:gd name="T38" fmla="*/ 77 w 175"/>
                  <a:gd name="T39" fmla="*/ 113 h 118"/>
                  <a:gd name="T40" fmla="*/ 79 w 175"/>
                  <a:gd name="T41" fmla="*/ 115 h 118"/>
                  <a:gd name="T42" fmla="*/ 82 w 175"/>
                  <a:gd name="T43" fmla="*/ 117 h 118"/>
                  <a:gd name="T44" fmla="*/ 87 w 175"/>
                  <a:gd name="T45" fmla="*/ 118 h 118"/>
                  <a:gd name="T46" fmla="*/ 90 w 175"/>
                  <a:gd name="T47" fmla="*/ 118 h 118"/>
                  <a:gd name="T48" fmla="*/ 90 w 175"/>
                  <a:gd name="T49" fmla="*/ 118 h 118"/>
                  <a:gd name="T50" fmla="*/ 96 w 175"/>
                  <a:gd name="T51" fmla="*/ 117 h 118"/>
                  <a:gd name="T52" fmla="*/ 102 w 175"/>
                  <a:gd name="T53" fmla="*/ 114 h 118"/>
                  <a:gd name="T54" fmla="*/ 102 w 175"/>
                  <a:gd name="T55" fmla="*/ 114 h 118"/>
                  <a:gd name="T56" fmla="*/ 106 w 175"/>
                  <a:gd name="T57" fmla="*/ 109 h 118"/>
                  <a:gd name="T58" fmla="*/ 107 w 175"/>
                  <a:gd name="T59" fmla="*/ 104 h 118"/>
                  <a:gd name="T60" fmla="*/ 108 w 175"/>
                  <a:gd name="T61" fmla="*/ 100 h 118"/>
                  <a:gd name="T62" fmla="*/ 107 w 175"/>
                  <a:gd name="T63" fmla="*/ 94 h 118"/>
                  <a:gd name="T64" fmla="*/ 175 w 175"/>
                  <a:gd name="T65" fmla="*/ 33 h 118"/>
                  <a:gd name="T66" fmla="*/ 93 w 175"/>
                  <a:gd name="T67" fmla="*/ 103 h 118"/>
                  <a:gd name="T68" fmla="*/ 93 w 175"/>
                  <a:gd name="T69" fmla="*/ 103 h 118"/>
                  <a:gd name="T70" fmla="*/ 91 w 175"/>
                  <a:gd name="T71" fmla="*/ 104 h 118"/>
                  <a:gd name="T72" fmla="*/ 90 w 175"/>
                  <a:gd name="T73" fmla="*/ 104 h 118"/>
                  <a:gd name="T74" fmla="*/ 90 w 175"/>
                  <a:gd name="T75" fmla="*/ 104 h 118"/>
                  <a:gd name="T76" fmla="*/ 89 w 175"/>
                  <a:gd name="T77" fmla="*/ 104 h 118"/>
                  <a:gd name="T78" fmla="*/ 87 w 175"/>
                  <a:gd name="T79" fmla="*/ 103 h 118"/>
                  <a:gd name="T80" fmla="*/ 87 w 175"/>
                  <a:gd name="T81" fmla="*/ 103 h 118"/>
                  <a:gd name="T82" fmla="*/ 86 w 175"/>
                  <a:gd name="T83" fmla="*/ 100 h 118"/>
                  <a:gd name="T84" fmla="*/ 86 w 175"/>
                  <a:gd name="T85" fmla="*/ 100 h 118"/>
                  <a:gd name="T86" fmla="*/ 88 w 175"/>
                  <a:gd name="T87" fmla="*/ 98 h 118"/>
                  <a:gd name="T88" fmla="*/ 88 w 175"/>
                  <a:gd name="T89" fmla="*/ 98 h 118"/>
                  <a:gd name="T90" fmla="*/ 89 w 175"/>
                  <a:gd name="T91" fmla="*/ 96 h 118"/>
                  <a:gd name="T92" fmla="*/ 90 w 175"/>
                  <a:gd name="T93" fmla="*/ 96 h 118"/>
                  <a:gd name="T94" fmla="*/ 90 w 175"/>
                  <a:gd name="T95" fmla="*/ 96 h 118"/>
                  <a:gd name="T96" fmla="*/ 91 w 175"/>
                  <a:gd name="T97" fmla="*/ 96 h 118"/>
                  <a:gd name="T98" fmla="*/ 93 w 175"/>
                  <a:gd name="T99" fmla="*/ 98 h 118"/>
                  <a:gd name="T100" fmla="*/ 93 w 175"/>
                  <a:gd name="T101" fmla="*/ 98 h 118"/>
                  <a:gd name="T102" fmla="*/ 94 w 175"/>
                  <a:gd name="T103" fmla="*/ 101 h 118"/>
                  <a:gd name="T104" fmla="*/ 93 w 175"/>
                  <a:gd name="T105" fmla="*/ 103 h 118"/>
                  <a:gd name="T106" fmla="*/ 93 w 175"/>
                  <a:gd name="T107" fmla="*/ 103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75" h="118">
                    <a:moveTo>
                      <a:pt x="175" y="33"/>
                    </a:moveTo>
                    <a:lnTo>
                      <a:pt x="167" y="22"/>
                    </a:lnTo>
                    <a:lnTo>
                      <a:pt x="98" y="83"/>
                    </a:lnTo>
                    <a:lnTo>
                      <a:pt x="98" y="83"/>
                    </a:lnTo>
                    <a:lnTo>
                      <a:pt x="94" y="82"/>
                    </a:lnTo>
                    <a:lnTo>
                      <a:pt x="90" y="81"/>
                    </a:lnTo>
                    <a:lnTo>
                      <a:pt x="90" y="81"/>
                    </a:lnTo>
                    <a:lnTo>
                      <a:pt x="85" y="82"/>
                    </a:lnTo>
                    <a:lnTo>
                      <a:pt x="11" y="0"/>
                    </a:lnTo>
                    <a:lnTo>
                      <a:pt x="0" y="10"/>
                    </a:lnTo>
                    <a:lnTo>
                      <a:pt x="74" y="92"/>
                    </a:lnTo>
                    <a:lnTo>
                      <a:pt x="74" y="92"/>
                    </a:lnTo>
                    <a:lnTo>
                      <a:pt x="73" y="95"/>
                    </a:lnTo>
                    <a:lnTo>
                      <a:pt x="72" y="99"/>
                    </a:lnTo>
                    <a:lnTo>
                      <a:pt x="72" y="99"/>
                    </a:lnTo>
                    <a:lnTo>
                      <a:pt x="72" y="103"/>
                    </a:lnTo>
                    <a:lnTo>
                      <a:pt x="73" y="106"/>
                    </a:lnTo>
                    <a:lnTo>
                      <a:pt x="75" y="109"/>
                    </a:lnTo>
                    <a:lnTo>
                      <a:pt x="77" y="113"/>
                    </a:lnTo>
                    <a:lnTo>
                      <a:pt x="77" y="113"/>
                    </a:lnTo>
                    <a:lnTo>
                      <a:pt x="79" y="115"/>
                    </a:lnTo>
                    <a:lnTo>
                      <a:pt x="82" y="117"/>
                    </a:lnTo>
                    <a:lnTo>
                      <a:pt x="87" y="118"/>
                    </a:lnTo>
                    <a:lnTo>
                      <a:pt x="90" y="118"/>
                    </a:lnTo>
                    <a:lnTo>
                      <a:pt x="90" y="118"/>
                    </a:lnTo>
                    <a:lnTo>
                      <a:pt x="96" y="117"/>
                    </a:lnTo>
                    <a:lnTo>
                      <a:pt x="102" y="114"/>
                    </a:lnTo>
                    <a:lnTo>
                      <a:pt x="102" y="114"/>
                    </a:lnTo>
                    <a:lnTo>
                      <a:pt x="106" y="109"/>
                    </a:lnTo>
                    <a:lnTo>
                      <a:pt x="107" y="104"/>
                    </a:lnTo>
                    <a:lnTo>
                      <a:pt x="108" y="100"/>
                    </a:lnTo>
                    <a:lnTo>
                      <a:pt x="107" y="94"/>
                    </a:lnTo>
                    <a:lnTo>
                      <a:pt x="175" y="33"/>
                    </a:lnTo>
                    <a:close/>
                    <a:moveTo>
                      <a:pt x="93" y="103"/>
                    </a:moveTo>
                    <a:lnTo>
                      <a:pt x="93" y="103"/>
                    </a:lnTo>
                    <a:lnTo>
                      <a:pt x="91" y="104"/>
                    </a:lnTo>
                    <a:lnTo>
                      <a:pt x="90" y="104"/>
                    </a:lnTo>
                    <a:lnTo>
                      <a:pt x="90" y="104"/>
                    </a:lnTo>
                    <a:lnTo>
                      <a:pt x="89" y="104"/>
                    </a:lnTo>
                    <a:lnTo>
                      <a:pt x="87" y="103"/>
                    </a:lnTo>
                    <a:lnTo>
                      <a:pt x="87" y="103"/>
                    </a:lnTo>
                    <a:lnTo>
                      <a:pt x="86" y="100"/>
                    </a:lnTo>
                    <a:lnTo>
                      <a:pt x="86" y="100"/>
                    </a:lnTo>
                    <a:lnTo>
                      <a:pt x="88" y="98"/>
                    </a:lnTo>
                    <a:lnTo>
                      <a:pt x="88" y="98"/>
                    </a:lnTo>
                    <a:lnTo>
                      <a:pt x="89" y="96"/>
                    </a:lnTo>
                    <a:lnTo>
                      <a:pt x="90" y="96"/>
                    </a:lnTo>
                    <a:lnTo>
                      <a:pt x="90" y="96"/>
                    </a:lnTo>
                    <a:lnTo>
                      <a:pt x="91" y="96"/>
                    </a:lnTo>
                    <a:lnTo>
                      <a:pt x="93" y="98"/>
                    </a:lnTo>
                    <a:lnTo>
                      <a:pt x="93" y="98"/>
                    </a:lnTo>
                    <a:lnTo>
                      <a:pt x="94" y="101"/>
                    </a:lnTo>
                    <a:lnTo>
                      <a:pt x="93" y="103"/>
                    </a:lnTo>
                    <a:lnTo>
                      <a:pt x="93" y="1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ko-KR" altLang="en-US" sz="1800" b="0" i="0" u="none" strike="noStrike" kern="0" cap="none" spc="0" normalizeH="0" baseline="0" noProof="0">
                  <a:ln>
                    <a:noFill/>
                  </a:ln>
                  <a:solidFill>
                    <a:prstClr val="black"/>
                  </a:solidFill>
                  <a:effectLst/>
                  <a:uLnTx/>
                  <a:uFillTx/>
                  <a:latin typeface="Calibri"/>
                </a:endParaRPr>
              </a:p>
            </p:txBody>
          </p:sp>
        </p:grpSp>
      </p:grpSp>
      <p:grpSp>
        <p:nvGrpSpPr>
          <p:cNvPr id="88" name="组 87"/>
          <p:cNvGrpSpPr/>
          <p:nvPr/>
        </p:nvGrpSpPr>
        <p:grpSpPr>
          <a:xfrm>
            <a:off x="8497498" y="1921422"/>
            <a:ext cx="2880000" cy="1397890"/>
            <a:chOff x="7573558" y="1789204"/>
            <a:chExt cx="3240000" cy="1397890"/>
          </a:xfrm>
        </p:grpSpPr>
        <p:grpSp>
          <p:nvGrpSpPr>
            <p:cNvPr id="89"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91" name="矩形 9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92" name="矩形 9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defTabSz="914400"/>
                <a:r>
                  <a:rPr lang="zh-CN" altLang="en-US" sz="1800" b="1" dirty="0">
                    <a:solidFill>
                      <a:srgbClr val="141735"/>
                    </a:solidFill>
                    <a:latin typeface="Calibri"/>
                    <a:ea typeface="微软雅黑"/>
                  </a:rPr>
                  <a:t>标题文字添加</a:t>
                </a:r>
              </a:p>
            </p:txBody>
          </p:sp>
        </p:grpSp>
        <p:cxnSp>
          <p:nvCxnSpPr>
            <p:cNvPr id="9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93" name="组 92"/>
          <p:cNvGrpSpPr/>
          <p:nvPr/>
        </p:nvGrpSpPr>
        <p:grpSpPr>
          <a:xfrm>
            <a:off x="8481727" y="4315655"/>
            <a:ext cx="2880000" cy="1397890"/>
            <a:chOff x="7573558" y="1789204"/>
            <a:chExt cx="3240000" cy="1397890"/>
          </a:xfrm>
        </p:grpSpPr>
        <p:grpSp>
          <p:nvGrpSpPr>
            <p:cNvPr id="94"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96" name="矩形 95">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97" name="矩形 9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defTabSz="914400"/>
                <a:r>
                  <a:rPr lang="zh-CN" altLang="en-US" sz="1800" b="1" dirty="0">
                    <a:solidFill>
                      <a:srgbClr val="141735"/>
                    </a:solidFill>
                    <a:latin typeface="Calibri"/>
                    <a:ea typeface="微软雅黑"/>
                  </a:rPr>
                  <a:t>标题文字添加</a:t>
                </a:r>
              </a:p>
            </p:txBody>
          </p:sp>
        </p:grpSp>
        <p:cxnSp>
          <p:nvCxnSpPr>
            <p:cNvPr id="9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98" name="组 97"/>
          <p:cNvGrpSpPr/>
          <p:nvPr/>
        </p:nvGrpSpPr>
        <p:grpSpPr>
          <a:xfrm>
            <a:off x="778473" y="1829909"/>
            <a:ext cx="2880000" cy="1397890"/>
            <a:chOff x="7573558" y="1789204"/>
            <a:chExt cx="3240000" cy="1397890"/>
          </a:xfrm>
        </p:grpSpPr>
        <p:grpSp>
          <p:nvGrpSpPr>
            <p:cNvPr id="99"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01" name="矩形 10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02" name="矩形 10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10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103" name="组 102"/>
          <p:cNvGrpSpPr/>
          <p:nvPr/>
        </p:nvGrpSpPr>
        <p:grpSpPr>
          <a:xfrm>
            <a:off x="778473" y="4315655"/>
            <a:ext cx="2880000" cy="1397890"/>
            <a:chOff x="7573558" y="1789204"/>
            <a:chExt cx="3240000" cy="1397890"/>
          </a:xfrm>
        </p:grpSpPr>
        <p:grpSp>
          <p:nvGrpSpPr>
            <p:cNvPr id="104"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06" name="矩形 105">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07" name="矩形 10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10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24070724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grpSp>
        <p:nvGrpSpPr>
          <p:cNvPr id="20" name="组 19"/>
          <p:cNvGrpSpPr/>
          <p:nvPr/>
        </p:nvGrpSpPr>
        <p:grpSpPr>
          <a:xfrm>
            <a:off x="4201745" y="1806304"/>
            <a:ext cx="3788510" cy="3786579"/>
            <a:chOff x="3870196" y="1533694"/>
            <a:chExt cx="4460023" cy="4457749"/>
          </a:xfrm>
        </p:grpSpPr>
        <p:sp>
          <p:nvSpPr>
            <p:cNvPr id="7" name="Freeform 5">
              <a:extLst>
                <a:ext uri="{FF2B5EF4-FFF2-40B4-BE49-F238E27FC236}">
                  <a16:creationId xmlns="" xmlns:a16="http://schemas.microsoft.com/office/drawing/2014/main" id="{344FE847-01B4-41CD-BF00-75AE7CC7970B}"/>
                </a:ext>
              </a:extLst>
            </p:cNvPr>
            <p:cNvSpPr>
              <a:spLocks/>
            </p:cNvSpPr>
            <p:nvPr/>
          </p:nvSpPr>
          <p:spPr bwMode="auto">
            <a:xfrm rot="3600000">
              <a:off x="3689863" y="2019047"/>
              <a:ext cx="2837799" cy="1867094"/>
            </a:xfrm>
            <a:custGeom>
              <a:avLst/>
              <a:gdLst>
                <a:gd name="T0" fmla="*/ 698 w 773"/>
                <a:gd name="T1" fmla="*/ 179 h 508"/>
                <a:gd name="T2" fmla="*/ 658 w 773"/>
                <a:gd name="T3" fmla="*/ 191 h 508"/>
                <a:gd name="T4" fmla="*/ 658 w 773"/>
                <a:gd name="T5" fmla="*/ 191 h 508"/>
                <a:gd name="T6" fmla="*/ 581 w 773"/>
                <a:gd name="T7" fmla="*/ 225 h 508"/>
                <a:gd name="T8" fmla="*/ 451 w 773"/>
                <a:gd name="T9" fmla="*/ 92 h 508"/>
                <a:gd name="T10" fmla="*/ 451 w 773"/>
                <a:gd name="T11" fmla="*/ 92 h 508"/>
                <a:gd name="T12" fmla="*/ 255 w 773"/>
                <a:gd name="T13" fmla="*/ 0 h 508"/>
                <a:gd name="T14" fmla="*/ 0 w 773"/>
                <a:gd name="T15" fmla="*/ 254 h 508"/>
                <a:gd name="T16" fmla="*/ 255 w 773"/>
                <a:gd name="T17" fmla="*/ 508 h 508"/>
                <a:gd name="T18" fmla="*/ 451 w 773"/>
                <a:gd name="T19" fmla="*/ 416 h 508"/>
                <a:gd name="T20" fmla="*/ 451 w 773"/>
                <a:gd name="T21" fmla="*/ 416 h 508"/>
                <a:gd name="T22" fmla="*/ 451 w 773"/>
                <a:gd name="T23" fmla="*/ 416 h 508"/>
                <a:gd name="T24" fmla="*/ 451 w 773"/>
                <a:gd name="T25" fmla="*/ 416 h 508"/>
                <a:gd name="T26" fmla="*/ 581 w 773"/>
                <a:gd name="T27" fmla="*/ 283 h 508"/>
                <a:gd name="T28" fmla="*/ 658 w 773"/>
                <a:gd name="T29" fmla="*/ 317 h 508"/>
                <a:gd name="T30" fmla="*/ 658 w 773"/>
                <a:gd name="T31" fmla="*/ 317 h 508"/>
                <a:gd name="T32" fmla="*/ 698 w 773"/>
                <a:gd name="T33" fmla="*/ 329 h 508"/>
                <a:gd name="T34" fmla="*/ 773 w 773"/>
                <a:gd name="T35" fmla="*/ 254 h 508"/>
                <a:gd name="T36" fmla="*/ 698 w 773"/>
                <a:gd name="T37" fmla="*/ 179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73" h="508">
                  <a:moveTo>
                    <a:pt x="698" y="179"/>
                  </a:moveTo>
                  <a:cubicBezTo>
                    <a:pt x="683" y="179"/>
                    <a:pt x="670" y="184"/>
                    <a:pt x="658" y="191"/>
                  </a:cubicBezTo>
                  <a:cubicBezTo>
                    <a:pt x="658" y="191"/>
                    <a:pt x="658" y="191"/>
                    <a:pt x="658" y="191"/>
                  </a:cubicBezTo>
                  <a:cubicBezTo>
                    <a:pt x="626" y="211"/>
                    <a:pt x="630" y="225"/>
                    <a:pt x="581" y="225"/>
                  </a:cubicBezTo>
                  <a:cubicBezTo>
                    <a:pt x="525" y="225"/>
                    <a:pt x="521" y="175"/>
                    <a:pt x="451" y="92"/>
                  </a:cubicBezTo>
                  <a:cubicBezTo>
                    <a:pt x="451" y="92"/>
                    <a:pt x="451" y="92"/>
                    <a:pt x="451" y="92"/>
                  </a:cubicBezTo>
                  <a:cubicBezTo>
                    <a:pt x="404" y="35"/>
                    <a:pt x="334" y="0"/>
                    <a:pt x="255" y="0"/>
                  </a:cubicBezTo>
                  <a:cubicBezTo>
                    <a:pt x="114" y="0"/>
                    <a:pt x="0" y="114"/>
                    <a:pt x="0" y="254"/>
                  </a:cubicBezTo>
                  <a:cubicBezTo>
                    <a:pt x="0" y="394"/>
                    <a:pt x="114" y="508"/>
                    <a:pt x="255" y="508"/>
                  </a:cubicBezTo>
                  <a:cubicBezTo>
                    <a:pt x="334" y="508"/>
                    <a:pt x="404" y="473"/>
                    <a:pt x="451" y="416"/>
                  </a:cubicBezTo>
                  <a:cubicBezTo>
                    <a:pt x="451" y="416"/>
                    <a:pt x="451" y="416"/>
                    <a:pt x="451" y="416"/>
                  </a:cubicBezTo>
                  <a:cubicBezTo>
                    <a:pt x="451" y="416"/>
                    <a:pt x="451" y="416"/>
                    <a:pt x="451" y="416"/>
                  </a:cubicBezTo>
                  <a:cubicBezTo>
                    <a:pt x="451" y="416"/>
                    <a:pt x="451" y="416"/>
                    <a:pt x="451" y="416"/>
                  </a:cubicBezTo>
                  <a:cubicBezTo>
                    <a:pt x="521" y="333"/>
                    <a:pt x="509" y="283"/>
                    <a:pt x="581" y="283"/>
                  </a:cubicBezTo>
                  <a:cubicBezTo>
                    <a:pt x="633" y="283"/>
                    <a:pt x="626" y="296"/>
                    <a:pt x="658" y="317"/>
                  </a:cubicBezTo>
                  <a:cubicBezTo>
                    <a:pt x="658" y="317"/>
                    <a:pt x="658" y="317"/>
                    <a:pt x="658" y="317"/>
                  </a:cubicBezTo>
                  <a:cubicBezTo>
                    <a:pt x="670" y="324"/>
                    <a:pt x="683" y="329"/>
                    <a:pt x="698" y="329"/>
                  </a:cubicBezTo>
                  <a:cubicBezTo>
                    <a:pt x="739" y="329"/>
                    <a:pt x="773" y="295"/>
                    <a:pt x="773" y="254"/>
                  </a:cubicBezTo>
                  <a:cubicBezTo>
                    <a:pt x="773" y="213"/>
                    <a:pt x="739" y="179"/>
                    <a:pt x="698" y="179"/>
                  </a:cubicBezTo>
                  <a:close/>
                </a:path>
              </a:pathLst>
            </a:custGeom>
            <a:solidFill>
              <a:srgbClr val="4372C4"/>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8" name="Oval 6">
              <a:extLst>
                <a:ext uri="{FF2B5EF4-FFF2-40B4-BE49-F238E27FC236}">
                  <a16:creationId xmlns="" xmlns:a16="http://schemas.microsoft.com/office/drawing/2014/main" id="{00D49EF4-D6C5-4A6C-B9F2-8B7101BAA606}"/>
                </a:ext>
              </a:extLst>
            </p:cNvPr>
            <p:cNvSpPr>
              <a:spLocks noChangeArrowheads="1"/>
            </p:cNvSpPr>
            <p:nvPr/>
          </p:nvSpPr>
          <p:spPr bwMode="auto">
            <a:xfrm>
              <a:off x="5462700" y="3722336"/>
              <a:ext cx="436584" cy="436584"/>
            </a:xfrm>
            <a:prstGeom prst="ellipse">
              <a:avLst/>
            </a:prstGeom>
            <a:solidFill>
              <a:srgbClr val="E5E5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lgn="ctr"/>
              <a:r>
                <a:rPr lang="en-US" altLang="zh-CN" sz="1600" dirty="0">
                  <a:solidFill>
                    <a:srgbClr val="5059AC"/>
                  </a:solidFill>
                </a:rPr>
                <a:t>04</a:t>
              </a:r>
              <a:endParaRPr lang="zh-CN" altLang="en-US" sz="1600" dirty="0">
                <a:solidFill>
                  <a:srgbClr val="5059AC"/>
                </a:solidFill>
              </a:endParaRPr>
            </a:p>
          </p:txBody>
        </p:sp>
        <p:sp>
          <p:nvSpPr>
            <p:cNvPr id="9" name="Freeform 5">
              <a:extLst>
                <a:ext uri="{FF2B5EF4-FFF2-40B4-BE49-F238E27FC236}">
                  <a16:creationId xmlns="" xmlns:a16="http://schemas.microsoft.com/office/drawing/2014/main" id="{87276FC7-B93D-4AD6-A033-4D802CDF26E4}"/>
                </a:ext>
              </a:extLst>
            </p:cNvPr>
            <p:cNvSpPr>
              <a:spLocks/>
            </p:cNvSpPr>
            <p:nvPr/>
          </p:nvSpPr>
          <p:spPr bwMode="auto">
            <a:xfrm rot="9000000">
              <a:off x="5492421" y="1838714"/>
              <a:ext cx="2837798" cy="1867094"/>
            </a:xfrm>
            <a:custGeom>
              <a:avLst/>
              <a:gdLst>
                <a:gd name="T0" fmla="*/ 698 w 773"/>
                <a:gd name="T1" fmla="*/ 179 h 508"/>
                <a:gd name="T2" fmla="*/ 658 w 773"/>
                <a:gd name="T3" fmla="*/ 191 h 508"/>
                <a:gd name="T4" fmla="*/ 658 w 773"/>
                <a:gd name="T5" fmla="*/ 191 h 508"/>
                <a:gd name="T6" fmla="*/ 581 w 773"/>
                <a:gd name="T7" fmla="*/ 225 h 508"/>
                <a:gd name="T8" fmla="*/ 451 w 773"/>
                <a:gd name="T9" fmla="*/ 92 h 508"/>
                <a:gd name="T10" fmla="*/ 451 w 773"/>
                <a:gd name="T11" fmla="*/ 92 h 508"/>
                <a:gd name="T12" fmla="*/ 255 w 773"/>
                <a:gd name="T13" fmla="*/ 0 h 508"/>
                <a:gd name="T14" fmla="*/ 0 w 773"/>
                <a:gd name="T15" fmla="*/ 254 h 508"/>
                <a:gd name="T16" fmla="*/ 255 w 773"/>
                <a:gd name="T17" fmla="*/ 508 h 508"/>
                <a:gd name="T18" fmla="*/ 451 w 773"/>
                <a:gd name="T19" fmla="*/ 416 h 508"/>
                <a:gd name="T20" fmla="*/ 451 w 773"/>
                <a:gd name="T21" fmla="*/ 416 h 508"/>
                <a:gd name="T22" fmla="*/ 451 w 773"/>
                <a:gd name="T23" fmla="*/ 416 h 508"/>
                <a:gd name="T24" fmla="*/ 451 w 773"/>
                <a:gd name="T25" fmla="*/ 416 h 508"/>
                <a:gd name="T26" fmla="*/ 581 w 773"/>
                <a:gd name="T27" fmla="*/ 283 h 508"/>
                <a:gd name="T28" fmla="*/ 658 w 773"/>
                <a:gd name="T29" fmla="*/ 317 h 508"/>
                <a:gd name="T30" fmla="*/ 658 w 773"/>
                <a:gd name="T31" fmla="*/ 317 h 508"/>
                <a:gd name="T32" fmla="*/ 698 w 773"/>
                <a:gd name="T33" fmla="*/ 329 h 508"/>
                <a:gd name="T34" fmla="*/ 773 w 773"/>
                <a:gd name="T35" fmla="*/ 254 h 508"/>
                <a:gd name="T36" fmla="*/ 698 w 773"/>
                <a:gd name="T37" fmla="*/ 179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73" h="508">
                  <a:moveTo>
                    <a:pt x="698" y="179"/>
                  </a:moveTo>
                  <a:cubicBezTo>
                    <a:pt x="683" y="179"/>
                    <a:pt x="670" y="184"/>
                    <a:pt x="658" y="191"/>
                  </a:cubicBezTo>
                  <a:cubicBezTo>
                    <a:pt x="658" y="191"/>
                    <a:pt x="658" y="191"/>
                    <a:pt x="658" y="191"/>
                  </a:cubicBezTo>
                  <a:cubicBezTo>
                    <a:pt x="626" y="211"/>
                    <a:pt x="630" y="225"/>
                    <a:pt x="581" y="225"/>
                  </a:cubicBezTo>
                  <a:cubicBezTo>
                    <a:pt x="525" y="225"/>
                    <a:pt x="521" y="175"/>
                    <a:pt x="451" y="92"/>
                  </a:cubicBezTo>
                  <a:cubicBezTo>
                    <a:pt x="451" y="92"/>
                    <a:pt x="451" y="92"/>
                    <a:pt x="451" y="92"/>
                  </a:cubicBezTo>
                  <a:cubicBezTo>
                    <a:pt x="404" y="35"/>
                    <a:pt x="334" y="0"/>
                    <a:pt x="255" y="0"/>
                  </a:cubicBezTo>
                  <a:cubicBezTo>
                    <a:pt x="114" y="0"/>
                    <a:pt x="0" y="114"/>
                    <a:pt x="0" y="254"/>
                  </a:cubicBezTo>
                  <a:cubicBezTo>
                    <a:pt x="0" y="394"/>
                    <a:pt x="114" y="508"/>
                    <a:pt x="255" y="508"/>
                  </a:cubicBezTo>
                  <a:cubicBezTo>
                    <a:pt x="334" y="508"/>
                    <a:pt x="404" y="473"/>
                    <a:pt x="451" y="416"/>
                  </a:cubicBezTo>
                  <a:cubicBezTo>
                    <a:pt x="451" y="416"/>
                    <a:pt x="451" y="416"/>
                    <a:pt x="451" y="416"/>
                  </a:cubicBezTo>
                  <a:cubicBezTo>
                    <a:pt x="451" y="416"/>
                    <a:pt x="451" y="416"/>
                    <a:pt x="451" y="416"/>
                  </a:cubicBezTo>
                  <a:cubicBezTo>
                    <a:pt x="451" y="416"/>
                    <a:pt x="451" y="416"/>
                    <a:pt x="451" y="416"/>
                  </a:cubicBezTo>
                  <a:cubicBezTo>
                    <a:pt x="521" y="333"/>
                    <a:pt x="509" y="283"/>
                    <a:pt x="581" y="283"/>
                  </a:cubicBezTo>
                  <a:cubicBezTo>
                    <a:pt x="633" y="283"/>
                    <a:pt x="626" y="296"/>
                    <a:pt x="658" y="317"/>
                  </a:cubicBezTo>
                  <a:cubicBezTo>
                    <a:pt x="658" y="317"/>
                    <a:pt x="658" y="317"/>
                    <a:pt x="658" y="317"/>
                  </a:cubicBezTo>
                  <a:cubicBezTo>
                    <a:pt x="670" y="324"/>
                    <a:pt x="683" y="329"/>
                    <a:pt x="698" y="329"/>
                  </a:cubicBezTo>
                  <a:cubicBezTo>
                    <a:pt x="739" y="329"/>
                    <a:pt x="773" y="295"/>
                    <a:pt x="773" y="254"/>
                  </a:cubicBezTo>
                  <a:cubicBezTo>
                    <a:pt x="773" y="213"/>
                    <a:pt x="739" y="179"/>
                    <a:pt x="698" y="179"/>
                  </a:cubicBezTo>
                  <a:close/>
                </a:path>
              </a:pathLst>
            </a:custGeom>
            <a:solidFill>
              <a:srgbClr val="4372C4"/>
            </a:solidFill>
            <a:ln>
              <a:noFill/>
            </a:ln>
          </p:spPr>
          <p:txBody>
            <a:bodyPr vert="horz" wrap="square" lIns="0" tIns="0" rIns="0" bIns="0" numCol="1" anchor="ctr" anchorCtr="0" compatLnSpc="1">
              <a:prstTxWarp prst="textNoShape">
                <a:avLst/>
              </a:prstTxWarp>
            </a:bodyPr>
            <a:lstStyle/>
            <a:p>
              <a:pPr algn="ctr"/>
              <a:endParaRPr lang="zh-CN" altLang="en-US" sz="2000">
                <a:latin typeface="Bebas Neue Regular" panose="00000500000000000000" pitchFamily="50" charset="0"/>
              </a:endParaRPr>
            </a:p>
          </p:txBody>
        </p:sp>
        <p:sp>
          <p:nvSpPr>
            <p:cNvPr id="10" name="Oval 6">
              <a:extLst>
                <a:ext uri="{FF2B5EF4-FFF2-40B4-BE49-F238E27FC236}">
                  <a16:creationId xmlns="" xmlns:a16="http://schemas.microsoft.com/office/drawing/2014/main" id="{3F1311B9-3F1B-46AB-87FB-7207FCA59D1E}"/>
                </a:ext>
              </a:extLst>
            </p:cNvPr>
            <p:cNvSpPr>
              <a:spLocks noChangeArrowheads="1"/>
            </p:cNvSpPr>
            <p:nvPr/>
          </p:nvSpPr>
          <p:spPr bwMode="auto">
            <a:xfrm>
              <a:off x="5704994" y="3126198"/>
              <a:ext cx="436584" cy="436584"/>
            </a:xfrm>
            <a:prstGeom prst="ellipse">
              <a:avLst/>
            </a:prstGeom>
            <a:solidFill>
              <a:srgbClr val="E5E5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lgn="ctr"/>
              <a:r>
                <a:rPr lang="en-US" altLang="zh-CN" sz="1600" dirty="0">
                  <a:solidFill>
                    <a:srgbClr val="5059AC"/>
                  </a:solidFill>
                </a:rPr>
                <a:t>01</a:t>
              </a:r>
              <a:endParaRPr lang="zh-CN" altLang="en-US" sz="1600" dirty="0">
                <a:solidFill>
                  <a:srgbClr val="5059AC"/>
                </a:solidFill>
              </a:endParaRPr>
            </a:p>
          </p:txBody>
        </p:sp>
        <p:sp>
          <p:nvSpPr>
            <p:cNvPr id="11" name="Freeform 5">
              <a:extLst>
                <a:ext uri="{FF2B5EF4-FFF2-40B4-BE49-F238E27FC236}">
                  <a16:creationId xmlns="" xmlns:a16="http://schemas.microsoft.com/office/drawing/2014/main" id="{5D07A580-B314-4526-88C5-C79AA6B7AECE}"/>
                </a:ext>
              </a:extLst>
            </p:cNvPr>
            <p:cNvSpPr>
              <a:spLocks/>
            </p:cNvSpPr>
            <p:nvPr/>
          </p:nvSpPr>
          <p:spPr bwMode="auto">
            <a:xfrm rot="14400000">
              <a:off x="5672753" y="3638997"/>
              <a:ext cx="2837799" cy="1867094"/>
            </a:xfrm>
            <a:custGeom>
              <a:avLst/>
              <a:gdLst>
                <a:gd name="T0" fmla="*/ 698 w 773"/>
                <a:gd name="T1" fmla="*/ 179 h 508"/>
                <a:gd name="T2" fmla="*/ 658 w 773"/>
                <a:gd name="T3" fmla="*/ 191 h 508"/>
                <a:gd name="T4" fmla="*/ 658 w 773"/>
                <a:gd name="T5" fmla="*/ 191 h 508"/>
                <a:gd name="T6" fmla="*/ 581 w 773"/>
                <a:gd name="T7" fmla="*/ 225 h 508"/>
                <a:gd name="T8" fmla="*/ 451 w 773"/>
                <a:gd name="T9" fmla="*/ 92 h 508"/>
                <a:gd name="T10" fmla="*/ 451 w 773"/>
                <a:gd name="T11" fmla="*/ 92 h 508"/>
                <a:gd name="T12" fmla="*/ 255 w 773"/>
                <a:gd name="T13" fmla="*/ 0 h 508"/>
                <a:gd name="T14" fmla="*/ 0 w 773"/>
                <a:gd name="T15" fmla="*/ 254 h 508"/>
                <a:gd name="T16" fmla="*/ 255 w 773"/>
                <a:gd name="T17" fmla="*/ 508 h 508"/>
                <a:gd name="T18" fmla="*/ 451 w 773"/>
                <a:gd name="T19" fmla="*/ 416 h 508"/>
                <a:gd name="T20" fmla="*/ 451 w 773"/>
                <a:gd name="T21" fmla="*/ 416 h 508"/>
                <a:gd name="T22" fmla="*/ 451 w 773"/>
                <a:gd name="T23" fmla="*/ 416 h 508"/>
                <a:gd name="T24" fmla="*/ 451 w 773"/>
                <a:gd name="T25" fmla="*/ 416 h 508"/>
                <a:gd name="T26" fmla="*/ 581 w 773"/>
                <a:gd name="T27" fmla="*/ 283 h 508"/>
                <a:gd name="T28" fmla="*/ 658 w 773"/>
                <a:gd name="T29" fmla="*/ 317 h 508"/>
                <a:gd name="T30" fmla="*/ 658 w 773"/>
                <a:gd name="T31" fmla="*/ 317 h 508"/>
                <a:gd name="T32" fmla="*/ 698 w 773"/>
                <a:gd name="T33" fmla="*/ 329 h 508"/>
                <a:gd name="T34" fmla="*/ 773 w 773"/>
                <a:gd name="T35" fmla="*/ 254 h 508"/>
                <a:gd name="T36" fmla="*/ 698 w 773"/>
                <a:gd name="T37" fmla="*/ 179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73" h="508">
                  <a:moveTo>
                    <a:pt x="698" y="179"/>
                  </a:moveTo>
                  <a:cubicBezTo>
                    <a:pt x="683" y="179"/>
                    <a:pt x="670" y="184"/>
                    <a:pt x="658" y="191"/>
                  </a:cubicBezTo>
                  <a:cubicBezTo>
                    <a:pt x="658" y="191"/>
                    <a:pt x="658" y="191"/>
                    <a:pt x="658" y="191"/>
                  </a:cubicBezTo>
                  <a:cubicBezTo>
                    <a:pt x="626" y="211"/>
                    <a:pt x="630" y="225"/>
                    <a:pt x="581" y="225"/>
                  </a:cubicBezTo>
                  <a:cubicBezTo>
                    <a:pt x="525" y="225"/>
                    <a:pt x="521" y="175"/>
                    <a:pt x="451" y="92"/>
                  </a:cubicBezTo>
                  <a:cubicBezTo>
                    <a:pt x="451" y="92"/>
                    <a:pt x="451" y="92"/>
                    <a:pt x="451" y="92"/>
                  </a:cubicBezTo>
                  <a:cubicBezTo>
                    <a:pt x="404" y="35"/>
                    <a:pt x="334" y="0"/>
                    <a:pt x="255" y="0"/>
                  </a:cubicBezTo>
                  <a:cubicBezTo>
                    <a:pt x="114" y="0"/>
                    <a:pt x="0" y="114"/>
                    <a:pt x="0" y="254"/>
                  </a:cubicBezTo>
                  <a:cubicBezTo>
                    <a:pt x="0" y="394"/>
                    <a:pt x="114" y="508"/>
                    <a:pt x="255" y="508"/>
                  </a:cubicBezTo>
                  <a:cubicBezTo>
                    <a:pt x="334" y="508"/>
                    <a:pt x="404" y="473"/>
                    <a:pt x="451" y="416"/>
                  </a:cubicBezTo>
                  <a:cubicBezTo>
                    <a:pt x="451" y="416"/>
                    <a:pt x="451" y="416"/>
                    <a:pt x="451" y="416"/>
                  </a:cubicBezTo>
                  <a:cubicBezTo>
                    <a:pt x="451" y="416"/>
                    <a:pt x="451" y="416"/>
                    <a:pt x="451" y="416"/>
                  </a:cubicBezTo>
                  <a:cubicBezTo>
                    <a:pt x="451" y="416"/>
                    <a:pt x="451" y="416"/>
                    <a:pt x="451" y="416"/>
                  </a:cubicBezTo>
                  <a:cubicBezTo>
                    <a:pt x="521" y="333"/>
                    <a:pt x="509" y="283"/>
                    <a:pt x="581" y="283"/>
                  </a:cubicBezTo>
                  <a:cubicBezTo>
                    <a:pt x="633" y="283"/>
                    <a:pt x="626" y="296"/>
                    <a:pt x="658" y="317"/>
                  </a:cubicBezTo>
                  <a:cubicBezTo>
                    <a:pt x="658" y="317"/>
                    <a:pt x="658" y="317"/>
                    <a:pt x="658" y="317"/>
                  </a:cubicBezTo>
                  <a:cubicBezTo>
                    <a:pt x="670" y="324"/>
                    <a:pt x="683" y="329"/>
                    <a:pt x="698" y="329"/>
                  </a:cubicBezTo>
                  <a:cubicBezTo>
                    <a:pt x="739" y="329"/>
                    <a:pt x="773" y="295"/>
                    <a:pt x="773" y="254"/>
                  </a:cubicBezTo>
                  <a:cubicBezTo>
                    <a:pt x="773" y="213"/>
                    <a:pt x="739" y="179"/>
                    <a:pt x="698" y="179"/>
                  </a:cubicBezTo>
                  <a:close/>
                </a:path>
              </a:pathLst>
            </a:custGeom>
            <a:solidFill>
              <a:srgbClr val="4372C4"/>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12" name="Oval 6">
              <a:extLst>
                <a:ext uri="{FF2B5EF4-FFF2-40B4-BE49-F238E27FC236}">
                  <a16:creationId xmlns="" xmlns:a16="http://schemas.microsoft.com/office/drawing/2014/main" id="{C77F8E1D-667F-40AC-8F9B-6B1AF7A4A5B7}"/>
                </a:ext>
              </a:extLst>
            </p:cNvPr>
            <p:cNvSpPr>
              <a:spLocks noChangeArrowheads="1"/>
            </p:cNvSpPr>
            <p:nvPr/>
          </p:nvSpPr>
          <p:spPr bwMode="auto">
            <a:xfrm>
              <a:off x="6301131" y="3366219"/>
              <a:ext cx="436584" cy="436584"/>
            </a:xfrm>
            <a:prstGeom prst="ellipse">
              <a:avLst/>
            </a:prstGeom>
            <a:solidFill>
              <a:srgbClr val="E5E5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lgn="ctr"/>
              <a:r>
                <a:rPr lang="en-US" altLang="zh-CN" sz="1600" dirty="0">
                  <a:solidFill>
                    <a:srgbClr val="5059AC"/>
                  </a:solidFill>
                </a:rPr>
                <a:t>02</a:t>
              </a:r>
              <a:endParaRPr lang="zh-CN" altLang="en-US" sz="1600" dirty="0">
                <a:solidFill>
                  <a:srgbClr val="5059AC"/>
                </a:solidFill>
              </a:endParaRPr>
            </a:p>
          </p:txBody>
        </p:sp>
        <p:sp>
          <p:nvSpPr>
            <p:cNvPr id="13" name="Freeform 5">
              <a:extLst>
                <a:ext uri="{FF2B5EF4-FFF2-40B4-BE49-F238E27FC236}">
                  <a16:creationId xmlns="" xmlns:a16="http://schemas.microsoft.com/office/drawing/2014/main" id="{ED9DF192-217F-4759-A0FA-D33CEC9330C1}"/>
                </a:ext>
              </a:extLst>
            </p:cNvPr>
            <p:cNvSpPr>
              <a:spLocks/>
            </p:cNvSpPr>
            <p:nvPr/>
          </p:nvSpPr>
          <p:spPr bwMode="auto">
            <a:xfrm rot="19800000">
              <a:off x="3870196" y="3819330"/>
              <a:ext cx="2837798" cy="1867094"/>
            </a:xfrm>
            <a:custGeom>
              <a:avLst/>
              <a:gdLst>
                <a:gd name="T0" fmla="*/ 698 w 773"/>
                <a:gd name="T1" fmla="*/ 179 h 508"/>
                <a:gd name="T2" fmla="*/ 658 w 773"/>
                <a:gd name="T3" fmla="*/ 191 h 508"/>
                <a:gd name="T4" fmla="*/ 658 w 773"/>
                <a:gd name="T5" fmla="*/ 191 h 508"/>
                <a:gd name="T6" fmla="*/ 581 w 773"/>
                <a:gd name="T7" fmla="*/ 225 h 508"/>
                <a:gd name="T8" fmla="*/ 451 w 773"/>
                <a:gd name="T9" fmla="*/ 92 h 508"/>
                <a:gd name="T10" fmla="*/ 451 w 773"/>
                <a:gd name="T11" fmla="*/ 92 h 508"/>
                <a:gd name="T12" fmla="*/ 255 w 773"/>
                <a:gd name="T13" fmla="*/ 0 h 508"/>
                <a:gd name="T14" fmla="*/ 0 w 773"/>
                <a:gd name="T15" fmla="*/ 254 h 508"/>
                <a:gd name="T16" fmla="*/ 255 w 773"/>
                <a:gd name="T17" fmla="*/ 508 h 508"/>
                <a:gd name="T18" fmla="*/ 451 w 773"/>
                <a:gd name="T19" fmla="*/ 416 h 508"/>
                <a:gd name="T20" fmla="*/ 451 w 773"/>
                <a:gd name="T21" fmla="*/ 416 h 508"/>
                <a:gd name="T22" fmla="*/ 451 w 773"/>
                <a:gd name="T23" fmla="*/ 416 h 508"/>
                <a:gd name="T24" fmla="*/ 451 w 773"/>
                <a:gd name="T25" fmla="*/ 416 h 508"/>
                <a:gd name="T26" fmla="*/ 581 w 773"/>
                <a:gd name="T27" fmla="*/ 283 h 508"/>
                <a:gd name="T28" fmla="*/ 658 w 773"/>
                <a:gd name="T29" fmla="*/ 317 h 508"/>
                <a:gd name="T30" fmla="*/ 658 w 773"/>
                <a:gd name="T31" fmla="*/ 317 h 508"/>
                <a:gd name="T32" fmla="*/ 698 w 773"/>
                <a:gd name="T33" fmla="*/ 329 h 508"/>
                <a:gd name="T34" fmla="*/ 773 w 773"/>
                <a:gd name="T35" fmla="*/ 254 h 508"/>
                <a:gd name="T36" fmla="*/ 698 w 773"/>
                <a:gd name="T37" fmla="*/ 179 h 5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73" h="508">
                  <a:moveTo>
                    <a:pt x="698" y="179"/>
                  </a:moveTo>
                  <a:cubicBezTo>
                    <a:pt x="683" y="179"/>
                    <a:pt x="670" y="184"/>
                    <a:pt x="658" y="191"/>
                  </a:cubicBezTo>
                  <a:cubicBezTo>
                    <a:pt x="658" y="191"/>
                    <a:pt x="658" y="191"/>
                    <a:pt x="658" y="191"/>
                  </a:cubicBezTo>
                  <a:cubicBezTo>
                    <a:pt x="626" y="211"/>
                    <a:pt x="630" y="225"/>
                    <a:pt x="581" y="225"/>
                  </a:cubicBezTo>
                  <a:cubicBezTo>
                    <a:pt x="525" y="225"/>
                    <a:pt x="521" y="175"/>
                    <a:pt x="451" y="92"/>
                  </a:cubicBezTo>
                  <a:cubicBezTo>
                    <a:pt x="451" y="92"/>
                    <a:pt x="451" y="92"/>
                    <a:pt x="451" y="92"/>
                  </a:cubicBezTo>
                  <a:cubicBezTo>
                    <a:pt x="404" y="35"/>
                    <a:pt x="334" y="0"/>
                    <a:pt x="255" y="0"/>
                  </a:cubicBezTo>
                  <a:cubicBezTo>
                    <a:pt x="114" y="0"/>
                    <a:pt x="0" y="114"/>
                    <a:pt x="0" y="254"/>
                  </a:cubicBezTo>
                  <a:cubicBezTo>
                    <a:pt x="0" y="394"/>
                    <a:pt x="114" y="508"/>
                    <a:pt x="255" y="508"/>
                  </a:cubicBezTo>
                  <a:cubicBezTo>
                    <a:pt x="334" y="508"/>
                    <a:pt x="404" y="473"/>
                    <a:pt x="451" y="416"/>
                  </a:cubicBezTo>
                  <a:cubicBezTo>
                    <a:pt x="451" y="416"/>
                    <a:pt x="451" y="416"/>
                    <a:pt x="451" y="416"/>
                  </a:cubicBezTo>
                  <a:cubicBezTo>
                    <a:pt x="451" y="416"/>
                    <a:pt x="451" y="416"/>
                    <a:pt x="451" y="416"/>
                  </a:cubicBezTo>
                  <a:cubicBezTo>
                    <a:pt x="451" y="416"/>
                    <a:pt x="451" y="416"/>
                    <a:pt x="451" y="416"/>
                  </a:cubicBezTo>
                  <a:cubicBezTo>
                    <a:pt x="521" y="333"/>
                    <a:pt x="509" y="283"/>
                    <a:pt x="581" y="283"/>
                  </a:cubicBezTo>
                  <a:cubicBezTo>
                    <a:pt x="633" y="283"/>
                    <a:pt x="626" y="296"/>
                    <a:pt x="658" y="317"/>
                  </a:cubicBezTo>
                  <a:cubicBezTo>
                    <a:pt x="658" y="317"/>
                    <a:pt x="658" y="317"/>
                    <a:pt x="658" y="317"/>
                  </a:cubicBezTo>
                  <a:cubicBezTo>
                    <a:pt x="670" y="324"/>
                    <a:pt x="683" y="329"/>
                    <a:pt x="698" y="329"/>
                  </a:cubicBezTo>
                  <a:cubicBezTo>
                    <a:pt x="739" y="329"/>
                    <a:pt x="773" y="295"/>
                    <a:pt x="773" y="254"/>
                  </a:cubicBezTo>
                  <a:cubicBezTo>
                    <a:pt x="773" y="213"/>
                    <a:pt x="739" y="179"/>
                    <a:pt x="698" y="179"/>
                  </a:cubicBezTo>
                  <a:close/>
                </a:path>
              </a:pathLst>
            </a:custGeom>
            <a:solidFill>
              <a:srgbClr val="4372C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Oval 6">
              <a:extLst>
                <a:ext uri="{FF2B5EF4-FFF2-40B4-BE49-F238E27FC236}">
                  <a16:creationId xmlns="" xmlns:a16="http://schemas.microsoft.com/office/drawing/2014/main" id="{3FD3A63B-61C2-410A-9FDB-468927E486BB}"/>
                </a:ext>
              </a:extLst>
            </p:cNvPr>
            <p:cNvSpPr>
              <a:spLocks noChangeArrowheads="1"/>
            </p:cNvSpPr>
            <p:nvPr/>
          </p:nvSpPr>
          <p:spPr bwMode="auto">
            <a:xfrm>
              <a:off x="6058835" y="3962356"/>
              <a:ext cx="436584" cy="436584"/>
            </a:xfrm>
            <a:prstGeom prst="ellipse">
              <a:avLst/>
            </a:prstGeom>
            <a:solidFill>
              <a:srgbClr val="E5E5E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0" tIns="0" rIns="0" bIns="0" numCol="1" anchor="ctr" anchorCtr="0" compatLnSpc="1">
              <a:prstTxWarp prst="textNoShape">
                <a:avLst/>
              </a:prstTxWarp>
            </a:bodyPr>
            <a:lstStyle/>
            <a:p>
              <a:pPr algn="ctr"/>
              <a:r>
                <a:rPr lang="en-US" altLang="zh-CN" sz="1600" dirty="0">
                  <a:solidFill>
                    <a:srgbClr val="5059AC"/>
                  </a:solidFill>
                </a:rPr>
                <a:t>03</a:t>
              </a:r>
              <a:endParaRPr lang="zh-CN" altLang="en-US" sz="1600" dirty="0">
                <a:solidFill>
                  <a:srgbClr val="5059AC"/>
                </a:solidFill>
              </a:endParaRPr>
            </a:p>
          </p:txBody>
        </p:sp>
        <p:sp>
          <p:nvSpPr>
            <p:cNvPr id="15" name="TextBox 15">
              <a:extLst>
                <a:ext uri="{FF2B5EF4-FFF2-40B4-BE49-F238E27FC236}">
                  <a16:creationId xmlns="" xmlns:a16="http://schemas.microsoft.com/office/drawing/2014/main" id="{E77D76A9-9B4F-47D2-B3B3-5A8AB1A5C6BE}"/>
                </a:ext>
              </a:extLst>
            </p:cNvPr>
            <p:cNvSpPr txBox="1"/>
            <p:nvPr/>
          </p:nvSpPr>
          <p:spPr>
            <a:xfrm>
              <a:off x="4300875" y="2024846"/>
              <a:ext cx="1197541" cy="923941"/>
            </a:xfrm>
            <a:prstGeom prst="rect">
              <a:avLst/>
            </a:prstGeom>
            <a:noFill/>
          </p:spPr>
          <p:txBody>
            <a:bodyPr wrap="square" lIns="0" rIns="0" bIns="0" rtlCol="0">
              <a:spAutoFit/>
            </a:bodyPr>
            <a:lstStyle/>
            <a:p>
              <a:pPr algn="ctr"/>
              <a:r>
                <a:rPr lang="zh-CN" altLang="en-US" sz="2400" b="1" dirty="0" smtClean="0">
                  <a:solidFill>
                    <a:schemeClr val="bg1"/>
                  </a:solidFill>
                  <a:latin typeface="微软雅黑" pitchFamily="34" charset="-122"/>
                  <a:ea typeface="微软雅黑" pitchFamily="34" charset="-122"/>
                </a:rPr>
                <a:t>日程</a:t>
              </a:r>
              <a:endParaRPr lang="en-US" altLang="zh-CN" sz="2400" b="1" dirty="0" smtClean="0">
                <a:solidFill>
                  <a:schemeClr val="bg1"/>
                </a:solidFill>
                <a:latin typeface="微软雅黑" pitchFamily="34" charset="-122"/>
                <a:ea typeface="微软雅黑" pitchFamily="34" charset="-122"/>
              </a:endParaRPr>
            </a:p>
            <a:p>
              <a:pPr algn="ctr"/>
              <a:r>
                <a:rPr lang="zh-CN" altLang="en-US" sz="2400" b="1" dirty="0" smtClean="0">
                  <a:solidFill>
                    <a:schemeClr val="bg1"/>
                  </a:solidFill>
                  <a:latin typeface="微软雅黑" pitchFamily="34" charset="-122"/>
                  <a:ea typeface="微软雅黑" pitchFamily="34" charset="-122"/>
                </a:rPr>
                <a:t>安排</a:t>
              </a:r>
              <a:endParaRPr lang="zh-CN" altLang="en-US" sz="2400" b="1" dirty="0">
                <a:solidFill>
                  <a:schemeClr val="bg1"/>
                </a:solidFill>
                <a:latin typeface="微软雅黑" pitchFamily="34" charset="-122"/>
                <a:ea typeface="微软雅黑" pitchFamily="34" charset="-122"/>
              </a:endParaRPr>
            </a:p>
          </p:txBody>
        </p:sp>
        <p:sp>
          <p:nvSpPr>
            <p:cNvPr id="16" name="TextBox 16">
              <a:extLst>
                <a:ext uri="{FF2B5EF4-FFF2-40B4-BE49-F238E27FC236}">
                  <a16:creationId xmlns="" xmlns:a16="http://schemas.microsoft.com/office/drawing/2014/main" id="{07744BBA-D3DB-4C77-A48A-847723CE85DC}"/>
                </a:ext>
              </a:extLst>
            </p:cNvPr>
            <p:cNvSpPr txBox="1"/>
            <p:nvPr/>
          </p:nvSpPr>
          <p:spPr>
            <a:xfrm>
              <a:off x="6747710" y="2024846"/>
              <a:ext cx="1155757" cy="923941"/>
            </a:xfrm>
            <a:prstGeom prst="rect">
              <a:avLst/>
            </a:prstGeom>
            <a:noFill/>
          </p:spPr>
          <p:txBody>
            <a:bodyPr wrap="square" lIns="0" rIns="0" bIns="0" rtlCol="0">
              <a:spAutoFit/>
            </a:bodyPr>
            <a:lstStyle/>
            <a:p>
              <a:pPr algn="ctr"/>
              <a:r>
                <a:rPr lang="zh-CN" altLang="en-US" sz="2400" b="1" dirty="0" smtClean="0">
                  <a:solidFill>
                    <a:schemeClr val="bg1"/>
                  </a:solidFill>
                  <a:latin typeface="微软雅黑" pitchFamily="34" charset="-122"/>
                  <a:ea typeface="微软雅黑" pitchFamily="34" charset="-122"/>
                </a:rPr>
                <a:t>行动</a:t>
              </a:r>
              <a:endParaRPr lang="en-US" altLang="zh-CN" sz="2400" b="1" dirty="0" smtClean="0">
                <a:solidFill>
                  <a:schemeClr val="bg1"/>
                </a:solidFill>
                <a:latin typeface="微软雅黑" pitchFamily="34" charset="-122"/>
                <a:ea typeface="微软雅黑" pitchFamily="34" charset="-122"/>
              </a:endParaRPr>
            </a:p>
            <a:p>
              <a:pPr algn="ctr"/>
              <a:r>
                <a:rPr lang="zh-CN" altLang="en-US" sz="2400" b="1" dirty="0" smtClean="0">
                  <a:solidFill>
                    <a:schemeClr val="bg1"/>
                  </a:solidFill>
                  <a:latin typeface="微软雅黑" pitchFamily="34" charset="-122"/>
                  <a:ea typeface="微软雅黑" pitchFamily="34" charset="-122"/>
                </a:rPr>
                <a:t>策略</a:t>
              </a:r>
              <a:endParaRPr lang="zh-CN" altLang="en-US" sz="2400" b="1" dirty="0">
                <a:solidFill>
                  <a:schemeClr val="bg1"/>
                </a:solidFill>
                <a:latin typeface="微软雅黑" pitchFamily="34" charset="-122"/>
                <a:ea typeface="微软雅黑" pitchFamily="34" charset="-122"/>
              </a:endParaRPr>
            </a:p>
          </p:txBody>
        </p:sp>
        <p:sp>
          <p:nvSpPr>
            <p:cNvPr id="17" name="TextBox 17">
              <a:extLst>
                <a:ext uri="{FF2B5EF4-FFF2-40B4-BE49-F238E27FC236}">
                  <a16:creationId xmlns="" xmlns:a16="http://schemas.microsoft.com/office/drawing/2014/main" id="{1D0C6F85-0EDB-4382-BADA-173772C6912E}"/>
                </a:ext>
              </a:extLst>
            </p:cNvPr>
            <p:cNvSpPr txBox="1"/>
            <p:nvPr/>
          </p:nvSpPr>
          <p:spPr>
            <a:xfrm>
              <a:off x="4315694" y="4462509"/>
              <a:ext cx="1167901" cy="923941"/>
            </a:xfrm>
            <a:prstGeom prst="rect">
              <a:avLst/>
            </a:prstGeom>
            <a:noFill/>
          </p:spPr>
          <p:txBody>
            <a:bodyPr wrap="square" lIns="0" rIns="0" bIns="0" rtlCol="0">
              <a:spAutoFit/>
            </a:bodyPr>
            <a:lstStyle/>
            <a:p>
              <a:pPr algn="ctr"/>
              <a:r>
                <a:rPr lang="zh-CN" altLang="en-US" sz="2400" b="1" dirty="0" smtClean="0">
                  <a:solidFill>
                    <a:schemeClr val="bg1"/>
                  </a:solidFill>
                  <a:latin typeface="微软雅黑" pitchFamily="34" charset="-122"/>
                  <a:ea typeface="微软雅黑" pitchFamily="34" charset="-122"/>
                </a:rPr>
                <a:t>后勤</a:t>
              </a:r>
              <a:endParaRPr lang="en-US" altLang="zh-CN" sz="2400" b="1" dirty="0" smtClean="0">
                <a:solidFill>
                  <a:schemeClr val="bg1"/>
                </a:solidFill>
                <a:latin typeface="微软雅黑" pitchFamily="34" charset="-122"/>
                <a:ea typeface="微软雅黑" pitchFamily="34" charset="-122"/>
              </a:endParaRPr>
            </a:p>
            <a:p>
              <a:pPr algn="ctr"/>
              <a:r>
                <a:rPr lang="zh-CN" altLang="en-US" sz="2400" b="1" dirty="0" smtClean="0">
                  <a:solidFill>
                    <a:schemeClr val="bg1"/>
                  </a:solidFill>
                  <a:latin typeface="微软雅黑" pitchFamily="34" charset="-122"/>
                  <a:ea typeface="微软雅黑" pitchFamily="34" charset="-122"/>
                </a:rPr>
                <a:t>保障</a:t>
              </a:r>
              <a:endParaRPr lang="zh-CN" altLang="en-US" sz="2400" b="1" dirty="0">
                <a:solidFill>
                  <a:schemeClr val="bg1"/>
                </a:solidFill>
                <a:latin typeface="微软雅黑" pitchFamily="34" charset="-122"/>
                <a:ea typeface="微软雅黑" pitchFamily="34" charset="-122"/>
              </a:endParaRPr>
            </a:p>
          </p:txBody>
        </p:sp>
        <p:sp>
          <p:nvSpPr>
            <p:cNvPr id="18" name="TextBox 18">
              <a:extLst>
                <a:ext uri="{FF2B5EF4-FFF2-40B4-BE49-F238E27FC236}">
                  <a16:creationId xmlns="" xmlns:a16="http://schemas.microsoft.com/office/drawing/2014/main" id="{4AB46482-F392-4F3A-9B8C-AB7A41598D33}"/>
                </a:ext>
              </a:extLst>
            </p:cNvPr>
            <p:cNvSpPr txBox="1"/>
            <p:nvPr/>
          </p:nvSpPr>
          <p:spPr>
            <a:xfrm>
              <a:off x="6745498" y="4462509"/>
              <a:ext cx="1155757" cy="923941"/>
            </a:xfrm>
            <a:prstGeom prst="rect">
              <a:avLst/>
            </a:prstGeom>
            <a:noFill/>
          </p:spPr>
          <p:txBody>
            <a:bodyPr wrap="square" lIns="0" rIns="0" bIns="0" rtlCol="0">
              <a:spAutoFit/>
            </a:bodyPr>
            <a:lstStyle/>
            <a:p>
              <a:pPr algn="ctr"/>
              <a:r>
                <a:rPr lang="zh-CN" altLang="en-US" sz="2400" b="1" dirty="0" smtClean="0">
                  <a:solidFill>
                    <a:schemeClr val="bg1"/>
                  </a:solidFill>
                  <a:latin typeface="微软雅黑" pitchFamily="34" charset="-122"/>
                  <a:ea typeface="微软雅黑" pitchFamily="34" charset="-122"/>
                </a:rPr>
                <a:t>客户</a:t>
              </a:r>
              <a:endParaRPr lang="en-US" altLang="zh-CN" sz="2400" b="1" dirty="0" smtClean="0">
                <a:solidFill>
                  <a:schemeClr val="bg1"/>
                </a:solidFill>
                <a:latin typeface="微软雅黑" pitchFamily="34" charset="-122"/>
                <a:ea typeface="微软雅黑" pitchFamily="34" charset="-122"/>
              </a:endParaRPr>
            </a:p>
            <a:p>
              <a:pPr algn="ctr"/>
              <a:r>
                <a:rPr lang="zh-CN" altLang="en-US" sz="2400" b="1" dirty="0" smtClean="0">
                  <a:solidFill>
                    <a:schemeClr val="bg1"/>
                  </a:solidFill>
                  <a:latin typeface="微软雅黑" pitchFamily="34" charset="-122"/>
                  <a:ea typeface="微软雅黑" pitchFamily="34" charset="-122"/>
                </a:rPr>
                <a:t>服务</a:t>
              </a:r>
              <a:endParaRPr lang="zh-CN" altLang="en-US" sz="2400" b="1" dirty="0">
                <a:solidFill>
                  <a:schemeClr val="bg1"/>
                </a:solidFill>
                <a:latin typeface="微软雅黑" pitchFamily="34" charset="-122"/>
                <a:ea typeface="微软雅黑" pitchFamily="34" charset="-122"/>
              </a:endParaRPr>
            </a:p>
          </p:txBody>
        </p:sp>
      </p:grpSp>
      <p:grpSp>
        <p:nvGrpSpPr>
          <p:cNvPr id="21" name="组 20"/>
          <p:cNvGrpSpPr/>
          <p:nvPr/>
        </p:nvGrpSpPr>
        <p:grpSpPr>
          <a:xfrm>
            <a:off x="911424" y="1940208"/>
            <a:ext cx="2880000" cy="1397890"/>
            <a:chOff x="7573558" y="1789204"/>
            <a:chExt cx="3240000" cy="1397890"/>
          </a:xfrm>
        </p:grpSpPr>
        <p:grpSp>
          <p:nvGrpSpPr>
            <p:cNvPr id="2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4" name="矩形 2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5" name="矩形 2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B7393F"/>
                    </a:solidFill>
                    <a:latin typeface="Calibri"/>
                    <a:ea typeface="微软雅黑"/>
                  </a:rPr>
                  <a:t>标题</a:t>
                </a:r>
                <a:r>
                  <a:rPr lang="zh-CN" altLang="en-US" sz="1800" b="1" dirty="0">
                    <a:solidFill>
                      <a:srgbClr val="141735"/>
                    </a:solidFill>
                    <a:latin typeface="Calibri"/>
                    <a:ea typeface="微软雅黑"/>
                  </a:rPr>
                  <a:t>文字添加</a:t>
                </a:r>
              </a:p>
            </p:txBody>
          </p:sp>
        </p:grpSp>
        <p:cxnSp>
          <p:nvCxnSpPr>
            <p:cNvPr id="2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6" name="组 25"/>
          <p:cNvGrpSpPr/>
          <p:nvPr/>
        </p:nvGrpSpPr>
        <p:grpSpPr>
          <a:xfrm>
            <a:off x="911423" y="3981811"/>
            <a:ext cx="2880000" cy="1397890"/>
            <a:chOff x="7573558" y="1789204"/>
            <a:chExt cx="3240000" cy="1397890"/>
          </a:xfrm>
        </p:grpSpPr>
        <p:grpSp>
          <p:nvGrpSpPr>
            <p:cNvPr id="2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9" name="矩形 2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0" name="矩形 2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1" name="组 30"/>
          <p:cNvGrpSpPr/>
          <p:nvPr/>
        </p:nvGrpSpPr>
        <p:grpSpPr>
          <a:xfrm>
            <a:off x="8401244" y="1994667"/>
            <a:ext cx="2880000" cy="1397890"/>
            <a:chOff x="7573558" y="1789204"/>
            <a:chExt cx="3240000" cy="1397890"/>
          </a:xfrm>
        </p:grpSpPr>
        <p:grpSp>
          <p:nvGrpSpPr>
            <p:cNvPr id="3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4" name="矩形 3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5" name="矩形 3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6" name="组 35"/>
          <p:cNvGrpSpPr/>
          <p:nvPr/>
        </p:nvGrpSpPr>
        <p:grpSpPr>
          <a:xfrm>
            <a:off x="8401243" y="4036270"/>
            <a:ext cx="2880000" cy="1427386"/>
            <a:chOff x="7573558" y="1789204"/>
            <a:chExt cx="3240000" cy="1427386"/>
          </a:xfrm>
        </p:grpSpPr>
        <p:grpSp>
          <p:nvGrpSpPr>
            <p:cNvPr id="37" name="组合 31">
              <a:extLst>
                <a:ext uri="{FF2B5EF4-FFF2-40B4-BE49-F238E27FC236}">
                  <a16:creationId xmlns="" xmlns:a16="http://schemas.microsoft.com/office/drawing/2014/main" id="{CDC40244-A310-4C3D-9986-CA192517ACF7}"/>
                </a:ext>
              </a:extLst>
            </p:cNvPr>
            <p:cNvGrpSpPr/>
            <p:nvPr/>
          </p:nvGrpSpPr>
          <p:grpSpPr>
            <a:xfrm>
              <a:off x="7573558" y="1789204"/>
              <a:ext cx="3240000" cy="1427386"/>
              <a:chOff x="874713" y="3137001"/>
              <a:chExt cx="3240000" cy="1427386"/>
            </a:xfrm>
          </p:grpSpPr>
          <p:sp>
            <p:nvSpPr>
              <p:cNvPr id="39" name="矩形 38">
                <a:extLst>
                  <a:ext uri="{FF2B5EF4-FFF2-40B4-BE49-F238E27FC236}">
                    <a16:creationId xmlns="" xmlns:a16="http://schemas.microsoft.com/office/drawing/2014/main" id="{B1602A64-58A0-4E75-B4E1-54317C0C2470}"/>
                  </a:ext>
                </a:extLst>
              </p:cNvPr>
              <p:cNvSpPr/>
              <p:nvPr/>
            </p:nvSpPr>
            <p:spPr>
              <a:xfrm>
                <a:off x="874713" y="3641057"/>
                <a:ext cx="3240000" cy="923330"/>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a:t>
                </a:r>
                <a:r>
                  <a:rPr lang="zh-CN" altLang="en-US" sz="1200" b="1" dirty="0">
                    <a:solidFill>
                      <a:srgbClr val="B7393F"/>
                    </a:solidFill>
                    <a:latin typeface="Microsoft YaHei Light" charset="-122"/>
                    <a:ea typeface="Microsoft YaHei Light" charset="-122"/>
                    <a:cs typeface="Microsoft YaHei Light" charset="-122"/>
                  </a:rPr>
                  <a:t>演示也可以示文稿打印出来制作</a:t>
                </a:r>
                <a:r>
                  <a:rPr lang="zh-CN" altLang="en-US" sz="1200" dirty="0">
                    <a:solidFill>
                      <a:srgbClr val="141735"/>
                    </a:solidFill>
                    <a:latin typeface="Microsoft YaHei Light" charset="-122"/>
                    <a:ea typeface="Microsoft YaHei Light" charset="-122"/>
                    <a:cs typeface="Microsoft YaHei Light" charset="-122"/>
                  </a:rPr>
                  <a:t>成胶片以便应用到更广泛的领域中</a:t>
                </a:r>
              </a:p>
            </p:txBody>
          </p:sp>
          <p:sp>
            <p:nvSpPr>
              <p:cNvPr id="40" name="矩形 3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67712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 23"/>
          <p:cNvGrpSpPr/>
          <p:nvPr/>
        </p:nvGrpSpPr>
        <p:grpSpPr>
          <a:xfrm>
            <a:off x="1415480" y="1628800"/>
            <a:ext cx="9135424" cy="3883837"/>
            <a:chOff x="849008" y="1484784"/>
            <a:chExt cx="10510813" cy="4468571"/>
          </a:xfrm>
        </p:grpSpPr>
        <p:sp>
          <p:nvSpPr>
            <p:cNvPr id="2" name="椭圆 1"/>
            <p:cNvSpPr/>
            <p:nvPr/>
          </p:nvSpPr>
          <p:spPr>
            <a:xfrm>
              <a:off x="849008" y="1843421"/>
              <a:ext cx="2178404" cy="2178404"/>
            </a:xfrm>
            <a:prstGeom prst="ellipse">
              <a:avLst/>
            </a:prstGeom>
            <a:solidFill>
              <a:srgbClr val="C2C8D4">
                <a:alpha val="9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a:ea typeface="微软雅黑"/>
                <a:cs typeface=""/>
              </a:endParaRPr>
            </a:p>
          </p:txBody>
        </p:sp>
        <p:sp>
          <p:nvSpPr>
            <p:cNvPr id="3" name="椭圆 2"/>
            <p:cNvSpPr/>
            <p:nvPr/>
          </p:nvSpPr>
          <p:spPr>
            <a:xfrm>
              <a:off x="5373850" y="1843421"/>
              <a:ext cx="2178404" cy="2178404"/>
            </a:xfrm>
            <a:prstGeom prst="ellipse">
              <a:avLst/>
            </a:prstGeom>
            <a:solidFill>
              <a:srgbClr val="C2C8D4">
                <a:alpha val="9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a:ea typeface="微软雅黑"/>
                <a:cs typeface=""/>
              </a:endParaRPr>
            </a:p>
          </p:txBody>
        </p:sp>
        <p:sp>
          <p:nvSpPr>
            <p:cNvPr id="4" name="椭圆 3"/>
            <p:cNvSpPr/>
            <p:nvPr/>
          </p:nvSpPr>
          <p:spPr>
            <a:xfrm>
              <a:off x="7277634" y="1843421"/>
              <a:ext cx="2178404" cy="2178404"/>
            </a:xfrm>
            <a:prstGeom prst="ellipse">
              <a:avLst/>
            </a:prstGeom>
            <a:solidFill>
              <a:srgbClr val="C2C8D4">
                <a:alpha val="9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a:ea typeface="微软雅黑"/>
                <a:cs typeface=""/>
              </a:endParaRPr>
            </a:p>
          </p:txBody>
        </p:sp>
        <p:sp>
          <p:nvSpPr>
            <p:cNvPr id="5" name="椭圆 4"/>
            <p:cNvSpPr/>
            <p:nvPr/>
          </p:nvSpPr>
          <p:spPr>
            <a:xfrm>
              <a:off x="9181417" y="1843421"/>
              <a:ext cx="2178404" cy="2178404"/>
            </a:xfrm>
            <a:prstGeom prst="ellipse">
              <a:avLst/>
            </a:prstGeom>
            <a:solidFill>
              <a:srgbClr val="C2C8D4">
                <a:alpha val="90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a:ea typeface="微软雅黑"/>
                <a:cs typeface=""/>
              </a:endParaRPr>
            </a:p>
          </p:txBody>
        </p:sp>
        <p:sp>
          <p:nvSpPr>
            <p:cNvPr id="6" name="椭圆 5"/>
            <p:cNvSpPr/>
            <p:nvPr/>
          </p:nvSpPr>
          <p:spPr>
            <a:xfrm>
              <a:off x="2752792" y="1484784"/>
              <a:ext cx="2895678" cy="2895678"/>
            </a:xfrm>
            <a:prstGeom prst="ellipse">
              <a:avLst/>
            </a:prstGeom>
            <a:solidFill>
              <a:srgbClr val="4372C4">
                <a:alpha val="9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Segoe UI"/>
                <a:ea typeface="微软雅黑"/>
                <a:cs typeface=""/>
              </a:endParaRPr>
            </a:p>
          </p:txBody>
        </p:sp>
        <p:sp>
          <p:nvSpPr>
            <p:cNvPr id="7" name="文本框 6"/>
            <p:cNvSpPr txBox="1"/>
            <p:nvPr/>
          </p:nvSpPr>
          <p:spPr>
            <a:xfrm>
              <a:off x="3438527" y="2086308"/>
              <a:ext cx="1669143" cy="672816"/>
            </a:xfrm>
            <a:prstGeom prst="rect">
              <a:avLst/>
            </a:prstGeom>
            <a:noFill/>
          </p:spPr>
          <p:txBody>
            <a:bodyPr wrap="square" rtlCol="0">
              <a:spAutoFit/>
            </a:bodyPr>
            <a:lstStyle/>
            <a:p>
              <a:r>
                <a:rPr lang="en-US" altLang="zh-CN" sz="3200" b="1" spc="300" dirty="0">
                  <a:solidFill>
                    <a:prstClr val="white"/>
                  </a:solidFill>
                  <a:latin typeface="Arial"/>
                  <a:ea typeface="微软雅黑"/>
                </a:rPr>
                <a:t>+35M</a:t>
              </a:r>
              <a:endParaRPr lang="zh-CN" altLang="en-US" sz="3200" b="1" spc="300" dirty="0">
                <a:solidFill>
                  <a:prstClr val="white"/>
                </a:solidFill>
                <a:latin typeface="Arial"/>
                <a:ea typeface="微软雅黑"/>
              </a:endParaRPr>
            </a:p>
          </p:txBody>
        </p:sp>
        <p:sp>
          <p:nvSpPr>
            <p:cNvPr id="8" name="矩形 7"/>
            <p:cNvSpPr/>
            <p:nvPr/>
          </p:nvSpPr>
          <p:spPr>
            <a:xfrm>
              <a:off x="3222901" y="2777931"/>
              <a:ext cx="1986367" cy="1323439"/>
            </a:xfrm>
            <a:prstGeom prst="rect">
              <a:avLst/>
            </a:prstGeom>
          </p:spPr>
          <p:txBody>
            <a:bodyPr wrap="square">
              <a:spAutoFit/>
            </a:bodyPr>
            <a:lstStyle/>
            <a:p>
              <a:pPr algn="ctr"/>
              <a:r>
                <a:rPr lang="en-US" altLang="zh-CN" sz="1600" dirty="0">
                  <a:solidFill>
                    <a:prstClr val="white"/>
                  </a:solidFill>
                  <a:latin typeface="Segoe UI"/>
                  <a:ea typeface="微软雅黑"/>
                </a:rPr>
                <a:t>Lorem ipsum dolor </a:t>
              </a:r>
              <a:r>
                <a:rPr lang="en-US" altLang="zh-CN" sz="1600" dirty="0" err="1">
                  <a:solidFill>
                    <a:prstClr val="white"/>
                  </a:solidFill>
                  <a:latin typeface="Segoe UI"/>
                  <a:ea typeface="微软雅黑"/>
                </a:rPr>
                <a:t>amet</a:t>
              </a:r>
              <a:r>
                <a:rPr lang="en-US" altLang="zh-CN" sz="1600" dirty="0">
                  <a:solidFill>
                    <a:prstClr val="white"/>
                  </a:solidFill>
                  <a:latin typeface="Segoe UI"/>
                  <a:ea typeface="微软雅黑"/>
                </a:rPr>
                <a:t>, </a:t>
              </a:r>
              <a:r>
                <a:rPr lang="en-US" altLang="zh-CN" sz="1600" dirty="0" err="1">
                  <a:solidFill>
                    <a:prstClr val="white"/>
                  </a:solidFill>
                  <a:latin typeface="Segoe UI"/>
                  <a:ea typeface="微软雅黑"/>
                </a:rPr>
                <a:t>consectetur</a:t>
              </a:r>
              <a:r>
                <a:rPr lang="en-US" altLang="zh-CN" sz="1600" dirty="0">
                  <a:solidFill>
                    <a:prstClr val="white"/>
                  </a:solidFill>
                  <a:latin typeface="Segoe UI"/>
                  <a:ea typeface="微软雅黑"/>
                </a:rPr>
                <a:t> adipisicing elit, sed do eiusmod tempor. </a:t>
              </a:r>
              <a:endParaRPr lang="zh-CN" altLang="en-US" sz="1600" dirty="0">
                <a:solidFill>
                  <a:prstClr val="white"/>
                </a:solidFill>
                <a:latin typeface="Segoe UI"/>
                <a:ea typeface="微软雅黑"/>
              </a:endParaRPr>
            </a:p>
          </p:txBody>
        </p:sp>
        <p:sp>
          <p:nvSpPr>
            <p:cNvPr id="9" name="文本框 8"/>
            <p:cNvSpPr txBox="1"/>
            <p:nvPr/>
          </p:nvSpPr>
          <p:spPr>
            <a:xfrm>
              <a:off x="988781" y="2599772"/>
              <a:ext cx="1669143" cy="523220"/>
            </a:xfrm>
            <a:prstGeom prst="rect">
              <a:avLst/>
            </a:prstGeom>
            <a:noFill/>
          </p:spPr>
          <p:txBody>
            <a:bodyPr wrap="square" rtlCol="0">
              <a:spAutoFit/>
            </a:bodyPr>
            <a:lstStyle/>
            <a:p>
              <a:pPr algn="ctr"/>
              <a:r>
                <a:rPr lang="en-US" altLang="zh-CN" sz="2800" spc="300" dirty="0">
                  <a:solidFill>
                    <a:prstClr val="white"/>
                  </a:solidFill>
                  <a:latin typeface="Arial"/>
                  <a:ea typeface="微软雅黑"/>
                </a:rPr>
                <a:t>+3M</a:t>
              </a:r>
              <a:endParaRPr lang="zh-CN" altLang="en-US" sz="2800" spc="300" dirty="0">
                <a:solidFill>
                  <a:prstClr val="white"/>
                </a:solidFill>
                <a:latin typeface="Arial"/>
                <a:ea typeface="微软雅黑"/>
              </a:endParaRPr>
            </a:p>
          </p:txBody>
        </p:sp>
        <p:sp>
          <p:nvSpPr>
            <p:cNvPr id="10" name="文本框 9"/>
            <p:cNvSpPr txBox="1"/>
            <p:nvPr/>
          </p:nvSpPr>
          <p:spPr>
            <a:xfrm>
              <a:off x="5553339" y="2585257"/>
              <a:ext cx="1669143" cy="523220"/>
            </a:xfrm>
            <a:prstGeom prst="rect">
              <a:avLst/>
            </a:prstGeom>
            <a:noFill/>
          </p:spPr>
          <p:txBody>
            <a:bodyPr wrap="square" rtlCol="0">
              <a:spAutoFit/>
            </a:bodyPr>
            <a:lstStyle/>
            <a:p>
              <a:pPr algn="ctr"/>
              <a:r>
                <a:rPr lang="en-US" altLang="zh-CN" sz="2800" spc="300" dirty="0">
                  <a:solidFill>
                    <a:prstClr val="white"/>
                  </a:solidFill>
                  <a:latin typeface="Arial"/>
                  <a:ea typeface="微软雅黑"/>
                </a:rPr>
                <a:t>+6M</a:t>
              </a:r>
              <a:endParaRPr lang="zh-CN" altLang="en-US" sz="2800" spc="300" dirty="0">
                <a:solidFill>
                  <a:prstClr val="white"/>
                </a:solidFill>
                <a:latin typeface="Arial"/>
                <a:ea typeface="微软雅黑"/>
              </a:endParaRPr>
            </a:p>
          </p:txBody>
        </p:sp>
        <p:sp>
          <p:nvSpPr>
            <p:cNvPr id="11" name="文本框 10"/>
            <p:cNvSpPr txBox="1"/>
            <p:nvPr/>
          </p:nvSpPr>
          <p:spPr>
            <a:xfrm>
              <a:off x="7484698" y="2585257"/>
              <a:ext cx="1669143" cy="523220"/>
            </a:xfrm>
            <a:prstGeom prst="rect">
              <a:avLst/>
            </a:prstGeom>
            <a:noFill/>
          </p:spPr>
          <p:txBody>
            <a:bodyPr wrap="square" rtlCol="0">
              <a:spAutoFit/>
            </a:bodyPr>
            <a:lstStyle/>
            <a:p>
              <a:pPr algn="ctr"/>
              <a:r>
                <a:rPr lang="en-US" altLang="zh-CN" sz="2800" spc="300" dirty="0">
                  <a:solidFill>
                    <a:prstClr val="white"/>
                  </a:solidFill>
                  <a:latin typeface="Arial"/>
                  <a:ea typeface="微软雅黑"/>
                </a:rPr>
                <a:t>—15M</a:t>
              </a:r>
              <a:endParaRPr lang="zh-CN" altLang="en-US" sz="2800" spc="300" dirty="0">
                <a:solidFill>
                  <a:prstClr val="white"/>
                </a:solidFill>
                <a:latin typeface="Arial"/>
                <a:ea typeface="微软雅黑"/>
              </a:endParaRPr>
            </a:p>
          </p:txBody>
        </p:sp>
        <p:sp>
          <p:nvSpPr>
            <p:cNvPr id="12" name="文本框 11"/>
            <p:cNvSpPr txBox="1"/>
            <p:nvPr/>
          </p:nvSpPr>
          <p:spPr>
            <a:xfrm>
              <a:off x="9483614" y="2617914"/>
              <a:ext cx="1669143" cy="523220"/>
            </a:xfrm>
            <a:prstGeom prst="rect">
              <a:avLst/>
            </a:prstGeom>
            <a:noFill/>
          </p:spPr>
          <p:txBody>
            <a:bodyPr wrap="square" rtlCol="0">
              <a:spAutoFit/>
            </a:bodyPr>
            <a:lstStyle/>
            <a:p>
              <a:pPr algn="ctr"/>
              <a:r>
                <a:rPr lang="en-US" altLang="zh-CN" sz="2800" spc="300" dirty="0">
                  <a:solidFill>
                    <a:prstClr val="white"/>
                  </a:solidFill>
                  <a:latin typeface="Arial"/>
                  <a:ea typeface="微软雅黑"/>
                </a:rPr>
                <a:t>+13M</a:t>
              </a:r>
              <a:endParaRPr lang="zh-CN" altLang="en-US" sz="2800" spc="300" dirty="0">
                <a:solidFill>
                  <a:prstClr val="white"/>
                </a:solidFill>
                <a:latin typeface="Arial"/>
                <a:ea typeface="微软雅黑"/>
              </a:endParaRPr>
            </a:p>
          </p:txBody>
        </p:sp>
        <p:sp>
          <p:nvSpPr>
            <p:cNvPr id="13" name="文本框 12"/>
            <p:cNvSpPr txBox="1"/>
            <p:nvPr/>
          </p:nvSpPr>
          <p:spPr>
            <a:xfrm>
              <a:off x="1259755" y="5563830"/>
              <a:ext cx="1324604" cy="338554"/>
            </a:xfrm>
            <a:prstGeom prst="rect">
              <a:avLst/>
            </a:prstGeom>
            <a:noFill/>
          </p:spPr>
          <p:txBody>
            <a:bodyPr wrap="square" rtlCol="0">
              <a:spAutoFit/>
            </a:bodyPr>
            <a:lstStyle/>
            <a:p>
              <a:pPr algn="ctr"/>
              <a:r>
                <a:rPr lang="en-US" altLang="zh-CN" sz="1600" b="1" dirty="0">
                  <a:solidFill>
                    <a:prstClr val="black"/>
                  </a:solidFill>
                  <a:latin typeface="Segoe UI"/>
                  <a:ea typeface="微软雅黑"/>
                </a:rPr>
                <a:t>June </a:t>
              </a:r>
              <a:endParaRPr lang="zh-CN" altLang="en-US" sz="1600" b="1" dirty="0">
                <a:solidFill>
                  <a:prstClr val="black"/>
                </a:solidFill>
                <a:latin typeface="Segoe UI"/>
                <a:ea typeface="微软雅黑"/>
              </a:endParaRPr>
            </a:p>
          </p:txBody>
        </p:sp>
        <p:sp>
          <p:nvSpPr>
            <p:cNvPr id="14" name="文本框 13"/>
            <p:cNvSpPr txBox="1"/>
            <p:nvPr/>
          </p:nvSpPr>
          <p:spPr>
            <a:xfrm>
              <a:off x="3575973" y="5563830"/>
              <a:ext cx="1324604" cy="338554"/>
            </a:xfrm>
            <a:prstGeom prst="rect">
              <a:avLst/>
            </a:prstGeom>
            <a:noFill/>
          </p:spPr>
          <p:txBody>
            <a:bodyPr wrap="square" rtlCol="0">
              <a:spAutoFit/>
            </a:bodyPr>
            <a:lstStyle/>
            <a:p>
              <a:pPr algn="ctr"/>
              <a:r>
                <a:rPr lang="en-US" altLang="zh-CN" sz="1600" b="1" dirty="0">
                  <a:solidFill>
                    <a:prstClr val="black"/>
                  </a:solidFill>
                  <a:latin typeface="Segoe UI"/>
                  <a:ea typeface="微软雅黑"/>
                </a:rPr>
                <a:t>July </a:t>
              </a:r>
              <a:endParaRPr lang="zh-CN" altLang="en-US" sz="1600" b="1" dirty="0">
                <a:solidFill>
                  <a:prstClr val="black"/>
                </a:solidFill>
                <a:latin typeface="Segoe UI"/>
                <a:ea typeface="微软雅黑"/>
              </a:endParaRPr>
            </a:p>
          </p:txBody>
        </p:sp>
        <p:sp>
          <p:nvSpPr>
            <p:cNvPr id="15" name="文本框 14"/>
            <p:cNvSpPr txBox="1"/>
            <p:nvPr/>
          </p:nvSpPr>
          <p:spPr>
            <a:xfrm>
              <a:off x="5788954" y="5563830"/>
              <a:ext cx="1324604" cy="338554"/>
            </a:xfrm>
            <a:prstGeom prst="rect">
              <a:avLst/>
            </a:prstGeom>
            <a:noFill/>
          </p:spPr>
          <p:txBody>
            <a:bodyPr wrap="square" rtlCol="0">
              <a:spAutoFit/>
            </a:bodyPr>
            <a:lstStyle/>
            <a:p>
              <a:pPr algn="ctr"/>
              <a:r>
                <a:rPr lang="en-US" altLang="zh-CN" sz="1600" b="1" dirty="0">
                  <a:solidFill>
                    <a:prstClr val="black"/>
                  </a:solidFill>
                  <a:latin typeface="Segoe UI"/>
                  <a:ea typeface="微软雅黑"/>
                </a:rPr>
                <a:t>August  </a:t>
              </a:r>
              <a:endParaRPr lang="zh-CN" altLang="en-US" sz="1600" b="1" dirty="0">
                <a:solidFill>
                  <a:prstClr val="black"/>
                </a:solidFill>
                <a:latin typeface="Segoe UI"/>
                <a:ea typeface="微软雅黑"/>
              </a:endParaRPr>
            </a:p>
          </p:txBody>
        </p:sp>
        <p:sp>
          <p:nvSpPr>
            <p:cNvPr id="16" name="文本框 15"/>
            <p:cNvSpPr txBox="1"/>
            <p:nvPr/>
          </p:nvSpPr>
          <p:spPr>
            <a:xfrm>
              <a:off x="7721714" y="5563830"/>
              <a:ext cx="1432128" cy="389525"/>
            </a:xfrm>
            <a:prstGeom prst="rect">
              <a:avLst/>
            </a:prstGeom>
            <a:noFill/>
          </p:spPr>
          <p:txBody>
            <a:bodyPr wrap="square" rtlCol="0">
              <a:spAutoFit/>
            </a:bodyPr>
            <a:lstStyle/>
            <a:p>
              <a:pPr algn="ctr"/>
              <a:r>
                <a:rPr lang="en-US" altLang="zh-CN" sz="1600" b="1" dirty="0">
                  <a:solidFill>
                    <a:prstClr val="black"/>
                  </a:solidFill>
                  <a:latin typeface="Segoe UI"/>
                  <a:ea typeface="微软雅黑"/>
                </a:rPr>
                <a:t>September </a:t>
              </a:r>
              <a:endParaRPr lang="zh-CN" altLang="en-US" sz="1600" b="1" dirty="0">
                <a:solidFill>
                  <a:prstClr val="black"/>
                </a:solidFill>
                <a:latin typeface="Segoe UI"/>
                <a:ea typeface="微软雅黑"/>
              </a:endParaRPr>
            </a:p>
          </p:txBody>
        </p:sp>
        <p:sp>
          <p:nvSpPr>
            <p:cNvPr id="17" name="文本框 16"/>
            <p:cNvSpPr txBox="1"/>
            <p:nvPr/>
          </p:nvSpPr>
          <p:spPr>
            <a:xfrm>
              <a:off x="9683975" y="5563830"/>
              <a:ext cx="1324604" cy="338554"/>
            </a:xfrm>
            <a:prstGeom prst="rect">
              <a:avLst/>
            </a:prstGeom>
            <a:noFill/>
          </p:spPr>
          <p:txBody>
            <a:bodyPr wrap="square" rtlCol="0">
              <a:spAutoFit/>
            </a:bodyPr>
            <a:lstStyle/>
            <a:p>
              <a:pPr algn="ctr"/>
              <a:r>
                <a:rPr lang="en-US" altLang="zh-CN" sz="1600" b="1" dirty="0">
                  <a:solidFill>
                    <a:prstClr val="black"/>
                  </a:solidFill>
                  <a:latin typeface="Segoe UI"/>
                  <a:ea typeface="微软雅黑"/>
                </a:rPr>
                <a:t>October  </a:t>
              </a:r>
              <a:endParaRPr lang="zh-CN" altLang="en-US" sz="1600" b="1" dirty="0">
                <a:solidFill>
                  <a:prstClr val="black"/>
                </a:solidFill>
                <a:latin typeface="Segoe UI"/>
                <a:ea typeface="微软雅黑"/>
              </a:endParaRPr>
            </a:p>
          </p:txBody>
        </p:sp>
        <p:cxnSp>
          <p:nvCxnSpPr>
            <p:cNvPr id="18" name="直接连接符 17"/>
            <p:cNvCxnSpPr/>
            <p:nvPr/>
          </p:nvCxnSpPr>
          <p:spPr>
            <a:xfrm>
              <a:off x="1938210" y="4248853"/>
              <a:ext cx="0" cy="1120337"/>
            </a:xfrm>
            <a:prstGeom prst="line">
              <a:avLst/>
            </a:prstGeom>
            <a:noFill/>
            <a:ln w="6350" cap="flat" cmpd="sng" algn="ctr">
              <a:solidFill>
                <a:srgbClr val="262B36"/>
              </a:solidFill>
              <a:prstDash val="solid"/>
              <a:miter lim="800000"/>
              <a:tailEnd type="oval"/>
            </a:ln>
            <a:effectLst/>
          </p:spPr>
        </p:cxnSp>
        <p:cxnSp>
          <p:nvCxnSpPr>
            <p:cNvPr id="19" name="直接连接符 18"/>
            <p:cNvCxnSpPr/>
            <p:nvPr/>
          </p:nvCxnSpPr>
          <p:spPr>
            <a:xfrm>
              <a:off x="6423578" y="4248853"/>
              <a:ext cx="0" cy="1120337"/>
            </a:xfrm>
            <a:prstGeom prst="line">
              <a:avLst/>
            </a:prstGeom>
            <a:noFill/>
            <a:ln w="6350" cap="flat" cmpd="sng" algn="ctr">
              <a:solidFill>
                <a:srgbClr val="262B36"/>
              </a:solidFill>
              <a:prstDash val="solid"/>
              <a:miter lim="800000"/>
              <a:tailEnd type="oval"/>
            </a:ln>
            <a:effectLst/>
          </p:spPr>
        </p:cxnSp>
        <p:cxnSp>
          <p:nvCxnSpPr>
            <p:cNvPr id="20" name="直接连接符 19"/>
            <p:cNvCxnSpPr/>
            <p:nvPr/>
          </p:nvCxnSpPr>
          <p:spPr>
            <a:xfrm>
              <a:off x="8379782" y="4248853"/>
              <a:ext cx="0" cy="1120337"/>
            </a:xfrm>
            <a:prstGeom prst="line">
              <a:avLst/>
            </a:prstGeom>
            <a:noFill/>
            <a:ln w="6350" cap="flat" cmpd="sng" algn="ctr">
              <a:solidFill>
                <a:srgbClr val="262B36"/>
              </a:solidFill>
              <a:prstDash val="solid"/>
              <a:miter lim="800000"/>
              <a:tailEnd type="oval"/>
            </a:ln>
            <a:effectLst/>
          </p:spPr>
        </p:cxnSp>
        <p:cxnSp>
          <p:nvCxnSpPr>
            <p:cNvPr id="21" name="直接连接符 20"/>
            <p:cNvCxnSpPr/>
            <p:nvPr/>
          </p:nvCxnSpPr>
          <p:spPr>
            <a:xfrm>
              <a:off x="10340548" y="4248853"/>
              <a:ext cx="0" cy="1120337"/>
            </a:xfrm>
            <a:prstGeom prst="line">
              <a:avLst/>
            </a:prstGeom>
            <a:noFill/>
            <a:ln w="6350" cap="flat" cmpd="sng" algn="ctr">
              <a:solidFill>
                <a:srgbClr val="262B36"/>
              </a:solidFill>
              <a:prstDash val="solid"/>
              <a:miter lim="800000"/>
              <a:tailEnd type="oval"/>
            </a:ln>
            <a:effectLst/>
          </p:spPr>
        </p:cxnSp>
        <p:cxnSp>
          <p:nvCxnSpPr>
            <p:cNvPr id="22" name="直接连接符 21"/>
            <p:cNvCxnSpPr/>
            <p:nvPr/>
          </p:nvCxnSpPr>
          <p:spPr>
            <a:xfrm>
              <a:off x="4182222" y="4586937"/>
              <a:ext cx="0" cy="841245"/>
            </a:xfrm>
            <a:prstGeom prst="line">
              <a:avLst/>
            </a:prstGeom>
            <a:noFill/>
            <a:ln w="6350" cap="flat" cmpd="sng" algn="ctr">
              <a:solidFill>
                <a:srgbClr val="EE1C39"/>
              </a:solidFill>
              <a:prstDash val="solid"/>
              <a:miter lim="800000"/>
              <a:tailEnd type="oval"/>
            </a:ln>
            <a:effectLst/>
          </p:spPr>
        </p:cxnSp>
      </p:grpSp>
      <p:sp>
        <p:nvSpPr>
          <p:cNvPr id="23" name="标题 22"/>
          <p:cNvSpPr>
            <a:spLocks noGrp="1"/>
          </p:cNvSpPr>
          <p:nvPr>
            <p:ph type="title"/>
          </p:nvPr>
        </p:nvSpPr>
        <p:spPr/>
        <p:txBody>
          <a:bodyPr/>
          <a:lstStyle/>
          <a:p>
            <a:r>
              <a:rPr lang="zh-CN" altLang="en-US" dirty="0"/>
              <a:t>让金融更简单 让金融更美好</a:t>
            </a:r>
            <a:endParaRPr kumimoji="1" lang="zh-CN" altLang="en-US" dirty="0"/>
          </a:p>
        </p:txBody>
      </p:sp>
    </p:spTree>
    <p:extLst>
      <p:ext uri="{BB962C8B-B14F-4D97-AF65-F5344CB8AC3E}">
        <p14:creationId xmlns:p14="http://schemas.microsoft.com/office/powerpoint/2010/main" val="72867304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Oval 92">
            <a:extLst>
              <a:ext uri="{FF2B5EF4-FFF2-40B4-BE49-F238E27FC236}">
                <a16:creationId xmlns="" xmlns:a16="http://schemas.microsoft.com/office/drawing/2014/main" id="{9E4E8750-4875-4725-85A6-FAFDFE7F51AF}"/>
              </a:ext>
            </a:extLst>
          </p:cNvPr>
          <p:cNvSpPr>
            <a:spLocks noChangeAspect="1"/>
          </p:cNvSpPr>
          <p:nvPr/>
        </p:nvSpPr>
        <p:spPr>
          <a:xfrm>
            <a:off x="1757898" y="3179527"/>
            <a:ext cx="1008000" cy="1008000"/>
          </a:xfrm>
          <a:prstGeom prst="ellipse">
            <a:avLst/>
          </a:prstGeom>
          <a:solidFill>
            <a:srgbClr val="4372C4"/>
          </a:solidFill>
          <a:ln w="12700" cap="flat" cmpd="sng" algn="ctr">
            <a:noFill/>
            <a:prstDash val="solid"/>
            <a:miter lim="800000"/>
          </a:ln>
          <a:effectLst/>
        </p:spPr>
        <p:txBody>
          <a:bodyPr rtlCol="0" anchor="ctr"/>
          <a:lstStyle/>
          <a:p>
            <a:pPr algn="ctr" defTabSz="914400">
              <a:defRPr/>
            </a:pPr>
            <a:r>
              <a:rPr lang="zh-CN" altLang="en-US" sz="1200" b="1" kern="0" smtClean="0">
                <a:solidFill>
                  <a:prstClr val="white"/>
                </a:solidFill>
                <a:latin typeface="+mj-ea"/>
                <a:ea typeface="+mj-ea"/>
              </a:rPr>
              <a:t>关键字</a:t>
            </a:r>
            <a:endParaRPr lang="ko-KR" altLang="en-US" sz="1200" b="1" kern="0" dirty="0">
              <a:solidFill>
                <a:prstClr val="white"/>
              </a:solidFill>
              <a:latin typeface="+mj-ea"/>
              <a:ea typeface="+mj-ea"/>
            </a:endParaRPr>
          </a:p>
        </p:txBody>
      </p:sp>
      <p:sp>
        <p:nvSpPr>
          <p:cNvPr id="11" name="Oval 92">
            <a:extLst>
              <a:ext uri="{FF2B5EF4-FFF2-40B4-BE49-F238E27FC236}">
                <a16:creationId xmlns="" xmlns:a16="http://schemas.microsoft.com/office/drawing/2014/main" id="{9E4E8750-4875-4725-85A6-FAFDFE7F51AF}"/>
              </a:ext>
            </a:extLst>
          </p:cNvPr>
          <p:cNvSpPr/>
          <p:nvPr/>
        </p:nvSpPr>
        <p:spPr>
          <a:xfrm>
            <a:off x="5028310" y="1700808"/>
            <a:ext cx="2160000" cy="2160000"/>
          </a:xfrm>
          <a:prstGeom prst="ellipse">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3200" b="1" i="0" u="none" strike="noStrike" kern="0" cap="none" spc="0" normalizeH="0" baseline="0" noProof="0" dirty="0" smtClean="0">
                <a:ln>
                  <a:noFill/>
                </a:ln>
                <a:solidFill>
                  <a:prstClr val="white"/>
                </a:solidFill>
                <a:effectLst/>
                <a:uLnTx/>
                <a:uFillTx/>
                <a:latin typeface="+mj-ea"/>
                <a:ea typeface="+mj-ea"/>
                <a:cs typeface="+mn-cs"/>
              </a:rPr>
              <a:t>关键字</a:t>
            </a:r>
            <a:endParaRPr kumimoji="0" lang="ko-KR" altLang="en-US" sz="3200" b="1" i="0" u="none" strike="noStrike" kern="0" cap="none" spc="0" normalizeH="0" baseline="0" noProof="0" dirty="0">
              <a:ln>
                <a:noFill/>
              </a:ln>
              <a:solidFill>
                <a:prstClr val="white"/>
              </a:solidFill>
              <a:effectLst/>
              <a:uLnTx/>
              <a:uFillTx/>
              <a:latin typeface="+mj-ea"/>
              <a:ea typeface="+mj-ea"/>
              <a:cs typeface="+mn-cs"/>
            </a:endParaRPr>
          </a:p>
        </p:txBody>
      </p:sp>
      <p:sp>
        <p:nvSpPr>
          <p:cNvPr id="12" name="Oval 92">
            <a:extLst>
              <a:ext uri="{FF2B5EF4-FFF2-40B4-BE49-F238E27FC236}">
                <a16:creationId xmlns="" xmlns:a16="http://schemas.microsoft.com/office/drawing/2014/main" id="{9E4E8750-4875-4725-85A6-FAFDFE7F51AF}"/>
              </a:ext>
            </a:extLst>
          </p:cNvPr>
          <p:cNvSpPr>
            <a:spLocks noChangeAspect="1"/>
          </p:cNvSpPr>
          <p:nvPr/>
        </p:nvSpPr>
        <p:spPr>
          <a:xfrm>
            <a:off x="3141104" y="2444804"/>
            <a:ext cx="1512000" cy="1512000"/>
          </a:xfrm>
          <a:prstGeom prst="ellipse">
            <a:avLst/>
          </a:prstGeom>
          <a:solidFill>
            <a:srgbClr val="4372C4"/>
          </a:solidFill>
          <a:ln w="12700" cap="flat" cmpd="sng" algn="ctr">
            <a:noFill/>
            <a:prstDash val="solid"/>
            <a:miter lim="800000"/>
          </a:ln>
          <a:effectLst/>
        </p:spPr>
        <p:txBody>
          <a:bodyPr rtlCol="0" anchor="ctr"/>
          <a:lstStyle/>
          <a:p>
            <a:pPr algn="ctr" defTabSz="914400">
              <a:defRPr/>
            </a:pPr>
            <a:r>
              <a:rPr lang="zh-CN" altLang="en-US" sz="2000" b="1" kern="0" dirty="0" smtClean="0">
                <a:solidFill>
                  <a:prstClr val="white"/>
                </a:solidFill>
                <a:latin typeface="+mj-ea"/>
                <a:ea typeface="+mj-ea"/>
              </a:rPr>
              <a:t>关键字</a:t>
            </a:r>
            <a:endParaRPr lang="ko-KR" altLang="en-US" sz="2000" b="1" kern="0" dirty="0">
              <a:solidFill>
                <a:prstClr val="white"/>
              </a:solidFill>
              <a:latin typeface="+mj-ea"/>
              <a:ea typeface="+mj-ea"/>
            </a:endParaRPr>
          </a:p>
        </p:txBody>
      </p:sp>
      <p:sp>
        <p:nvSpPr>
          <p:cNvPr id="13" name="Oval 92">
            <a:extLst>
              <a:ext uri="{FF2B5EF4-FFF2-40B4-BE49-F238E27FC236}">
                <a16:creationId xmlns="" xmlns:a16="http://schemas.microsoft.com/office/drawing/2014/main" id="{9E4E8750-4875-4725-85A6-FAFDFE7F51AF}"/>
              </a:ext>
            </a:extLst>
          </p:cNvPr>
          <p:cNvSpPr>
            <a:spLocks noChangeAspect="1"/>
          </p:cNvSpPr>
          <p:nvPr/>
        </p:nvSpPr>
        <p:spPr>
          <a:xfrm>
            <a:off x="7563516" y="2444804"/>
            <a:ext cx="1512000" cy="1512000"/>
          </a:xfrm>
          <a:prstGeom prst="ellipse">
            <a:avLst/>
          </a:prstGeom>
          <a:solidFill>
            <a:srgbClr val="4372C4"/>
          </a:solidFill>
          <a:ln w="12700" cap="flat" cmpd="sng" algn="ctr">
            <a:noFill/>
            <a:prstDash val="solid"/>
            <a:miter lim="800000"/>
          </a:ln>
          <a:effectLst/>
        </p:spPr>
        <p:txBody>
          <a:bodyPr rtlCol="0" anchor="ctr"/>
          <a:lstStyle/>
          <a:p>
            <a:pPr algn="ctr" defTabSz="914400">
              <a:defRPr/>
            </a:pPr>
            <a:r>
              <a:rPr lang="zh-CN" altLang="en-US" sz="2000" b="1" kern="0" dirty="0">
                <a:solidFill>
                  <a:prstClr val="white"/>
                </a:solidFill>
                <a:latin typeface="+mj-ea"/>
                <a:ea typeface="+mj-ea"/>
              </a:rPr>
              <a:t>关键字</a:t>
            </a:r>
            <a:endParaRPr lang="ko-KR" altLang="en-US" sz="2000" b="1" kern="0" dirty="0">
              <a:solidFill>
                <a:prstClr val="white"/>
              </a:solidFill>
              <a:latin typeface="+mj-ea"/>
              <a:ea typeface="+mj-ea"/>
            </a:endParaRPr>
          </a:p>
        </p:txBody>
      </p:sp>
      <p:sp>
        <p:nvSpPr>
          <p:cNvPr id="15" name="Oval 92">
            <a:extLst>
              <a:ext uri="{FF2B5EF4-FFF2-40B4-BE49-F238E27FC236}">
                <a16:creationId xmlns="" xmlns:a16="http://schemas.microsoft.com/office/drawing/2014/main" id="{9E4E8750-4875-4725-85A6-FAFDFE7F51AF}"/>
              </a:ext>
            </a:extLst>
          </p:cNvPr>
          <p:cNvSpPr>
            <a:spLocks noChangeAspect="1"/>
          </p:cNvSpPr>
          <p:nvPr/>
        </p:nvSpPr>
        <p:spPr>
          <a:xfrm>
            <a:off x="9450720" y="3179527"/>
            <a:ext cx="1008000" cy="1008000"/>
          </a:xfrm>
          <a:prstGeom prst="ellipse">
            <a:avLst/>
          </a:prstGeom>
          <a:solidFill>
            <a:srgbClr val="4372C4"/>
          </a:solidFill>
          <a:ln w="12700" cap="flat" cmpd="sng" algn="ctr">
            <a:noFill/>
            <a:prstDash val="solid"/>
            <a:miter lim="800000"/>
          </a:ln>
          <a:effectLst/>
        </p:spPr>
        <p:txBody>
          <a:bodyPr rtlCol="0" anchor="ctr"/>
          <a:lstStyle/>
          <a:p>
            <a:pPr algn="ctr" defTabSz="914400">
              <a:defRPr/>
            </a:pPr>
            <a:r>
              <a:rPr lang="zh-CN" altLang="en-US" sz="1200" b="1" kern="0" smtClean="0">
                <a:solidFill>
                  <a:prstClr val="white"/>
                </a:solidFill>
                <a:latin typeface="+mj-ea"/>
                <a:ea typeface="+mj-ea"/>
              </a:rPr>
              <a:t>关键字</a:t>
            </a:r>
            <a:endParaRPr lang="ko-KR" altLang="en-US" sz="1200" b="1" kern="0" dirty="0">
              <a:solidFill>
                <a:prstClr val="white"/>
              </a:solidFill>
              <a:latin typeface="+mj-ea"/>
              <a:ea typeface="+mj-ea"/>
            </a:endParaRPr>
          </a:p>
        </p:txBody>
      </p:sp>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grpSp>
        <p:nvGrpSpPr>
          <p:cNvPr id="18" name="组 17"/>
          <p:cNvGrpSpPr/>
          <p:nvPr/>
        </p:nvGrpSpPr>
        <p:grpSpPr>
          <a:xfrm>
            <a:off x="1321467" y="4383597"/>
            <a:ext cx="9505056" cy="1704385"/>
            <a:chOff x="7580640" y="1789204"/>
            <a:chExt cx="3240000" cy="1704385"/>
          </a:xfrm>
        </p:grpSpPr>
        <p:grpSp>
          <p:nvGrpSpPr>
            <p:cNvPr id="19" name="组合 31">
              <a:extLst>
                <a:ext uri="{FF2B5EF4-FFF2-40B4-BE49-F238E27FC236}">
                  <a16:creationId xmlns="" xmlns:a16="http://schemas.microsoft.com/office/drawing/2014/main" id="{CDC40244-A310-4C3D-9986-CA192517ACF7}"/>
                </a:ext>
              </a:extLst>
            </p:cNvPr>
            <p:cNvGrpSpPr/>
            <p:nvPr/>
          </p:nvGrpSpPr>
          <p:grpSpPr>
            <a:xfrm>
              <a:off x="7580640" y="1789204"/>
              <a:ext cx="3240000" cy="1704385"/>
              <a:chOff x="881795" y="3137001"/>
              <a:chExt cx="3240000" cy="1704385"/>
            </a:xfrm>
          </p:grpSpPr>
          <p:sp>
            <p:nvSpPr>
              <p:cNvPr id="21" name="矩形 20">
                <a:extLst>
                  <a:ext uri="{FF2B5EF4-FFF2-40B4-BE49-F238E27FC236}">
                    <a16:creationId xmlns="" xmlns:a16="http://schemas.microsoft.com/office/drawing/2014/main" id="{B1602A64-58A0-4E75-B4E1-54317C0C2470}"/>
                  </a:ext>
                </a:extLst>
              </p:cNvPr>
              <p:cNvSpPr/>
              <p:nvPr/>
            </p:nvSpPr>
            <p:spPr>
              <a:xfrm>
                <a:off x="881795" y="3641057"/>
                <a:ext cx="3240000" cy="1200329"/>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a:t>
                </a:r>
                <a:r>
                  <a:rPr lang="zh-CN" altLang="en-US" sz="1200" dirty="0" smtClean="0">
                    <a:solidFill>
                      <a:srgbClr val="141735"/>
                    </a:solidFill>
                    <a:latin typeface="Microsoft YaHei Light" charset="-122"/>
                    <a:ea typeface="Microsoft YaHei Light" charset="-122"/>
                    <a:cs typeface="Microsoft YaHei Light" charset="-122"/>
                  </a:rPr>
                  <a:t>中</a:t>
                </a: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a:t>
                </a:r>
                <a:r>
                  <a:rPr lang="zh-CN" altLang="en-US" sz="1200" dirty="0" smtClean="0">
                    <a:solidFill>
                      <a:srgbClr val="141735"/>
                    </a:solidFill>
                    <a:latin typeface="Microsoft YaHei Light" charset="-122"/>
                    <a:ea typeface="Microsoft YaHei Light" charset="-122"/>
                    <a:cs typeface="Microsoft YaHei Light" charset="-122"/>
                  </a:rPr>
                  <a:t>中用户</a:t>
                </a:r>
                <a:r>
                  <a:rPr lang="zh-CN" altLang="en-US" sz="1200" dirty="0">
                    <a:solidFill>
                      <a:srgbClr val="141735"/>
                    </a:solidFill>
                    <a:latin typeface="Microsoft YaHei Light" charset="-122"/>
                    <a:ea typeface="Microsoft YaHei Light" charset="-122"/>
                    <a:cs typeface="Microsoft YaHei Light" charset="-122"/>
                  </a:rPr>
                  <a:t>可以在投影仪或者计算机上进行演示也可以示文稿打印出来制作成胶片以便应用到更广泛的领域中</a:t>
                </a:r>
              </a:p>
              <a:p>
                <a:pPr algn="ctr" defTabSz="914400">
                  <a:lnSpc>
                    <a:spcPct val="150000"/>
                  </a:lnSpc>
                </a:pPr>
                <a:endParaRPr lang="zh-CN" altLang="en-US" sz="1200" dirty="0">
                  <a:solidFill>
                    <a:srgbClr val="141735"/>
                  </a:solidFill>
                  <a:latin typeface="Microsoft YaHei Light" charset="-122"/>
                  <a:ea typeface="Microsoft YaHei Light" charset="-122"/>
                  <a:cs typeface="Microsoft YaHei Light" charset="-122"/>
                </a:endParaRPr>
              </a:p>
            </p:txBody>
          </p:sp>
          <p:sp>
            <p:nvSpPr>
              <p:cNvPr id="22" name="矩形 21">
                <a:extLst>
                  <a:ext uri="{FF2B5EF4-FFF2-40B4-BE49-F238E27FC236}">
                    <a16:creationId xmlns="" xmlns:a16="http://schemas.microsoft.com/office/drawing/2014/main" id="{C8C36275-6870-414C-A750-2AE2D13A8ADB}"/>
                  </a:ext>
                </a:extLst>
              </p:cNvPr>
              <p:cNvSpPr/>
              <p:nvPr/>
            </p:nvSpPr>
            <p:spPr>
              <a:xfrm>
                <a:off x="881795" y="3137001"/>
                <a:ext cx="3240000" cy="461665"/>
              </a:xfrm>
              <a:prstGeom prst="rect">
                <a:avLst/>
              </a:prstGeom>
            </p:spPr>
            <p:txBody>
              <a:bodyPr wrap="square">
                <a:spAutoFit/>
                <a:scene3d>
                  <a:camera prst="orthographicFront"/>
                  <a:lightRig rig="threePt" dir="t"/>
                </a:scene3d>
                <a:sp3d contourW="12700"/>
              </a:bodyPr>
              <a:lstStyle/>
              <a:p>
                <a:pPr algn="ctr" defTabSz="914400"/>
                <a:r>
                  <a:rPr lang="zh-CN" altLang="en-US" sz="2400" b="1" dirty="0">
                    <a:solidFill>
                      <a:srgbClr val="141735"/>
                    </a:solidFill>
                    <a:latin typeface="Calibri"/>
                    <a:ea typeface="微软雅黑"/>
                  </a:rPr>
                  <a:t>标题文字添加</a:t>
                </a:r>
              </a:p>
            </p:txBody>
          </p:sp>
        </p:grpSp>
        <p:cxnSp>
          <p:nvCxnSpPr>
            <p:cNvPr id="2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81658043"/>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grpSp>
        <p:nvGrpSpPr>
          <p:cNvPr id="11" name="组 10"/>
          <p:cNvGrpSpPr/>
          <p:nvPr/>
        </p:nvGrpSpPr>
        <p:grpSpPr>
          <a:xfrm>
            <a:off x="4085538" y="1874158"/>
            <a:ext cx="4122552" cy="3708434"/>
            <a:chOff x="3431703" y="1556792"/>
            <a:chExt cx="4682895" cy="4212490"/>
          </a:xfrm>
        </p:grpSpPr>
        <p:sp>
          <p:nvSpPr>
            <p:cNvPr id="3" name="Freeform 19">
              <a:extLst>
                <a:ext uri="{FF2B5EF4-FFF2-40B4-BE49-F238E27FC236}">
                  <a16:creationId xmlns="" xmlns:a16="http://schemas.microsoft.com/office/drawing/2014/main" id="{D938C4B8-45F1-45CD-BCFC-D8C1ED07F348}"/>
                </a:ext>
              </a:extLst>
            </p:cNvPr>
            <p:cNvSpPr>
              <a:spLocks noEditPoints="1"/>
            </p:cNvSpPr>
            <p:nvPr/>
          </p:nvSpPr>
          <p:spPr bwMode="auto">
            <a:xfrm>
              <a:off x="3431703" y="1556792"/>
              <a:ext cx="4682895" cy="4212490"/>
            </a:xfrm>
            <a:custGeom>
              <a:avLst/>
              <a:gdLst>
                <a:gd name="T0" fmla="*/ 233 w 747"/>
                <a:gd name="T1" fmla="*/ 0 h 672"/>
                <a:gd name="T2" fmla="*/ 306 w 747"/>
                <a:gd name="T3" fmla="*/ 37 h 672"/>
                <a:gd name="T4" fmla="*/ 374 w 747"/>
                <a:gd name="T5" fmla="*/ 66 h 672"/>
                <a:gd name="T6" fmla="*/ 444 w 747"/>
                <a:gd name="T7" fmla="*/ 33 h 672"/>
                <a:gd name="T8" fmla="*/ 514 w 747"/>
                <a:gd name="T9" fmla="*/ 0 h 672"/>
                <a:gd name="T10" fmla="*/ 606 w 747"/>
                <a:gd name="T11" fmla="*/ 92 h 672"/>
                <a:gd name="T12" fmla="*/ 601 w 747"/>
                <a:gd name="T13" fmla="*/ 122 h 672"/>
                <a:gd name="T14" fmla="*/ 594 w 747"/>
                <a:gd name="T15" fmla="*/ 154 h 672"/>
                <a:gd name="T16" fmla="*/ 643 w 747"/>
                <a:gd name="T17" fmla="*/ 237 h 672"/>
                <a:gd name="T18" fmla="*/ 681 w 747"/>
                <a:gd name="T19" fmla="*/ 248 h 672"/>
                <a:gd name="T20" fmla="*/ 747 w 747"/>
                <a:gd name="T21" fmla="*/ 336 h 672"/>
                <a:gd name="T22" fmla="*/ 679 w 747"/>
                <a:gd name="T23" fmla="*/ 424 h 672"/>
                <a:gd name="T24" fmla="*/ 644 w 747"/>
                <a:gd name="T25" fmla="*/ 434 h 672"/>
                <a:gd name="T26" fmla="*/ 594 w 747"/>
                <a:gd name="T27" fmla="*/ 517 h 672"/>
                <a:gd name="T28" fmla="*/ 602 w 747"/>
                <a:gd name="T29" fmla="*/ 552 h 672"/>
                <a:gd name="T30" fmla="*/ 606 w 747"/>
                <a:gd name="T31" fmla="*/ 580 h 672"/>
                <a:gd name="T32" fmla="*/ 514 w 747"/>
                <a:gd name="T33" fmla="*/ 672 h 672"/>
                <a:gd name="T34" fmla="*/ 449 w 747"/>
                <a:gd name="T35" fmla="*/ 644 h 672"/>
                <a:gd name="T36" fmla="*/ 422 w 747"/>
                <a:gd name="T37" fmla="*/ 620 h 672"/>
                <a:gd name="T38" fmla="*/ 373 w 747"/>
                <a:gd name="T39" fmla="*/ 606 h 672"/>
                <a:gd name="T40" fmla="*/ 323 w 747"/>
                <a:gd name="T41" fmla="*/ 621 h 672"/>
                <a:gd name="T42" fmla="*/ 284 w 747"/>
                <a:gd name="T43" fmla="*/ 655 h 672"/>
                <a:gd name="T44" fmla="*/ 233 w 747"/>
                <a:gd name="T45" fmla="*/ 672 h 672"/>
                <a:gd name="T46" fmla="*/ 141 w 747"/>
                <a:gd name="T47" fmla="*/ 580 h 672"/>
                <a:gd name="T48" fmla="*/ 146 w 747"/>
                <a:gd name="T49" fmla="*/ 551 h 672"/>
                <a:gd name="T50" fmla="*/ 152 w 747"/>
                <a:gd name="T51" fmla="*/ 528 h 672"/>
                <a:gd name="T52" fmla="*/ 153 w 747"/>
                <a:gd name="T53" fmla="*/ 519 h 672"/>
                <a:gd name="T54" fmla="*/ 69 w 747"/>
                <a:gd name="T55" fmla="*/ 425 h 672"/>
                <a:gd name="T56" fmla="*/ 0 w 747"/>
                <a:gd name="T57" fmla="*/ 336 h 672"/>
                <a:gd name="T58" fmla="*/ 74 w 747"/>
                <a:gd name="T59" fmla="*/ 246 h 672"/>
                <a:gd name="T60" fmla="*/ 153 w 747"/>
                <a:gd name="T61" fmla="*/ 153 h 672"/>
                <a:gd name="T62" fmla="*/ 147 w 747"/>
                <a:gd name="T63" fmla="*/ 124 h 672"/>
                <a:gd name="T64" fmla="*/ 141 w 747"/>
                <a:gd name="T65" fmla="*/ 92 h 672"/>
                <a:gd name="T66" fmla="*/ 233 w 747"/>
                <a:gd name="T67" fmla="*/ 0 h 672"/>
                <a:gd name="T68" fmla="*/ 180 w 747"/>
                <a:gd name="T69" fmla="*/ 310 h 672"/>
                <a:gd name="T70" fmla="*/ 184 w 747"/>
                <a:gd name="T71" fmla="*/ 336 h 672"/>
                <a:gd name="T72" fmla="*/ 180 w 747"/>
                <a:gd name="T73" fmla="*/ 364 h 672"/>
                <a:gd name="T74" fmla="*/ 220 w 747"/>
                <a:gd name="T75" fmla="*/ 482 h 672"/>
                <a:gd name="T76" fmla="*/ 247 w 747"/>
                <a:gd name="T77" fmla="*/ 490 h 672"/>
                <a:gd name="T78" fmla="*/ 278 w 747"/>
                <a:gd name="T79" fmla="*/ 500 h 672"/>
                <a:gd name="T80" fmla="*/ 304 w 747"/>
                <a:gd name="T81" fmla="*/ 524 h 672"/>
                <a:gd name="T82" fmla="*/ 319 w 747"/>
                <a:gd name="T83" fmla="*/ 538 h 672"/>
                <a:gd name="T84" fmla="*/ 373 w 747"/>
                <a:gd name="T85" fmla="*/ 555 h 672"/>
                <a:gd name="T86" fmla="*/ 429 w 747"/>
                <a:gd name="T87" fmla="*/ 537 h 672"/>
                <a:gd name="T88" fmla="*/ 445 w 747"/>
                <a:gd name="T89" fmla="*/ 521 h 672"/>
                <a:gd name="T90" fmla="*/ 470 w 747"/>
                <a:gd name="T91" fmla="*/ 500 h 672"/>
                <a:gd name="T92" fmla="*/ 503 w 747"/>
                <a:gd name="T93" fmla="*/ 490 h 672"/>
                <a:gd name="T94" fmla="*/ 523 w 747"/>
                <a:gd name="T95" fmla="*/ 484 h 672"/>
                <a:gd name="T96" fmla="*/ 576 w 747"/>
                <a:gd name="T97" fmla="*/ 398 h 672"/>
                <a:gd name="T98" fmla="*/ 569 w 747"/>
                <a:gd name="T99" fmla="*/ 368 h 672"/>
                <a:gd name="T100" fmla="*/ 563 w 747"/>
                <a:gd name="T101" fmla="*/ 336 h 672"/>
                <a:gd name="T102" fmla="*/ 569 w 747"/>
                <a:gd name="T103" fmla="*/ 304 h 672"/>
                <a:gd name="T104" fmla="*/ 575 w 747"/>
                <a:gd name="T105" fmla="*/ 274 h 672"/>
                <a:gd name="T106" fmla="*/ 524 w 747"/>
                <a:gd name="T107" fmla="*/ 190 h 672"/>
                <a:gd name="T108" fmla="*/ 500 w 747"/>
                <a:gd name="T109" fmla="*/ 182 h 672"/>
                <a:gd name="T110" fmla="*/ 472 w 747"/>
                <a:gd name="T111" fmla="*/ 173 h 672"/>
                <a:gd name="T112" fmla="*/ 445 w 747"/>
                <a:gd name="T113" fmla="*/ 152 h 672"/>
                <a:gd name="T114" fmla="*/ 374 w 747"/>
                <a:gd name="T115" fmla="*/ 119 h 672"/>
                <a:gd name="T116" fmla="*/ 302 w 747"/>
                <a:gd name="T117" fmla="*/ 152 h 672"/>
                <a:gd name="T118" fmla="*/ 253 w 747"/>
                <a:gd name="T119" fmla="*/ 182 h 672"/>
                <a:gd name="T120" fmla="*/ 173 w 747"/>
                <a:gd name="T121" fmla="*/ 275 h 672"/>
                <a:gd name="T122" fmla="*/ 180 w 747"/>
                <a:gd name="T123" fmla="*/ 31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747" h="672">
                  <a:moveTo>
                    <a:pt x="233" y="0"/>
                  </a:moveTo>
                  <a:cubicBezTo>
                    <a:pt x="262" y="0"/>
                    <a:pt x="289" y="14"/>
                    <a:pt x="306" y="37"/>
                  </a:cubicBezTo>
                  <a:cubicBezTo>
                    <a:pt x="321" y="57"/>
                    <a:pt x="349" y="66"/>
                    <a:pt x="374" y="66"/>
                  </a:cubicBezTo>
                  <a:cubicBezTo>
                    <a:pt x="402" y="66"/>
                    <a:pt x="426" y="55"/>
                    <a:pt x="444" y="33"/>
                  </a:cubicBezTo>
                  <a:cubicBezTo>
                    <a:pt x="461" y="12"/>
                    <a:pt x="487" y="0"/>
                    <a:pt x="514" y="0"/>
                  </a:cubicBezTo>
                  <a:cubicBezTo>
                    <a:pt x="565" y="0"/>
                    <a:pt x="606" y="41"/>
                    <a:pt x="606" y="92"/>
                  </a:cubicBezTo>
                  <a:cubicBezTo>
                    <a:pt x="606" y="103"/>
                    <a:pt x="604" y="112"/>
                    <a:pt x="601" y="122"/>
                  </a:cubicBezTo>
                  <a:cubicBezTo>
                    <a:pt x="598" y="133"/>
                    <a:pt x="594" y="143"/>
                    <a:pt x="594" y="154"/>
                  </a:cubicBezTo>
                  <a:cubicBezTo>
                    <a:pt x="594" y="189"/>
                    <a:pt x="613" y="220"/>
                    <a:pt x="643" y="237"/>
                  </a:cubicBezTo>
                  <a:cubicBezTo>
                    <a:pt x="655" y="244"/>
                    <a:pt x="669" y="244"/>
                    <a:pt x="681" y="248"/>
                  </a:cubicBezTo>
                  <a:cubicBezTo>
                    <a:pt x="720" y="259"/>
                    <a:pt x="747" y="295"/>
                    <a:pt x="747" y="336"/>
                  </a:cubicBezTo>
                  <a:cubicBezTo>
                    <a:pt x="747" y="377"/>
                    <a:pt x="719" y="414"/>
                    <a:pt x="679" y="424"/>
                  </a:cubicBezTo>
                  <a:cubicBezTo>
                    <a:pt x="667" y="428"/>
                    <a:pt x="655" y="428"/>
                    <a:pt x="644" y="434"/>
                  </a:cubicBezTo>
                  <a:cubicBezTo>
                    <a:pt x="613" y="450"/>
                    <a:pt x="594" y="482"/>
                    <a:pt x="594" y="517"/>
                  </a:cubicBezTo>
                  <a:cubicBezTo>
                    <a:pt x="594" y="529"/>
                    <a:pt x="598" y="541"/>
                    <a:pt x="602" y="552"/>
                  </a:cubicBezTo>
                  <a:cubicBezTo>
                    <a:pt x="604" y="561"/>
                    <a:pt x="606" y="570"/>
                    <a:pt x="606" y="580"/>
                  </a:cubicBezTo>
                  <a:cubicBezTo>
                    <a:pt x="606" y="631"/>
                    <a:pt x="565" y="672"/>
                    <a:pt x="514" y="672"/>
                  </a:cubicBezTo>
                  <a:cubicBezTo>
                    <a:pt x="490" y="672"/>
                    <a:pt x="466" y="662"/>
                    <a:pt x="449" y="644"/>
                  </a:cubicBezTo>
                  <a:cubicBezTo>
                    <a:pt x="440" y="635"/>
                    <a:pt x="433" y="626"/>
                    <a:pt x="422" y="620"/>
                  </a:cubicBezTo>
                  <a:cubicBezTo>
                    <a:pt x="407" y="611"/>
                    <a:pt x="390" y="606"/>
                    <a:pt x="373" y="606"/>
                  </a:cubicBezTo>
                  <a:cubicBezTo>
                    <a:pt x="355" y="606"/>
                    <a:pt x="338" y="611"/>
                    <a:pt x="323" y="621"/>
                  </a:cubicBezTo>
                  <a:cubicBezTo>
                    <a:pt x="308" y="630"/>
                    <a:pt x="297" y="644"/>
                    <a:pt x="284" y="655"/>
                  </a:cubicBezTo>
                  <a:cubicBezTo>
                    <a:pt x="268" y="667"/>
                    <a:pt x="253" y="672"/>
                    <a:pt x="233" y="672"/>
                  </a:cubicBezTo>
                  <a:cubicBezTo>
                    <a:pt x="182" y="672"/>
                    <a:pt x="141" y="631"/>
                    <a:pt x="141" y="580"/>
                  </a:cubicBezTo>
                  <a:cubicBezTo>
                    <a:pt x="141" y="570"/>
                    <a:pt x="144" y="561"/>
                    <a:pt x="146" y="551"/>
                  </a:cubicBezTo>
                  <a:cubicBezTo>
                    <a:pt x="149" y="543"/>
                    <a:pt x="151" y="536"/>
                    <a:pt x="152" y="528"/>
                  </a:cubicBezTo>
                  <a:cubicBezTo>
                    <a:pt x="152" y="525"/>
                    <a:pt x="153" y="522"/>
                    <a:pt x="153" y="519"/>
                  </a:cubicBezTo>
                  <a:cubicBezTo>
                    <a:pt x="153" y="466"/>
                    <a:pt x="117" y="437"/>
                    <a:pt x="69" y="425"/>
                  </a:cubicBezTo>
                  <a:cubicBezTo>
                    <a:pt x="29" y="414"/>
                    <a:pt x="0" y="378"/>
                    <a:pt x="0" y="336"/>
                  </a:cubicBezTo>
                  <a:cubicBezTo>
                    <a:pt x="0" y="292"/>
                    <a:pt x="31" y="254"/>
                    <a:pt x="74" y="246"/>
                  </a:cubicBezTo>
                  <a:cubicBezTo>
                    <a:pt x="120" y="236"/>
                    <a:pt x="153" y="201"/>
                    <a:pt x="153" y="153"/>
                  </a:cubicBezTo>
                  <a:cubicBezTo>
                    <a:pt x="153" y="142"/>
                    <a:pt x="150" y="134"/>
                    <a:pt x="147" y="124"/>
                  </a:cubicBezTo>
                  <a:cubicBezTo>
                    <a:pt x="143" y="113"/>
                    <a:pt x="141" y="103"/>
                    <a:pt x="141" y="92"/>
                  </a:cubicBezTo>
                  <a:cubicBezTo>
                    <a:pt x="141" y="41"/>
                    <a:pt x="182" y="0"/>
                    <a:pt x="233" y="0"/>
                  </a:cubicBezTo>
                  <a:close/>
                  <a:moveTo>
                    <a:pt x="180" y="310"/>
                  </a:moveTo>
                  <a:cubicBezTo>
                    <a:pt x="183" y="318"/>
                    <a:pt x="184" y="327"/>
                    <a:pt x="184" y="336"/>
                  </a:cubicBezTo>
                  <a:cubicBezTo>
                    <a:pt x="184" y="345"/>
                    <a:pt x="183" y="355"/>
                    <a:pt x="180" y="364"/>
                  </a:cubicBezTo>
                  <a:cubicBezTo>
                    <a:pt x="165" y="409"/>
                    <a:pt x="176" y="458"/>
                    <a:pt x="220" y="482"/>
                  </a:cubicBezTo>
                  <a:cubicBezTo>
                    <a:pt x="228" y="486"/>
                    <a:pt x="238" y="488"/>
                    <a:pt x="247" y="490"/>
                  </a:cubicBezTo>
                  <a:cubicBezTo>
                    <a:pt x="258" y="492"/>
                    <a:pt x="268" y="495"/>
                    <a:pt x="278" y="500"/>
                  </a:cubicBezTo>
                  <a:cubicBezTo>
                    <a:pt x="289" y="506"/>
                    <a:pt x="296" y="514"/>
                    <a:pt x="304" y="524"/>
                  </a:cubicBezTo>
                  <a:cubicBezTo>
                    <a:pt x="309" y="529"/>
                    <a:pt x="313" y="534"/>
                    <a:pt x="319" y="538"/>
                  </a:cubicBezTo>
                  <a:cubicBezTo>
                    <a:pt x="335" y="549"/>
                    <a:pt x="354" y="555"/>
                    <a:pt x="373" y="555"/>
                  </a:cubicBezTo>
                  <a:cubicBezTo>
                    <a:pt x="393" y="555"/>
                    <a:pt x="412" y="549"/>
                    <a:pt x="429" y="537"/>
                  </a:cubicBezTo>
                  <a:cubicBezTo>
                    <a:pt x="435" y="533"/>
                    <a:pt x="440" y="527"/>
                    <a:pt x="445" y="521"/>
                  </a:cubicBezTo>
                  <a:cubicBezTo>
                    <a:pt x="453" y="513"/>
                    <a:pt x="460" y="506"/>
                    <a:pt x="470" y="500"/>
                  </a:cubicBezTo>
                  <a:cubicBezTo>
                    <a:pt x="480" y="494"/>
                    <a:pt x="491" y="492"/>
                    <a:pt x="503" y="490"/>
                  </a:cubicBezTo>
                  <a:cubicBezTo>
                    <a:pt x="509" y="489"/>
                    <a:pt x="516" y="487"/>
                    <a:pt x="523" y="484"/>
                  </a:cubicBezTo>
                  <a:cubicBezTo>
                    <a:pt x="555" y="468"/>
                    <a:pt x="576" y="435"/>
                    <a:pt x="576" y="398"/>
                  </a:cubicBezTo>
                  <a:cubicBezTo>
                    <a:pt x="576" y="388"/>
                    <a:pt x="573" y="378"/>
                    <a:pt x="569" y="368"/>
                  </a:cubicBezTo>
                  <a:cubicBezTo>
                    <a:pt x="566" y="357"/>
                    <a:pt x="563" y="347"/>
                    <a:pt x="563" y="336"/>
                  </a:cubicBezTo>
                  <a:cubicBezTo>
                    <a:pt x="563" y="325"/>
                    <a:pt x="566" y="315"/>
                    <a:pt x="569" y="304"/>
                  </a:cubicBezTo>
                  <a:cubicBezTo>
                    <a:pt x="572" y="295"/>
                    <a:pt x="575" y="285"/>
                    <a:pt x="575" y="274"/>
                  </a:cubicBezTo>
                  <a:cubicBezTo>
                    <a:pt x="575" y="239"/>
                    <a:pt x="555" y="206"/>
                    <a:pt x="524" y="190"/>
                  </a:cubicBezTo>
                  <a:cubicBezTo>
                    <a:pt x="516" y="186"/>
                    <a:pt x="508" y="184"/>
                    <a:pt x="500" y="182"/>
                  </a:cubicBezTo>
                  <a:cubicBezTo>
                    <a:pt x="490" y="180"/>
                    <a:pt x="481" y="178"/>
                    <a:pt x="472" y="173"/>
                  </a:cubicBezTo>
                  <a:cubicBezTo>
                    <a:pt x="462" y="168"/>
                    <a:pt x="453" y="161"/>
                    <a:pt x="445" y="152"/>
                  </a:cubicBezTo>
                  <a:cubicBezTo>
                    <a:pt x="426" y="130"/>
                    <a:pt x="402" y="119"/>
                    <a:pt x="374" y="119"/>
                  </a:cubicBezTo>
                  <a:cubicBezTo>
                    <a:pt x="345" y="119"/>
                    <a:pt x="321" y="131"/>
                    <a:pt x="302" y="152"/>
                  </a:cubicBezTo>
                  <a:cubicBezTo>
                    <a:pt x="289" y="167"/>
                    <a:pt x="272" y="177"/>
                    <a:pt x="253" y="182"/>
                  </a:cubicBezTo>
                  <a:cubicBezTo>
                    <a:pt x="206" y="192"/>
                    <a:pt x="173" y="225"/>
                    <a:pt x="173" y="275"/>
                  </a:cubicBezTo>
                  <a:cubicBezTo>
                    <a:pt x="173" y="288"/>
                    <a:pt x="177" y="298"/>
                    <a:pt x="180" y="310"/>
                  </a:cubicBezTo>
                  <a:close/>
                </a:path>
              </a:pathLst>
            </a:custGeom>
            <a:solidFill>
              <a:sysClr val="window" lastClr="FFFFFF">
                <a:lumMod val="85000"/>
                <a:alpha val="45000"/>
              </a:sysClr>
            </a:solidFill>
            <a:ln w="31750" cap="flat" cmpd="sng" algn="ctr">
              <a:noFill/>
              <a:prstDash val="solid"/>
              <a:miter lim="800000"/>
            </a:ln>
            <a:effectLst/>
          </p:spPr>
          <p:txBody>
            <a:bodyPr lIns="0" rIns="0" bIns="468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srgbClr val="3F7EE5"/>
                </a:solidFill>
                <a:effectLst/>
                <a:uLnTx/>
                <a:uFillTx/>
                <a:latin typeface="微软雅黑" pitchFamily="34" charset="-122"/>
                <a:ea typeface="微软雅黑" pitchFamily="34" charset="-122"/>
                <a:cs typeface="+mn-cs"/>
              </a:endParaRPr>
            </a:p>
          </p:txBody>
        </p:sp>
        <p:sp>
          <p:nvSpPr>
            <p:cNvPr id="4" name="Oval 6">
              <a:extLst>
                <a:ext uri="{FF2B5EF4-FFF2-40B4-BE49-F238E27FC236}">
                  <a16:creationId xmlns="" xmlns:a16="http://schemas.microsoft.com/office/drawing/2014/main" id="{0F7EA228-108A-46D3-AAC5-20CC2A548D5C}"/>
                </a:ext>
              </a:extLst>
            </p:cNvPr>
            <p:cNvSpPr>
              <a:spLocks noChangeArrowheads="1"/>
            </p:cNvSpPr>
            <p:nvPr/>
          </p:nvSpPr>
          <p:spPr bwMode="auto">
            <a:xfrm>
              <a:off x="4447106" y="1691173"/>
              <a:ext cx="881384" cy="878736"/>
            </a:xfrm>
            <a:prstGeom prst="ellipse">
              <a:avLst/>
            </a:prstGeom>
            <a:solidFill>
              <a:srgbClr val="4372C4"/>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0" i="0" u="none" strike="noStrike" kern="0" cap="none" spc="0" normalizeH="0" baseline="0" noProof="0" dirty="0">
                  <a:ln>
                    <a:noFill/>
                  </a:ln>
                  <a:solidFill>
                    <a:prstClr val="white"/>
                  </a:solidFill>
                  <a:effectLst/>
                  <a:uLnTx/>
                  <a:uFillTx/>
                  <a:latin typeface="Calibri Light" panose="020F0302020204030204"/>
                  <a:ea typeface="宋体" panose="02010600030101010101" pitchFamily="2" charset="-122"/>
                  <a:cs typeface="+mn-cs"/>
                </a:rPr>
                <a:t>A</a:t>
              </a:r>
              <a:endParaRPr kumimoji="0" lang="zh-CN" altLang="en-US" sz="4000" b="0" i="0" u="none" strike="noStrike" kern="0" cap="none" spc="0" normalizeH="0" baseline="0" noProof="0" dirty="0">
                <a:ln>
                  <a:noFill/>
                </a:ln>
                <a:solidFill>
                  <a:prstClr val="white"/>
                </a:solidFill>
                <a:effectLst/>
                <a:uLnTx/>
                <a:uFillTx/>
                <a:latin typeface="Calibri Light" panose="020F0302020204030204"/>
                <a:ea typeface="宋体" panose="02010600030101010101" pitchFamily="2" charset="-122"/>
                <a:cs typeface="+mn-cs"/>
              </a:endParaRPr>
            </a:p>
          </p:txBody>
        </p:sp>
        <p:sp>
          <p:nvSpPr>
            <p:cNvPr id="5" name="Oval 7">
              <a:extLst>
                <a:ext uri="{FF2B5EF4-FFF2-40B4-BE49-F238E27FC236}">
                  <a16:creationId xmlns="" xmlns:a16="http://schemas.microsoft.com/office/drawing/2014/main" id="{D89C3CFE-D9CD-40C9-8496-96286EC618EE}"/>
                </a:ext>
              </a:extLst>
            </p:cNvPr>
            <p:cNvSpPr>
              <a:spLocks noChangeArrowheads="1"/>
            </p:cNvSpPr>
            <p:nvPr/>
          </p:nvSpPr>
          <p:spPr bwMode="auto">
            <a:xfrm>
              <a:off x="6212521" y="1691173"/>
              <a:ext cx="884031" cy="878736"/>
            </a:xfrm>
            <a:prstGeom prst="ellipse">
              <a:avLst/>
            </a:prstGeom>
            <a:solidFill>
              <a:srgbClr val="4372C4"/>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0" i="0" u="none" strike="noStrike" kern="0" cap="none" spc="0" normalizeH="0" baseline="0" noProof="0">
                  <a:ln>
                    <a:noFill/>
                  </a:ln>
                  <a:solidFill>
                    <a:prstClr val="white"/>
                  </a:solidFill>
                  <a:effectLst/>
                  <a:uLnTx/>
                  <a:uFillTx/>
                  <a:latin typeface="Calibri Light" panose="020F0302020204030204"/>
                  <a:ea typeface="宋体" panose="02010600030101010101" pitchFamily="2" charset="-122"/>
                  <a:cs typeface="+mn-cs"/>
                </a:rPr>
                <a:t>B</a:t>
              </a:r>
              <a:endParaRPr kumimoji="0" lang="zh-CN" altLang="en-US" sz="4000" b="0" i="0" u="none" strike="noStrike" kern="0" cap="none" spc="0" normalizeH="0" baseline="0" noProof="0" dirty="0">
                <a:ln>
                  <a:noFill/>
                </a:ln>
                <a:solidFill>
                  <a:prstClr val="white"/>
                </a:solidFill>
                <a:effectLst/>
                <a:uLnTx/>
                <a:uFillTx/>
                <a:latin typeface="Calibri Light" panose="020F0302020204030204"/>
                <a:ea typeface="宋体" panose="02010600030101010101" pitchFamily="2" charset="-122"/>
                <a:cs typeface="+mn-cs"/>
              </a:endParaRPr>
            </a:p>
          </p:txBody>
        </p:sp>
        <p:sp>
          <p:nvSpPr>
            <p:cNvPr id="6" name="Oval 8">
              <a:extLst>
                <a:ext uri="{FF2B5EF4-FFF2-40B4-BE49-F238E27FC236}">
                  <a16:creationId xmlns="" xmlns:a16="http://schemas.microsoft.com/office/drawing/2014/main" id="{2216E7E3-329B-4D7A-9C54-A97687E86205}"/>
                </a:ext>
              </a:extLst>
            </p:cNvPr>
            <p:cNvSpPr>
              <a:spLocks noChangeArrowheads="1"/>
            </p:cNvSpPr>
            <p:nvPr/>
          </p:nvSpPr>
          <p:spPr bwMode="auto">
            <a:xfrm>
              <a:off x="7096550" y="3218375"/>
              <a:ext cx="886678" cy="884030"/>
            </a:xfrm>
            <a:prstGeom prst="ellipse">
              <a:avLst/>
            </a:prstGeom>
            <a:solidFill>
              <a:srgbClr val="4372C4"/>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0" i="0" u="none" strike="noStrike" kern="0" cap="none" spc="0" normalizeH="0" baseline="0" noProof="0" dirty="0">
                  <a:ln>
                    <a:noFill/>
                  </a:ln>
                  <a:solidFill>
                    <a:prstClr val="white"/>
                  </a:solidFill>
                  <a:effectLst/>
                  <a:uLnTx/>
                  <a:uFillTx/>
                  <a:latin typeface="Calibri Light" panose="020F0302020204030204"/>
                  <a:ea typeface="宋体" panose="02010600030101010101" pitchFamily="2" charset="-122"/>
                  <a:cs typeface="+mn-cs"/>
                </a:rPr>
                <a:t>C</a:t>
              </a:r>
              <a:endParaRPr kumimoji="0" lang="zh-CN" altLang="en-US" sz="4000" b="0" i="0" u="none" strike="noStrike" kern="0" cap="none" spc="0" normalizeH="0" baseline="0" noProof="0" dirty="0">
                <a:ln>
                  <a:noFill/>
                </a:ln>
                <a:solidFill>
                  <a:prstClr val="white"/>
                </a:solidFill>
                <a:effectLst/>
                <a:uLnTx/>
                <a:uFillTx/>
                <a:latin typeface="Calibri Light" panose="020F0302020204030204"/>
                <a:ea typeface="宋体" panose="02010600030101010101" pitchFamily="2" charset="-122"/>
                <a:cs typeface="+mn-cs"/>
              </a:endParaRPr>
            </a:p>
          </p:txBody>
        </p:sp>
        <p:sp>
          <p:nvSpPr>
            <p:cNvPr id="7" name="Oval 9">
              <a:extLst>
                <a:ext uri="{FF2B5EF4-FFF2-40B4-BE49-F238E27FC236}">
                  <a16:creationId xmlns="" xmlns:a16="http://schemas.microsoft.com/office/drawing/2014/main" id="{3596390B-E628-411A-924C-17A1A507B305}"/>
                </a:ext>
              </a:extLst>
            </p:cNvPr>
            <p:cNvSpPr>
              <a:spLocks noChangeArrowheads="1"/>
            </p:cNvSpPr>
            <p:nvPr/>
          </p:nvSpPr>
          <p:spPr bwMode="auto">
            <a:xfrm>
              <a:off x="3563076" y="3218375"/>
              <a:ext cx="884031" cy="884030"/>
            </a:xfrm>
            <a:prstGeom prst="ellipse">
              <a:avLst/>
            </a:prstGeom>
            <a:solidFill>
              <a:srgbClr val="4372C4"/>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0" i="0" u="none" strike="noStrike" kern="0" cap="none" spc="0" normalizeH="0" baseline="0" noProof="0">
                  <a:ln>
                    <a:noFill/>
                  </a:ln>
                  <a:solidFill>
                    <a:prstClr val="white"/>
                  </a:solidFill>
                  <a:effectLst/>
                  <a:uLnTx/>
                  <a:uFillTx/>
                  <a:latin typeface="Calibri Light" panose="020F0302020204030204"/>
                  <a:ea typeface="宋体" panose="02010600030101010101" pitchFamily="2" charset="-122"/>
                  <a:cs typeface="+mn-cs"/>
                </a:rPr>
                <a:t>F</a:t>
              </a:r>
              <a:endParaRPr kumimoji="0" lang="zh-CN" altLang="en-US" sz="4000" b="0" i="0" u="none" strike="noStrike" kern="0" cap="none" spc="0" normalizeH="0" baseline="0" noProof="0" dirty="0">
                <a:ln>
                  <a:noFill/>
                </a:ln>
                <a:solidFill>
                  <a:prstClr val="white"/>
                </a:solidFill>
                <a:effectLst/>
                <a:uLnTx/>
                <a:uFillTx/>
                <a:latin typeface="Calibri Light" panose="020F0302020204030204"/>
                <a:ea typeface="宋体" panose="02010600030101010101" pitchFamily="2" charset="-122"/>
                <a:cs typeface="+mn-cs"/>
              </a:endParaRPr>
            </a:p>
          </p:txBody>
        </p:sp>
        <p:sp>
          <p:nvSpPr>
            <p:cNvPr id="8" name="Oval 10">
              <a:extLst>
                <a:ext uri="{FF2B5EF4-FFF2-40B4-BE49-F238E27FC236}">
                  <a16:creationId xmlns="" xmlns:a16="http://schemas.microsoft.com/office/drawing/2014/main" id="{46395078-7420-40EA-BCA3-936F278DCAC2}"/>
                </a:ext>
              </a:extLst>
            </p:cNvPr>
            <p:cNvSpPr>
              <a:spLocks noChangeArrowheads="1"/>
            </p:cNvSpPr>
            <p:nvPr/>
          </p:nvSpPr>
          <p:spPr bwMode="auto">
            <a:xfrm>
              <a:off x="4447106" y="4756163"/>
              <a:ext cx="881384" cy="884030"/>
            </a:xfrm>
            <a:prstGeom prst="ellipse">
              <a:avLst/>
            </a:prstGeom>
            <a:solidFill>
              <a:srgbClr val="4372C4"/>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0" i="0" u="none" strike="noStrike" kern="0" cap="none" spc="0" normalizeH="0" baseline="0" noProof="0">
                  <a:ln>
                    <a:noFill/>
                  </a:ln>
                  <a:solidFill>
                    <a:prstClr val="white"/>
                  </a:solidFill>
                  <a:effectLst/>
                  <a:uLnTx/>
                  <a:uFillTx/>
                  <a:latin typeface="Calibri Light" panose="020F0302020204030204"/>
                  <a:ea typeface="宋体" panose="02010600030101010101" pitchFamily="2" charset="-122"/>
                  <a:cs typeface="+mn-cs"/>
                </a:rPr>
                <a:t>E</a:t>
              </a:r>
              <a:endParaRPr kumimoji="0" lang="zh-CN" altLang="en-US" sz="4000" b="0" i="0" u="none" strike="noStrike" kern="0" cap="none" spc="0" normalizeH="0" baseline="0" noProof="0" dirty="0">
                <a:ln>
                  <a:noFill/>
                </a:ln>
                <a:solidFill>
                  <a:prstClr val="white"/>
                </a:solidFill>
                <a:effectLst/>
                <a:uLnTx/>
                <a:uFillTx/>
                <a:latin typeface="Calibri Light" panose="020F0302020204030204"/>
                <a:ea typeface="宋体" panose="02010600030101010101" pitchFamily="2" charset="-122"/>
                <a:cs typeface="+mn-cs"/>
              </a:endParaRPr>
            </a:p>
          </p:txBody>
        </p:sp>
        <p:sp>
          <p:nvSpPr>
            <p:cNvPr id="9" name="Oval 11">
              <a:extLst>
                <a:ext uri="{FF2B5EF4-FFF2-40B4-BE49-F238E27FC236}">
                  <a16:creationId xmlns="" xmlns:a16="http://schemas.microsoft.com/office/drawing/2014/main" id="{EDB21AF9-34E3-4814-9691-B79B9B7F9EA8}"/>
                </a:ext>
              </a:extLst>
            </p:cNvPr>
            <p:cNvSpPr>
              <a:spLocks noChangeArrowheads="1"/>
            </p:cNvSpPr>
            <p:nvPr/>
          </p:nvSpPr>
          <p:spPr bwMode="auto">
            <a:xfrm>
              <a:off x="6212521" y="4756163"/>
              <a:ext cx="884031" cy="884030"/>
            </a:xfrm>
            <a:prstGeom prst="ellipse">
              <a:avLst/>
            </a:prstGeom>
            <a:solidFill>
              <a:srgbClr val="4372C4"/>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4000" b="0" i="0" u="none" strike="noStrike" kern="0" cap="none" spc="0" normalizeH="0" baseline="0" noProof="0" dirty="0">
                  <a:ln>
                    <a:noFill/>
                  </a:ln>
                  <a:solidFill>
                    <a:prstClr val="white"/>
                  </a:solidFill>
                  <a:effectLst/>
                  <a:uLnTx/>
                  <a:uFillTx/>
                  <a:latin typeface="Calibri Light" panose="020F0302020204030204"/>
                  <a:ea typeface="宋体" panose="02010600030101010101" pitchFamily="2" charset="-122"/>
                  <a:cs typeface="+mn-cs"/>
                </a:rPr>
                <a:t>D</a:t>
              </a:r>
              <a:endParaRPr kumimoji="0" lang="zh-CN" altLang="en-US" sz="4000" b="0" i="0" u="none" strike="noStrike" kern="0" cap="none" spc="0" normalizeH="0" baseline="0" noProof="0" dirty="0">
                <a:ln>
                  <a:noFill/>
                </a:ln>
                <a:solidFill>
                  <a:prstClr val="white"/>
                </a:solidFill>
                <a:effectLst/>
                <a:uLnTx/>
                <a:uFillTx/>
                <a:latin typeface="Calibri Light" panose="020F0302020204030204"/>
                <a:ea typeface="宋体" panose="02010600030101010101" pitchFamily="2" charset="-122"/>
                <a:cs typeface="+mn-cs"/>
              </a:endParaRPr>
            </a:p>
          </p:txBody>
        </p:sp>
        <p:sp>
          <p:nvSpPr>
            <p:cNvPr id="10" name="椭圆 9">
              <a:extLst>
                <a:ext uri="{FF2B5EF4-FFF2-40B4-BE49-F238E27FC236}">
                  <a16:creationId xmlns="" xmlns:a16="http://schemas.microsoft.com/office/drawing/2014/main" id="{D49C0E30-2D8A-4C88-A1A2-63F7354E9512}"/>
                </a:ext>
              </a:extLst>
            </p:cNvPr>
            <p:cNvSpPr/>
            <p:nvPr/>
          </p:nvSpPr>
          <p:spPr>
            <a:xfrm>
              <a:off x="4887798" y="2761941"/>
              <a:ext cx="1777896" cy="1777896"/>
            </a:xfrm>
            <a:prstGeom prst="ellipse">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添加</a:t>
              </a:r>
              <a:endParaRPr kumimoji="0" lang="en-US" altLang="zh-CN"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标题</a:t>
              </a:r>
            </a:p>
          </p:txBody>
        </p:sp>
      </p:grpSp>
      <p:grpSp>
        <p:nvGrpSpPr>
          <p:cNvPr id="12" name="组 11"/>
          <p:cNvGrpSpPr/>
          <p:nvPr/>
        </p:nvGrpSpPr>
        <p:grpSpPr>
          <a:xfrm>
            <a:off x="763575" y="1506958"/>
            <a:ext cx="3240000" cy="1397890"/>
            <a:chOff x="7573558" y="1789204"/>
            <a:chExt cx="3240000" cy="1397890"/>
          </a:xfrm>
        </p:grpSpPr>
        <p:grpSp>
          <p:nvGrpSpPr>
            <p:cNvPr id="13"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5" name="矩形 14">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6" name="矩形 15">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14"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17" name="组 16"/>
          <p:cNvGrpSpPr/>
          <p:nvPr/>
        </p:nvGrpSpPr>
        <p:grpSpPr>
          <a:xfrm>
            <a:off x="763575" y="4725144"/>
            <a:ext cx="3240000" cy="1397890"/>
            <a:chOff x="7573558" y="1789204"/>
            <a:chExt cx="3240000" cy="1397890"/>
          </a:xfrm>
        </p:grpSpPr>
        <p:grpSp>
          <p:nvGrpSpPr>
            <p:cNvPr id="18"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0" name="矩形 19">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1" name="矩形 20">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19"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2" name="组 21"/>
          <p:cNvGrpSpPr/>
          <p:nvPr/>
        </p:nvGrpSpPr>
        <p:grpSpPr>
          <a:xfrm>
            <a:off x="763575" y="3116051"/>
            <a:ext cx="3240000" cy="1397890"/>
            <a:chOff x="7573558" y="1789204"/>
            <a:chExt cx="3240000" cy="1397890"/>
          </a:xfrm>
        </p:grpSpPr>
        <p:grpSp>
          <p:nvGrpSpPr>
            <p:cNvPr id="23"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5" name="矩形 24">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6" name="矩形 25">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4"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8" name="组 27"/>
          <p:cNvGrpSpPr/>
          <p:nvPr/>
        </p:nvGrpSpPr>
        <p:grpSpPr>
          <a:xfrm>
            <a:off x="8047168" y="1506958"/>
            <a:ext cx="3240000" cy="1397890"/>
            <a:chOff x="7573558" y="1789204"/>
            <a:chExt cx="3240000" cy="1397890"/>
          </a:xfrm>
        </p:grpSpPr>
        <p:grpSp>
          <p:nvGrpSpPr>
            <p:cNvPr id="29"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1" name="矩形 3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2" name="矩形 3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3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3" name="组 32"/>
          <p:cNvGrpSpPr/>
          <p:nvPr/>
        </p:nvGrpSpPr>
        <p:grpSpPr>
          <a:xfrm>
            <a:off x="8175125" y="4720519"/>
            <a:ext cx="3240000" cy="1397890"/>
            <a:chOff x="7573558" y="1789204"/>
            <a:chExt cx="3240000" cy="1397890"/>
          </a:xfrm>
        </p:grpSpPr>
        <p:grpSp>
          <p:nvGrpSpPr>
            <p:cNvPr id="34"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6" name="矩形 35">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7" name="矩形 3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3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8" name="组 37"/>
          <p:cNvGrpSpPr/>
          <p:nvPr/>
        </p:nvGrpSpPr>
        <p:grpSpPr>
          <a:xfrm>
            <a:off x="8175125" y="3071958"/>
            <a:ext cx="3240000" cy="1397890"/>
            <a:chOff x="7573558" y="1789204"/>
            <a:chExt cx="3240000" cy="1397890"/>
          </a:xfrm>
        </p:grpSpPr>
        <p:grpSp>
          <p:nvGrpSpPr>
            <p:cNvPr id="39"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41" name="矩形 4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2" name="矩形 4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4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13007079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p:cNvSpPr>
            <a:spLocks noGrp="1"/>
          </p:cNvSpPr>
          <p:nvPr>
            <p:ph type="title"/>
          </p:nvPr>
        </p:nvSpPr>
        <p:spPr/>
        <p:txBody>
          <a:bodyPr/>
          <a:lstStyle/>
          <a:p>
            <a:r>
              <a:rPr lang="zh-CN" altLang="en-US" dirty="0"/>
              <a:t>让金融更简单 让金融更美好</a:t>
            </a:r>
            <a:endParaRPr kumimoji="1" lang="zh-CN" altLang="en-US" dirty="0"/>
          </a:p>
        </p:txBody>
      </p:sp>
      <p:grpSp>
        <p:nvGrpSpPr>
          <p:cNvPr id="17" name="组 16"/>
          <p:cNvGrpSpPr/>
          <p:nvPr/>
        </p:nvGrpSpPr>
        <p:grpSpPr>
          <a:xfrm>
            <a:off x="4007768" y="1531466"/>
            <a:ext cx="3920490" cy="3959349"/>
            <a:chOff x="3882903" y="1437621"/>
            <a:chExt cx="4252395" cy="4294544"/>
          </a:xfrm>
        </p:grpSpPr>
        <p:sp>
          <p:nvSpPr>
            <p:cNvPr id="2" name="Oval 3">
              <a:extLst>
                <a:ext uri="{FF2B5EF4-FFF2-40B4-BE49-F238E27FC236}">
                  <a16:creationId xmlns:a16="http://schemas.microsoft.com/office/drawing/2014/main" xmlns="" id="{0864E473-8CA7-467A-A591-B37955BFA5D7}"/>
                </a:ext>
              </a:extLst>
            </p:cNvPr>
            <p:cNvSpPr>
              <a:spLocks noChangeArrowheads="1"/>
            </p:cNvSpPr>
            <p:nvPr/>
          </p:nvSpPr>
          <p:spPr bwMode="gray">
            <a:xfrm>
              <a:off x="4076062" y="1988840"/>
              <a:ext cx="3743325" cy="3743325"/>
            </a:xfrm>
            <a:prstGeom prst="ellipse">
              <a:avLst/>
            </a:prstGeom>
            <a:solidFill>
              <a:srgbClr val="C3C8D3">
                <a:alpha val="30000"/>
              </a:srgbClr>
            </a:solidFill>
            <a:ln>
              <a:noFill/>
            </a:ln>
            <a:effectLst/>
          </p:spPr>
          <p:txBody>
            <a:bodyPr wrap="none" anchor="ctr"/>
            <a:lstStyle/>
            <a:p>
              <a:endParaRPr lang="zh-CN" altLang="en-US" dirty="0"/>
            </a:p>
          </p:txBody>
        </p:sp>
        <p:sp>
          <p:nvSpPr>
            <p:cNvPr id="3" name="Oval 4">
              <a:extLst>
                <a:ext uri="{FF2B5EF4-FFF2-40B4-BE49-F238E27FC236}">
                  <a16:creationId xmlns:a16="http://schemas.microsoft.com/office/drawing/2014/main" xmlns="" id="{9A2B22E0-540A-4948-938E-A6852DA4DB0F}"/>
                </a:ext>
              </a:extLst>
            </p:cNvPr>
            <p:cNvSpPr>
              <a:spLocks noChangeArrowheads="1"/>
            </p:cNvSpPr>
            <p:nvPr/>
          </p:nvSpPr>
          <p:spPr bwMode="gray">
            <a:xfrm>
              <a:off x="4569773" y="2468265"/>
              <a:ext cx="2749550" cy="2746375"/>
            </a:xfrm>
            <a:prstGeom prst="ellipse">
              <a:avLst/>
            </a:prstGeom>
            <a:solidFill>
              <a:schemeClr val="bg1"/>
            </a:solidFill>
            <a:ln>
              <a:noFill/>
            </a:ln>
            <a:effectLst/>
            <a:extLst/>
          </p:spPr>
          <p:txBody>
            <a:bodyPr wrap="none" anchor="ctr"/>
            <a:lstStyle/>
            <a:p>
              <a:endParaRPr lang="zh-CN" altLang="en-US"/>
            </a:p>
          </p:txBody>
        </p:sp>
        <p:sp>
          <p:nvSpPr>
            <p:cNvPr id="4" name="Text Box 5">
              <a:extLst>
                <a:ext uri="{FF2B5EF4-FFF2-40B4-BE49-F238E27FC236}">
                  <a16:creationId xmlns:a16="http://schemas.microsoft.com/office/drawing/2014/main" xmlns="" id="{F5497BE1-FE4C-4EF4-807F-535ABCD82EF1}"/>
                </a:ext>
              </a:extLst>
            </p:cNvPr>
            <p:cNvSpPr txBox="1">
              <a:spLocks noChangeArrowheads="1"/>
            </p:cNvSpPr>
            <p:nvPr/>
          </p:nvSpPr>
          <p:spPr bwMode="gray">
            <a:xfrm>
              <a:off x="5046023" y="3493789"/>
              <a:ext cx="1854200" cy="646331"/>
            </a:xfrm>
            <a:prstGeom prst="rect">
              <a:avLst/>
            </a:prstGeom>
            <a:noFill/>
            <a:ln>
              <a:noFill/>
            </a:ln>
            <a:effectLst>
              <a:outerShdw blurRad="63500" dist="38099" dir="2700000" algn="ctr" rotWithShape="0">
                <a:schemeClr val="bg2">
                  <a:alpha val="74998"/>
                </a:schemeClr>
              </a:outerShdw>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p>
              <a:pPr algn="ctr">
                <a:spcBef>
                  <a:spcPct val="50000"/>
                </a:spcBef>
              </a:pPr>
              <a:r>
                <a:rPr lang="zh-CN" altLang="en-US" sz="3600" b="1">
                  <a:latin typeface="+mj-ea"/>
                  <a:ea typeface="+mj-ea"/>
                </a:rPr>
                <a:t>关键字</a:t>
              </a:r>
              <a:endParaRPr lang="en-US" altLang="zh-CN" sz="3600" b="1" dirty="0">
                <a:latin typeface="+mj-ea"/>
                <a:ea typeface="+mj-ea"/>
              </a:endParaRPr>
            </a:p>
          </p:txBody>
        </p:sp>
        <p:grpSp>
          <p:nvGrpSpPr>
            <p:cNvPr id="16" name="组 15"/>
            <p:cNvGrpSpPr/>
            <p:nvPr/>
          </p:nvGrpSpPr>
          <p:grpSpPr>
            <a:xfrm>
              <a:off x="5125399" y="1437621"/>
              <a:ext cx="1631950" cy="1612900"/>
              <a:chOff x="4913089" y="1437621"/>
              <a:chExt cx="1631950" cy="1612900"/>
            </a:xfrm>
          </p:grpSpPr>
          <p:grpSp>
            <p:nvGrpSpPr>
              <p:cNvPr id="8" name="Group 9">
                <a:extLst>
                  <a:ext uri="{FF2B5EF4-FFF2-40B4-BE49-F238E27FC236}">
                    <a16:creationId xmlns:a16="http://schemas.microsoft.com/office/drawing/2014/main" xmlns="" id="{8482B98A-AED5-4CE6-B464-DD9A7C2FCA33}"/>
                  </a:ext>
                </a:extLst>
              </p:cNvPr>
              <p:cNvGrpSpPr>
                <a:grpSpLocks/>
              </p:cNvGrpSpPr>
              <p:nvPr/>
            </p:nvGrpSpPr>
            <p:grpSpPr bwMode="auto">
              <a:xfrm>
                <a:off x="4913089" y="1437621"/>
                <a:ext cx="1631950" cy="1612900"/>
                <a:chOff x="437" y="1700"/>
                <a:chExt cx="1110" cy="1096"/>
              </a:xfrm>
            </p:grpSpPr>
            <p:grpSp>
              <p:nvGrpSpPr>
                <p:cNvPr id="9" name="Group 10">
                  <a:extLst>
                    <a:ext uri="{FF2B5EF4-FFF2-40B4-BE49-F238E27FC236}">
                      <a16:creationId xmlns:a16="http://schemas.microsoft.com/office/drawing/2014/main" xmlns="" id="{3DCE24D8-CCA6-4A4B-BCB1-25470CD7A843}"/>
                    </a:ext>
                  </a:extLst>
                </p:cNvPr>
                <p:cNvGrpSpPr>
                  <a:grpSpLocks/>
                </p:cNvGrpSpPr>
                <p:nvPr/>
              </p:nvGrpSpPr>
              <p:grpSpPr bwMode="auto">
                <a:xfrm>
                  <a:off x="437" y="1700"/>
                  <a:ext cx="1110" cy="1096"/>
                  <a:chOff x="437" y="1700"/>
                  <a:chExt cx="1110" cy="1096"/>
                </a:xfrm>
              </p:grpSpPr>
              <p:sp>
                <p:nvSpPr>
                  <p:cNvPr id="13" name="Oval 11">
                    <a:extLst>
                      <a:ext uri="{FF2B5EF4-FFF2-40B4-BE49-F238E27FC236}">
                        <a16:creationId xmlns:a16="http://schemas.microsoft.com/office/drawing/2014/main" xmlns="" id="{E4AAF4CB-C878-4835-925F-3890FB40401E}"/>
                      </a:ext>
                    </a:extLst>
                  </p:cNvPr>
                  <p:cNvSpPr>
                    <a:spLocks noChangeArrowheads="1"/>
                  </p:cNvSpPr>
                  <p:nvPr/>
                </p:nvSpPr>
                <p:spPr bwMode="gray">
                  <a:xfrm>
                    <a:off x="437" y="1700"/>
                    <a:ext cx="1110" cy="1096"/>
                  </a:xfrm>
                  <a:prstGeom prst="ellipse">
                    <a:avLst/>
                  </a:prstGeom>
                  <a:solidFill>
                    <a:srgbClr val="3333CC">
                      <a:alpha val="10001"/>
                    </a:srgbClr>
                  </a:solidFill>
                  <a:ln>
                    <a:noFill/>
                  </a:ln>
                  <a:effectLst/>
                  <a:extLst>
                    <a:ext uri="{91240B29-F687-4F45-9708-019B960494DF}">
                      <a14:hiddenLine xmlns:a14="http://schemas.microsoft.com/office/drawing/2010/main" w="57150">
                        <a:solidFill>
                          <a:srgbClr val="FFFF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4" name="Oval 12">
                    <a:extLst>
                      <a:ext uri="{FF2B5EF4-FFF2-40B4-BE49-F238E27FC236}">
                        <a16:creationId xmlns:a16="http://schemas.microsoft.com/office/drawing/2014/main" xmlns="" id="{D51DB6A4-88EE-4FAD-8357-3A6934BCD9C1}"/>
                      </a:ext>
                    </a:extLst>
                  </p:cNvPr>
                  <p:cNvSpPr>
                    <a:spLocks noChangeArrowheads="1"/>
                  </p:cNvSpPr>
                  <p:nvPr/>
                </p:nvSpPr>
                <p:spPr bwMode="gray">
                  <a:xfrm>
                    <a:off x="462" y="1725"/>
                    <a:ext cx="1062" cy="1048"/>
                  </a:xfrm>
                  <a:prstGeom prst="ellipse">
                    <a:avLst/>
                  </a:prstGeom>
                  <a:solidFill>
                    <a:schemeClr val="accent1">
                      <a:alpha val="10001"/>
                    </a:schemeClr>
                  </a:solidFill>
                  <a:ln>
                    <a:noFill/>
                  </a:ln>
                  <a:effectLst/>
                  <a:extLst>
                    <a:ext uri="{91240B29-F687-4F45-9708-019B960494DF}">
                      <a14:hiddenLine xmlns:a14="http://schemas.microsoft.com/office/drawing/2010/main" w="57150">
                        <a:solidFill>
                          <a:srgbClr val="FFFF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10" name="Group 13">
                  <a:extLst>
                    <a:ext uri="{FF2B5EF4-FFF2-40B4-BE49-F238E27FC236}">
                      <a16:creationId xmlns:a16="http://schemas.microsoft.com/office/drawing/2014/main" xmlns="" id="{36AE2784-024E-4B5B-8156-E4BD8E89A0D8}"/>
                    </a:ext>
                  </a:extLst>
                </p:cNvPr>
                <p:cNvGrpSpPr>
                  <a:grpSpLocks/>
                </p:cNvGrpSpPr>
                <p:nvPr/>
              </p:nvGrpSpPr>
              <p:grpSpPr bwMode="auto">
                <a:xfrm>
                  <a:off x="486" y="1748"/>
                  <a:ext cx="1026" cy="1014"/>
                  <a:chOff x="437" y="1700"/>
                  <a:chExt cx="1110" cy="1096"/>
                </a:xfrm>
              </p:grpSpPr>
              <p:sp>
                <p:nvSpPr>
                  <p:cNvPr id="11" name="Oval 14">
                    <a:extLst>
                      <a:ext uri="{FF2B5EF4-FFF2-40B4-BE49-F238E27FC236}">
                        <a16:creationId xmlns:a16="http://schemas.microsoft.com/office/drawing/2014/main" xmlns="" id="{5432584E-6009-4C17-9BC7-5703715204F4}"/>
                      </a:ext>
                    </a:extLst>
                  </p:cNvPr>
                  <p:cNvSpPr>
                    <a:spLocks noChangeArrowheads="1"/>
                  </p:cNvSpPr>
                  <p:nvPr/>
                </p:nvSpPr>
                <p:spPr bwMode="gray">
                  <a:xfrm>
                    <a:off x="437" y="1700"/>
                    <a:ext cx="1110" cy="1096"/>
                  </a:xfrm>
                  <a:prstGeom prst="ellipse">
                    <a:avLst/>
                  </a:prstGeom>
                  <a:solidFill>
                    <a:schemeClr val="accent1">
                      <a:alpha val="10001"/>
                    </a:schemeClr>
                  </a:solidFill>
                  <a:ln>
                    <a:noFill/>
                  </a:ln>
                  <a:effectLst/>
                  <a:extLst>
                    <a:ext uri="{91240B29-F687-4F45-9708-019B960494DF}">
                      <a14:hiddenLine xmlns:a14="http://schemas.microsoft.com/office/drawing/2010/main" w="57150">
                        <a:solidFill>
                          <a:srgbClr val="FFFF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2" name="Oval 15">
                    <a:extLst>
                      <a:ext uri="{FF2B5EF4-FFF2-40B4-BE49-F238E27FC236}">
                        <a16:creationId xmlns:a16="http://schemas.microsoft.com/office/drawing/2014/main" xmlns="" id="{35F45F5E-1FBB-4CB9-A42E-14E1A8613203}"/>
                      </a:ext>
                    </a:extLst>
                  </p:cNvPr>
                  <p:cNvSpPr>
                    <a:spLocks noChangeArrowheads="1"/>
                  </p:cNvSpPr>
                  <p:nvPr/>
                </p:nvSpPr>
                <p:spPr bwMode="gray">
                  <a:xfrm>
                    <a:off x="462" y="1725"/>
                    <a:ext cx="1062" cy="1048"/>
                  </a:xfrm>
                  <a:prstGeom prst="ellipse">
                    <a:avLst/>
                  </a:prstGeom>
                  <a:solidFill>
                    <a:srgbClr val="3333CC">
                      <a:alpha val="10001"/>
                    </a:srgbClr>
                  </a:solidFill>
                  <a:ln>
                    <a:noFill/>
                  </a:ln>
                  <a:effectLst/>
                  <a:extLst>
                    <a:ext uri="{91240B29-F687-4F45-9708-019B960494DF}">
                      <a14:hiddenLine xmlns:a14="http://schemas.microsoft.com/office/drawing/2010/main" w="57150">
                        <a:solidFill>
                          <a:srgbClr val="FFFF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sp>
            <p:nvSpPr>
              <p:cNvPr id="30" name="Oval 31">
                <a:extLst>
                  <a:ext uri="{FF2B5EF4-FFF2-40B4-BE49-F238E27FC236}">
                    <a16:creationId xmlns:a16="http://schemas.microsoft.com/office/drawing/2014/main" xmlns="" id="{0FCFB20D-235E-4DF7-8888-BA1C1FABDFEC}"/>
                  </a:ext>
                </a:extLst>
              </p:cNvPr>
              <p:cNvSpPr>
                <a:spLocks noChangeArrowheads="1"/>
              </p:cNvSpPr>
              <p:nvPr/>
            </p:nvSpPr>
            <p:spPr bwMode="gray">
              <a:xfrm>
                <a:off x="5029820" y="1551433"/>
                <a:ext cx="1398488" cy="1385277"/>
              </a:xfrm>
              <a:prstGeom prst="ellipse">
                <a:avLst/>
              </a:prstGeom>
              <a:solidFill>
                <a:srgbClr val="4372C4"/>
              </a:solidFill>
              <a:ln w="38100">
                <a:solidFill>
                  <a:srgbClr val="F8F8F8">
                    <a:alpha val="80000"/>
                  </a:srgbClr>
                </a:solidFill>
                <a:round/>
                <a:headEnd/>
                <a:tailEnd/>
              </a:ln>
              <a:effectLst/>
              <a:extLst>
                <a:ext uri="{AF507438-7753-43E0-B8FC-AC1667EBCBE1}">
                  <a14:hiddenEffects xmlns:a14="http://schemas.microsoft.com/office/drawing/2010/main">
                    <a:effectLst>
                      <a:outerShdw blurRad="63500" dist="38099" dir="2700000" algn="ctr" rotWithShape="0">
                        <a:schemeClr val="tx2">
                          <a:alpha val="50000"/>
                        </a:schemeClr>
                      </a:outerShdw>
                    </a:effectLst>
                  </a14:hiddenEffects>
                </a:ext>
              </a:extLst>
            </p:spPr>
            <p:txBody>
              <a:bodyPr wrap="none" anchor="ctr"/>
              <a:lstStyle/>
              <a:p>
                <a:pPr algn="ctr"/>
                <a:r>
                  <a:rPr lang="zh-CN" altLang="en-US" sz="2400" b="1" smtClean="0">
                    <a:solidFill>
                      <a:schemeClr val="bg1"/>
                    </a:solidFill>
                    <a:latin typeface="Microsoft YaHei" charset="-122"/>
                    <a:ea typeface="Microsoft YaHei" charset="-122"/>
                    <a:cs typeface="Microsoft YaHei" charset="-122"/>
                  </a:rPr>
                  <a:t>关键字</a:t>
                </a:r>
                <a:endParaRPr lang="zh-CN" altLang="en-US" sz="2400" b="1">
                  <a:solidFill>
                    <a:schemeClr val="bg1"/>
                  </a:solidFill>
                  <a:latin typeface="Microsoft YaHei" charset="-122"/>
                  <a:ea typeface="Microsoft YaHei" charset="-122"/>
                  <a:cs typeface="Microsoft YaHei" charset="-122"/>
                </a:endParaRPr>
              </a:p>
            </p:txBody>
          </p:sp>
        </p:grpSp>
        <p:grpSp>
          <p:nvGrpSpPr>
            <p:cNvPr id="67" name="组 66"/>
            <p:cNvGrpSpPr/>
            <p:nvPr/>
          </p:nvGrpSpPr>
          <p:grpSpPr>
            <a:xfrm>
              <a:off x="3882903" y="4002263"/>
              <a:ext cx="1631950" cy="1612900"/>
              <a:chOff x="4913089" y="1437621"/>
              <a:chExt cx="1631950" cy="1612900"/>
            </a:xfrm>
          </p:grpSpPr>
          <p:grpSp>
            <p:nvGrpSpPr>
              <p:cNvPr id="68" name="Group 9">
                <a:extLst>
                  <a:ext uri="{FF2B5EF4-FFF2-40B4-BE49-F238E27FC236}">
                    <a16:creationId xmlns:a16="http://schemas.microsoft.com/office/drawing/2014/main" xmlns="" id="{8482B98A-AED5-4CE6-B464-DD9A7C2FCA33}"/>
                  </a:ext>
                </a:extLst>
              </p:cNvPr>
              <p:cNvGrpSpPr>
                <a:grpSpLocks/>
              </p:cNvGrpSpPr>
              <p:nvPr/>
            </p:nvGrpSpPr>
            <p:grpSpPr bwMode="auto">
              <a:xfrm>
                <a:off x="4913089" y="1437621"/>
                <a:ext cx="1631950" cy="1612900"/>
                <a:chOff x="437" y="1700"/>
                <a:chExt cx="1110" cy="1096"/>
              </a:xfrm>
            </p:grpSpPr>
            <p:grpSp>
              <p:nvGrpSpPr>
                <p:cNvPr id="70" name="Group 10">
                  <a:extLst>
                    <a:ext uri="{FF2B5EF4-FFF2-40B4-BE49-F238E27FC236}">
                      <a16:creationId xmlns:a16="http://schemas.microsoft.com/office/drawing/2014/main" xmlns="" id="{3DCE24D8-CCA6-4A4B-BCB1-25470CD7A843}"/>
                    </a:ext>
                  </a:extLst>
                </p:cNvPr>
                <p:cNvGrpSpPr>
                  <a:grpSpLocks/>
                </p:cNvGrpSpPr>
                <p:nvPr/>
              </p:nvGrpSpPr>
              <p:grpSpPr bwMode="auto">
                <a:xfrm>
                  <a:off x="437" y="1700"/>
                  <a:ext cx="1110" cy="1096"/>
                  <a:chOff x="437" y="1700"/>
                  <a:chExt cx="1110" cy="1096"/>
                </a:xfrm>
              </p:grpSpPr>
              <p:sp>
                <p:nvSpPr>
                  <p:cNvPr id="74" name="Oval 11">
                    <a:extLst>
                      <a:ext uri="{FF2B5EF4-FFF2-40B4-BE49-F238E27FC236}">
                        <a16:creationId xmlns:a16="http://schemas.microsoft.com/office/drawing/2014/main" xmlns="" id="{E4AAF4CB-C878-4835-925F-3890FB40401E}"/>
                      </a:ext>
                    </a:extLst>
                  </p:cNvPr>
                  <p:cNvSpPr>
                    <a:spLocks noChangeArrowheads="1"/>
                  </p:cNvSpPr>
                  <p:nvPr/>
                </p:nvSpPr>
                <p:spPr bwMode="gray">
                  <a:xfrm>
                    <a:off x="437" y="1700"/>
                    <a:ext cx="1110" cy="1096"/>
                  </a:xfrm>
                  <a:prstGeom prst="ellipse">
                    <a:avLst/>
                  </a:prstGeom>
                  <a:solidFill>
                    <a:srgbClr val="3333CC">
                      <a:alpha val="10001"/>
                    </a:srgbClr>
                  </a:solidFill>
                  <a:ln>
                    <a:noFill/>
                  </a:ln>
                  <a:effectLst/>
                  <a:extLst>
                    <a:ext uri="{91240B29-F687-4F45-9708-019B960494DF}">
                      <a14:hiddenLine xmlns:a14="http://schemas.microsoft.com/office/drawing/2010/main" w="57150">
                        <a:solidFill>
                          <a:srgbClr val="FFFF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5" name="Oval 12">
                    <a:extLst>
                      <a:ext uri="{FF2B5EF4-FFF2-40B4-BE49-F238E27FC236}">
                        <a16:creationId xmlns:a16="http://schemas.microsoft.com/office/drawing/2014/main" xmlns="" id="{D51DB6A4-88EE-4FAD-8357-3A6934BCD9C1}"/>
                      </a:ext>
                    </a:extLst>
                  </p:cNvPr>
                  <p:cNvSpPr>
                    <a:spLocks noChangeArrowheads="1"/>
                  </p:cNvSpPr>
                  <p:nvPr/>
                </p:nvSpPr>
                <p:spPr bwMode="gray">
                  <a:xfrm>
                    <a:off x="462" y="1725"/>
                    <a:ext cx="1062" cy="1048"/>
                  </a:xfrm>
                  <a:prstGeom prst="ellipse">
                    <a:avLst/>
                  </a:prstGeom>
                  <a:solidFill>
                    <a:schemeClr val="accent1">
                      <a:alpha val="10001"/>
                    </a:schemeClr>
                  </a:solidFill>
                  <a:ln>
                    <a:noFill/>
                  </a:ln>
                  <a:effectLst/>
                  <a:extLst>
                    <a:ext uri="{91240B29-F687-4F45-9708-019B960494DF}">
                      <a14:hiddenLine xmlns:a14="http://schemas.microsoft.com/office/drawing/2010/main" w="57150">
                        <a:solidFill>
                          <a:srgbClr val="FFFF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71" name="Group 13">
                  <a:extLst>
                    <a:ext uri="{FF2B5EF4-FFF2-40B4-BE49-F238E27FC236}">
                      <a16:creationId xmlns:a16="http://schemas.microsoft.com/office/drawing/2014/main" xmlns="" id="{36AE2784-024E-4B5B-8156-E4BD8E89A0D8}"/>
                    </a:ext>
                  </a:extLst>
                </p:cNvPr>
                <p:cNvGrpSpPr>
                  <a:grpSpLocks/>
                </p:cNvGrpSpPr>
                <p:nvPr/>
              </p:nvGrpSpPr>
              <p:grpSpPr bwMode="auto">
                <a:xfrm>
                  <a:off x="486" y="1748"/>
                  <a:ext cx="1026" cy="1014"/>
                  <a:chOff x="437" y="1700"/>
                  <a:chExt cx="1110" cy="1096"/>
                </a:xfrm>
              </p:grpSpPr>
              <p:sp>
                <p:nvSpPr>
                  <p:cNvPr id="72" name="Oval 14">
                    <a:extLst>
                      <a:ext uri="{FF2B5EF4-FFF2-40B4-BE49-F238E27FC236}">
                        <a16:creationId xmlns:a16="http://schemas.microsoft.com/office/drawing/2014/main" xmlns="" id="{5432584E-6009-4C17-9BC7-5703715204F4}"/>
                      </a:ext>
                    </a:extLst>
                  </p:cNvPr>
                  <p:cNvSpPr>
                    <a:spLocks noChangeArrowheads="1"/>
                  </p:cNvSpPr>
                  <p:nvPr/>
                </p:nvSpPr>
                <p:spPr bwMode="gray">
                  <a:xfrm>
                    <a:off x="437" y="1700"/>
                    <a:ext cx="1110" cy="1096"/>
                  </a:xfrm>
                  <a:prstGeom prst="ellipse">
                    <a:avLst/>
                  </a:prstGeom>
                  <a:solidFill>
                    <a:schemeClr val="accent1">
                      <a:alpha val="10001"/>
                    </a:schemeClr>
                  </a:solidFill>
                  <a:ln>
                    <a:noFill/>
                  </a:ln>
                  <a:effectLst/>
                  <a:extLst>
                    <a:ext uri="{91240B29-F687-4F45-9708-019B960494DF}">
                      <a14:hiddenLine xmlns:a14="http://schemas.microsoft.com/office/drawing/2010/main" w="57150">
                        <a:solidFill>
                          <a:srgbClr val="FFFF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73" name="Oval 15">
                    <a:extLst>
                      <a:ext uri="{FF2B5EF4-FFF2-40B4-BE49-F238E27FC236}">
                        <a16:creationId xmlns:a16="http://schemas.microsoft.com/office/drawing/2014/main" xmlns="" id="{35F45F5E-1FBB-4CB9-A42E-14E1A8613203}"/>
                      </a:ext>
                    </a:extLst>
                  </p:cNvPr>
                  <p:cNvSpPr>
                    <a:spLocks noChangeArrowheads="1"/>
                  </p:cNvSpPr>
                  <p:nvPr/>
                </p:nvSpPr>
                <p:spPr bwMode="gray">
                  <a:xfrm>
                    <a:off x="462" y="1725"/>
                    <a:ext cx="1062" cy="1048"/>
                  </a:xfrm>
                  <a:prstGeom prst="ellipse">
                    <a:avLst/>
                  </a:prstGeom>
                  <a:solidFill>
                    <a:srgbClr val="3333CC">
                      <a:alpha val="10001"/>
                    </a:srgbClr>
                  </a:solidFill>
                  <a:ln>
                    <a:noFill/>
                  </a:ln>
                  <a:effectLst/>
                  <a:extLst>
                    <a:ext uri="{91240B29-F687-4F45-9708-019B960494DF}">
                      <a14:hiddenLine xmlns:a14="http://schemas.microsoft.com/office/drawing/2010/main" w="57150">
                        <a:solidFill>
                          <a:srgbClr val="FFFF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sp>
            <p:nvSpPr>
              <p:cNvPr id="69" name="Oval 31">
                <a:extLst>
                  <a:ext uri="{FF2B5EF4-FFF2-40B4-BE49-F238E27FC236}">
                    <a16:creationId xmlns:a16="http://schemas.microsoft.com/office/drawing/2014/main" xmlns="" id="{0FCFB20D-235E-4DF7-8888-BA1C1FABDFEC}"/>
                  </a:ext>
                </a:extLst>
              </p:cNvPr>
              <p:cNvSpPr>
                <a:spLocks noChangeArrowheads="1"/>
              </p:cNvSpPr>
              <p:nvPr/>
            </p:nvSpPr>
            <p:spPr bwMode="gray">
              <a:xfrm>
                <a:off x="5029820" y="1551433"/>
                <a:ext cx="1398488" cy="1385277"/>
              </a:xfrm>
              <a:prstGeom prst="ellipse">
                <a:avLst/>
              </a:prstGeom>
              <a:solidFill>
                <a:srgbClr val="4372C4"/>
              </a:solidFill>
              <a:ln w="38100">
                <a:solidFill>
                  <a:srgbClr val="F8F8F8">
                    <a:alpha val="80000"/>
                  </a:srgbClr>
                </a:solidFill>
                <a:round/>
                <a:headEnd/>
                <a:tailEnd/>
              </a:ln>
              <a:effectLst/>
              <a:extLst>
                <a:ext uri="{AF507438-7753-43E0-B8FC-AC1667EBCBE1}">
                  <a14:hiddenEffects xmlns:a14="http://schemas.microsoft.com/office/drawing/2010/main">
                    <a:effectLst>
                      <a:outerShdw blurRad="63500" dist="38099" dir="2700000" algn="ctr" rotWithShape="0">
                        <a:schemeClr val="tx2">
                          <a:alpha val="50000"/>
                        </a:schemeClr>
                      </a:outerShdw>
                    </a:effectLst>
                  </a14:hiddenEffects>
                </a:ext>
              </a:extLst>
            </p:spPr>
            <p:txBody>
              <a:bodyPr wrap="none" anchor="ctr"/>
              <a:lstStyle/>
              <a:p>
                <a:pPr algn="ctr"/>
                <a:r>
                  <a:rPr lang="zh-CN" altLang="en-US" sz="2400" b="1" smtClean="0">
                    <a:solidFill>
                      <a:schemeClr val="bg1"/>
                    </a:solidFill>
                    <a:latin typeface="Microsoft YaHei" charset="-122"/>
                    <a:ea typeface="Microsoft YaHei" charset="-122"/>
                    <a:cs typeface="Microsoft YaHei" charset="-122"/>
                  </a:rPr>
                  <a:t>关键字</a:t>
                </a:r>
                <a:endParaRPr lang="zh-CN" altLang="en-US" sz="2400" b="1">
                  <a:solidFill>
                    <a:schemeClr val="bg1"/>
                  </a:solidFill>
                  <a:latin typeface="Microsoft YaHei" charset="-122"/>
                  <a:ea typeface="Microsoft YaHei" charset="-122"/>
                  <a:cs typeface="Microsoft YaHei" charset="-122"/>
                </a:endParaRPr>
              </a:p>
            </p:txBody>
          </p:sp>
        </p:grpSp>
        <p:grpSp>
          <p:nvGrpSpPr>
            <p:cNvPr id="76" name="组 75"/>
            <p:cNvGrpSpPr/>
            <p:nvPr/>
          </p:nvGrpSpPr>
          <p:grpSpPr>
            <a:xfrm>
              <a:off x="6503348" y="3989127"/>
              <a:ext cx="1631950" cy="1612900"/>
              <a:chOff x="4913089" y="1437621"/>
              <a:chExt cx="1631950" cy="1612900"/>
            </a:xfrm>
          </p:grpSpPr>
          <p:grpSp>
            <p:nvGrpSpPr>
              <p:cNvPr id="77" name="Group 9">
                <a:extLst>
                  <a:ext uri="{FF2B5EF4-FFF2-40B4-BE49-F238E27FC236}">
                    <a16:creationId xmlns:a16="http://schemas.microsoft.com/office/drawing/2014/main" xmlns="" id="{8482B98A-AED5-4CE6-B464-DD9A7C2FCA33}"/>
                  </a:ext>
                </a:extLst>
              </p:cNvPr>
              <p:cNvGrpSpPr>
                <a:grpSpLocks/>
              </p:cNvGrpSpPr>
              <p:nvPr/>
            </p:nvGrpSpPr>
            <p:grpSpPr bwMode="auto">
              <a:xfrm>
                <a:off x="4913089" y="1437621"/>
                <a:ext cx="1631950" cy="1612900"/>
                <a:chOff x="437" y="1700"/>
                <a:chExt cx="1110" cy="1096"/>
              </a:xfrm>
            </p:grpSpPr>
            <p:grpSp>
              <p:nvGrpSpPr>
                <p:cNvPr id="79" name="Group 10">
                  <a:extLst>
                    <a:ext uri="{FF2B5EF4-FFF2-40B4-BE49-F238E27FC236}">
                      <a16:creationId xmlns:a16="http://schemas.microsoft.com/office/drawing/2014/main" xmlns="" id="{3DCE24D8-CCA6-4A4B-BCB1-25470CD7A843}"/>
                    </a:ext>
                  </a:extLst>
                </p:cNvPr>
                <p:cNvGrpSpPr>
                  <a:grpSpLocks/>
                </p:cNvGrpSpPr>
                <p:nvPr/>
              </p:nvGrpSpPr>
              <p:grpSpPr bwMode="auto">
                <a:xfrm>
                  <a:off x="437" y="1700"/>
                  <a:ext cx="1110" cy="1096"/>
                  <a:chOff x="437" y="1700"/>
                  <a:chExt cx="1110" cy="1096"/>
                </a:xfrm>
              </p:grpSpPr>
              <p:sp>
                <p:nvSpPr>
                  <p:cNvPr id="83" name="Oval 11">
                    <a:extLst>
                      <a:ext uri="{FF2B5EF4-FFF2-40B4-BE49-F238E27FC236}">
                        <a16:creationId xmlns:a16="http://schemas.microsoft.com/office/drawing/2014/main" xmlns="" id="{E4AAF4CB-C878-4835-925F-3890FB40401E}"/>
                      </a:ext>
                    </a:extLst>
                  </p:cNvPr>
                  <p:cNvSpPr>
                    <a:spLocks noChangeArrowheads="1"/>
                  </p:cNvSpPr>
                  <p:nvPr/>
                </p:nvSpPr>
                <p:spPr bwMode="gray">
                  <a:xfrm>
                    <a:off x="437" y="1700"/>
                    <a:ext cx="1110" cy="1096"/>
                  </a:xfrm>
                  <a:prstGeom prst="ellipse">
                    <a:avLst/>
                  </a:prstGeom>
                  <a:solidFill>
                    <a:srgbClr val="3333CC">
                      <a:alpha val="10001"/>
                    </a:srgbClr>
                  </a:solidFill>
                  <a:ln>
                    <a:noFill/>
                  </a:ln>
                  <a:effectLst/>
                  <a:extLst>
                    <a:ext uri="{91240B29-F687-4F45-9708-019B960494DF}">
                      <a14:hiddenLine xmlns:a14="http://schemas.microsoft.com/office/drawing/2010/main" w="57150">
                        <a:solidFill>
                          <a:srgbClr val="FFFF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4" name="Oval 12">
                    <a:extLst>
                      <a:ext uri="{FF2B5EF4-FFF2-40B4-BE49-F238E27FC236}">
                        <a16:creationId xmlns:a16="http://schemas.microsoft.com/office/drawing/2014/main" xmlns="" id="{D51DB6A4-88EE-4FAD-8357-3A6934BCD9C1}"/>
                      </a:ext>
                    </a:extLst>
                  </p:cNvPr>
                  <p:cNvSpPr>
                    <a:spLocks noChangeArrowheads="1"/>
                  </p:cNvSpPr>
                  <p:nvPr/>
                </p:nvSpPr>
                <p:spPr bwMode="gray">
                  <a:xfrm>
                    <a:off x="462" y="1725"/>
                    <a:ext cx="1062" cy="1048"/>
                  </a:xfrm>
                  <a:prstGeom prst="ellipse">
                    <a:avLst/>
                  </a:prstGeom>
                  <a:solidFill>
                    <a:schemeClr val="accent1">
                      <a:alpha val="10001"/>
                    </a:schemeClr>
                  </a:solidFill>
                  <a:ln>
                    <a:noFill/>
                  </a:ln>
                  <a:effectLst/>
                  <a:extLst>
                    <a:ext uri="{91240B29-F687-4F45-9708-019B960494DF}">
                      <a14:hiddenLine xmlns:a14="http://schemas.microsoft.com/office/drawing/2010/main" w="57150">
                        <a:solidFill>
                          <a:srgbClr val="FFFF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nvGrpSpPr>
                <p:cNvPr id="80" name="Group 13">
                  <a:extLst>
                    <a:ext uri="{FF2B5EF4-FFF2-40B4-BE49-F238E27FC236}">
                      <a16:creationId xmlns:a16="http://schemas.microsoft.com/office/drawing/2014/main" xmlns="" id="{36AE2784-024E-4B5B-8156-E4BD8E89A0D8}"/>
                    </a:ext>
                  </a:extLst>
                </p:cNvPr>
                <p:cNvGrpSpPr>
                  <a:grpSpLocks/>
                </p:cNvGrpSpPr>
                <p:nvPr/>
              </p:nvGrpSpPr>
              <p:grpSpPr bwMode="auto">
                <a:xfrm>
                  <a:off x="486" y="1748"/>
                  <a:ext cx="1026" cy="1014"/>
                  <a:chOff x="437" y="1700"/>
                  <a:chExt cx="1110" cy="1096"/>
                </a:xfrm>
              </p:grpSpPr>
              <p:sp>
                <p:nvSpPr>
                  <p:cNvPr id="81" name="Oval 14">
                    <a:extLst>
                      <a:ext uri="{FF2B5EF4-FFF2-40B4-BE49-F238E27FC236}">
                        <a16:creationId xmlns:a16="http://schemas.microsoft.com/office/drawing/2014/main" xmlns="" id="{5432584E-6009-4C17-9BC7-5703715204F4}"/>
                      </a:ext>
                    </a:extLst>
                  </p:cNvPr>
                  <p:cNvSpPr>
                    <a:spLocks noChangeArrowheads="1"/>
                  </p:cNvSpPr>
                  <p:nvPr/>
                </p:nvSpPr>
                <p:spPr bwMode="gray">
                  <a:xfrm>
                    <a:off x="437" y="1700"/>
                    <a:ext cx="1110" cy="1096"/>
                  </a:xfrm>
                  <a:prstGeom prst="ellipse">
                    <a:avLst/>
                  </a:prstGeom>
                  <a:solidFill>
                    <a:schemeClr val="accent1">
                      <a:alpha val="10001"/>
                    </a:schemeClr>
                  </a:solidFill>
                  <a:ln>
                    <a:noFill/>
                  </a:ln>
                  <a:effectLst/>
                  <a:extLst>
                    <a:ext uri="{91240B29-F687-4F45-9708-019B960494DF}">
                      <a14:hiddenLine xmlns:a14="http://schemas.microsoft.com/office/drawing/2010/main" w="57150">
                        <a:solidFill>
                          <a:srgbClr val="FFFF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82" name="Oval 15">
                    <a:extLst>
                      <a:ext uri="{FF2B5EF4-FFF2-40B4-BE49-F238E27FC236}">
                        <a16:creationId xmlns:a16="http://schemas.microsoft.com/office/drawing/2014/main" xmlns="" id="{35F45F5E-1FBB-4CB9-A42E-14E1A8613203}"/>
                      </a:ext>
                    </a:extLst>
                  </p:cNvPr>
                  <p:cNvSpPr>
                    <a:spLocks noChangeArrowheads="1"/>
                  </p:cNvSpPr>
                  <p:nvPr/>
                </p:nvSpPr>
                <p:spPr bwMode="gray">
                  <a:xfrm>
                    <a:off x="462" y="1725"/>
                    <a:ext cx="1062" cy="1048"/>
                  </a:xfrm>
                  <a:prstGeom prst="ellipse">
                    <a:avLst/>
                  </a:prstGeom>
                  <a:solidFill>
                    <a:srgbClr val="3333CC">
                      <a:alpha val="10001"/>
                    </a:srgbClr>
                  </a:solidFill>
                  <a:ln>
                    <a:noFill/>
                  </a:ln>
                  <a:effectLst/>
                  <a:extLst>
                    <a:ext uri="{91240B29-F687-4F45-9708-019B960494DF}">
                      <a14:hiddenLine xmlns:a14="http://schemas.microsoft.com/office/drawing/2010/main" w="57150">
                        <a:solidFill>
                          <a:srgbClr val="FFFFFF"/>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grpSp>
          </p:grpSp>
          <p:sp>
            <p:nvSpPr>
              <p:cNvPr id="78" name="Oval 31">
                <a:extLst>
                  <a:ext uri="{FF2B5EF4-FFF2-40B4-BE49-F238E27FC236}">
                    <a16:creationId xmlns:a16="http://schemas.microsoft.com/office/drawing/2014/main" xmlns="" id="{0FCFB20D-235E-4DF7-8888-BA1C1FABDFEC}"/>
                  </a:ext>
                </a:extLst>
              </p:cNvPr>
              <p:cNvSpPr>
                <a:spLocks noChangeArrowheads="1"/>
              </p:cNvSpPr>
              <p:nvPr/>
            </p:nvSpPr>
            <p:spPr bwMode="gray">
              <a:xfrm>
                <a:off x="5029820" y="1551433"/>
                <a:ext cx="1398488" cy="1385277"/>
              </a:xfrm>
              <a:prstGeom prst="ellipse">
                <a:avLst/>
              </a:prstGeom>
              <a:solidFill>
                <a:srgbClr val="4372C4"/>
              </a:solidFill>
              <a:ln w="38100">
                <a:solidFill>
                  <a:srgbClr val="F8F8F8">
                    <a:alpha val="80000"/>
                  </a:srgbClr>
                </a:solidFill>
                <a:round/>
                <a:headEnd/>
                <a:tailEnd/>
              </a:ln>
              <a:effectLst/>
              <a:extLst>
                <a:ext uri="{AF507438-7753-43E0-B8FC-AC1667EBCBE1}">
                  <a14:hiddenEffects xmlns:a14="http://schemas.microsoft.com/office/drawing/2010/main">
                    <a:effectLst>
                      <a:outerShdw blurRad="63500" dist="38099" dir="2700000" algn="ctr" rotWithShape="0">
                        <a:schemeClr val="tx2">
                          <a:alpha val="50000"/>
                        </a:schemeClr>
                      </a:outerShdw>
                    </a:effectLst>
                  </a14:hiddenEffects>
                </a:ext>
              </a:extLst>
            </p:spPr>
            <p:txBody>
              <a:bodyPr wrap="none" anchor="ctr"/>
              <a:lstStyle/>
              <a:p>
                <a:pPr algn="ctr"/>
                <a:r>
                  <a:rPr lang="zh-CN" altLang="en-US" sz="2400" b="1" dirty="0" smtClean="0">
                    <a:solidFill>
                      <a:schemeClr val="bg1"/>
                    </a:solidFill>
                    <a:latin typeface="Microsoft YaHei" charset="-122"/>
                    <a:ea typeface="Microsoft YaHei" charset="-122"/>
                    <a:cs typeface="Microsoft YaHei" charset="-122"/>
                  </a:rPr>
                  <a:t>关键字</a:t>
                </a:r>
                <a:endParaRPr lang="zh-CN" altLang="en-US" sz="2400" b="1" dirty="0">
                  <a:solidFill>
                    <a:schemeClr val="bg1"/>
                  </a:solidFill>
                  <a:latin typeface="Microsoft YaHei" charset="-122"/>
                  <a:ea typeface="Microsoft YaHei" charset="-122"/>
                  <a:cs typeface="Microsoft YaHei" charset="-122"/>
                </a:endParaRPr>
              </a:p>
            </p:txBody>
          </p:sp>
        </p:grpSp>
      </p:grpSp>
      <p:grpSp>
        <p:nvGrpSpPr>
          <p:cNvPr id="85" name="组 84"/>
          <p:cNvGrpSpPr/>
          <p:nvPr/>
        </p:nvGrpSpPr>
        <p:grpSpPr>
          <a:xfrm>
            <a:off x="911424" y="1782722"/>
            <a:ext cx="2880000" cy="1397890"/>
            <a:chOff x="7573558" y="1789204"/>
            <a:chExt cx="3240000" cy="1397890"/>
          </a:xfrm>
        </p:grpSpPr>
        <p:grpSp>
          <p:nvGrpSpPr>
            <p:cNvPr id="86"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88" name="矩形 87">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89" name="矩形 88">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5059AC"/>
                    </a:solidFill>
                    <a:latin typeface="Calibri"/>
                    <a:ea typeface="微软雅黑"/>
                  </a:rPr>
                  <a:t>标题文字添加</a:t>
                </a:r>
              </a:p>
            </p:txBody>
          </p:sp>
        </p:grpSp>
        <p:cxnSp>
          <p:nvCxnSpPr>
            <p:cNvPr id="87"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90" name="组 89"/>
          <p:cNvGrpSpPr/>
          <p:nvPr/>
        </p:nvGrpSpPr>
        <p:grpSpPr>
          <a:xfrm>
            <a:off x="911423" y="4270155"/>
            <a:ext cx="2880000" cy="1397890"/>
            <a:chOff x="7573558" y="1789204"/>
            <a:chExt cx="3240000" cy="1397890"/>
          </a:xfrm>
        </p:grpSpPr>
        <p:grpSp>
          <p:nvGrpSpPr>
            <p:cNvPr id="91"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93" name="矩形 92">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94" name="矩形 93">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5059AC"/>
                    </a:solidFill>
                    <a:latin typeface="Calibri"/>
                    <a:ea typeface="微软雅黑"/>
                  </a:rPr>
                  <a:t>标题文字添加</a:t>
                </a:r>
              </a:p>
            </p:txBody>
          </p:sp>
        </p:grpSp>
        <p:cxnSp>
          <p:nvCxnSpPr>
            <p:cNvPr id="92"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95" name="组 94"/>
          <p:cNvGrpSpPr/>
          <p:nvPr/>
        </p:nvGrpSpPr>
        <p:grpSpPr>
          <a:xfrm>
            <a:off x="8400256" y="4270155"/>
            <a:ext cx="2880000" cy="1397890"/>
            <a:chOff x="7573558" y="1789204"/>
            <a:chExt cx="3240000" cy="1397890"/>
          </a:xfrm>
        </p:grpSpPr>
        <p:grpSp>
          <p:nvGrpSpPr>
            <p:cNvPr id="96"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98" name="矩形 97">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99" name="矩形 98">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5059AC"/>
                    </a:solidFill>
                    <a:latin typeface="Calibri"/>
                    <a:ea typeface="微软雅黑"/>
                  </a:rPr>
                  <a:t>标题文字添加</a:t>
                </a:r>
              </a:p>
            </p:txBody>
          </p:sp>
        </p:grpSp>
        <p:cxnSp>
          <p:nvCxnSpPr>
            <p:cNvPr id="97"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38830317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a:extLst>
              <a:ext uri="{FF2B5EF4-FFF2-40B4-BE49-F238E27FC236}">
                <a16:creationId xmlns:a16="http://schemas.microsoft.com/office/drawing/2014/main" xmlns="" id="{054EB124-AD57-40E7-86C3-7A252F51FC0A}"/>
              </a:ext>
            </a:extLst>
          </p:cNvPr>
          <p:cNvGrpSpPr>
            <a:grpSpLocks noChangeAspect="1"/>
          </p:cNvGrpSpPr>
          <p:nvPr/>
        </p:nvGrpSpPr>
        <p:grpSpPr bwMode="auto">
          <a:xfrm>
            <a:off x="1368695" y="1844824"/>
            <a:ext cx="9337742" cy="1786254"/>
            <a:chOff x="465" y="1513"/>
            <a:chExt cx="6754" cy="1292"/>
          </a:xfrm>
          <a:solidFill>
            <a:srgbClr val="4372C4"/>
          </a:solidFill>
        </p:grpSpPr>
        <p:sp>
          <p:nvSpPr>
            <p:cNvPr id="12" name="Freeform 5">
              <a:extLst>
                <a:ext uri="{FF2B5EF4-FFF2-40B4-BE49-F238E27FC236}">
                  <a16:creationId xmlns:a16="http://schemas.microsoft.com/office/drawing/2014/main" xmlns="" id="{E4974957-2E14-49F2-A736-83DAEFF9BE4A}"/>
                </a:ext>
              </a:extLst>
            </p:cNvPr>
            <p:cNvSpPr>
              <a:spLocks/>
            </p:cNvSpPr>
            <p:nvPr/>
          </p:nvSpPr>
          <p:spPr bwMode="auto">
            <a:xfrm>
              <a:off x="465" y="1513"/>
              <a:ext cx="2188" cy="1292"/>
            </a:xfrm>
            <a:custGeom>
              <a:avLst/>
              <a:gdLst>
                <a:gd name="T0" fmla="*/ 272 w 925"/>
                <a:gd name="T1" fmla="*/ 0 h 544"/>
                <a:gd name="T2" fmla="*/ 0 w 925"/>
                <a:gd name="T3" fmla="*/ 272 h 544"/>
                <a:gd name="T4" fmla="*/ 272 w 925"/>
                <a:gd name="T5" fmla="*/ 544 h 544"/>
                <a:gd name="T6" fmla="*/ 925 w 925"/>
                <a:gd name="T7" fmla="*/ 544 h 544"/>
                <a:gd name="T8" fmla="*/ 925 w 925"/>
                <a:gd name="T9" fmla="*/ 0 h 544"/>
                <a:gd name="T10" fmla="*/ 272 w 925"/>
                <a:gd name="T11" fmla="*/ 0 h 544"/>
              </a:gdLst>
              <a:ahLst/>
              <a:cxnLst>
                <a:cxn ang="0">
                  <a:pos x="T0" y="T1"/>
                </a:cxn>
                <a:cxn ang="0">
                  <a:pos x="T2" y="T3"/>
                </a:cxn>
                <a:cxn ang="0">
                  <a:pos x="T4" y="T5"/>
                </a:cxn>
                <a:cxn ang="0">
                  <a:pos x="T6" y="T7"/>
                </a:cxn>
                <a:cxn ang="0">
                  <a:pos x="T8" y="T9"/>
                </a:cxn>
                <a:cxn ang="0">
                  <a:pos x="T10" y="T11"/>
                </a:cxn>
              </a:cxnLst>
              <a:rect l="0" t="0" r="r" b="b"/>
              <a:pathLst>
                <a:path w="925" h="544">
                  <a:moveTo>
                    <a:pt x="272" y="0"/>
                  </a:moveTo>
                  <a:cubicBezTo>
                    <a:pt x="122" y="0"/>
                    <a:pt x="0" y="123"/>
                    <a:pt x="0" y="272"/>
                  </a:cubicBezTo>
                  <a:cubicBezTo>
                    <a:pt x="0" y="422"/>
                    <a:pt x="122" y="544"/>
                    <a:pt x="272" y="544"/>
                  </a:cubicBezTo>
                  <a:cubicBezTo>
                    <a:pt x="925" y="544"/>
                    <a:pt x="925" y="544"/>
                    <a:pt x="925" y="544"/>
                  </a:cubicBezTo>
                  <a:cubicBezTo>
                    <a:pt x="925" y="0"/>
                    <a:pt x="925" y="0"/>
                    <a:pt x="925" y="0"/>
                  </a:cubicBezTo>
                  <a:lnTo>
                    <a:pt x="27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 name="Rectangle 6">
              <a:extLst>
                <a:ext uri="{FF2B5EF4-FFF2-40B4-BE49-F238E27FC236}">
                  <a16:creationId xmlns:a16="http://schemas.microsoft.com/office/drawing/2014/main" xmlns="" id="{91007F04-CA78-49B6-967A-30A7498631D9}"/>
                </a:ext>
              </a:extLst>
            </p:cNvPr>
            <p:cNvSpPr>
              <a:spLocks noChangeArrowheads="1"/>
            </p:cNvSpPr>
            <p:nvPr/>
          </p:nvSpPr>
          <p:spPr bwMode="auto">
            <a:xfrm>
              <a:off x="2747" y="1513"/>
              <a:ext cx="2188" cy="129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4" name="Freeform 7">
              <a:extLst>
                <a:ext uri="{FF2B5EF4-FFF2-40B4-BE49-F238E27FC236}">
                  <a16:creationId xmlns:a16="http://schemas.microsoft.com/office/drawing/2014/main" xmlns="" id="{4D51D6A2-8D63-474E-A3AF-0928F2841539}"/>
                </a:ext>
              </a:extLst>
            </p:cNvPr>
            <p:cNvSpPr>
              <a:spLocks/>
            </p:cNvSpPr>
            <p:nvPr/>
          </p:nvSpPr>
          <p:spPr bwMode="auto">
            <a:xfrm>
              <a:off x="5030" y="1513"/>
              <a:ext cx="2189" cy="1292"/>
            </a:xfrm>
            <a:custGeom>
              <a:avLst/>
              <a:gdLst>
                <a:gd name="T0" fmla="*/ 654 w 926"/>
                <a:gd name="T1" fmla="*/ 0 h 544"/>
                <a:gd name="T2" fmla="*/ 0 w 926"/>
                <a:gd name="T3" fmla="*/ 0 h 544"/>
                <a:gd name="T4" fmla="*/ 0 w 926"/>
                <a:gd name="T5" fmla="*/ 544 h 544"/>
                <a:gd name="T6" fmla="*/ 654 w 926"/>
                <a:gd name="T7" fmla="*/ 544 h 544"/>
                <a:gd name="T8" fmla="*/ 926 w 926"/>
                <a:gd name="T9" fmla="*/ 272 h 544"/>
                <a:gd name="T10" fmla="*/ 654 w 926"/>
                <a:gd name="T11" fmla="*/ 0 h 544"/>
              </a:gdLst>
              <a:ahLst/>
              <a:cxnLst>
                <a:cxn ang="0">
                  <a:pos x="T0" y="T1"/>
                </a:cxn>
                <a:cxn ang="0">
                  <a:pos x="T2" y="T3"/>
                </a:cxn>
                <a:cxn ang="0">
                  <a:pos x="T4" y="T5"/>
                </a:cxn>
                <a:cxn ang="0">
                  <a:pos x="T6" y="T7"/>
                </a:cxn>
                <a:cxn ang="0">
                  <a:pos x="T8" y="T9"/>
                </a:cxn>
                <a:cxn ang="0">
                  <a:pos x="T10" y="T11"/>
                </a:cxn>
              </a:cxnLst>
              <a:rect l="0" t="0" r="r" b="b"/>
              <a:pathLst>
                <a:path w="926" h="544">
                  <a:moveTo>
                    <a:pt x="654" y="0"/>
                  </a:moveTo>
                  <a:cubicBezTo>
                    <a:pt x="0" y="0"/>
                    <a:pt x="0" y="0"/>
                    <a:pt x="0" y="0"/>
                  </a:cubicBezTo>
                  <a:cubicBezTo>
                    <a:pt x="0" y="544"/>
                    <a:pt x="0" y="544"/>
                    <a:pt x="0" y="544"/>
                  </a:cubicBezTo>
                  <a:cubicBezTo>
                    <a:pt x="654" y="544"/>
                    <a:pt x="654" y="544"/>
                    <a:pt x="654" y="544"/>
                  </a:cubicBezTo>
                  <a:cubicBezTo>
                    <a:pt x="803" y="544"/>
                    <a:pt x="926" y="422"/>
                    <a:pt x="926" y="272"/>
                  </a:cubicBezTo>
                  <a:cubicBezTo>
                    <a:pt x="926" y="123"/>
                    <a:pt x="803" y="0"/>
                    <a:pt x="65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sp>
        <p:nvSpPr>
          <p:cNvPr id="5" name="Freeform 11">
            <a:extLst>
              <a:ext uri="{FF2B5EF4-FFF2-40B4-BE49-F238E27FC236}">
                <a16:creationId xmlns:a16="http://schemas.microsoft.com/office/drawing/2014/main" xmlns="" id="{44D0F569-D8B7-4739-A932-D6BA6BE50064}"/>
              </a:ext>
            </a:extLst>
          </p:cNvPr>
          <p:cNvSpPr>
            <a:spLocks noEditPoints="1"/>
          </p:cNvSpPr>
          <p:nvPr/>
        </p:nvSpPr>
        <p:spPr bwMode="auto">
          <a:xfrm>
            <a:off x="2566093" y="2242048"/>
            <a:ext cx="601421" cy="601504"/>
          </a:xfrm>
          <a:custGeom>
            <a:avLst/>
            <a:gdLst>
              <a:gd name="T0" fmla="*/ 3069 w 3069"/>
              <a:gd name="T1" fmla="*/ 2314 h 3069"/>
              <a:gd name="T2" fmla="*/ 2678 w 3069"/>
              <a:gd name="T3" fmla="*/ 2705 h 3069"/>
              <a:gd name="T4" fmla="*/ 2288 w 3069"/>
              <a:gd name="T5" fmla="*/ 2314 h 3069"/>
              <a:gd name="T6" fmla="*/ 2678 w 3069"/>
              <a:gd name="T7" fmla="*/ 1924 h 3069"/>
              <a:gd name="T8" fmla="*/ 2732 w 3069"/>
              <a:gd name="T9" fmla="*/ 1928 h 3069"/>
              <a:gd name="T10" fmla="*/ 2756 w 3069"/>
              <a:gd name="T11" fmla="*/ 1691 h 3069"/>
              <a:gd name="T12" fmla="*/ 2173 w 3069"/>
              <a:gd name="T13" fmla="*/ 650 h 3069"/>
              <a:gd name="T14" fmla="*/ 2148 w 3069"/>
              <a:gd name="T15" fmla="*/ 542 h 3069"/>
              <a:gd name="T16" fmla="*/ 2215 w 3069"/>
              <a:gd name="T17" fmla="*/ 504 h 3069"/>
              <a:gd name="T18" fmla="*/ 2256 w 3069"/>
              <a:gd name="T19" fmla="*/ 516 h 3069"/>
              <a:gd name="T20" fmla="*/ 2913 w 3069"/>
              <a:gd name="T21" fmla="*/ 1691 h 3069"/>
              <a:gd name="T22" fmla="*/ 2881 w 3069"/>
              <a:gd name="T23" fmla="*/ 1981 h 3069"/>
              <a:gd name="T24" fmla="*/ 3069 w 3069"/>
              <a:gd name="T25" fmla="*/ 2314 h 3069"/>
              <a:gd name="T26" fmla="*/ 2678 w 3069"/>
              <a:gd name="T27" fmla="*/ 2081 h 3069"/>
              <a:gd name="T28" fmla="*/ 2445 w 3069"/>
              <a:gd name="T29" fmla="*/ 2314 h 3069"/>
              <a:gd name="T30" fmla="*/ 2678 w 3069"/>
              <a:gd name="T31" fmla="*/ 2548 h 3069"/>
              <a:gd name="T32" fmla="*/ 2912 w 3069"/>
              <a:gd name="T33" fmla="*/ 2314 h 3069"/>
              <a:gd name="T34" fmla="*/ 2678 w 3069"/>
              <a:gd name="T35" fmla="*/ 2081 h 3069"/>
              <a:gd name="T36" fmla="*/ 2061 w 3069"/>
              <a:gd name="T37" fmla="*/ 2964 h 3069"/>
              <a:gd name="T38" fmla="*/ 1534 w 3069"/>
              <a:gd name="T39" fmla="*/ 3069 h 3069"/>
              <a:gd name="T40" fmla="*/ 561 w 3069"/>
              <a:gd name="T41" fmla="*/ 2665 h 3069"/>
              <a:gd name="T42" fmla="*/ 390 w 3069"/>
              <a:gd name="T43" fmla="*/ 2705 h 3069"/>
              <a:gd name="T44" fmla="*/ 0 w 3069"/>
              <a:gd name="T45" fmla="*/ 2314 h 3069"/>
              <a:gd name="T46" fmla="*/ 390 w 3069"/>
              <a:gd name="T47" fmla="*/ 1924 h 3069"/>
              <a:gd name="T48" fmla="*/ 781 w 3069"/>
              <a:gd name="T49" fmla="*/ 2314 h 3069"/>
              <a:gd name="T50" fmla="*/ 686 w 3069"/>
              <a:gd name="T51" fmla="*/ 2569 h 3069"/>
              <a:gd name="T52" fmla="*/ 1534 w 3069"/>
              <a:gd name="T53" fmla="*/ 2912 h 3069"/>
              <a:gd name="T54" fmla="*/ 2001 w 3069"/>
              <a:gd name="T55" fmla="*/ 2819 h 3069"/>
              <a:gd name="T56" fmla="*/ 2031 w 3069"/>
              <a:gd name="T57" fmla="*/ 2813 h 3069"/>
              <a:gd name="T58" fmla="*/ 2104 w 3069"/>
              <a:gd name="T59" fmla="*/ 2862 h 3069"/>
              <a:gd name="T60" fmla="*/ 2061 w 3069"/>
              <a:gd name="T61" fmla="*/ 2964 h 3069"/>
              <a:gd name="T62" fmla="*/ 390 w 3069"/>
              <a:gd name="T63" fmla="*/ 2081 h 3069"/>
              <a:gd name="T64" fmla="*/ 157 w 3069"/>
              <a:gd name="T65" fmla="*/ 2314 h 3069"/>
              <a:gd name="T66" fmla="*/ 390 w 3069"/>
              <a:gd name="T67" fmla="*/ 2548 h 3069"/>
              <a:gd name="T68" fmla="*/ 624 w 3069"/>
              <a:gd name="T69" fmla="*/ 2314 h 3069"/>
              <a:gd name="T70" fmla="*/ 390 w 3069"/>
              <a:gd name="T71" fmla="*/ 2081 h 3069"/>
              <a:gd name="T72" fmla="*/ 1534 w 3069"/>
              <a:gd name="T73" fmla="*/ 781 h 3069"/>
              <a:gd name="T74" fmla="*/ 1168 w 3069"/>
              <a:gd name="T75" fmla="*/ 526 h 3069"/>
              <a:gd name="T76" fmla="*/ 316 w 3069"/>
              <a:gd name="T77" fmla="*/ 1603 h 3069"/>
              <a:gd name="T78" fmla="*/ 238 w 3069"/>
              <a:gd name="T79" fmla="*/ 1676 h 3069"/>
              <a:gd name="T80" fmla="*/ 233 w 3069"/>
              <a:gd name="T81" fmla="*/ 1676 h 3069"/>
              <a:gd name="T82" fmla="*/ 179 w 3069"/>
              <a:gd name="T83" fmla="*/ 1649 h 3069"/>
              <a:gd name="T84" fmla="*/ 160 w 3069"/>
              <a:gd name="T85" fmla="*/ 1592 h 3069"/>
              <a:gd name="T86" fmla="*/ 1144 w 3069"/>
              <a:gd name="T87" fmla="*/ 369 h 3069"/>
              <a:gd name="T88" fmla="*/ 1534 w 3069"/>
              <a:gd name="T89" fmla="*/ 0 h 3069"/>
              <a:gd name="T90" fmla="*/ 1925 w 3069"/>
              <a:gd name="T91" fmla="*/ 391 h 3069"/>
              <a:gd name="T92" fmla="*/ 1534 w 3069"/>
              <a:gd name="T93" fmla="*/ 781 h 3069"/>
              <a:gd name="T94" fmla="*/ 1534 w 3069"/>
              <a:gd name="T95" fmla="*/ 157 h 3069"/>
              <a:gd name="T96" fmla="*/ 1301 w 3069"/>
              <a:gd name="T97" fmla="*/ 391 h 3069"/>
              <a:gd name="T98" fmla="*/ 1534 w 3069"/>
              <a:gd name="T99" fmla="*/ 624 h 3069"/>
              <a:gd name="T100" fmla="*/ 1768 w 3069"/>
              <a:gd name="T101" fmla="*/ 391 h 3069"/>
              <a:gd name="T102" fmla="*/ 1534 w 3069"/>
              <a:gd name="T103" fmla="*/ 157 h 30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069" h="3069">
                <a:moveTo>
                  <a:pt x="3069" y="2314"/>
                </a:moveTo>
                <a:cubicBezTo>
                  <a:pt x="3069" y="2530"/>
                  <a:pt x="2893" y="2705"/>
                  <a:pt x="2678" y="2705"/>
                </a:cubicBezTo>
                <a:cubicBezTo>
                  <a:pt x="2463" y="2705"/>
                  <a:pt x="2288" y="2530"/>
                  <a:pt x="2288" y="2314"/>
                </a:cubicBezTo>
                <a:cubicBezTo>
                  <a:pt x="2288" y="2099"/>
                  <a:pt x="2463" y="1924"/>
                  <a:pt x="2678" y="1924"/>
                </a:cubicBezTo>
                <a:cubicBezTo>
                  <a:pt x="2696" y="1924"/>
                  <a:pt x="2714" y="1925"/>
                  <a:pt x="2732" y="1928"/>
                </a:cubicBezTo>
                <a:cubicBezTo>
                  <a:pt x="2748" y="1848"/>
                  <a:pt x="2756" y="1768"/>
                  <a:pt x="2756" y="1691"/>
                </a:cubicBezTo>
                <a:cubicBezTo>
                  <a:pt x="2756" y="1263"/>
                  <a:pt x="2538" y="874"/>
                  <a:pt x="2173" y="650"/>
                </a:cubicBezTo>
                <a:cubicBezTo>
                  <a:pt x="2137" y="627"/>
                  <a:pt x="2125" y="579"/>
                  <a:pt x="2148" y="542"/>
                </a:cubicBezTo>
                <a:cubicBezTo>
                  <a:pt x="2162" y="518"/>
                  <a:pt x="2187" y="504"/>
                  <a:pt x="2215" y="504"/>
                </a:cubicBezTo>
                <a:cubicBezTo>
                  <a:pt x="2229" y="504"/>
                  <a:pt x="2243" y="508"/>
                  <a:pt x="2256" y="516"/>
                </a:cubicBezTo>
                <a:cubicBezTo>
                  <a:pt x="2667" y="769"/>
                  <a:pt x="2913" y="1208"/>
                  <a:pt x="2913" y="1691"/>
                </a:cubicBezTo>
                <a:cubicBezTo>
                  <a:pt x="2913" y="1786"/>
                  <a:pt x="2902" y="1883"/>
                  <a:pt x="2881" y="1981"/>
                </a:cubicBezTo>
                <a:cubicBezTo>
                  <a:pt x="2997" y="2052"/>
                  <a:pt x="3069" y="2179"/>
                  <a:pt x="3069" y="2314"/>
                </a:cubicBezTo>
                <a:close/>
                <a:moveTo>
                  <a:pt x="2678" y="2081"/>
                </a:moveTo>
                <a:cubicBezTo>
                  <a:pt x="2549" y="2081"/>
                  <a:pt x="2445" y="2186"/>
                  <a:pt x="2445" y="2314"/>
                </a:cubicBezTo>
                <a:cubicBezTo>
                  <a:pt x="2445" y="2443"/>
                  <a:pt x="2549" y="2548"/>
                  <a:pt x="2678" y="2548"/>
                </a:cubicBezTo>
                <a:cubicBezTo>
                  <a:pt x="2807" y="2548"/>
                  <a:pt x="2912" y="2443"/>
                  <a:pt x="2912" y="2314"/>
                </a:cubicBezTo>
                <a:cubicBezTo>
                  <a:pt x="2912" y="2186"/>
                  <a:pt x="2807" y="2081"/>
                  <a:pt x="2678" y="2081"/>
                </a:cubicBezTo>
                <a:close/>
                <a:moveTo>
                  <a:pt x="2061" y="2964"/>
                </a:moveTo>
                <a:cubicBezTo>
                  <a:pt x="1894" y="3034"/>
                  <a:pt x="1716" y="3069"/>
                  <a:pt x="1534" y="3069"/>
                </a:cubicBezTo>
                <a:cubicBezTo>
                  <a:pt x="1172" y="3069"/>
                  <a:pt x="818" y="2922"/>
                  <a:pt x="561" y="2665"/>
                </a:cubicBezTo>
                <a:cubicBezTo>
                  <a:pt x="508" y="2691"/>
                  <a:pt x="449" y="2705"/>
                  <a:pt x="390" y="2705"/>
                </a:cubicBezTo>
                <a:cubicBezTo>
                  <a:pt x="175" y="2705"/>
                  <a:pt x="0" y="2530"/>
                  <a:pt x="0" y="2314"/>
                </a:cubicBezTo>
                <a:cubicBezTo>
                  <a:pt x="0" y="2099"/>
                  <a:pt x="175" y="1924"/>
                  <a:pt x="390" y="1924"/>
                </a:cubicBezTo>
                <a:cubicBezTo>
                  <a:pt x="606" y="1924"/>
                  <a:pt x="781" y="2099"/>
                  <a:pt x="781" y="2314"/>
                </a:cubicBezTo>
                <a:cubicBezTo>
                  <a:pt x="781" y="2408"/>
                  <a:pt x="747" y="2498"/>
                  <a:pt x="686" y="2569"/>
                </a:cubicBezTo>
                <a:cubicBezTo>
                  <a:pt x="913" y="2787"/>
                  <a:pt x="1221" y="2912"/>
                  <a:pt x="1534" y="2912"/>
                </a:cubicBezTo>
                <a:cubicBezTo>
                  <a:pt x="1696" y="2912"/>
                  <a:pt x="1853" y="2881"/>
                  <a:pt x="2001" y="2819"/>
                </a:cubicBezTo>
                <a:cubicBezTo>
                  <a:pt x="2010" y="2815"/>
                  <a:pt x="2020" y="2813"/>
                  <a:pt x="2031" y="2813"/>
                </a:cubicBezTo>
                <a:cubicBezTo>
                  <a:pt x="2063" y="2813"/>
                  <a:pt x="2091" y="2832"/>
                  <a:pt x="2104" y="2862"/>
                </a:cubicBezTo>
                <a:cubicBezTo>
                  <a:pt x="2120" y="2902"/>
                  <a:pt x="2101" y="2948"/>
                  <a:pt x="2061" y="2964"/>
                </a:cubicBezTo>
                <a:close/>
                <a:moveTo>
                  <a:pt x="390" y="2081"/>
                </a:moveTo>
                <a:cubicBezTo>
                  <a:pt x="262" y="2081"/>
                  <a:pt x="157" y="2186"/>
                  <a:pt x="157" y="2314"/>
                </a:cubicBezTo>
                <a:cubicBezTo>
                  <a:pt x="157" y="2443"/>
                  <a:pt x="262" y="2548"/>
                  <a:pt x="390" y="2548"/>
                </a:cubicBezTo>
                <a:cubicBezTo>
                  <a:pt x="519" y="2548"/>
                  <a:pt x="624" y="2443"/>
                  <a:pt x="624" y="2314"/>
                </a:cubicBezTo>
                <a:cubicBezTo>
                  <a:pt x="624" y="2186"/>
                  <a:pt x="519" y="2081"/>
                  <a:pt x="390" y="2081"/>
                </a:cubicBezTo>
                <a:close/>
                <a:moveTo>
                  <a:pt x="1534" y="781"/>
                </a:moveTo>
                <a:cubicBezTo>
                  <a:pt x="1371" y="781"/>
                  <a:pt x="1225" y="679"/>
                  <a:pt x="1168" y="526"/>
                </a:cubicBezTo>
                <a:cubicBezTo>
                  <a:pt x="686" y="676"/>
                  <a:pt x="352" y="1098"/>
                  <a:pt x="316" y="1603"/>
                </a:cubicBezTo>
                <a:cubicBezTo>
                  <a:pt x="313" y="1644"/>
                  <a:pt x="279" y="1676"/>
                  <a:pt x="238" y="1676"/>
                </a:cubicBezTo>
                <a:cubicBezTo>
                  <a:pt x="233" y="1676"/>
                  <a:pt x="233" y="1676"/>
                  <a:pt x="233" y="1676"/>
                </a:cubicBezTo>
                <a:cubicBezTo>
                  <a:pt x="212" y="1675"/>
                  <a:pt x="193" y="1665"/>
                  <a:pt x="179" y="1649"/>
                </a:cubicBezTo>
                <a:cubicBezTo>
                  <a:pt x="165" y="1633"/>
                  <a:pt x="158" y="1613"/>
                  <a:pt x="160" y="1592"/>
                </a:cubicBezTo>
                <a:cubicBezTo>
                  <a:pt x="200" y="1021"/>
                  <a:pt x="595" y="531"/>
                  <a:pt x="1144" y="369"/>
                </a:cubicBezTo>
                <a:cubicBezTo>
                  <a:pt x="1156" y="165"/>
                  <a:pt x="1329" y="0"/>
                  <a:pt x="1534" y="0"/>
                </a:cubicBezTo>
                <a:cubicBezTo>
                  <a:pt x="1750" y="0"/>
                  <a:pt x="1925" y="175"/>
                  <a:pt x="1925" y="391"/>
                </a:cubicBezTo>
                <a:cubicBezTo>
                  <a:pt x="1925" y="606"/>
                  <a:pt x="1750" y="781"/>
                  <a:pt x="1534" y="781"/>
                </a:cubicBezTo>
                <a:close/>
                <a:moveTo>
                  <a:pt x="1534" y="157"/>
                </a:moveTo>
                <a:cubicBezTo>
                  <a:pt x="1406" y="157"/>
                  <a:pt x="1301" y="262"/>
                  <a:pt x="1301" y="391"/>
                </a:cubicBezTo>
                <a:cubicBezTo>
                  <a:pt x="1301" y="519"/>
                  <a:pt x="1406" y="624"/>
                  <a:pt x="1534" y="624"/>
                </a:cubicBezTo>
                <a:cubicBezTo>
                  <a:pt x="1663" y="624"/>
                  <a:pt x="1768" y="519"/>
                  <a:pt x="1768" y="391"/>
                </a:cubicBezTo>
                <a:cubicBezTo>
                  <a:pt x="1768" y="262"/>
                  <a:pt x="1663" y="157"/>
                  <a:pt x="1534" y="15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 name="矩形 5">
            <a:extLst>
              <a:ext uri="{FF2B5EF4-FFF2-40B4-BE49-F238E27FC236}">
                <a16:creationId xmlns:a16="http://schemas.microsoft.com/office/drawing/2014/main" xmlns="" id="{C0444BDE-985D-4BA8-BD9B-7C510F2603E5}"/>
              </a:ext>
            </a:extLst>
          </p:cNvPr>
          <p:cNvSpPr/>
          <p:nvPr/>
        </p:nvSpPr>
        <p:spPr>
          <a:xfrm>
            <a:off x="2327205" y="2951311"/>
            <a:ext cx="1107996" cy="369332"/>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kern="0" dirty="0">
                <a:solidFill>
                  <a:schemeClr val="bg1"/>
                </a:solidFill>
                <a:latin typeface="微软雅黑" panose="020B0503020204020204" pitchFamily="34" charset="-122"/>
                <a:ea typeface="微软雅黑" panose="020B0503020204020204" pitchFamily="34" charset="-122"/>
              </a:rPr>
              <a:t>信息整合</a:t>
            </a:r>
            <a:endParaRPr lang="en-US" altLang="zh-CN" kern="0" dirty="0">
              <a:solidFill>
                <a:schemeClr val="bg1"/>
              </a:solidFill>
              <a:latin typeface="微软雅黑" panose="020B0503020204020204" pitchFamily="34" charset="-122"/>
              <a:ea typeface="微软雅黑" panose="020B0503020204020204" pitchFamily="34" charset="-122"/>
            </a:endParaRPr>
          </a:p>
        </p:txBody>
      </p:sp>
      <p:sp>
        <p:nvSpPr>
          <p:cNvPr id="7" name="Freeform 15">
            <a:extLst>
              <a:ext uri="{FF2B5EF4-FFF2-40B4-BE49-F238E27FC236}">
                <a16:creationId xmlns:a16="http://schemas.microsoft.com/office/drawing/2014/main" xmlns="" id="{59022B5E-4AF8-4BCC-8A62-2AA0BEFE05C4}"/>
              </a:ext>
            </a:extLst>
          </p:cNvPr>
          <p:cNvSpPr>
            <a:spLocks noEditPoints="1"/>
          </p:cNvSpPr>
          <p:nvPr/>
        </p:nvSpPr>
        <p:spPr bwMode="auto">
          <a:xfrm>
            <a:off x="5730926" y="2206250"/>
            <a:ext cx="730250" cy="673100"/>
          </a:xfrm>
          <a:custGeom>
            <a:avLst/>
            <a:gdLst>
              <a:gd name="T0" fmla="*/ 1179 w 2927"/>
              <a:gd name="T1" fmla="*/ 0 h 2696"/>
              <a:gd name="T2" fmla="*/ 791 w 2927"/>
              <a:gd name="T3" fmla="*/ 1342 h 2696"/>
              <a:gd name="T4" fmla="*/ 1742 w 2927"/>
              <a:gd name="T5" fmla="*/ 1725 h 2696"/>
              <a:gd name="T6" fmla="*/ 2398 w 2927"/>
              <a:gd name="T7" fmla="*/ 2098 h 2696"/>
              <a:gd name="T8" fmla="*/ 2436 w 2927"/>
              <a:gd name="T9" fmla="*/ 2108 h 2696"/>
              <a:gd name="T10" fmla="*/ 2453 w 2927"/>
              <a:gd name="T11" fmla="*/ 2106 h 2696"/>
              <a:gd name="T12" fmla="*/ 2489 w 2927"/>
              <a:gd name="T13" fmla="*/ 2094 h 2696"/>
              <a:gd name="T14" fmla="*/ 2517 w 2927"/>
              <a:gd name="T15" fmla="*/ 2070 h 2696"/>
              <a:gd name="T16" fmla="*/ 2526 w 2927"/>
              <a:gd name="T17" fmla="*/ 2057 h 2696"/>
              <a:gd name="T18" fmla="*/ 2539 w 2927"/>
              <a:gd name="T19" fmla="*/ 1725 h 2696"/>
              <a:gd name="T20" fmla="*/ 2927 w 2927"/>
              <a:gd name="T21" fmla="*/ 383 h 2696"/>
              <a:gd name="T22" fmla="*/ 2781 w 2927"/>
              <a:gd name="T23" fmla="*/ 1358 h 2696"/>
              <a:gd name="T24" fmla="*/ 2479 w 2927"/>
              <a:gd name="T25" fmla="*/ 1577 h 2696"/>
              <a:gd name="T26" fmla="*/ 2363 w 2927"/>
              <a:gd name="T27" fmla="*/ 1880 h 2696"/>
              <a:gd name="T28" fmla="*/ 1771 w 2927"/>
              <a:gd name="T29" fmla="*/ 1577 h 2696"/>
              <a:gd name="T30" fmla="*/ 936 w 2927"/>
              <a:gd name="T31" fmla="*/ 1348 h 2696"/>
              <a:gd name="T32" fmla="*/ 1152 w 2927"/>
              <a:gd name="T33" fmla="*/ 130 h 2696"/>
              <a:gd name="T34" fmla="*/ 2781 w 2927"/>
              <a:gd name="T35" fmla="*/ 359 h 2696"/>
              <a:gd name="T36" fmla="*/ 2781 w 2927"/>
              <a:gd name="T37" fmla="*/ 1358 h 2696"/>
              <a:gd name="T38" fmla="*/ 1155 w 2927"/>
              <a:gd name="T39" fmla="*/ 2164 h 2696"/>
              <a:gd name="T40" fmla="*/ 563 w 2927"/>
              <a:gd name="T41" fmla="*/ 2467 h 2696"/>
              <a:gd name="T42" fmla="*/ 448 w 2927"/>
              <a:gd name="T43" fmla="*/ 2164 h 2696"/>
              <a:gd name="T44" fmla="*/ 146 w 2927"/>
              <a:gd name="T45" fmla="*/ 1944 h 2696"/>
              <a:gd name="T46" fmla="*/ 362 w 2927"/>
              <a:gd name="T47" fmla="*/ 717 h 2696"/>
              <a:gd name="T48" fmla="*/ 609 w 2927"/>
              <a:gd name="T49" fmla="*/ 587 h 2696"/>
              <a:gd name="T50" fmla="*/ 0 w 2927"/>
              <a:gd name="T51" fmla="*/ 971 h 2696"/>
              <a:gd name="T52" fmla="*/ 388 w 2927"/>
              <a:gd name="T53" fmla="*/ 2312 h 2696"/>
              <a:gd name="T54" fmla="*/ 401 w 2927"/>
              <a:gd name="T55" fmla="*/ 2644 h 2696"/>
              <a:gd name="T56" fmla="*/ 409 w 2927"/>
              <a:gd name="T57" fmla="*/ 2657 h 2696"/>
              <a:gd name="T58" fmla="*/ 437 w 2927"/>
              <a:gd name="T59" fmla="*/ 2681 h 2696"/>
              <a:gd name="T60" fmla="*/ 474 w 2927"/>
              <a:gd name="T61" fmla="*/ 2693 h 2696"/>
              <a:gd name="T62" fmla="*/ 491 w 2927"/>
              <a:gd name="T63" fmla="*/ 2695 h 2696"/>
              <a:gd name="T64" fmla="*/ 528 w 2927"/>
              <a:gd name="T65" fmla="*/ 2685 h 2696"/>
              <a:gd name="T66" fmla="*/ 1184 w 2927"/>
              <a:gd name="T67" fmla="*/ 2312 h 2696"/>
              <a:gd name="T68" fmla="*/ 2128 w 2927"/>
              <a:gd name="T69" fmla="*/ 2001 h 2696"/>
              <a:gd name="T70" fmla="*/ 1773 w 2927"/>
              <a:gd name="T71" fmla="*/ 2164 h 2696"/>
              <a:gd name="T72" fmla="*/ 1234 w 2927"/>
              <a:gd name="T73" fmla="*/ 961 h 2696"/>
              <a:gd name="T74" fmla="*/ 1234 w 2927"/>
              <a:gd name="T75" fmla="*/ 737 h 2696"/>
              <a:gd name="T76" fmla="*/ 1746 w 2927"/>
              <a:gd name="T77" fmla="*/ 849 h 2696"/>
              <a:gd name="T78" fmla="*/ 1971 w 2927"/>
              <a:gd name="T79" fmla="*/ 849 h 2696"/>
              <a:gd name="T80" fmla="*/ 1746 w 2927"/>
              <a:gd name="T81" fmla="*/ 849 h 2696"/>
              <a:gd name="T82" fmla="*/ 2490 w 2927"/>
              <a:gd name="T83" fmla="*/ 961 h 2696"/>
              <a:gd name="T84" fmla="*/ 2490 w 2927"/>
              <a:gd name="T85" fmla="*/ 737 h 2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927" h="2696">
                <a:moveTo>
                  <a:pt x="2538" y="0"/>
                </a:moveTo>
                <a:cubicBezTo>
                  <a:pt x="1179" y="0"/>
                  <a:pt x="1179" y="0"/>
                  <a:pt x="1179" y="0"/>
                </a:cubicBezTo>
                <a:cubicBezTo>
                  <a:pt x="965" y="0"/>
                  <a:pt x="791" y="172"/>
                  <a:pt x="791" y="383"/>
                </a:cubicBezTo>
                <a:cubicBezTo>
                  <a:pt x="791" y="1342"/>
                  <a:pt x="791" y="1342"/>
                  <a:pt x="791" y="1342"/>
                </a:cubicBezTo>
                <a:cubicBezTo>
                  <a:pt x="791" y="1554"/>
                  <a:pt x="965" y="1725"/>
                  <a:pt x="1179" y="1725"/>
                </a:cubicBezTo>
                <a:cubicBezTo>
                  <a:pt x="1742" y="1725"/>
                  <a:pt x="1742" y="1725"/>
                  <a:pt x="1742" y="1725"/>
                </a:cubicBezTo>
                <a:cubicBezTo>
                  <a:pt x="2393" y="2095"/>
                  <a:pt x="2393" y="2095"/>
                  <a:pt x="2393" y="2095"/>
                </a:cubicBezTo>
                <a:cubicBezTo>
                  <a:pt x="2395" y="2097"/>
                  <a:pt x="2397" y="2097"/>
                  <a:pt x="2398" y="2098"/>
                </a:cubicBezTo>
                <a:cubicBezTo>
                  <a:pt x="2404" y="2100"/>
                  <a:pt x="2410" y="2102"/>
                  <a:pt x="2417" y="2103"/>
                </a:cubicBezTo>
                <a:cubicBezTo>
                  <a:pt x="2423" y="2105"/>
                  <a:pt x="2429" y="2107"/>
                  <a:pt x="2436" y="2108"/>
                </a:cubicBezTo>
                <a:cubicBezTo>
                  <a:pt x="2438" y="2108"/>
                  <a:pt x="2440" y="2109"/>
                  <a:pt x="2441" y="2109"/>
                </a:cubicBezTo>
                <a:cubicBezTo>
                  <a:pt x="2446" y="2109"/>
                  <a:pt x="2449" y="2107"/>
                  <a:pt x="2453" y="2106"/>
                </a:cubicBezTo>
                <a:cubicBezTo>
                  <a:pt x="2460" y="2105"/>
                  <a:pt x="2466" y="2104"/>
                  <a:pt x="2473" y="2102"/>
                </a:cubicBezTo>
                <a:cubicBezTo>
                  <a:pt x="2478" y="2100"/>
                  <a:pt x="2484" y="2098"/>
                  <a:pt x="2489" y="2094"/>
                </a:cubicBezTo>
                <a:cubicBezTo>
                  <a:pt x="2495" y="2091"/>
                  <a:pt x="2500" y="2089"/>
                  <a:pt x="2504" y="2084"/>
                </a:cubicBezTo>
                <a:cubicBezTo>
                  <a:pt x="2509" y="2080"/>
                  <a:pt x="2513" y="2075"/>
                  <a:pt x="2517" y="2070"/>
                </a:cubicBezTo>
                <a:cubicBezTo>
                  <a:pt x="2520" y="2066"/>
                  <a:pt x="2523" y="2064"/>
                  <a:pt x="2525" y="2060"/>
                </a:cubicBezTo>
                <a:cubicBezTo>
                  <a:pt x="2526" y="2059"/>
                  <a:pt x="2525" y="2058"/>
                  <a:pt x="2526" y="2057"/>
                </a:cubicBezTo>
                <a:cubicBezTo>
                  <a:pt x="2533" y="2044"/>
                  <a:pt x="2539" y="2029"/>
                  <a:pt x="2539" y="2013"/>
                </a:cubicBezTo>
                <a:cubicBezTo>
                  <a:pt x="2539" y="1725"/>
                  <a:pt x="2539" y="1725"/>
                  <a:pt x="2539" y="1725"/>
                </a:cubicBezTo>
                <a:cubicBezTo>
                  <a:pt x="2753" y="1725"/>
                  <a:pt x="2927" y="1554"/>
                  <a:pt x="2927" y="1342"/>
                </a:cubicBezTo>
                <a:cubicBezTo>
                  <a:pt x="2927" y="383"/>
                  <a:pt x="2927" y="383"/>
                  <a:pt x="2927" y="383"/>
                </a:cubicBezTo>
                <a:cubicBezTo>
                  <a:pt x="2927" y="172"/>
                  <a:pt x="2753" y="0"/>
                  <a:pt x="2538" y="0"/>
                </a:cubicBezTo>
                <a:close/>
                <a:moveTo>
                  <a:pt x="2781" y="1358"/>
                </a:moveTo>
                <a:cubicBezTo>
                  <a:pt x="2781" y="1468"/>
                  <a:pt x="2691" y="1577"/>
                  <a:pt x="2579" y="1577"/>
                </a:cubicBezTo>
                <a:cubicBezTo>
                  <a:pt x="2479" y="1577"/>
                  <a:pt x="2479" y="1577"/>
                  <a:pt x="2479" y="1577"/>
                </a:cubicBezTo>
                <a:cubicBezTo>
                  <a:pt x="2423" y="1577"/>
                  <a:pt x="2363" y="1599"/>
                  <a:pt x="2363" y="1654"/>
                </a:cubicBezTo>
                <a:cubicBezTo>
                  <a:pt x="2363" y="1880"/>
                  <a:pt x="2363" y="1880"/>
                  <a:pt x="2363" y="1880"/>
                </a:cubicBezTo>
                <a:cubicBezTo>
                  <a:pt x="1817" y="1590"/>
                  <a:pt x="1817" y="1590"/>
                  <a:pt x="1817" y="1590"/>
                </a:cubicBezTo>
                <a:cubicBezTo>
                  <a:pt x="1803" y="1582"/>
                  <a:pt x="1771" y="1577"/>
                  <a:pt x="1771" y="1577"/>
                </a:cubicBezTo>
                <a:cubicBezTo>
                  <a:pt x="1154" y="1577"/>
                  <a:pt x="1154" y="1577"/>
                  <a:pt x="1154" y="1577"/>
                </a:cubicBezTo>
                <a:cubicBezTo>
                  <a:pt x="1042" y="1577"/>
                  <a:pt x="936" y="1458"/>
                  <a:pt x="936" y="1348"/>
                </a:cubicBezTo>
                <a:cubicBezTo>
                  <a:pt x="936" y="352"/>
                  <a:pt x="936" y="352"/>
                  <a:pt x="936" y="352"/>
                </a:cubicBezTo>
                <a:cubicBezTo>
                  <a:pt x="936" y="242"/>
                  <a:pt x="1040" y="130"/>
                  <a:pt x="1152" y="130"/>
                </a:cubicBezTo>
                <a:cubicBezTo>
                  <a:pt x="2564" y="130"/>
                  <a:pt x="2564" y="130"/>
                  <a:pt x="2564" y="130"/>
                </a:cubicBezTo>
                <a:cubicBezTo>
                  <a:pt x="2676" y="130"/>
                  <a:pt x="2781" y="249"/>
                  <a:pt x="2781" y="359"/>
                </a:cubicBezTo>
                <a:cubicBezTo>
                  <a:pt x="2781" y="1358"/>
                  <a:pt x="2781" y="1358"/>
                  <a:pt x="2781" y="1358"/>
                </a:cubicBezTo>
                <a:cubicBezTo>
                  <a:pt x="2781" y="1358"/>
                  <a:pt x="2781" y="1358"/>
                  <a:pt x="2781" y="1358"/>
                </a:cubicBezTo>
                <a:close/>
                <a:moveTo>
                  <a:pt x="1773" y="2164"/>
                </a:moveTo>
                <a:cubicBezTo>
                  <a:pt x="1155" y="2164"/>
                  <a:pt x="1155" y="2164"/>
                  <a:pt x="1155" y="2164"/>
                </a:cubicBezTo>
                <a:cubicBezTo>
                  <a:pt x="1155" y="2164"/>
                  <a:pt x="1123" y="2169"/>
                  <a:pt x="1109" y="2177"/>
                </a:cubicBezTo>
                <a:cubicBezTo>
                  <a:pt x="563" y="2467"/>
                  <a:pt x="563" y="2467"/>
                  <a:pt x="563" y="2467"/>
                </a:cubicBezTo>
                <a:cubicBezTo>
                  <a:pt x="563" y="2241"/>
                  <a:pt x="563" y="2241"/>
                  <a:pt x="563" y="2241"/>
                </a:cubicBezTo>
                <a:cubicBezTo>
                  <a:pt x="563" y="2186"/>
                  <a:pt x="504" y="2164"/>
                  <a:pt x="448" y="2164"/>
                </a:cubicBezTo>
                <a:cubicBezTo>
                  <a:pt x="347" y="2164"/>
                  <a:pt x="347" y="2164"/>
                  <a:pt x="347" y="2164"/>
                </a:cubicBezTo>
                <a:cubicBezTo>
                  <a:pt x="236" y="2164"/>
                  <a:pt x="146" y="2054"/>
                  <a:pt x="146" y="1944"/>
                </a:cubicBezTo>
                <a:cubicBezTo>
                  <a:pt x="146" y="946"/>
                  <a:pt x="146" y="946"/>
                  <a:pt x="146" y="946"/>
                </a:cubicBezTo>
                <a:cubicBezTo>
                  <a:pt x="146" y="836"/>
                  <a:pt x="251" y="717"/>
                  <a:pt x="362" y="717"/>
                </a:cubicBezTo>
                <a:cubicBezTo>
                  <a:pt x="609" y="717"/>
                  <a:pt x="609" y="717"/>
                  <a:pt x="609" y="717"/>
                </a:cubicBezTo>
                <a:cubicBezTo>
                  <a:pt x="609" y="587"/>
                  <a:pt x="609" y="587"/>
                  <a:pt x="609" y="587"/>
                </a:cubicBezTo>
                <a:cubicBezTo>
                  <a:pt x="388" y="587"/>
                  <a:pt x="388" y="587"/>
                  <a:pt x="388" y="587"/>
                </a:cubicBezTo>
                <a:cubicBezTo>
                  <a:pt x="174" y="587"/>
                  <a:pt x="0" y="759"/>
                  <a:pt x="0" y="971"/>
                </a:cubicBezTo>
                <a:cubicBezTo>
                  <a:pt x="0" y="1929"/>
                  <a:pt x="0" y="1929"/>
                  <a:pt x="0" y="1929"/>
                </a:cubicBezTo>
                <a:cubicBezTo>
                  <a:pt x="0" y="2141"/>
                  <a:pt x="174" y="2312"/>
                  <a:pt x="388" y="2312"/>
                </a:cubicBezTo>
                <a:cubicBezTo>
                  <a:pt x="388" y="2599"/>
                  <a:pt x="388" y="2599"/>
                  <a:pt x="388" y="2599"/>
                </a:cubicBezTo>
                <a:cubicBezTo>
                  <a:pt x="388" y="2616"/>
                  <a:pt x="393" y="2631"/>
                  <a:pt x="401" y="2644"/>
                </a:cubicBezTo>
                <a:cubicBezTo>
                  <a:pt x="401" y="2645"/>
                  <a:pt x="401" y="2647"/>
                  <a:pt x="401" y="2648"/>
                </a:cubicBezTo>
                <a:cubicBezTo>
                  <a:pt x="403" y="2652"/>
                  <a:pt x="407" y="2653"/>
                  <a:pt x="409" y="2657"/>
                </a:cubicBezTo>
                <a:cubicBezTo>
                  <a:pt x="413" y="2662"/>
                  <a:pt x="417" y="2667"/>
                  <a:pt x="422" y="2671"/>
                </a:cubicBezTo>
                <a:cubicBezTo>
                  <a:pt x="427" y="2675"/>
                  <a:pt x="432" y="2678"/>
                  <a:pt x="437" y="2681"/>
                </a:cubicBezTo>
                <a:cubicBezTo>
                  <a:pt x="443" y="2684"/>
                  <a:pt x="448" y="2687"/>
                  <a:pt x="454" y="2689"/>
                </a:cubicBezTo>
                <a:cubicBezTo>
                  <a:pt x="460" y="2692"/>
                  <a:pt x="467" y="2692"/>
                  <a:pt x="474" y="2693"/>
                </a:cubicBezTo>
                <a:cubicBezTo>
                  <a:pt x="478" y="2694"/>
                  <a:pt x="481" y="2696"/>
                  <a:pt x="485" y="2696"/>
                </a:cubicBezTo>
                <a:cubicBezTo>
                  <a:pt x="487" y="2696"/>
                  <a:pt x="489" y="2695"/>
                  <a:pt x="491" y="2695"/>
                </a:cubicBezTo>
                <a:cubicBezTo>
                  <a:pt x="497" y="2694"/>
                  <a:pt x="503" y="2692"/>
                  <a:pt x="510" y="2691"/>
                </a:cubicBezTo>
                <a:cubicBezTo>
                  <a:pt x="516" y="2689"/>
                  <a:pt x="522" y="2687"/>
                  <a:pt x="528" y="2685"/>
                </a:cubicBezTo>
                <a:cubicBezTo>
                  <a:pt x="530" y="2684"/>
                  <a:pt x="532" y="2684"/>
                  <a:pt x="534" y="2683"/>
                </a:cubicBezTo>
                <a:cubicBezTo>
                  <a:pt x="1184" y="2312"/>
                  <a:pt x="1184" y="2312"/>
                  <a:pt x="1184" y="2312"/>
                </a:cubicBezTo>
                <a:cubicBezTo>
                  <a:pt x="1747" y="2312"/>
                  <a:pt x="1747" y="2312"/>
                  <a:pt x="1747" y="2312"/>
                </a:cubicBezTo>
                <a:cubicBezTo>
                  <a:pt x="1937" y="2312"/>
                  <a:pt x="2094" y="2178"/>
                  <a:pt x="2128" y="2001"/>
                </a:cubicBezTo>
                <a:cubicBezTo>
                  <a:pt x="1975" y="2001"/>
                  <a:pt x="1975" y="2001"/>
                  <a:pt x="1975" y="2001"/>
                </a:cubicBezTo>
                <a:cubicBezTo>
                  <a:pt x="1945" y="2087"/>
                  <a:pt x="1862" y="2164"/>
                  <a:pt x="1773" y="2164"/>
                </a:cubicBezTo>
                <a:close/>
                <a:moveTo>
                  <a:pt x="1122" y="849"/>
                </a:moveTo>
                <a:cubicBezTo>
                  <a:pt x="1122" y="911"/>
                  <a:pt x="1172" y="961"/>
                  <a:pt x="1234" y="961"/>
                </a:cubicBezTo>
                <a:cubicBezTo>
                  <a:pt x="1296" y="961"/>
                  <a:pt x="1346" y="911"/>
                  <a:pt x="1346" y="849"/>
                </a:cubicBezTo>
                <a:cubicBezTo>
                  <a:pt x="1346" y="787"/>
                  <a:pt x="1296" y="737"/>
                  <a:pt x="1234" y="737"/>
                </a:cubicBezTo>
                <a:cubicBezTo>
                  <a:pt x="1172" y="737"/>
                  <a:pt x="1122" y="787"/>
                  <a:pt x="1122" y="849"/>
                </a:cubicBezTo>
                <a:close/>
                <a:moveTo>
                  <a:pt x="1746" y="849"/>
                </a:moveTo>
                <a:cubicBezTo>
                  <a:pt x="1746" y="911"/>
                  <a:pt x="1797" y="961"/>
                  <a:pt x="1859" y="961"/>
                </a:cubicBezTo>
                <a:cubicBezTo>
                  <a:pt x="1921" y="961"/>
                  <a:pt x="1971" y="911"/>
                  <a:pt x="1971" y="849"/>
                </a:cubicBezTo>
                <a:cubicBezTo>
                  <a:pt x="1971" y="787"/>
                  <a:pt x="1921" y="737"/>
                  <a:pt x="1859" y="737"/>
                </a:cubicBezTo>
                <a:cubicBezTo>
                  <a:pt x="1797" y="737"/>
                  <a:pt x="1746" y="787"/>
                  <a:pt x="1746" y="849"/>
                </a:cubicBezTo>
                <a:close/>
                <a:moveTo>
                  <a:pt x="2378" y="849"/>
                </a:moveTo>
                <a:cubicBezTo>
                  <a:pt x="2378" y="911"/>
                  <a:pt x="2428" y="961"/>
                  <a:pt x="2490" y="961"/>
                </a:cubicBezTo>
                <a:cubicBezTo>
                  <a:pt x="2552" y="961"/>
                  <a:pt x="2602" y="911"/>
                  <a:pt x="2602" y="849"/>
                </a:cubicBezTo>
                <a:cubicBezTo>
                  <a:pt x="2602" y="787"/>
                  <a:pt x="2552" y="737"/>
                  <a:pt x="2490" y="737"/>
                </a:cubicBezTo>
                <a:cubicBezTo>
                  <a:pt x="2428" y="737"/>
                  <a:pt x="2378" y="787"/>
                  <a:pt x="2378" y="849"/>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 name="矩形 7">
            <a:extLst>
              <a:ext uri="{FF2B5EF4-FFF2-40B4-BE49-F238E27FC236}">
                <a16:creationId xmlns:a16="http://schemas.microsoft.com/office/drawing/2014/main" xmlns="" id="{4D3632C4-2ED7-4299-B6DB-E1691C0473ED}"/>
              </a:ext>
            </a:extLst>
          </p:cNvPr>
          <p:cNvSpPr/>
          <p:nvPr/>
        </p:nvSpPr>
        <p:spPr>
          <a:xfrm>
            <a:off x="5558085" y="2951311"/>
            <a:ext cx="1107996" cy="369332"/>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kern="0" dirty="0">
                <a:solidFill>
                  <a:schemeClr val="bg1"/>
                </a:solidFill>
                <a:latin typeface="微软雅黑" panose="020B0503020204020204" pitchFamily="34" charset="-122"/>
                <a:ea typeface="微软雅黑" panose="020B0503020204020204" pitchFamily="34" charset="-122"/>
              </a:rPr>
              <a:t>信息整合</a:t>
            </a:r>
            <a:endParaRPr lang="en-US" altLang="zh-CN" kern="0" dirty="0">
              <a:solidFill>
                <a:schemeClr val="bg1"/>
              </a:solidFill>
              <a:latin typeface="微软雅黑" panose="020B0503020204020204" pitchFamily="34" charset="-122"/>
              <a:ea typeface="微软雅黑" panose="020B0503020204020204" pitchFamily="34" charset="-122"/>
            </a:endParaRPr>
          </a:p>
        </p:txBody>
      </p:sp>
      <p:sp>
        <p:nvSpPr>
          <p:cNvPr id="9" name="Freeform 19">
            <a:extLst>
              <a:ext uri="{FF2B5EF4-FFF2-40B4-BE49-F238E27FC236}">
                <a16:creationId xmlns:a16="http://schemas.microsoft.com/office/drawing/2014/main" xmlns="" id="{DB19E92C-9D3F-4725-8D52-949592CF5B78}"/>
              </a:ext>
            </a:extLst>
          </p:cNvPr>
          <p:cNvSpPr>
            <a:spLocks noEditPoints="1"/>
          </p:cNvSpPr>
          <p:nvPr/>
        </p:nvSpPr>
        <p:spPr bwMode="auto">
          <a:xfrm>
            <a:off x="8879101" y="2215184"/>
            <a:ext cx="629187" cy="628368"/>
          </a:xfrm>
          <a:custGeom>
            <a:avLst/>
            <a:gdLst>
              <a:gd name="T0" fmla="*/ 2132 w 3281"/>
              <a:gd name="T1" fmla="*/ 3277 h 3277"/>
              <a:gd name="T2" fmla="*/ 1632 w 3281"/>
              <a:gd name="T3" fmla="*/ 2994 h 3277"/>
              <a:gd name="T4" fmla="*/ 1135 w 3281"/>
              <a:gd name="T5" fmla="*/ 3272 h 3277"/>
              <a:gd name="T6" fmla="*/ 1051 w 3281"/>
              <a:gd name="T7" fmla="*/ 3253 h 3277"/>
              <a:gd name="T8" fmla="*/ 645 w 3281"/>
              <a:gd name="T9" fmla="*/ 3012 h 3277"/>
              <a:gd name="T10" fmla="*/ 617 w 3281"/>
              <a:gd name="T11" fmla="*/ 2593 h 3277"/>
              <a:gd name="T12" fmla="*/ 176 w 3281"/>
              <a:gd name="T13" fmla="*/ 2141 h 3277"/>
              <a:gd name="T14" fmla="*/ 34 w 3281"/>
              <a:gd name="T15" fmla="*/ 1980 h 3277"/>
              <a:gd name="T16" fmla="*/ 34 w 3281"/>
              <a:gd name="T17" fmla="*/ 1300 h 3277"/>
              <a:gd name="T18" fmla="*/ 191 w 3281"/>
              <a:gd name="T19" fmla="*/ 1139 h 3277"/>
              <a:gd name="T20" fmla="*/ 580 w 3281"/>
              <a:gd name="T21" fmla="*/ 515 h 3277"/>
              <a:gd name="T22" fmla="*/ 650 w 3281"/>
              <a:gd name="T23" fmla="*/ 265 h 3277"/>
              <a:gd name="T24" fmla="*/ 1079 w 3281"/>
              <a:gd name="T25" fmla="*/ 17 h 3277"/>
              <a:gd name="T26" fmla="*/ 1311 w 3281"/>
              <a:gd name="T27" fmla="*/ 68 h 3277"/>
              <a:gd name="T28" fmla="*/ 1984 w 3281"/>
              <a:gd name="T29" fmla="*/ 71 h 3277"/>
              <a:gd name="T30" fmla="*/ 2217 w 3281"/>
              <a:gd name="T31" fmla="*/ 22 h 3277"/>
              <a:gd name="T32" fmla="*/ 2631 w 3281"/>
              <a:gd name="T33" fmla="*/ 265 h 3277"/>
              <a:gd name="T34" fmla="*/ 2700 w 3281"/>
              <a:gd name="T35" fmla="*/ 515 h 3277"/>
              <a:gd name="T36" fmla="*/ 3090 w 3281"/>
              <a:gd name="T37" fmla="*/ 1139 h 3277"/>
              <a:gd name="T38" fmla="*/ 3246 w 3281"/>
              <a:gd name="T39" fmla="*/ 1300 h 3277"/>
              <a:gd name="T40" fmla="*/ 3246 w 3281"/>
              <a:gd name="T41" fmla="*/ 1980 h 3277"/>
              <a:gd name="T42" fmla="*/ 3090 w 3281"/>
              <a:gd name="T43" fmla="*/ 2141 h 3277"/>
              <a:gd name="T44" fmla="*/ 2700 w 3281"/>
              <a:gd name="T45" fmla="*/ 2765 h 3277"/>
              <a:gd name="T46" fmla="*/ 2631 w 3281"/>
              <a:gd name="T47" fmla="*/ 3015 h 3277"/>
              <a:gd name="T48" fmla="*/ 2209 w 3281"/>
              <a:gd name="T49" fmla="*/ 3261 h 3277"/>
              <a:gd name="T50" fmla="*/ 2132 w 3281"/>
              <a:gd name="T51" fmla="*/ 3277 h 3277"/>
              <a:gd name="T52" fmla="*/ 2132 w 3281"/>
              <a:gd name="T53" fmla="*/ 3073 h 3277"/>
              <a:gd name="T54" fmla="*/ 2522 w 3281"/>
              <a:gd name="T55" fmla="*/ 2845 h 3277"/>
              <a:gd name="T56" fmla="*/ 3057 w 3281"/>
              <a:gd name="T57" fmla="*/ 1938 h 3277"/>
              <a:gd name="T58" fmla="*/ 3057 w 3281"/>
              <a:gd name="T59" fmla="*/ 1342 h 3277"/>
              <a:gd name="T60" fmla="*/ 2522 w 3281"/>
              <a:gd name="T61" fmla="*/ 435 h 3277"/>
              <a:gd name="T62" fmla="*/ 2137 w 3281"/>
              <a:gd name="T63" fmla="*/ 210 h 3277"/>
              <a:gd name="T64" fmla="*/ 1981 w 3281"/>
              <a:gd name="T65" fmla="*/ 340 h 3277"/>
              <a:gd name="T66" fmla="*/ 1314 w 3281"/>
              <a:gd name="T67" fmla="*/ 337 h 3277"/>
              <a:gd name="T68" fmla="*/ 1157 w 3281"/>
              <a:gd name="T69" fmla="*/ 205 h 3277"/>
              <a:gd name="T70" fmla="*/ 758 w 3281"/>
              <a:gd name="T71" fmla="*/ 435 h 3277"/>
              <a:gd name="T72" fmla="*/ 223 w 3281"/>
              <a:gd name="T73" fmla="*/ 1342 h 3277"/>
              <a:gd name="T74" fmla="*/ 223 w 3281"/>
              <a:gd name="T75" fmla="*/ 1938 h 3277"/>
              <a:gd name="T76" fmla="*/ 758 w 3281"/>
              <a:gd name="T77" fmla="*/ 2845 h 3277"/>
              <a:gd name="T78" fmla="*/ 1135 w 3281"/>
              <a:gd name="T79" fmla="*/ 3067 h 3277"/>
              <a:gd name="T80" fmla="*/ 1291 w 3281"/>
              <a:gd name="T81" fmla="*/ 2931 h 3277"/>
              <a:gd name="T82" fmla="*/ 1975 w 3281"/>
              <a:gd name="T83" fmla="*/ 2933 h 3277"/>
              <a:gd name="T84" fmla="*/ 2119 w 3281"/>
              <a:gd name="T85" fmla="*/ 3069 h 3277"/>
              <a:gd name="T86" fmla="*/ 1065 w 3281"/>
              <a:gd name="T87" fmla="*/ 1638 h 3277"/>
              <a:gd name="T88" fmla="*/ 2201 w 3281"/>
              <a:gd name="T89" fmla="*/ 1638 h 3277"/>
              <a:gd name="T90" fmla="*/ 1633 w 3281"/>
              <a:gd name="T91" fmla="*/ 1241 h 3277"/>
              <a:gd name="T92" fmla="*/ 1633 w 3281"/>
              <a:gd name="T93" fmla="*/ 2034 h 3277"/>
              <a:gd name="T94" fmla="*/ 1633 w 3281"/>
              <a:gd name="T95" fmla="*/ 1241 h 3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281" h="3277">
                <a:moveTo>
                  <a:pt x="2132" y="3277"/>
                </a:moveTo>
                <a:cubicBezTo>
                  <a:pt x="2132" y="3277"/>
                  <a:pt x="2132" y="3277"/>
                  <a:pt x="2132" y="3277"/>
                </a:cubicBezTo>
                <a:cubicBezTo>
                  <a:pt x="2072" y="3277"/>
                  <a:pt x="2014" y="3251"/>
                  <a:pt x="1977" y="3207"/>
                </a:cubicBezTo>
                <a:cubicBezTo>
                  <a:pt x="1926" y="3148"/>
                  <a:pt x="1764" y="2994"/>
                  <a:pt x="1632" y="2994"/>
                </a:cubicBezTo>
                <a:cubicBezTo>
                  <a:pt x="1500" y="2994"/>
                  <a:pt x="1336" y="3149"/>
                  <a:pt x="1289" y="3203"/>
                </a:cubicBezTo>
                <a:cubicBezTo>
                  <a:pt x="1251" y="3246"/>
                  <a:pt x="1194" y="3272"/>
                  <a:pt x="1135" y="3272"/>
                </a:cubicBezTo>
                <a:cubicBezTo>
                  <a:pt x="1106" y="3272"/>
                  <a:pt x="1080" y="3266"/>
                  <a:pt x="1056" y="3255"/>
                </a:cubicBezTo>
                <a:cubicBezTo>
                  <a:pt x="1051" y="3253"/>
                  <a:pt x="1051" y="3253"/>
                  <a:pt x="1051" y="3253"/>
                </a:cubicBezTo>
                <a:cubicBezTo>
                  <a:pt x="649" y="3015"/>
                  <a:pt x="649" y="3015"/>
                  <a:pt x="649" y="3015"/>
                </a:cubicBezTo>
                <a:cubicBezTo>
                  <a:pt x="645" y="3012"/>
                  <a:pt x="645" y="3012"/>
                  <a:pt x="645" y="3012"/>
                </a:cubicBezTo>
                <a:cubicBezTo>
                  <a:pt x="572" y="2958"/>
                  <a:pt x="544" y="2852"/>
                  <a:pt x="580" y="2765"/>
                </a:cubicBezTo>
                <a:cubicBezTo>
                  <a:pt x="580" y="2765"/>
                  <a:pt x="617" y="2675"/>
                  <a:pt x="617" y="2593"/>
                </a:cubicBezTo>
                <a:cubicBezTo>
                  <a:pt x="617" y="2344"/>
                  <a:pt x="426" y="2141"/>
                  <a:pt x="191" y="2141"/>
                </a:cubicBezTo>
                <a:cubicBezTo>
                  <a:pt x="176" y="2141"/>
                  <a:pt x="176" y="2141"/>
                  <a:pt x="176" y="2141"/>
                </a:cubicBezTo>
                <a:cubicBezTo>
                  <a:pt x="176" y="2141"/>
                  <a:pt x="175" y="2141"/>
                  <a:pt x="174" y="2141"/>
                </a:cubicBezTo>
                <a:cubicBezTo>
                  <a:pt x="106" y="2141"/>
                  <a:pt x="52" y="2078"/>
                  <a:pt x="34" y="1980"/>
                </a:cubicBezTo>
                <a:cubicBezTo>
                  <a:pt x="33" y="1972"/>
                  <a:pt x="0" y="1787"/>
                  <a:pt x="0" y="1640"/>
                </a:cubicBezTo>
                <a:cubicBezTo>
                  <a:pt x="0" y="1494"/>
                  <a:pt x="33" y="1308"/>
                  <a:pt x="34" y="1300"/>
                </a:cubicBezTo>
                <a:cubicBezTo>
                  <a:pt x="52" y="1201"/>
                  <a:pt x="108" y="1137"/>
                  <a:pt x="176" y="1139"/>
                </a:cubicBezTo>
                <a:cubicBezTo>
                  <a:pt x="191" y="1139"/>
                  <a:pt x="191" y="1139"/>
                  <a:pt x="191" y="1139"/>
                </a:cubicBezTo>
                <a:cubicBezTo>
                  <a:pt x="426" y="1139"/>
                  <a:pt x="617" y="936"/>
                  <a:pt x="617" y="688"/>
                </a:cubicBezTo>
                <a:cubicBezTo>
                  <a:pt x="617" y="606"/>
                  <a:pt x="580" y="516"/>
                  <a:pt x="580" y="515"/>
                </a:cubicBezTo>
                <a:cubicBezTo>
                  <a:pt x="544" y="429"/>
                  <a:pt x="572" y="322"/>
                  <a:pt x="645" y="268"/>
                </a:cubicBezTo>
                <a:cubicBezTo>
                  <a:pt x="650" y="265"/>
                  <a:pt x="650" y="265"/>
                  <a:pt x="650" y="265"/>
                </a:cubicBezTo>
                <a:cubicBezTo>
                  <a:pt x="1074" y="19"/>
                  <a:pt x="1074" y="19"/>
                  <a:pt x="1074" y="19"/>
                </a:cubicBezTo>
                <a:cubicBezTo>
                  <a:pt x="1079" y="17"/>
                  <a:pt x="1079" y="17"/>
                  <a:pt x="1079" y="17"/>
                </a:cubicBezTo>
                <a:cubicBezTo>
                  <a:pt x="1103" y="6"/>
                  <a:pt x="1129" y="0"/>
                  <a:pt x="1157" y="0"/>
                </a:cubicBezTo>
                <a:cubicBezTo>
                  <a:pt x="1216" y="0"/>
                  <a:pt x="1273" y="25"/>
                  <a:pt x="1311" y="68"/>
                </a:cubicBezTo>
                <a:cubicBezTo>
                  <a:pt x="1361" y="123"/>
                  <a:pt x="1520" y="268"/>
                  <a:pt x="1649" y="268"/>
                </a:cubicBezTo>
                <a:cubicBezTo>
                  <a:pt x="1776" y="268"/>
                  <a:pt x="1934" y="126"/>
                  <a:pt x="1984" y="71"/>
                </a:cubicBezTo>
                <a:cubicBezTo>
                  <a:pt x="2022" y="30"/>
                  <a:pt x="2079" y="5"/>
                  <a:pt x="2137" y="5"/>
                </a:cubicBezTo>
                <a:cubicBezTo>
                  <a:pt x="2166" y="5"/>
                  <a:pt x="2192" y="11"/>
                  <a:pt x="2217" y="22"/>
                </a:cubicBezTo>
                <a:cubicBezTo>
                  <a:pt x="2221" y="24"/>
                  <a:pt x="2221" y="24"/>
                  <a:pt x="2221" y="24"/>
                </a:cubicBezTo>
                <a:cubicBezTo>
                  <a:pt x="2631" y="265"/>
                  <a:pt x="2631" y="265"/>
                  <a:pt x="2631" y="265"/>
                </a:cubicBezTo>
                <a:cubicBezTo>
                  <a:pt x="2635" y="268"/>
                  <a:pt x="2635" y="268"/>
                  <a:pt x="2635" y="268"/>
                </a:cubicBezTo>
                <a:cubicBezTo>
                  <a:pt x="2709" y="322"/>
                  <a:pt x="2736" y="429"/>
                  <a:pt x="2700" y="515"/>
                </a:cubicBezTo>
                <a:cubicBezTo>
                  <a:pt x="2700" y="516"/>
                  <a:pt x="2663" y="606"/>
                  <a:pt x="2663" y="688"/>
                </a:cubicBezTo>
                <a:cubicBezTo>
                  <a:pt x="2663" y="936"/>
                  <a:pt x="2854" y="1139"/>
                  <a:pt x="3090" y="1139"/>
                </a:cubicBezTo>
                <a:cubicBezTo>
                  <a:pt x="3104" y="1139"/>
                  <a:pt x="3104" y="1139"/>
                  <a:pt x="3104" y="1139"/>
                </a:cubicBezTo>
                <a:cubicBezTo>
                  <a:pt x="3172" y="1137"/>
                  <a:pt x="3228" y="1201"/>
                  <a:pt x="3246" y="1300"/>
                </a:cubicBezTo>
                <a:cubicBezTo>
                  <a:pt x="3248" y="1308"/>
                  <a:pt x="3281" y="1494"/>
                  <a:pt x="3281" y="1640"/>
                </a:cubicBezTo>
                <a:cubicBezTo>
                  <a:pt x="3281" y="1787"/>
                  <a:pt x="3248" y="1972"/>
                  <a:pt x="3246" y="1980"/>
                </a:cubicBezTo>
                <a:cubicBezTo>
                  <a:pt x="3228" y="2079"/>
                  <a:pt x="3172" y="2143"/>
                  <a:pt x="3104" y="2141"/>
                </a:cubicBezTo>
                <a:cubicBezTo>
                  <a:pt x="3090" y="2141"/>
                  <a:pt x="3090" y="2141"/>
                  <a:pt x="3090" y="2141"/>
                </a:cubicBezTo>
                <a:cubicBezTo>
                  <a:pt x="2854" y="2141"/>
                  <a:pt x="2663" y="2344"/>
                  <a:pt x="2663" y="2593"/>
                </a:cubicBezTo>
                <a:cubicBezTo>
                  <a:pt x="2663" y="2675"/>
                  <a:pt x="2700" y="2764"/>
                  <a:pt x="2700" y="2765"/>
                </a:cubicBezTo>
                <a:cubicBezTo>
                  <a:pt x="2736" y="2852"/>
                  <a:pt x="2708" y="2958"/>
                  <a:pt x="2635" y="3012"/>
                </a:cubicBezTo>
                <a:cubicBezTo>
                  <a:pt x="2631" y="3015"/>
                  <a:pt x="2631" y="3015"/>
                  <a:pt x="2631" y="3015"/>
                </a:cubicBezTo>
                <a:cubicBezTo>
                  <a:pt x="2214" y="3259"/>
                  <a:pt x="2214" y="3259"/>
                  <a:pt x="2214" y="3259"/>
                </a:cubicBezTo>
                <a:cubicBezTo>
                  <a:pt x="2209" y="3261"/>
                  <a:pt x="2209" y="3261"/>
                  <a:pt x="2209" y="3261"/>
                </a:cubicBezTo>
                <a:cubicBezTo>
                  <a:pt x="2186" y="3272"/>
                  <a:pt x="2159" y="3277"/>
                  <a:pt x="2132" y="3277"/>
                </a:cubicBezTo>
                <a:cubicBezTo>
                  <a:pt x="2132" y="3277"/>
                  <a:pt x="2132" y="3277"/>
                  <a:pt x="2132" y="3277"/>
                </a:cubicBezTo>
                <a:close/>
                <a:moveTo>
                  <a:pt x="2119" y="3069"/>
                </a:moveTo>
                <a:cubicBezTo>
                  <a:pt x="2121" y="3071"/>
                  <a:pt x="2126" y="3073"/>
                  <a:pt x="2132" y="3073"/>
                </a:cubicBezTo>
                <a:cubicBezTo>
                  <a:pt x="2132" y="3073"/>
                  <a:pt x="2132" y="3073"/>
                  <a:pt x="2133" y="3073"/>
                </a:cubicBezTo>
                <a:cubicBezTo>
                  <a:pt x="2522" y="2845"/>
                  <a:pt x="2522" y="2845"/>
                  <a:pt x="2522" y="2845"/>
                </a:cubicBezTo>
                <a:cubicBezTo>
                  <a:pt x="2513" y="2822"/>
                  <a:pt x="2470" y="2710"/>
                  <a:pt x="2470" y="2593"/>
                </a:cubicBezTo>
                <a:cubicBezTo>
                  <a:pt x="2470" y="2243"/>
                  <a:pt x="2730" y="1956"/>
                  <a:pt x="3057" y="1938"/>
                </a:cubicBezTo>
                <a:cubicBezTo>
                  <a:pt x="3062" y="1911"/>
                  <a:pt x="3087" y="1756"/>
                  <a:pt x="3087" y="1640"/>
                </a:cubicBezTo>
                <a:cubicBezTo>
                  <a:pt x="3087" y="1524"/>
                  <a:pt x="3062" y="1370"/>
                  <a:pt x="3057" y="1342"/>
                </a:cubicBezTo>
                <a:cubicBezTo>
                  <a:pt x="2730" y="1324"/>
                  <a:pt x="2470" y="1038"/>
                  <a:pt x="2470" y="688"/>
                </a:cubicBezTo>
                <a:cubicBezTo>
                  <a:pt x="2470" y="570"/>
                  <a:pt x="2513" y="458"/>
                  <a:pt x="2522" y="435"/>
                </a:cubicBezTo>
                <a:cubicBezTo>
                  <a:pt x="2139" y="210"/>
                  <a:pt x="2139" y="210"/>
                  <a:pt x="2139" y="210"/>
                </a:cubicBezTo>
                <a:cubicBezTo>
                  <a:pt x="2138" y="210"/>
                  <a:pt x="2138" y="210"/>
                  <a:pt x="2137" y="210"/>
                </a:cubicBezTo>
                <a:cubicBezTo>
                  <a:pt x="2131" y="210"/>
                  <a:pt x="2125" y="212"/>
                  <a:pt x="2123" y="214"/>
                </a:cubicBezTo>
                <a:cubicBezTo>
                  <a:pt x="2116" y="221"/>
                  <a:pt x="2061" y="280"/>
                  <a:pt x="1981" y="340"/>
                </a:cubicBezTo>
                <a:cubicBezTo>
                  <a:pt x="1863" y="428"/>
                  <a:pt x="1751" y="472"/>
                  <a:pt x="1649" y="472"/>
                </a:cubicBezTo>
                <a:cubicBezTo>
                  <a:pt x="1546" y="472"/>
                  <a:pt x="1433" y="427"/>
                  <a:pt x="1314" y="337"/>
                </a:cubicBezTo>
                <a:cubicBezTo>
                  <a:pt x="1234" y="277"/>
                  <a:pt x="1178" y="216"/>
                  <a:pt x="1171" y="209"/>
                </a:cubicBezTo>
                <a:cubicBezTo>
                  <a:pt x="1169" y="207"/>
                  <a:pt x="1163" y="205"/>
                  <a:pt x="1157" y="205"/>
                </a:cubicBezTo>
                <a:cubicBezTo>
                  <a:pt x="1156" y="205"/>
                  <a:pt x="1156" y="205"/>
                  <a:pt x="1155" y="205"/>
                </a:cubicBezTo>
                <a:cubicBezTo>
                  <a:pt x="758" y="435"/>
                  <a:pt x="758" y="435"/>
                  <a:pt x="758" y="435"/>
                </a:cubicBezTo>
                <a:cubicBezTo>
                  <a:pt x="768" y="459"/>
                  <a:pt x="810" y="571"/>
                  <a:pt x="810" y="688"/>
                </a:cubicBezTo>
                <a:cubicBezTo>
                  <a:pt x="810" y="1038"/>
                  <a:pt x="550" y="1324"/>
                  <a:pt x="223" y="1342"/>
                </a:cubicBezTo>
                <a:cubicBezTo>
                  <a:pt x="218" y="1370"/>
                  <a:pt x="193" y="1524"/>
                  <a:pt x="193" y="1640"/>
                </a:cubicBezTo>
                <a:cubicBezTo>
                  <a:pt x="193" y="1756"/>
                  <a:pt x="218" y="1910"/>
                  <a:pt x="223" y="1938"/>
                </a:cubicBezTo>
                <a:cubicBezTo>
                  <a:pt x="550" y="1956"/>
                  <a:pt x="810" y="2243"/>
                  <a:pt x="810" y="2593"/>
                </a:cubicBezTo>
                <a:cubicBezTo>
                  <a:pt x="810" y="2710"/>
                  <a:pt x="767" y="2823"/>
                  <a:pt x="758" y="2845"/>
                </a:cubicBezTo>
                <a:cubicBezTo>
                  <a:pt x="1134" y="3067"/>
                  <a:pt x="1134" y="3067"/>
                  <a:pt x="1134" y="3067"/>
                </a:cubicBezTo>
                <a:cubicBezTo>
                  <a:pt x="1134" y="3067"/>
                  <a:pt x="1134" y="3067"/>
                  <a:pt x="1135" y="3067"/>
                </a:cubicBezTo>
                <a:cubicBezTo>
                  <a:pt x="1140" y="3067"/>
                  <a:pt x="1145" y="3065"/>
                  <a:pt x="1147" y="3064"/>
                </a:cubicBezTo>
                <a:cubicBezTo>
                  <a:pt x="1154" y="3056"/>
                  <a:pt x="1210" y="2993"/>
                  <a:pt x="1291" y="2931"/>
                </a:cubicBezTo>
                <a:cubicBezTo>
                  <a:pt x="1412" y="2837"/>
                  <a:pt x="1526" y="2790"/>
                  <a:pt x="1632" y="2790"/>
                </a:cubicBezTo>
                <a:cubicBezTo>
                  <a:pt x="1738" y="2790"/>
                  <a:pt x="1853" y="2838"/>
                  <a:pt x="1975" y="2933"/>
                </a:cubicBezTo>
                <a:cubicBezTo>
                  <a:pt x="2056" y="2997"/>
                  <a:pt x="2112" y="3061"/>
                  <a:pt x="2119" y="3069"/>
                </a:cubicBezTo>
                <a:cubicBezTo>
                  <a:pt x="2119" y="3069"/>
                  <a:pt x="2119" y="3069"/>
                  <a:pt x="2119" y="3069"/>
                </a:cubicBezTo>
                <a:close/>
                <a:moveTo>
                  <a:pt x="1633" y="2239"/>
                </a:moveTo>
                <a:cubicBezTo>
                  <a:pt x="1320" y="2239"/>
                  <a:pt x="1065" y="1969"/>
                  <a:pt x="1065" y="1638"/>
                </a:cubicBezTo>
                <a:cubicBezTo>
                  <a:pt x="1065" y="1307"/>
                  <a:pt x="1320" y="1037"/>
                  <a:pt x="1633" y="1037"/>
                </a:cubicBezTo>
                <a:cubicBezTo>
                  <a:pt x="1946" y="1037"/>
                  <a:pt x="2201" y="1307"/>
                  <a:pt x="2201" y="1638"/>
                </a:cubicBezTo>
                <a:cubicBezTo>
                  <a:pt x="2201" y="1969"/>
                  <a:pt x="1946" y="2239"/>
                  <a:pt x="1633" y="2239"/>
                </a:cubicBezTo>
                <a:close/>
                <a:moveTo>
                  <a:pt x="1633" y="1241"/>
                </a:moveTo>
                <a:cubicBezTo>
                  <a:pt x="1426" y="1241"/>
                  <a:pt x="1258" y="1419"/>
                  <a:pt x="1258" y="1638"/>
                </a:cubicBezTo>
                <a:cubicBezTo>
                  <a:pt x="1258" y="1856"/>
                  <a:pt x="1426" y="2034"/>
                  <a:pt x="1633" y="2034"/>
                </a:cubicBezTo>
                <a:cubicBezTo>
                  <a:pt x="1840" y="2034"/>
                  <a:pt x="2008" y="1856"/>
                  <a:pt x="2008" y="1638"/>
                </a:cubicBezTo>
                <a:cubicBezTo>
                  <a:pt x="2008" y="1419"/>
                  <a:pt x="1840" y="1241"/>
                  <a:pt x="1633" y="1241"/>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 name="矩形 9">
            <a:extLst>
              <a:ext uri="{FF2B5EF4-FFF2-40B4-BE49-F238E27FC236}">
                <a16:creationId xmlns:a16="http://schemas.microsoft.com/office/drawing/2014/main" xmlns="" id="{DEB25AB8-6646-490B-A7F4-6E0AE4CCBC6B}"/>
              </a:ext>
            </a:extLst>
          </p:cNvPr>
          <p:cNvSpPr/>
          <p:nvPr/>
        </p:nvSpPr>
        <p:spPr>
          <a:xfrm>
            <a:off x="8632485" y="2951311"/>
            <a:ext cx="1107996" cy="369332"/>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kern="0" dirty="0">
                <a:solidFill>
                  <a:schemeClr val="bg1"/>
                </a:solidFill>
                <a:latin typeface="微软雅黑" panose="020B0503020204020204" pitchFamily="34" charset="-122"/>
                <a:ea typeface="微软雅黑" panose="020B0503020204020204" pitchFamily="34" charset="-122"/>
              </a:rPr>
              <a:t>信息整合</a:t>
            </a:r>
            <a:endParaRPr lang="en-US" altLang="zh-CN" kern="0" dirty="0">
              <a:solidFill>
                <a:schemeClr val="bg1"/>
              </a:solidFill>
              <a:latin typeface="微软雅黑" panose="020B0503020204020204" pitchFamily="34" charset="-122"/>
              <a:ea typeface="微软雅黑" panose="020B0503020204020204" pitchFamily="34" charset="-122"/>
            </a:endParaRPr>
          </a:p>
        </p:txBody>
      </p:sp>
      <p:sp>
        <p:nvSpPr>
          <p:cNvPr id="15" name="标题 14"/>
          <p:cNvSpPr>
            <a:spLocks noGrp="1"/>
          </p:cNvSpPr>
          <p:nvPr>
            <p:ph type="title"/>
          </p:nvPr>
        </p:nvSpPr>
        <p:spPr>
          <a:prstGeom prst="rect">
            <a:avLst/>
          </a:prstGeom>
        </p:spPr>
        <p:txBody>
          <a:bodyPr/>
          <a:lstStyle/>
          <a:p>
            <a:r>
              <a:rPr lang="zh-CN" altLang="en-US" dirty="0"/>
              <a:t>让金融更简单 让金融更美好</a:t>
            </a:r>
            <a:endParaRPr kumimoji="1" lang="zh-CN" altLang="en-US" dirty="0"/>
          </a:p>
        </p:txBody>
      </p:sp>
      <p:grpSp>
        <p:nvGrpSpPr>
          <p:cNvPr id="16" name="组 15"/>
          <p:cNvGrpSpPr/>
          <p:nvPr/>
        </p:nvGrpSpPr>
        <p:grpSpPr>
          <a:xfrm>
            <a:off x="1472547" y="3992504"/>
            <a:ext cx="2880000" cy="1397890"/>
            <a:chOff x="7573558" y="1789204"/>
            <a:chExt cx="3240000" cy="1397890"/>
          </a:xfrm>
        </p:grpSpPr>
        <p:grpSp>
          <p:nvGrpSpPr>
            <p:cNvPr id="1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9" name="矩形 1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0" name="矩形 1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1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1" name="组 20"/>
          <p:cNvGrpSpPr/>
          <p:nvPr/>
        </p:nvGrpSpPr>
        <p:grpSpPr>
          <a:xfrm>
            <a:off x="4655373" y="3992504"/>
            <a:ext cx="2880000" cy="1397890"/>
            <a:chOff x="7580640" y="1789204"/>
            <a:chExt cx="3240000" cy="1397890"/>
          </a:xfrm>
        </p:grpSpPr>
        <p:grpSp>
          <p:nvGrpSpPr>
            <p:cNvPr id="22"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24" name="矩形 23">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5" name="矩形 24">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2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6" name="组 25"/>
          <p:cNvGrpSpPr/>
          <p:nvPr/>
        </p:nvGrpSpPr>
        <p:grpSpPr>
          <a:xfrm>
            <a:off x="7753236" y="3992504"/>
            <a:ext cx="2880000" cy="1397890"/>
            <a:chOff x="7573558" y="1789204"/>
            <a:chExt cx="3240000" cy="1397890"/>
          </a:xfrm>
        </p:grpSpPr>
        <p:grpSp>
          <p:nvGrpSpPr>
            <p:cNvPr id="2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9" name="矩形 2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0" name="矩形 2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2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5533075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sp>
        <p:nvSpPr>
          <p:cNvPr id="3" name="任意多边形 10">
            <a:extLst>
              <a:ext uri="{FF2B5EF4-FFF2-40B4-BE49-F238E27FC236}">
                <a16:creationId xmlns="" xmlns:a16="http://schemas.microsoft.com/office/drawing/2014/main" id="{E3F3DF3D-B078-4960-AD9C-8B33579935ED}"/>
              </a:ext>
            </a:extLst>
          </p:cNvPr>
          <p:cNvSpPr/>
          <p:nvPr/>
        </p:nvSpPr>
        <p:spPr>
          <a:xfrm>
            <a:off x="3935760" y="1918262"/>
            <a:ext cx="3528392" cy="3173119"/>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43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4" name="组合 2">
            <a:extLst>
              <a:ext uri="{FF2B5EF4-FFF2-40B4-BE49-F238E27FC236}">
                <a16:creationId xmlns="" xmlns:a16="http://schemas.microsoft.com/office/drawing/2014/main" id="{03770EA6-EE03-4E23-BE92-1AA5E58F934C}"/>
              </a:ext>
            </a:extLst>
          </p:cNvPr>
          <p:cNvGrpSpPr/>
          <p:nvPr/>
        </p:nvGrpSpPr>
        <p:grpSpPr>
          <a:xfrm>
            <a:off x="5057484" y="2674287"/>
            <a:ext cx="1236947" cy="1379971"/>
            <a:chOff x="3632200" y="2209800"/>
            <a:chExt cx="508000" cy="566738"/>
          </a:xfrm>
          <a:solidFill>
            <a:srgbClr val="4372C4"/>
          </a:solidFill>
        </p:grpSpPr>
        <p:sp>
          <p:nvSpPr>
            <p:cNvPr id="5" name="Freeform 57">
              <a:extLst>
                <a:ext uri="{FF2B5EF4-FFF2-40B4-BE49-F238E27FC236}">
                  <a16:creationId xmlns="" xmlns:a16="http://schemas.microsoft.com/office/drawing/2014/main" id="{51A61B3A-2FA7-4839-8553-A363CD0BFB32}"/>
                </a:ext>
              </a:extLst>
            </p:cNvPr>
            <p:cNvSpPr>
              <a:spLocks/>
            </p:cNvSpPr>
            <p:nvPr/>
          </p:nvSpPr>
          <p:spPr bwMode="auto">
            <a:xfrm>
              <a:off x="3795713" y="2339975"/>
              <a:ext cx="184150" cy="28575"/>
            </a:xfrm>
            <a:custGeom>
              <a:avLst/>
              <a:gdLst>
                <a:gd name="T0" fmla="*/ 6 w 72"/>
                <a:gd name="T1" fmla="*/ 0 h 11"/>
                <a:gd name="T2" fmla="*/ 0 w 72"/>
                <a:gd name="T3" fmla="*/ 6 h 11"/>
                <a:gd name="T4" fmla="*/ 6 w 72"/>
                <a:gd name="T5" fmla="*/ 11 h 11"/>
                <a:gd name="T6" fmla="*/ 65 w 72"/>
                <a:gd name="T7" fmla="*/ 11 h 11"/>
                <a:gd name="T8" fmla="*/ 72 w 72"/>
                <a:gd name="T9" fmla="*/ 6 h 11"/>
                <a:gd name="T10" fmla="*/ 65 w 72"/>
                <a:gd name="T11" fmla="*/ 0 h 11"/>
                <a:gd name="T12" fmla="*/ 6 w 72"/>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72" h="11">
                  <a:moveTo>
                    <a:pt x="6" y="0"/>
                  </a:moveTo>
                  <a:cubicBezTo>
                    <a:pt x="3" y="0"/>
                    <a:pt x="0" y="3"/>
                    <a:pt x="0" y="6"/>
                  </a:cubicBezTo>
                  <a:cubicBezTo>
                    <a:pt x="0" y="9"/>
                    <a:pt x="3" y="11"/>
                    <a:pt x="6" y="11"/>
                  </a:cubicBezTo>
                  <a:cubicBezTo>
                    <a:pt x="65" y="11"/>
                    <a:pt x="65" y="11"/>
                    <a:pt x="65" y="11"/>
                  </a:cubicBezTo>
                  <a:cubicBezTo>
                    <a:pt x="69" y="11"/>
                    <a:pt x="72" y="9"/>
                    <a:pt x="72" y="6"/>
                  </a:cubicBezTo>
                  <a:cubicBezTo>
                    <a:pt x="72" y="3"/>
                    <a:pt x="69" y="0"/>
                    <a:pt x="65" y="0"/>
                  </a:cubicBezTo>
                  <a:lnTo>
                    <a:pt x="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6" name="Freeform 58">
              <a:extLst>
                <a:ext uri="{FF2B5EF4-FFF2-40B4-BE49-F238E27FC236}">
                  <a16:creationId xmlns="" xmlns:a16="http://schemas.microsoft.com/office/drawing/2014/main" id="{CB0E27D0-1591-4F0D-A426-19DC10773AC9}"/>
                </a:ext>
              </a:extLst>
            </p:cNvPr>
            <p:cNvSpPr>
              <a:spLocks/>
            </p:cNvSpPr>
            <p:nvPr/>
          </p:nvSpPr>
          <p:spPr bwMode="auto">
            <a:xfrm>
              <a:off x="3725863" y="2209800"/>
              <a:ext cx="334962" cy="112712"/>
            </a:xfrm>
            <a:custGeom>
              <a:avLst/>
              <a:gdLst>
                <a:gd name="T0" fmla="*/ 30 w 131"/>
                <a:gd name="T1" fmla="*/ 44 h 44"/>
                <a:gd name="T2" fmla="*/ 63 w 131"/>
                <a:gd name="T3" fmla="*/ 44 h 44"/>
                <a:gd name="T4" fmla="*/ 64 w 131"/>
                <a:gd name="T5" fmla="*/ 44 h 44"/>
                <a:gd name="T6" fmla="*/ 96 w 131"/>
                <a:gd name="T7" fmla="*/ 44 h 44"/>
                <a:gd name="T8" fmla="*/ 113 w 131"/>
                <a:gd name="T9" fmla="*/ 11 h 44"/>
                <a:gd name="T10" fmla="*/ 93 w 131"/>
                <a:gd name="T11" fmla="*/ 8 h 44"/>
                <a:gd name="T12" fmla="*/ 75 w 131"/>
                <a:gd name="T13" fmla="*/ 28 h 44"/>
                <a:gd name="T14" fmla="*/ 83 w 131"/>
                <a:gd name="T15" fmla="*/ 3 h 44"/>
                <a:gd name="T16" fmla="*/ 63 w 131"/>
                <a:gd name="T17" fmla="*/ 0 h 44"/>
                <a:gd name="T18" fmla="*/ 44 w 131"/>
                <a:gd name="T19" fmla="*/ 3 h 44"/>
                <a:gd name="T20" fmla="*/ 51 w 131"/>
                <a:gd name="T21" fmla="*/ 28 h 44"/>
                <a:gd name="T22" fmla="*/ 34 w 131"/>
                <a:gd name="T23" fmla="*/ 8 h 44"/>
                <a:gd name="T24" fmla="*/ 14 w 131"/>
                <a:gd name="T25" fmla="*/ 11 h 44"/>
                <a:gd name="T26" fmla="*/ 30 w 131"/>
                <a:gd name="T2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44">
                  <a:moveTo>
                    <a:pt x="30" y="44"/>
                  </a:moveTo>
                  <a:cubicBezTo>
                    <a:pt x="63" y="44"/>
                    <a:pt x="63" y="44"/>
                    <a:pt x="63" y="44"/>
                  </a:cubicBezTo>
                  <a:cubicBezTo>
                    <a:pt x="64" y="44"/>
                    <a:pt x="64" y="44"/>
                    <a:pt x="64" y="44"/>
                  </a:cubicBezTo>
                  <a:cubicBezTo>
                    <a:pt x="96" y="44"/>
                    <a:pt x="96" y="44"/>
                    <a:pt x="96" y="44"/>
                  </a:cubicBezTo>
                  <a:cubicBezTo>
                    <a:pt x="106" y="15"/>
                    <a:pt x="131" y="19"/>
                    <a:pt x="113" y="11"/>
                  </a:cubicBezTo>
                  <a:cubicBezTo>
                    <a:pt x="108" y="9"/>
                    <a:pt x="96" y="5"/>
                    <a:pt x="93" y="8"/>
                  </a:cubicBezTo>
                  <a:cubicBezTo>
                    <a:pt x="89" y="11"/>
                    <a:pt x="85" y="27"/>
                    <a:pt x="75" y="28"/>
                  </a:cubicBezTo>
                  <a:cubicBezTo>
                    <a:pt x="76" y="23"/>
                    <a:pt x="87" y="8"/>
                    <a:pt x="83" y="3"/>
                  </a:cubicBezTo>
                  <a:cubicBezTo>
                    <a:pt x="80" y="0"/>
                    <a:pt x="67" y="0"/>
                    <a:pt x="63" y="0"/>
                  </a:cubicBezTo>
                  <a:cubicBezTo>
                    <a:pt x="60" y="0"/>
                    <a:pt x="46" y="0"/>
                    <a:pt x="44" y="3"/>
                  </a:cubicBezTo>
                  <a:cubicBezTo>
                    <a:pt x="40" y="8"/>
                    <a:pt x="50" y="23"/>
                    <a:pt x="51" y="28"/>
                  </a:cubicBezTo>
                  <a:cubicBezTo>
                    <a:pt x="41" y="27"/>
                    <a:pt x="37" y="11"/>
                    <a:pt x="34" y="8"/>
                  </a:cubicBezTo>
                  <a:cubicBezTo>
                    <a:pt x="30" y="5"/>
                    <a:pt x="18" y="7"/>
                    <a:pt x="14" y="11"/>
                  </a:cubicBezTo>
                  <a:cubicBezTo>
                    <a:pt x="0" y="24"/>
                    <a:pt x="20" y="15"/>
                    <a:pt x="30" y="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7" name="Freeform 111">
              <a:extLst>
                <a:ext uri="{FF2B5EF4-FFF2-40B4-BE49-F238E27FC236}">
                  <a16:creationId xmlns="" xmlns:a16="http://schemas.microsoft.com/office/drawing/2014/main" id="{CAB788D7-BA87-4553-80F8-413E6F599637}"/>
                </a:ext>
              </a:extLst>
            </p:cNvPr>
            <p:cNvSpPr>
              <a:spLocks/>
            </p:cNvSpPr>
            <p:nvPr/>
          </p:nvSpPr>
          <p:spPr bwMode="auto">
            <a:xfrm>
              <a:off x="3824288" y="2482850"/>
              <a:ext cx="39687" cy="66675"/>
            </a:xfrm>
            <a:custGeom>
              <a:avLst/>
              <a:gdLst>
                <a:gd name="T0" fmla="*/ 3 w 16"/>
                <a:gd name="T1" fmla="*/ 18 h 26"/>
                <a:gd name="T2" fmla="*/ 14 w 16"/>
                <a:gd name="T3" fmla="*/ 25 h 26"/>
                <a:gd name="T4" fmla="*/ 16 w 16"/>
                <a:gd name="T5" fmla="*/ 26 h 26"/>
                <a:gd name="T6" fmla="*/ 16 w 16"/>
                <a:gd name="T7" fmla="*/ 0 h 26"/>
                <a:gd name="T8" fmla="*/ 5 w 16"/>
                <a:gd name="T9" fmla="*/ 4 h 26"/>
                <a:gd name="T10" fmla="*/ 3 w 16"/>
                <a:gd name="T11" fmla="*/ 18 h 26"/>
              </a:gdLst>
              <a:ahLst/>
              <a:cxnLst>
                <a:cxn ang="0">
                  <a:pos x="T0" y="T1"/>
                </a:cxn>
                <a:cxn ang="0">
                  <a:pos x="T2" y="T3"/>
                </a:cxn>
                <a:cxn ang="0">
                  <a:pos x="T4" y="T5"/>
                </a:cxn>
                <a:cxn ang="0">
                  <a:pos x="T6" y="T7"/>
                </a:cxn>
                <a:cxn ang="0">
                  <a:pos x="T8" y="T9"/>
                </a:cxn>
                <a:cxn ang="0">
                  <a:pos x="T10" y="T11"/>
                </a:cxn>
              </a:cxnLst>
              <a:rect l="0" t="0" r="r" b="b"/>
              <a:pathLst>
                <a:path w="16" h="26">
                  <a:moveTo>
                    <a:pt x="3" y="18"/>
                  </a:moveTo>
                  <a:cubicBezTo>
                    <a:pt x="5" y="22"/>
                    <a:pt x="9" y="23"/>
                    <a:pt x="14" y="25"/>
                  </a:cubicBezTo>
                  <a:cubicBezTo>
                    <a:pt x="14" y="25"/>
                    <a:pt x="15" y="26"/>
                    <a:pt x="16" y="26"/>
                  </a:cubicBezTo>
                  <a:cubicBezTo>
                    <a:pt x="16" y="0"/>
                    <a:pt x="16" y="0"/>
                    <a:pt x="16" y="0"/>
                  </a:cubicBezTo>
                  <a:cubicBezTo>
                    <a:pt x="12" y="0"/>
                    <a:pt x="8" y="1"/>
                    <a:pt x="5" y="4"/>
                  </a:cubicBezTo>
                  <a:cubicBezTo>
                    <a:pt x="0" y="7"/>
                    <a:pt x="0" y="14"/>
                    <a:pt x="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8" name="Freeform 112">
              <a:extLst>
                <a:ext uri="{FF2B5EF4-FFF2-40B4-BE49-F238E27FC236}">
                  <a16:creationId xmlns="" xmlns:a16="http://schemas.microsoft.com/office/drawing/2014/main" id="{6394A44A-A92F-4B7D-BA8E-DD88A74AF9AB}"/>
                </a:ext>
              </a:extLst>
            </p:cNvPr>
            <p:cNvSpPr>
              <a:spLocks/>
            </p:cNvSpPr>
            <p:nvPr/>
          </p:nvSpPr>
          <p:spPr bwMode="auto">
            <a:xfrm>
              <a:off x="3900488" y="2597150"/>
              <a:ext cx="47625" cy="71437"/>
            </a:xfrm>
            <a:custGeom>
              <a:avLst/>
              <a:gdLst>
                <a:gd name="T0" fmla="*/ 7 w 19"/>
                <a:gd name="T1" fmla="*/ 3 h 28"/>
                <a:gd name="T2" fmla="*/ 0 w 19"/>
                <a:gd name="T3" fmla="*/ 0 h 28"/>
                <a:gd name="T4" fmla="*/ 0 w 19"/>
                <a:gd name="T5" fmla="*/ 28 h 28"/>
                <a:gd name="T6" fmla="*/ 13 w 19"/>
                <a:gd name="T7" fmla="*/ 24 h 28"/>
                <a:gd name="T8" fmla="*/ 16 w 19"/>
                <a:gd name="T9" fmla="*/ 10 h 28"/>
                <a:gd name="T10" fmla="*/ 7 w 19"/>
                <a:gd name="T11" fmla="*/ 3 h 28"/>
              </a:gdLst>
              <a:ahLst/>
              <a:cxnLst>
                <a:cxn ang="0">
                  <a:pos x="T0" y="T1"/>
                </a:cxn>
                <a:cxn ang="0">
                  <a:pos x="T2" y="T3"/>
                </a:cxn>
                <a:cxn ang="0">
                  <a:pos x="T4" y="T5"/>
                </a:cxn>
                <a:cxn ang="0">
                  <a:pos x="T6" y="T7"/>
                </a:cxn>
                <a:cxn ang="0">
                  <a:pos x="T8" y="T9"/>
                </a:cxn>
                <a:cxn ang="0">
                  <a:pos x="T10" y="T11"/>
                </a:cxn>
              </a:cxnLst>
              <a:rect l="0" t="0" r="r" b="b"/>
              <a:pathLst>
                <a:path w="19" h="28">
                  <a:moveTo>
                    <a:pt x="7" y="3"/>
                  </a:moveTo>
                  <a:cubicBezTo>
                    <a:pt x="6" y="3"/>
                    <a:pt x="4" y="2"/>
                    <a:pt x="0" y="0"/>
                  </a:cubicBezTo>
                  <a:cubicBezTo>
                    <a:pt x="0" y="28"/>
                    <a:pt x="0" y="28"/>
                    <a:pt x="0" y="28"/>
                  </a:cubicBezTo>
                  <a:cubicBezTo>
                    <a:pt x="5" y="28"/>
                    <a:pt x="10" y="27"/>
                    <a:pt x="13" y="24"/>
                  </a:cubicBezTo>
                  <a:cubicBezTo>
                    <a:pt x="18" y="21"/>
                    <a:pt x="19" y="15"/>
                    <a:pt x="16" y="10"/>
                  </a:cubicBezTo>
                  <a:cubicBezTo>
                    <a:pt x="14" y="7"/>
                    <a:pt x="11" y="5"/>
                    <a:pt x="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9" name="Freeform 113">
              <a:extLst>
                <a:ext uri="{FF2B5EF4-FFF2-40B4-BE49-F238E27FC236}">
                  <a16:creationId xmlns="" xmlns:a16="http://schemas.microsoft.com/office/drawing/2014/main" id="{C794B290-1FFD-4242-854B-8B24A5D230A8}"/>
                </a:ext>
              </a:extLst>
            </p:cNvPr>
            <p:cNvSpPr>
              <a:spLocks noEditPoints="1"/>
            </p:cNvSpPr>
            <p:nvPr/>
          </p:nvSpPr>
          <p:spPr bwMode="auto">
            <a:xfrm>
              <a:off x="3632200" y="2382838"/>
              <a:ext cx="508000" cy="393700"/>
            </a:xfrm>
            <a:custGeom>
              <a:avLst/>
              <a:gdLst>
                <a:gd name="T0" fmla="*/ 134 w 199"/>
                <a:gd name="T1" fmla="*/ 0 h 154"/>
                <a:gd name="T2" fmla="*/ 102 w 199"/>
                <a:gd name="T3" fmla="*/ 0 h 154"/>
                <a:gd name="T4" fmla="*/ 98 w 199"/>
                <a:gd name="T5" fmla="*/ 0 h 154"/>
                <a:gd name="T6" fmla="*/ 66 w 199"/>
                <a:gd name="T7" fmla="*/ 0 h 154"/>
                <a:gd name="T8" fmla="*/ 1 w 199"/>
                <a:gd name="T9" fmla="*/ 99 h 154"/>
                <a:gd name="T10" fmla="*/ 100 w 199"/>
                <a:gd name="T11" fmla="*/ 154 h 154"/>
                <a:gd name="T12" fmla="*/ 100 w 199"/>
                <a:gd name="T13" fmla="*/ 154 h 154"/>
                <a:gd name="T14" fmla="*/ 100 w 199"/>
                <a:gd name="T15" fmla="*/ 154 h 154"/>
                <a:gd name="T16" fmla="*/ 199 w 199"/>
                <a:gd name="T17" fmla="*/ 99 h 154"/>
                <a:gd name="T18" fmla="*/ 134 w 199"/>
                <a:gd name="T19" fmla="*/ 0 h 154"/>
                <a:gd name="T20" fmla="*/ 129 w 199"/>
                <a:gd name="T21" fmla="*/ 116 h 154"/>
                <a:gd name="T22" fmla="*/ 105 w 199"/>
                <a:gd name="T23" fmla="*/ 123 h 154"/>
                <a:gd name="T24" fmla="*/ 105 w 199"/>
                <a:gd name="T25" fmla="*/ 129 h 154"/>
                <a:gd name="T26" fmla="*/ 103 w 199"/>
                <a:gd name="T27" fmla="*/ 131 h 154"/>
                <a:gd name="T28" fmla="*/ 94 w 199"/>
                <a:gd name="T29" fmla="*/ 131 h 154"/>
                <a:gd name="T30" fmla="*/ 91 w 199"/>
                <a:gd name="T31" fmla="*/ 129 h 154"/>
                <a:gd name="T32" fmla="*/ 91 w 199"/>
                <a:gd name="T33" fmla="*/ 122 h 154"/>
                <a:gd name="T34" fmla="*/ 62 w 199"/>
                <a:gd name="T35" fmla="*/ 109 h 154"/>
                <a:gd name="T36" fmla="*/ 73 w 199"/>
                <a:gd name="T37" fmla="*/ 101 h 154"/>
                <a:gd name="T38" fmla="*/ 74 w 199"/>
                <a:gd name="T39" fmla="*/ 102 h 154"/>
                <a:gd name="T40" fmla="*/ 74 w 199"/>
                <a:gd name="T41" fmla="*/ 102 h 154"/>
                <a:gd name="T42" fmla="*/ 76 w 199"/>
                <a:gd name="T43" fmla="*/ 103 h 154"/>
                <a:gd name="T44" fmla="*/ 86 w 199"/>
                <a:gd name="T45" fmla="*/ 109 h 154"/>
                <a:gd name="T46" fmla="*/ 91 w 199"/>
                <a:gd name="T47" fmla="*/ 110 h 154"/>
                <a:gd name="T48" fmla="*/ 91 w 199"/>
                <a:gd name="T49" fmla="*/ 79 h 154"/>
                <a:gd name="T50" fmla="*/ 75 w 199"/>
                <a:gd name="T51" fmla="*/ 72 h 154"/>
                <a:gd name="T52" fmla="*/ 65 w 199"/>
                <a:gd name="T53" fmla="*/ 62 h 154"/>
                <a:gd name="T54" fmla="*/ 71 w 199"/>
                <a:gd name="T55" fmla="*/ 36 h 154"/>
                <a:gd name="T56" fmla="*/ 91 w 199"/>
                <a:gd name="T57" fmla="*/ 28 h 154"/>
                <a:gd name="T58" fmla="*/ 91 w 199"/>
                <a:gd name="T59" fmla="*/ 21 h 154"/>
                <a:gd name="T60" fmla="*/ 94 w 199"/>
                <a:gd name="T61" fmla="*/ 18 h 154"/>
                <a:gd name="T62" fmla="*/ 103 w 199"/>
                <a:gd name="T63" fmla="*/ 18 h 154"/>
                <a:gd name="T64" fmla="*/ 105 w 199"/>
                <a:gd name="T65" fmla="*/ 21 h 154"/>
                <a:gd name="T66" fmla="*/ 105 w 199"/>
                <a:gd name="T67" fmla="*/ 28 h 154"/>
                <a:gd name="T68" fmla="*/ 113 w 199"/>
                <a:gd name="T69" fmla="*/ 29 h 154"/>
                <a:gd name="T70" fmla="*/ 134 w 199"/>
                <a:gd name="T71" fmla="*/ 41 h 154"/>
                <a:gd name="T72" fmla="*/ 122 w 199"/>
                <a:gd name="T73" fmla="*/ 49 h 154"/>
                <a:gd name="T74" fmla="*/ 122 w 199"/>
                <a:gd name="T75" fmla="*/ 48 h 154"/>
                <a:gd name="T76" fmla="*/ 121 w 199"/>
                <a:gd name="T77" fmla="*/ 47 h 154"/>
                <a:gd name="T78" fmla="*/ 120 w 199"/>
                <a:gd name="T79" fmla="*/ 46 h 154"/>
                <a:gd name="T80" fmla="*/ 109 w 199"/>
                <a:gd name="T81" fmla="*/ 40 h 154"/>
                <a:gd name="T82" fmla="*/ 105 w 199"/>
                <a:gd name="T83" fmla="*/ 39 h 154"/>
                <a:gd name="T84" fmla="*/ 105 w 199"/>
                <a:gd name="T85" fmla="*/ 71 h 154"/>
                <a:gd name="T86" fmla="*/ 137 w 199"/>
                <a:gd name="T87" fmla="*/ 90 h 154"/>
                <a:gd name="T88" fmla="*/ 129 w 199"/>
                <a:gd name="T89" fmla="*/ 11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9" h="154">
                  <a:moveTo>
                    <a:pt x="134" y="0"/>
                  </a:moveTo>
                  <a:cubicBezTo>
                    <a:pt x="102" y="0"/>
                    <a:pt x="102" y="0"/>
                    <a:pt x="102" y="0"/>
                  </a:cubicBezTo>
                  <a:cubicBezTo>
                    <a:pt x="98" y="0"/>
                    <a:pt x="98" y="0"/>
                    <a:pt x="98" y="0"/>
                  </a:cubicBezTo>
                  <a:cubicBezTo>
                    <a:pt x="66" y="0"/>
                    <a:pt x="66" y="0"/>
                    <a:pt x="66" y="0"/>
                  </a:cubicBezTo>
                  <a:cubicBezTo>
                    <a:pt x="55" y="20"/>
                    <a:pt x="0" y="43"/>
                    <a:pt x="1" y="99"/>
                  </a:cubicBezTo>
                  <a:cubicBezTo>
                    <a:pt x="1" y="146"/>
                    <a:pt x="41" y="154"/>
                    <a:pt x="100" y="154"/>
                  </a:cubicBezTo>
                  <a:cubicBezTo>
                    <a:pt x="100" y="154"/>
                    <a:pt x="100" y="154"/>
                    <a:pt x="100" y="154"/>
                  </a:cubicBezTo>
                  <a:cubicBezTo>
                    <a:pt x="100" y="154"/>
                    <a:pt x="100" y="154"/>
                    <a:pt x="100" y="154"/>
                  </a:cubicBezTo>
                  <a:cubicBezTo>
                    <a:pt x="159" y="154"/>
                    <a:pt x="199" y="146"/>
                    <a:pt x="199" y="99"/>
                  </a:cubicBezTo>
                  <a:cubicBezTo>
                    <a:pt x="199" y="43"/>
                    <a:pt x="144" y="20"/>
                    <a:pt x="134" y="0"/>
                  </a:cubicBezTo>
                  <a:close/>
                  <a:moveTo>
                    <a:pt x="129" y="116"/>
                  </a:moveTo>
                  <a:cubicBezTo>
                    <a:pt x="123" y="120"/>
                    <a:pt x="115" y="122"/>
                    <a:pt x="105" y="123"/>
                  </a:cubicBezTo>
                  <a:cubicBezTo>
                    <a:pt x="105" y="129"/>
                    <a:pt x="105" y="129"/>
                    <a:pt x="105" y="129"/>
                  </a:cubicBezTo>
                  <a:cubicBezTo>
                    <a:pt x="105" y="130"/>
                    <a:pt x="104" y="131"/>
                    <a:pt x="103" y="131"/>
                  </a:cubicBezTo>
                  <a:cubicBezTo>
                    <a:pt x="94" y="131"/>
                    <a:pt x="94" y="131"/>
                    <a:pt x="94" y="131"/>
                  </a:cubicBezTo>
                  <a:cubicBezTo>
                    <a:pt x="92" y="131"/>
                    <a:pt x="91" y="130"/>
                    <a:pt x="91" y="129"/>
                  </a:cubicBezTo>
                  <a:cubicBezTo>
                    <a:pt x="91" y="122"/>
                    <a:pt x="91" y="122"/>
                    <a:pt x="91" y="122"/>
                  </a:cubicBezTo>
                  <a:cubicBezTo>
                    <a:pt x="79" y="120"/>
                    <a:pt x="67" y="116"/>
                    <a:pt x="62" y="109"/>
                  </a:cubicBezTo>
                  <a:cubicBezTo>
                    <a:pt x="58" y="104"/>
                    <a:pt x="69" y="96"/>
                    <a:pt x="73" y="101"/>
                  </a:cubicBezTo>
                  <a:cubicBezTo>
                    <a:pt x="73" y="101"/>
                    <a:pt x="74" y="102"/>
                    <a:pt x="74" y="102"/>
                  </a:cubicBezTo>
                  <a:cubicBezTo>
                    <a:pt x="74" y="102"/>
                    <a:pt x="73" y="102"/>
                    <a:pt x="74" y="102"/>
                  </a:cubicBezTo>
                  <a:cubicBezTo>
                    <a:pt x="75" y="103"/>
                    <a:pt x="75" y="103"/>
                    <a:pt x="76" y="103"/>
                  </a:cubicBezTo>
                  <a:cubicBezTo>
                    <a:pt x="78" y="105"/>
                    <a:pt x="83" y="108"/>
                    <a:pt x="86" y="109"/>
                  </a:cubicBezTo>
                  <a:cubicBezTo>
                    <a:pt x="88" y="109"/>
                    <a:pt x="89" y="110"/>
                    <a:pt x="91" y="110"/>
                  </a:cubicBezTo>
                  <a:cubicBezTo>
                    <a:pt x="91" y="79"/>
                    <a:pt x="91" y="79"/>
                    <a:pt x="91" y="79"/>
                  </a:cubicBezTo>
                  <a:cubicBezTo>
                    <a:pt x="84" y="76"/>
                    <a:pt x="77" y="73"/>
                    <a:pt x="75" y="72"/>
                  </a:cubicBezTo>
                  <a:cubicBezTo>
                    <a:pt x="70" y="70"/>
                    <a:pt x="67" y="66"/>
                    <a:pt x="65" y="62"/>
                  </a:cubicBezTo>
                  <a:cubicBezTo>
                    <a:pt x="60" y="54"/>
                    <a:pt x="62" y="43"/>
                    <a:pt x="71" y="36"/>
                  </a:cubicBezTo>
                  <a:cubicBezTo>
                    <a:pt x="76" y="32"/>
                    <a:pt x="83" y="29"/>
                    <a:pt x="91" y="28"/>
                  </a:cubicBezTo>
                  <a:cubicBezTo>
                    <a:pt x="91" y="21"/>
                    <a:pt x="91" y="21"/>
                    <a:pt x="91" y="21"/>
                  </a:cubicBezTo>
                  <a:cubicBezTo>
                    <a:pt x="91" y="20"/>
                    <a:pt x="92" y="18"/>
                    <a:pt x="94" y="18"/>
                  </a:cubicBezTo>
                  <a:cubicBezTo>
                    <a:pt x="103" y="18"/>
                    <a:pt x="103" y="18"/>
                    <a:pt x="103" y="18"/>
                  </a:cubicBezTo>
                  <a:cubicBezTo>
                    <a:pt x="104" y="18"/>
                    <a:pt x="105" y="20"/>
                    <a:pt x="105" y="21"/>
                  </a:cubicBezTo>
                  <a:cubicBezTo>
                    <a:pt x="105" y="28"/>
                    <a:pt x="105" y="28"/>
                    <a:pt x="105" y="28"/>
                  </a:cubicBezTo>
                  <a:cubicBezTo>
                    <a:pt x="108" y="28"/>
                    <a:pt x="110" y="28"/>
                    <a:pt x="113" y="29"/>
                  </a:cubicBezTo>
                  <a:cubicBezTo>
                    <a:pt x="120" y="31"/>
                    <a:pt x="130" y="36"/>
                    <a:pt x="134" y="41"/>
                  </a:cubicBezTo>
                  <a:cubicBezTo>
                    <a:pt x="137" y="46"/>
                    <a:pt x="126" y="54"/>
                    <a:pt x="122" y="49"/>
                  </a:cubicBezTo>
                  <a:cubicBezTo>
                    <a:pt x="122" y="48"/>
                    <a:pt x="122" y="48"/>
                    <a:pt x="122" y="48"/>
                  </a:cubicBezTo>
                  <a:cubicBezTo>
                    <a:pt x="121" y="47"/>
                    <a:pt x="122" y="48"/>
                    <a:pt x="121" y="47"/>
                  </a:cubicBezTo>
                  <a:cubicBezTo>
                    <a:pt x="121" y="47"/>
                    <a:pt x="120" y="47"/>
                    <a:pt x="120" y="46"/>
                  </a:cubicBezTo>
                  <a:cubicBezTo>
                    <a:pt x="117" y="44"/>
                    <a:pt x="112" y="41"/>
                    <a:pt x="109" y="40"/>
                  </a:cubicBezTo>
                  <a:cubicBezTo>
                    <a:pt x="108" y="40"/>
                    <a:pt x="107" y="40"/>
                    <a:pt x="105" y="39"/>
                  </a:cubicBezTo>
                  <a:cubicBezTo>
                    <a:pt x="105" y="71"/>
                    <a:pt x="105" y="71"/>
                    <a:pt x="105" y="71"/>
                  </a:cubicBezTo>
                  <a:cubicBezTo>
                    <a:pt x="117" y="75"/>
                    <a:pt x="133" y="81"/>
                    <a:pt x="137" y="90"/>
                  </a:cubicBezTo>
                  <a:cubicBezTo>
                    <a:pt x="141" y="99"/>
                    <a:pt x="137" y="109"/>
                    <a:pt x="129" y="1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10" name="Freeform 114">
              <a:extLst>
                <a:ext uri="{FF2B5EF4-FFF2-40B4-BE49-F238E27FC236}">
                  <a16:creationId xmlns="" xmlns:a16="http://schemas.microsoft.com/office/drawing/2014/main" id="{13728BD2-A519-4D46-82AB-832822364039}"/>
                </a:ext>
              </a:extLst>
            </p:cNvPr>
            <p:cNvSpPr>
              <a:spLocks/>
            </p:cNvSpPr>
            <p:nvPr/>
          </p:nvSpPr>
          <p:spPr bwMode="auto">
            <a:xfrm>
              <a:off x="3984625" y="2322513"/>
              <a:ext cx="106362" cy="85725"/>
            </a:xfrm>
            <a:custGeom>
              <a:avLst/>
              <a:gdLst>
                <a:gd name="T0" fmla="*/ 40 w 42"/>
                <a:gd name="T1" fmla="*/ 5 h 34"/>
                <a:gd name="T2" fmla="*/ 23 w 42"/>
                <a:gd name="T3" fmla="*/ 0 h 34"/>
                <a:gd name="T4" fmla="*/ 2 w 42"/>
                <a:gd name="T5" fmla="*/ 6 h 34"/>
                <a:gd name="T6" fmla="*/ 0 w 42"/>
                <a:gd name="T7" fmla="*/ 8 h 34"/>
                <a:gd name="T8" fmla="*/ 0 w 42"/>
                <a:gd name="T9" fmla="*/ 16 h 34"/>
                <a:gd name="T10" fmla="*/ 1 w 42"/>
                <a:gd name="T11" fmla="*/ 17 h 34"/>
                <a:gd name="T12" fmla="*/ 15 w 42"/>
                <a:gd name="T13" fmla="*/ 25 h 34"/>
                <a:gd name="T14" fmla="*/ 22 w 42"/>
                <a:gd name="T15" fmla="*/ 29 h 34"/>
                <a:gd name="T16" fmla="*/ 24 w 42"/>
                <a:gd name="T17" fmla="*/ 31 h 34"/>
                <a:gd name="T18" fmla="*/ 24 w 42"/>
                <a:gd name="T19" fmla="*/ 31 h 34"/>
                <a:gd name="T20" fmla="*/ 24 w 42"/>
                <a:gd name="T21" fmla="*/ 31 h 34"/>
                <a:gd name="T22" fmla="*/ 24 w 42"/>
                <a:gd name="T23" fmla="*/ 31 h 34"/>
                <a:gd name="T24" fmla="*/ 30 w 42"/>
                <a:gd name="T25" fmla="*/ 32 h 34"/>
                <a:gd name="T26" fmla="*/ 31 w 42"/>
                <a:gd name="T27" fmla="*/ 27 h 34"/>
                <a:gd name="T28" fmla="*/ 28 w 42"/>
                <a:gd name="T29" fmla="*/ 23 h 34"/>
                <a:gd name="T30" fmla="*/ 17 w 42"/>
                <a:gd name="T31" fmla="*/ 17 h 34"/>
                <a:gd name="T32" fmla="*/ 9 w 42"/>
                <a:gd name="T33" fmla="*/ 14 h 34"/>
                <a:gd name="T34" fmla="*/ 7 w 42"/>
                <a:gd name="T35" fmla="*/ 13 h 34"/>
                <a:gd name="T36" fmla="*/ 7 w 42"/>
                <a:gd name="T37" fmla="*/ 12 h 34"/>
                <a:gd name="T38" fmla="*/ 7 w 42"/>
                <a:gd name="T39" fmla="*/ 12 h 34"/>
                <a:gd name="T40" fmla="*/ 7 w 42"/>
                <a:gd name="T41" fmla="*/ 12 h 34"/>
                <a:gd name="T42" fmla="*/ 7 w 42"/>
                <a:gd name="T43" fmla="*/ 12 h 34"/>
                <a:gd name="T44" fmla="*/ 23 w 42"/>
                <a:gd name="T45" fmla="*/ 8 h 34"/>
                <a:gd name="T46" fmla="*/ 36 w 42"/>
                <a:gd name="T47" fmla="*/ 11 h 34"/>
                <a:gd name="T48" fmla="*/ 41 w 42"/>
                <a:gd name="T49" fmla="*/ 10 h 34"/>
                <a:gd name="T50" fmla="*/ 40 w 42"/>
                <a:gd name="T51" fmla="*/ 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2" h="34">
                  <a:moveTo>
                    <a:pt x="40" y="5"/>
                  </a:moveTo>
                  <a:cubicBezTo>
                    <a:pt x="34" y="1"/>
                    <a:pt x="29" y="0"/>
                    <a:pt x="23" y="0"/>
                  </a:cubicBezTo>
                  <a:cubicBezTo>
                    <a:pt x="11" y="0"/>
                    <a:pt x="2" y="6"/>
                    <a:pt x="2" y="6"/>
                  </a:cubicBezTo>
                  <a:cubicBezTo>
                    <a:pt x="1" y="6"/>
                    <a:pt x="1" y="7"/>
                    <a:pt x="0" y="8"/>
                  </a:cubicBezTo>
                  <a:cubicBezTo>
                    <a:pt x="2" y="10"/>
                    <a:pt x="2" y="14"/>
                    <a:pt x="0" y="16"/>
                  </a:cubicBezTo>
                  <a:cubicBezTo>
                    <a:pt x="1" y="17"/>
                    <a:pt x="1" y="17"/>
                    <a:pt x="1" y="17"/>
                  </a:cubicBezTo>
                  <a:cubicBezTo>
                    <a:pt x="1" y="18"/>
                    <a:pt x="5" y="23"/>
                    <a:pt x="15" y="25"/>
                  </a:cubicBezTo>
                  <a:cubicBezTo>
                    <a:pt x="18" y="26"/>
                    <a:pt x="21" y="28"/>
                    <a:pt x="22" y="29"/>
                  </a:cubicBezTo>
                  <a:cubicBezTo>
                    <a:pt x="23" y="30"/>
                    <a:pt x="24" y="30"/>
                    <a:pt x="24" y="31"/>
                  </a:cubicBezTo>
                  <a:cubicBezTo>
                    <a:pt x="24" y="31"/>
                    <a:pt x="24" y="31"/>
                    <a:pt x="24" y="31"/>
                  </a:cubicBezTo>
                  <a:cubicBezTo>
                    <a:pt x="24" y="31"/>
                    <a:pt x="24" y="31"/>
                    <a:pt x="24" y="31"/>
                  </a:cubicBezTo>
                  <a:cubicBezTo>
                    <a:pt x="24" y="31"/>
                    <a:pt x="24" y="31"/>
                    <a:pt x="24" y="31"/>
                  </a:cubicBezTo>
                  <a:cubicBezTo>
                    <a:pt x="26" y="33"/>
                    <a:pt x="28" y="34"/>
                    <a:pt x="30" y="32"/>
                  </a:cubicBezTo>
                  <a:cubicBezTo>
                    <a:pt x="32" y="31"/>
                    <a:pt x="32" y="29"/>
                    <a:pt x="31" y="27"/>
                  </a:cubicBezTo>
                  <a:cubicBezTo>
                    <a:pt x="31" y="27"/>
                    <a:pt x="30" y="25"/>
                    <a:pt x="28" y="23"/>
                  </a:cubicBezTo>
                  <a:cubicBezTo>
                    <a:pt x="25" y="21"/>
                    <a:pt x="22" y="19"/>
                    <a:pt x="17" y="17"/>
                  </a:cubicBezTo>
                  <a:cubicBezTo>
                    <a:pt x="13" y="16"/>
                    <a:pt x="10" y="15"/>
                    <a:pt x="9" y="14"/>
                  </a:cubicBezTo>
                  <a:cubicBezTo>
                    <a:pt x="8" y="13"/>
                    <a:pt x="8" y="13"/>
                    <a:pt x="7" y="13"/>
                  </a:cubicBezTo>
                  <a:cubicBezTo>
                    <a:pt x="7" y="12"/>
                    <a:pt x="7" y="12"/>
                    <a:pt x="7" y="12"/>
                  </a:cubicBezTo>
                  <a:cubicBezTo>
                    <a:pt x="7" y="12"/>
                    <a:pt x="7" y="12"/>
                    <a:pt x="7" y="12"/>
                  </a:cubicBezTo>
                  <a:cubicBezTo>
                    <a:pt x="7" y="12"/>
                    <a:pt x="7" y="12"/>
                    <a:pt x="7" y="12"/>
                  </a:cubicBezTo>
                  <a:cubicBezTo>
                    <a:pt x="7" y="12"/>
                    <a:pt x="7" y="12"/>
                    <a:pt x="7" y="12"/>
                  </a:cubicBezTo>
                  <a:cubicBezTo>
                    <a:pt x="9" y="11"/>
                    <a:pt x="16" y="8"/>
                    <a:pt x="23" y="8"/>
                  </a:cubicBezTo>
                  <a:cubicBezTo>
                    <a:pt x="27" y="8"/>
                    <a:pt x="32" y="9"/>
                    <a:pt x="36" y="11"/>
                  </a:cubicBezTo>
                  <a:cubicBezTo>
                    <a:pt x="38" y="12"/>
                    <a:pt x="40" y="12"/>
                    <a:pt x="41" y="10"/>
                  </a:cubicBezTo>
                  <a:cubicBezTo>
                    <a:pt x="42" y="8"/>
                    <a:pt x="42" y="6"/>
                    <a:pt x="4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grpSp>
      <p:sp>
        <p:nvSpPr>
          <p:cNvPr id="45" name="Oval 6">
            <a:extLst>
              <a:ext uri="{FF2B5EF4-FFF2-40B4-BE49-F238E27FC236}">
                <a16:creationId xmlns="" xmlns:a16="http://schemas.microsoft.com/office/drawing/2014/main" id="{0F7EA228-108A-46D3-AAC5-20CC2A548D5C}"/>
              </a:ext>
            </a:extLst>
          </p:cNvPr>
          <p:cNvSpPr>
            <a:spLocks noChangeArrowheads="1"/>
          </p:cNvSpPr>
          <p:nvPr/>
        </p:nvSpPr>
        <p:spPr bwMode="auto">
          <a:xfrm>
            <a:off x="3993911" y="2208933"/>
            <a:ext cx="775920" cy="773589"/>
          </a:xfrm>
          <a:prstGeom prst="ellipse">
            <a:avLst/>
          </a:prstGeom>
          <a:solidFill>
            <a:srgbClr val="4372C4"/>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000" b="0" i="0" u="none" strike="noStrike" kern="0" cap="none" spc="0" normalizeH="0" baseline="0" noProof="0" dirty="0">
              <a:ln>
                <a:noFill/>
              </a:ln>
              <a:solidFill>
                <a:prstClr val="white"/>
              </a:solidFill>
              <a:effectLst/>
              <a:uLnTx/>
              <a:uFillTx/>
              <a:latin typeface="Calibri Light" panose="020F0302020204030204"/>
              <a:ea typeface="宋体" panose="02010600030101010101" pitchFamily="2" charset="-122"/>
              <a:cs typeface="+mn-cs"/>
            </a:endParaRPr>
          </a:p>
        </p:txBody>
      </p:sp>
      <p:grpSp>
        <p:nvGrpSpPr>
          <p:cNvPr id="46" name="组合 9">
            <a:extLst>
              <a:ext uri="{FF2B5EF4-FFF2-40B4-BE49-F238E27FC236}">
                <a16:creationId xmlns="" xmlns:a16="http://schemas.microsoft.com/office/drawing/2014/main" id="{C80AFBD8-0889-453E-94BD-4F2C9A3182FC}"/>
              </a:ext>
            </a:extLst>
          </p:cNvPr>
          <p:cNvGrpSpPr/>
          <p:nvPr/>
        </p:nvGrpSpPr>
        <p:grpSpPr>
          <a:xfrm>
            <a:off x="4206708" y="2365733"/>
            <a:ext cx="350325" cy="409978"/>
            <a:chOff x="7567613" y="3465512"/>
            <a:chExt cx="512763" cy="600075"/>
          </a:xfrm>
          <a:solidFill>
            <a:schemeClr val="bg1"/>
          </a:solidFill>
        </p:grpSpPr>
        <p:sp>
          <p:nvSpPr>
            <p:cNvPr id="47" name="Freeform 46">
              <a:extLst>
                <a:ext uri="{FF2B5EF4-FFF2-40B4-BE49-F238E27FC236}">
                  <a16:creationId xmlns="" xmlns:a16="http://schemas.microsoft.com/office/drawing/2014/main" id="{1C02DD01-3481-4FCB-BBED-5E830DACD2D7}"/>
                </a:ext>
              </a:extLst>
            </p:cNvPr>
            <p:cNvSpPr>
              <a:spLocks/>
            </p:cNvSpPr>
            <p:nvPr/>
          </p:nvSpPr>
          <p:spPr bwMode="auto">
            <a:xfrm>
              <a:off x="7939088" y="3530600"/>
              <a:ext cx="71437" cy="74612"/>
            </a:xfrm>
            <a:custGeom>
              <a:avLst/>
              <a:gdLst>
                <a:gd name="T0" fmla="*/ 9 w 28"/>
                <a:gd name="T1" fmla="*/ 29 h 29"/>
                <a:gd name="T2" fmla="*/ 26 w 28"/>
                <a:gd name="T3" fmla="*/ 13 h 29"/>
                <a:gd name="T4" fmla="*/ 26 w 28"/>
                <a:gd name="T5" fmla="*/ 3 h 29"/>
                <a:gd name="T6" fmla="*/ 16 w 28"/>
                <a:gd name="T7" fmla="*/ 3 h 29"/>
                <a:gd name="T8" fmla="*/ 0 w 28"/>
                <a:gd name="T9" fmla="*/ 20 h 29"/>
                <a:gd name="T10" fmla="*/ 9 w 28"/>
                <a:gd name="T11" fmla="*/ 29 h 29"/>
              </a:gdLst>
              <a:ahLst/>
              <a:cxnLst>
                <a:cxn ang="0">
                  <a:pos x="T0" y="T1"/>
                </a:cxn>
                <a:cxn ang="0">
                  <a:pos x="T2" y="T3"/>
                </a:cxn>
                <a:cxn ang="0">
                  <a:pos x="T4" y="T5"/>
                </a:cxn>
                <a:cxn ang="0">
                  <a:pos x="T6" y="T7"/>
                </a:cxn>
                <a:cxn ang="0">
                  <a:pos x="T8" y="T9"/>
                </a:cxn>
                <a:cxn ang="0">
                  <a:pos x="T10" y="T11"/>
                </a:cxn>
              </a:cxnLst>
              <a:rect l="0" t="0" r="r" b="b"/>
              <a:pathLst>
                <a:path w="28" h="29">
                  <a:moveTo>
                    <a:pt x="9" y="29"/>
                  </a:moveTo>
                  <a:cubicBezTo>
                    <a:pt x="26" y="13"/>
                    <a:pt x="26" y="13"/>
                    <a:pt x="26" y="13"/>
                  </a:cubicBezTo>
                  <a:cubicBezTo>
                    <a:pt x="28" y="10"/>
                    <a:pt x="28" y="6"/>
                    <a:pt x="26" y="3"/>
                  </a:cubicBezTo>
                  <a:cubicBezTo>
                    <a:pt x="23" y="0"/>
                    <a:pt x="19" y="0"/>
                    <a:pt x="16" y="3"/>
                  </a:cubicBezTo>
                  <a:cubicBezTo>
                    <a:pt x="0" y="20"/>
                    <a:pt x="0" y="20"/>
                    <a:pt x="0" y="20"/>
                  </a:cubicBezTo>
                  <a:cubicBezTo>
                    <a:pt x="3" y="23"/>
                    <a:pt x="6" y="26"/>
                    <a:pt x="9"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48" name="Freeform 47">
              <a:extLst>
                <a:ext uri="{FF2B5EF4-FFF2-40B4-BE49-F238E27FC236}">
                  <a16:creationId xmlns="" xmlns:a16="http://schemas.microsoft.com/office/drawing/2014/main" id="{2C355CF8-43E2-476E-9064-33E37F1A49EB}"/>
                </a:ext>
              </a:extLst>
            </p:cNvPr>
            <p:cNvSpPr>
              <a:spLocks/>
            </p:cNvSpPr>
            <p:nvPr/>
          </p:nvSpPr>
          <p:spPr bwMode="auto">
            <a:xfrm>
              <a:off x="7807326" y="3465512"/>
              <a:ext cx="33337" cy="73025"/>
            </a:xfrm>
            <a:custGeom>
              <a:avLst/>
              <a:gdLst>
                <a:gd name="T0" fmla="*/ 7 w 13"/>
                <a:gd name="T1" fmla="*/ 29 h 29"/>
                <a:gd name="T2" fmla="*/ 7 w 13"/>
                <a:gd name="T3" fmla="*/ 29 h 29"/>
                <a:gd name="T4" fmla="*/ 13 w 13"/>
                <a:gd name="T5" fmla="*/ 29 h 29"/>
                <a:gd name="T6" fmla="*/ 13 w 13"/>
                <a:gd name="T7" fmla="*/ 6 h 29"/>
                <a:gd name="T8" fmla="*/ 7 w 13"/>
                <a:gd name="T9" fmla="*/ 0 h 29"/>
                <a:gd name="T10" fmla="*/ 0 w 13"/>
                <a:gd name="T11" fmla="*/ 6 h 29"/>
                <a:gd name="T12" fmla="*/ 0 w 13"/>
                <a:gd name="T13" fmla="*/ 29 h 29"/>
                <a:gd name="T14" fmla="*/ 6 w 13"/>
                <a:gd name="T15" fmla="*/ 29 h 29"/>
                <a:gd name="T16" fmla="*/ 7 w 13"/>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29">
                  <a:moveTo>
                    <a:pt x="7" y="29"/>
                  </a:moveTo>
                  <a:cubicBezTo>
                    <a:pt x="7" y="29"/>
                    <a:pt x="7" y="29"/>
                    <a:pt x="7" y="29"/>
                  </a:cubicBezTo>
                  <a:cubicBezTo>
                    <a:pt x="9" y="29"/>
                    <a:pt x="11" y="29"/>
                    <a:pt x="13" y="29"/>
                  </a:cubicBezTo>
                  <a:cubicBezTo>
                    <a:pt x="13" y="6"/>
                    <a:pt x="13" y="6"/>
                    <a:pt x="13" y="6"/>
                  </a:cubicBezTo>
                  <a:cubicBezTo>
                    <a:pt x="13" y="3"/>
                    <a:pt x="10" y="0"/>
                    <a:pt x="7" y="0"/>
                  </a:cubicBezTo>
                  <a:cubicBezTo>
                    <a:pt x="3" y="0"/>
                    <a:pt x="0" y="3"/>
                    <a:pt x="0" y="6"/>
                  </a:cubicBezTo>
                  <a:cubicBezTo>
                    <a:pt x="0" y="29"/>
                    <a:pt x="0" y="29"/>
                    <a:pt x="0" y="29"/>
                  </a:cubicBezTo>
                  <a:cubicBezTo>
                    <a:pt x="2" y="29"/>
                    <a:pt x="4" y="29"/>
                    <a:pt x="6" y="29"/>
                  </a:cubicBezTo>
                  <a:cubicBezTo>
                    <a:pt x="6" y="29"/>
                    <a:pt x="7" y="29"/>
                    <a:pt x="7"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49" name="Freeform 48">
              <a:extLst>
                <a:ext uri="{FF2B5EF4-FFF2-40B4-BE49-F238E27FC236}">
                  <a16:creationId xmlns="" xmlns:a16="http://schemas.microsoft.com/office/drawing/2014/main" id="{EDAA981D-BA86-406C-8167-CB03F9F29FFA}"/>
                </a:ext>
              </a:extLst>
            </p:cNvPr>
            <p:cNvSpPr>
              <a:spLocks/>
            </p:cNvSpPr>
            <p:nvPr/>
          </p:nvSpPr>
          <p:spPr bwMode="auto">
            <a:xfrm>
              <a:off x="7635876" y="3530600"/>
              <a:ext cx="74612" cy="74612"/>
            </a:xfrm>
            <a:custGeom>
              <a:avLst/>
              <a:gdLst>
                <a:gd name="T0" fmla="*/ 19 w 29"/>
                <a:gd name="T1" fmla="*/ 29 h 29"/>
                <a:gd name="T2" fmla="*/ 29 w 29"/>
                <a:gd name="T3" fmla="*/ 20 h 29"/>
                <a:gd name="T4" fmla="*/ 12 w 29"/>
                <a:gd name="T5" fmla="*/ 3 h 29"/>
                <a:gd name="T6" fmla="*/ 2 w 29"/>
                <a:gd name="T7" fmla="*/ 3 h 29"/>
                <a:gd name="T8" fmla="*/ 2 w 29"/>
                <a:gd name="T9" fmla="*/ 13 h 29"/>
                <a:gd name="T10" fmla="*/ 19 w 29"/>
                <a:gd name="T11" fmla="*/ 29 h 29"/>
              </a:gdLst>
              <a:ahLst/>
              <a:cxnLst>
                <a:cxn ang="0">
                  <a:pos x="T0" y="T1"/>
                </a:cxn>
                <a:cxn ang="0">
                  <a:pos x="T2" y="T3"/>
                </a:cxn>
                <a:cxn ang="0">
                  <a:pos x="T4" y="T5"/>
                </a:cxn>
                <a:cxn ang="0">
                  <a:pos x="T6" y="T7"/>
                </a:cxn>
                <a:cxn ang="0">
                  <a:pos x="T8" y="T9"/>
                </a:cxn>
                <a:cxn ang="0">
                  <a:pos x="T10" y="T11"/>
                </a:cxn>
              </a:cxnLst>
              <a:rect l="0" t="0" r="r" b="b"/>
              <a:pathLst>
                <a:path w="29" h="29">
                  <a:moveTo>
                    <a:pt x="19" y="29"/>
                  </a:moveTo>
                  <a:cubicBezTo>
                    <a:pt x="22" y="26"/>
                    <a:pt x="25" y="23"/>
                    <a:pt x="29" y="20"/>
                  </a:cubicBezTo>
                  <a:cubicBezTo>
                    <a:pt x="12" y="3"/>
                    <a:pt x="12" y="3"/>
                    <a:pt x="12" y="3"/>
                  </a:cubicBezTo>
                  <a:cubicBezTo>
                    <a:pt x="9" y="0"/>
                    <a:pt x="5" y="0"/>
                    <a:pt x="2" y="3"/>
                  </a:cubicBezTo>
                  <a:cubicBezTo>
                    <a:pt x="0" y="6"/>
                    <a:pt x="0" y="10"/>
                    <a:pt x="2" y="13"/>
                  </a:cubicBezTo>
                  <a:lnTo>
                    <a:pt x="19"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50" name="Freeform 49">
              <a:extLst>
                <a:ext uri="{FF2B5EF4-FFF2-40B4-BE49-F238E27FC236}">
                  <a16:creationId xmlns="" xmlns:a16="http://schemas.microsoft.com/office/drawing/2014/main" id="{F7CD0F02-2F0E-467D-AB21-15FCDD0C8762}"/>
                </a:ext>
              </a:extLst>
            </p:cNvPr>
            <p:cNvSpPr>
              <a:spLocks/>
            </p:cNvSpPr>
            <p:nvPr/>
          </p:nvSpPr>
          <p:spPr bwMode="auto">
            <a:xfrm>
              <a:off x="7567613" y="3705225"/>
              <a:ext cx="76200" cy="33337"/>
            </a:xfrm>
            <a:custGeom>
              <a:avLst/>
              <a:gdLst>
                <a:gd name="T0" fmla="*/ 30 w 30"/>
                <a:gd name="T1" fmla="*/ 9 h 13"/>
                <a:gd name="T2" fmla="*/ 30 w 30"/>
                <a:gd name="T3" fmla="*/ 0 h 13"/>
                <a:gd name="T4" fmla="*/ 7 w 30"/>
                <a:gd name="T5" fmla="*/ 0 h 13"/>
                <a:gd name="T6" fmla="*/ 0 w 30"/>
                <a:gd name="T7" fmla="*/ 6 h 13"/>
                <a:gd name="T8" fmla="*/ 7 w 30"/>
                <a:gd name="T9" fmla="*/ 13 h 13"/>
                <a:gd name="T10" fmla="*/ 30 w 30"/>
                <a:gd name="T11" fmla="*/ 13 h 13"/>
                <a:gd name="T12" fmla="*/ 30 w 30"/>
                <a:gd name="T13" fmla="*/ 9 h 13"/>
              </a:gdLst>
              <a:ahLst/>
              <a:cxnLst>
                <a:cxn ang="0">
                  <a:pos x="T0" y="T1"/>
                </a:cxn>
                <a:cxn ang="0">
                  <a:pos x="T2" y="T3"/>
                </a:cxn>
                <a:cxn ang="0">
                  <a:pos x="T4" y="T5"/>
                </a:cxn>
                <a:cxn ang="0">
                  <a:pos x="T6" y="T7"/>
                </a:cxn>
                <a:cxn ang="0">
                  <a:pos x="T8" y="T9"/>
                </a:cxn>
                <a:cxn ang="0">
                  <a:pos x="T10" y="T11"/>
                </a:cxn>
                <a:cxn ang="0">
                  <a:pos x="T12" y="T13"/>
                </a:cxn>
              </a:cxnLst>
              <a:rect l="0" t="0" r="r" b="b"/>
              <a:pathLst>
                <a:path w="30" h="13">
                  <a:moveTo>
                    <a:pt x="30" y="9"/>
                  </a:moveTo>
                  <a:cubicBezTo>
                    <a:pt x="30" y="6"/>
                    <a:pt x="30" y="3"/>
                    <a:pt x="30" y="0"/>
                  </a:cubicBezTo>
                  <a:cubicBezTo>
                    <a:pt x="7" y="0"/>
                    <a:pt x="7" y="0"/>
                    <a:pt x="7" y="0"/>
                  </a:cubicBezTo>
                  <a:cubicBezTo>
                    <a:pt x="3" y="0"/>
                    <a:pt x="0" y="3"/>
                    <a:pt x="0" y="6"/>
                  </a:cubicBezTo>
                  <a:cubicBezTo>
                    <a:pt x="0" y="10"/>
                    <a:pt x="3" y="13"/>
                    <a:pt x="7" y="13"/>
                  </a:cubicBezTo>
                  <a:cubicBezTo>
                    <a:pt x="30" y="13"/>
                    <a:pt x="30" y="13"/>
                    <a:pt x="30" y="13"/>
                  </a:cubicBezTo>
                  <a:cubicBezTo>
                    <a:pt x="30" y="12"/>
                    <a:pt x="30" y="10"/>
                    <a:pt x="3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51" name="Freeform 50">
              <a:extLst>
                <a:ext uri="{FF2B5EF4-FFF2-40B4-BE49-F238E27FC236}">
                  <a16:creationId xmlns="" xmlns:a16="http://schemas.microsoft.com/office/drawing/2014/main" id="{29785AEC-BB7D-4CE0-AED8-752DD78FC525}"/>
                </a:ext>
              </a:extLst>
            </p:cNvPr>
            <p:cNvSpPr>
              <a:spLocks/>
            </p:cNvSpPr>
            <p:nvPr/>
          </p:nvSpPr>
          <p:spPr bwMode="auto">
            <a:xfrm>
              <a:off x="7635876" y="3844925"/>
              <a:ext cx="61912" cy="63500"/>
            </a:xfrm>
            <a:custGeom>
              <a:avLst/>
              <a:gdLst>
                <a:gd name="T0" fmla="*/ 2 w 24"/>
                <a:gd name="T1" fmla="*/ 13 h 25"/>
                <a:gd name="T2" fmla="*/ 2 w 24"/>
                <a:gd name="T3" fmla="*/ 23 h 25"/>
                <a:gd name="T4" fmla="*/ 12 w 24"/>
                <a:gd name="T5" fmla="*/ 23 h 25"/>
                <a:gd name="T6" fmla="*/ 24 w 24"/>
                <a:gd name="T7" fmla="*/ 10 h 25"/>
                <a:gd name="T8" fmla="*/ 16 w 24"/>
                <a:gd name="T9" fmla="*/ 0 h 25"/>
                <a:gd name="T10" fmla="*/ 2 w 24"/>
                <a:gd name="T11" fmla="*/ 13 h 25"/>
              </a:gdLst>
              <a:ahLst/>
              <a:cxnLst>
                <a:cxn ang="0">
                  <a:pos x="T0" y="T1"/>
                </a:cxn>
                <a:cxn ang="0">
                  <a:pos x="T2" y="T3"/>
                </a:cxn>
                <a:cxn ang="0">
                  <a:pos x="T4" y="T5"/>
                </a:cxn>
                <a:cxn ang="0">
                  <a:pos x="T6" y="T7"/>
                </a:cxn>
                <a:cxn ang="0">
                  <a:pos x="T8" y="T9"/>
                </a:cxn>
                <a:cxn ang="0">
                  <a:pos x="T10" y="T11"/>
                </a:cxn>
              </a:cxnLst>
              <a:rect l="0" t="0" r="r" b="b"/>
              <a:pathLst>
                <a:path w="24" h="25">
                  <a:moveTo>
                    <a:pt x="2" y="13"/>
                  </a:moveTo>
                  <a:cubicBezTo>
                    <a:pt x="0" y="16"/>
                    <a:pt x="0" y="20"/>
                    <a:pt x="2" y="23"/>
                  </a:cubicBezTo>
                  <a:cubicBezTo>
                    <a:pt x="5" y="25"/>
                    <a:pt x="9" y="25"/>
                    <a:pt x="12" y="23"/>
                  </a:cubicBezTo>
                  <a:cubicBezTo>
                    <a:pt x="24" y="10"/>
                    <a:pt x="24" y="10"/>
                    <a:pt x="24" y="10"/>
                  </a:cubicBezTo>
                  <a:cubicBezTo>
                    <a:pt x="21" y="7"/>
                    <a:pt x="19" y="4"/>
                    <a:pt x="16" y="0"/>
                  </a:cubicBezTo>
                  <a:lnTo>
                    <a:pt x="2"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52" name="Freeform 51">
              <a:extLst>
                <a:ext uri="{FF2B5EF4-FFF2-40B4-BE49-F238E27FC236}">
                  <a16:creationId xmlns="" xmlns:a16="http://schemas.microsoft.com/office/drawing/2014/main" id="{04EE45E7-281A-4644-A686-D976D0B695CE}"/>
                </a:ext>
              </a:extLst>
            </p:cNvPr>
            <p:cNvSpPr>
              <a:spLocks/>
            </p:cNvSpPr>
            <p:nvPr/>
          </p:nvSpPr>
          <p:spPr bwMode="auto">
            <a:xfrm>
              <a:off x="7786688" y="4046537"/>
              <a:ext cx="74612" cy="19050"/>
            </a:xfrm>
            <a:custGeom>
              <a:avLst/>
              <a:gdLst>
                <a:gd name="T0" fmla="*/ 18 w 29"/>
                <a:gd name="T1" fmla="*/ 0 h 7"/>
                <a:gd name="T2" fmla="*/ 12 w 29"/>
                <a:gd name="T3" fmla="*/ 0 h 7"/>
                <a:gd name="T4" fmla="*/ 0 w 29"/>
                <a:gd name="T5" fmla="*/ 0 h 7"/>
                <a:gd name="T6" fmla="*/ 0 w 29"/>
                <a:gd name="T7" fmla="*/ 1 h 7"/>
                <a:gd name="T8" fmla="*/ 10 w 29"/>
                <a:gd name="T9" fmla="*/ 7 h 7"/>
                <a:gd name="T10" fmla="*/ 11 w 29"/>
                <a:gd name="T11" fmla="*/ 7 h 7"/>
                <a:gd name="T12" fmla="*/ 18 w 29"/>
                <a:gd name="T13" fmla="*/ 7 h 7"/>
                <a:gd name="T14" fmla="*/ 19 w 29"/>
                <a:gd name="T15" fmla="*/ 7 h 7"/>
                <a:gd name="T16" fmla="*/ 29 w 29"/>
                <a:gd name="T17" fmla="*/ 1 h 7"/>
                <a:gd name="T18" fmla="*/ 29 w 29"/>
                <a:gd name="T19" fmla="*/ 0 h 7"/>
                <a:gd name="T20" fmla="*/ 18 w 29"/>
                <a:gd name="T2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7">
                  <a:moveTo>
                    <a:pt x="18" y="0"/>
                  </a:moveTo>
                  <a:cubicBezTo>
                    <a:pt x="12" y="0"/>
                    <a:pt x="12" y="0"/>
                    <a:pt x="12" y="0"/>
                  </a:cubicBezTo>
                  <a:cubicBezTo>
                    <a:pt x="0" y="0"/>
                    <a:pt x="0" y="0"/>
                    <a:pt x="0" y="0"/>
                  </a:cubicBezTo>
                  <a:cubicBezTo>
                    <a:pt x="0" y="1"/>
                    <a:pt x="0" y="1"/>
                    <a:pt x="0" y="1"/>
                  </a:cubicBezTo>
                  <a:cubicBezTo>
                    <a:pt x="0" y="5"/>
                    <a:pt x="5" y="7"/>
                    <a:pt x="10" y="7"/>
                  </a:cubicBezTo>
                  <a:cubicBezTo>
                    <a:pt x="11" y="7"/>
                    <a:pt x="11" y="7"/>
                    <a:pt x="11" y="7"/>
                  </a:cubicBezTo>
                  <a:cubicBezTo>
                    <a:pt x="18" y="7"/>
                    <a:pt x="18" y="7"/>
                    <a:pt x="18" y="7"/>
                  </a:cubicBezTo>
                  <a:cubicBezTo>
                    <a:pt x="19" y="7"/>
                    <a:pt x="19" y="7"/>
                    <a:pt x="19" y="7"/>
                  </a:cubicBezTo>
                  <a:cubicBezTo>
                    <a:pt x="24" y="7"/>
                    <a:pt x="29" y="5"/>
                    <a:pt x="29" y="1"/>
                  </a:cubicBezTo>
                  <a:cubicBezTo>
                    <a:pt x="29" y="1"/>
                    <a:pt x="29" y="1"/>
                    <a:pt x="29" y="0"/>
                  </a:cubicBezTo>
                  <a:lnTo>
                    <a:pt x="1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53" name="Freeform 52">
              <a:extLst>
                <a:ext uri="{FF2B5EF4-FFF2-40B4-BE49-F238E27FC236}">
                  <a16:creationId xmlns="" xmlns:a16="http://schemas.microsoft.com/office/drawing/2014/main" id="{4B3BD2B3-BB84-4611-BA01-7BFD2C3097E6}"/>
                </a:ext>
              </a:extLst>
            </p:cNvPr>
            <p:cNvSpPr>
              <a:spLocks/>
            </p:cNvSpPr>
            <p:nvPr/>
          </p:nvSpPr>
          <p:spPr bwMode="auto">
            <a:xfrm>
              <a:off x="7762876" y="4006850"/>
              <a:ext cx="120650" cy="31750"/>
            </a:xfrm>
            <a:custGeom>
              <a:avLst/>
              <a:gdLst>
                <a:gd name="T0" fmla="*/ 41 w 47"/>
                <a:gd name="T1" fmla="*/ 0 h 13"/>
                <a:gd name="T2" fmla="*/ 7 w 47"/>
                <a:gd name="T3" fmla="*/ 0 h 13"/>
                <a:gd name="T4" fmla="*/ 0 w 47"/>
                <a:gd name="T5" fmla="*/ 7 h 13"/>
                <a:gd name="T6" fmla="*/ 7 w 47"/>
                <a:gd name="T7" fmla="*/ 13 h 13"/>
                <a:gd name="T8" fmla="*/ 41 w 47"/>
                <a:gd name="T9" fmla="*/ 13 h 13"/>
                <a:gd name="T10" fmla="*/ 47 w 47"/>
                <a:gd name="T11" fmla="*/ 7 h 13"/>
                <a:gd name="T12" fmla="*/ 41 w 47"/>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7" h="13">
                  <a:moveTo>
                    <a:pt x="41" y="0"/>
                  </a:moveTo>
                  <a:cubicBezTo>
                    <a:pt x="7" y="0"/>
                    <a:pt x="7" y="0"/>
                    <a:pt x="7" y="0"/>
                  </a:cubicBezTo>
                  <a:cubicBezTo>
                    <a:pt x="3" y="0"/>
                    <a:pt x="0" y="3"/>
                    <a:pt x="0" y="7"/>
                  </a:cubicBezTo>
                  <a:cubicBezTo>
                    <a:pt x="0" y="10"/>
                    <a:pt x="3" y="13"/>
                    <a:pt x="7" y="13"/>
                  </a:cubicBezTo>
                  <a:cubicBezTo>
                    <a:pt x="41" y="13"/>
                    <a:pt x="41" y="13"/>
                    <a:pt x="41" y="13"/>
                  </a:cubicBezTo>
                  <a:cubicBezTo>
                    <a:pt x="44" y="13"/>
                    <a:pt x="47" y="10"/>
                    <a:pt x="47" y="7"/>
                  </a:cubicBezTo>
                  <a:cubicBezTo>
                    <a:pt x="47" y="3"/>
                    <a:pt x="44" y="0"/>
                    <a:pt x="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54" name="Freeform 53">
              <a:extLst>
                <a:ext uri="{FF2B5EF4-FFF2-40B4-BE49-F238E27FC236}">
                  <a16:creationId xmlns="" xmlns:a16="http://schemas.microsoft.com/office/drawing/2014/main" id="{DC9CF131-9276-484C-BF10-1A4F4EC123F3}"/>
                </a:ext>
              </a:extLst>
            </p:cNvPr>
            <p:cNvSpPr>
              <a:spLocks/>
            </p:cNvSpPr>
            <p:nvPr/>
          </p:nvSpPr>
          <p:spPr bwMode="auto">
            <a:xfrm>
              <a:off x="7762876" y="3965575"/>
              <a:ext cx="120650" cy="33337"/>
            </a:xfrm>
            <a:custGeom>
              <a:avLst/>
              <a:gdLst>
                <a:gd name="T0" fmla="*/ 41 w 47"/>
                <a:gd name="T1" fmla="*/ 0 h 13"/>
                <a:gd name="T2" fmla="*/ 7 w 47"/>
                <a:gd name="T3" fmla="*/ 0 h 13"/>
                <a:gd name="T4" fmla="*/ 0 w 47"/>
                <a:gd name="T5" fmla="*/ 6 h 13"/>
                <a:gd name="T6" fmla="*/ 7 w 47"/>
                <a:gd name="T7" fmla="*/ 13 h 13"/>
                <a:gd name="T8" fmla="*/ 41 w 47"/>
                <a:gd name="T9" fmla="*/ 13 h 13"/>
                <a:gd name="T10" fmla="*/ 47 w 47"/>
                <a:gd name="T11" fmla="*/ 6 h 13"/>
                <a:gd name="T12" fmla="*/ 41 w 47"/>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7" h="13">
                  <a:moveTo>
                    <a:pt x="41" y="0"/>
                  </a:moveTo>
                  <a:cubicBezTo>
                    <a:pt x="7" y="0"/>
                    <a:pt x="7" y="0"/>
                    <a:pt x="7" y="0"/>
                  </a:cubicBezTo>
                  <a:cubicBezTo>
                    <a:pt x="3" y="0"/>
                    <a:pt x="0" y="3"/>
                    <a:pt x="0" y="6"/>
                  </a:cubicBezTo>
                  <a:cubicBezTo>
                    <a:pt x="0" y="10"/>
                    <a:pt x="3" y="13"/>
                    <a:pt x="7" y="13"/>
                  </a:cubicBezTo>
                  <a:cubicBezTo>
                    <a:pt x="41" y="13"/>
                    <a:pt x="41" y="13"/>
                    <a:pt x="41" y="13"/>
                  </a:cubicBezTo>
                  <a:cubicBezTo>
                    <a:pt x="44" y="13"/>
                    <a:pt x="47" y="10"/>
                    <a:pt x="47" y="6"/>
                  </a:cubicBezTo>
                  <a:cubicBezTo>
                    <a:pt x="47" y="3"/>
                    <a:pt x="44" y="0"/>
                    <a:pt x="4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55" name="Freeform 54">
              <a:extLst>
                <a:ext uri="{FF2B5EF4-FFF2-40B4-BE49-F238E27FC236}">
                  <a16:creationId xmlns="" xmlns:a16="http://schemas.microsoft.com/office/drawing/2014/main" id="{39DD7463-2569-4BFC-85D0-59566E8249CE}"/>
                </a:ext>
              </a:extLst>
            </p:cNvPr>
            <p:cNvSpPr>
              <a:spLocks noEditPoints="1"/>
            </p:cNvSpPr>
            <p:nvPr/>
          </p:nvSpPr>
          <p:spPr bwMode="auto">
            <a:xfrm>
              <a:off x="7666038" y="3568700"/>
              <a:ext cx="314325" cy="385762"/>
            </a:xfrm>
            <a:custGeom>
              <a:avLst/>
              <a:gdLst>
                <a:gd name="T0" fmla="*/ 123 w 123"/>
                <a:gd name="T1" fmla="*/ 62 h 151"/>
                <a:gd name="T2" fmla="*/ 111 w 123"/>
                <a:gd name="T3" fmla="*/ 25 h 151"/>
                <a:gd name="T4" fmla="*/ 84 w 123"/>
                <a:gd name="T5" fmla="*/ 5 h 151"/>
                <a:gd name="T6" fmla="*/ 84 w 123"/>
                <a:gd name="T7" fmla="*/ 4 h 151"/>
                <a:gd name="T8" fmla="*/ 79 w 123"/>
                <a:gd name="T9" fmla="*/ 3 h 151"/>
                <a:gd name="T10" fmla="*/ 68 w 123"/>
                <a:gd name="T11" fmla="*/ 1 h 151"/>
                <a:gd name="T12" fmla="*/ 68 w 123"/>
                <a:gd name="T13" fmla="*/ 1 h 151"/>
                <a:gd name="T14" fmla="*/ 68 w 123"/>
                <a:gd name="T15" fmla="*/ 1 h 151"/>
                <a:gd name="T16" fmla="*/ 68 w 123"/>
                <a:gd name="T17" fmla="*/ 1 h 151"/>
                <a:gd name="T18" fmla="*/ 62 w 123"/>
                <a:gd name="T19" fmla="*/ 0 h 151"/>
                <a:gd name="T20" fmla="*/ 62 w 123"/>
                <a:gd name="T21" fmla="*/ 0 h 151"/>
                <a:gd name="T22" fmla="*/ 62 w 123"/>
                <a:gd name="T23" fmla="*/ 0 h 151"/>
                <a:gd name="T24" fmla="*/ 61 w 123"/>
                <a:gd name="T25" fmla="*/ 0 h 151"/>
                <a:gd name="T26" fmla="*/ 56 w 123"/>
                <a:gd name="T27" fmla="*/ 1 h 151"/>
                <a:gd name="T28" fmla="*/ 56 w 123"/>
                <a:gd name="T29" fmla="*/ 1 h 151"/>
                <a:gd name="T30" fmla="*/ 55 w 123"/>
                <a:gd name="T31" fmla="*/ 1 h 151"/>
                <a:gd name="T32" fmla="*/ 44 w 123"/>
                <a:gd name="T33" fmla="*/ 3 h 151"/>
                <a:gd name="T34" fmla="*/ 40 w 123"/>
                <a:gd name="T35" fmla="*/ 4 h 151"/>
                <a:gd name="T36" fmla="*/ 40 w 123"/>
                <a:gd name="T37" fmla="*/ 5 h 151"/>
                <a:gd name="T38" fmla="*/ 13 w 123"/>
                <a:gd name="T39" fmla="*/ 25 h 151"/>
                <a:gd name="T40" fmla="*/ 0 w 123"/>
                <a:gd name="T41" fmla="*/ 62 h 151"/>
                <a:gd name="T42" fmla="*/ 5 w 123"/>
                <a:gd name="T43" fmla="*/ 87 h 151"/>
                <a:gd name="T44" fmla="*/ 20 w 123"/>
                <a:gd name="T45" fmla="*/ 109 h 151"/>
                <a:gd name="T46" fmla="*/ 26 w 123"/>
                <a:gd name="T47" fmla="*/ 116 h 151"/>
                <a:gd name="T48" fmla="*/ 28 w 123"/>
                <a:gd name="T49" fmla="*/ 121 h 151"/>
                <a:gd name="T50" fmla="*/ 29 w 123"/>
                <a:gd name="T51" fmla="*/ 135 h 151"/>
                <a:gd name="T52" fmla="*/ 29 w 123"/>
                <a:gd name="T53" fmla="*/ 136 h 151"/>
                <a:gd name="T54" fmla="*/ 29 w 123"/>
                <a:gd name="T55" fmla="*/ 136 h 151"/>
                <a:gd name="T56" fmla="*/ 29 w 123"/>
                <a:gd name="T57" fmla="*/ 136 h 151"/>
                <a:gd name="T58" fmla="*/ 29 w 123"/>
                <a:gd name="T59" fmla="*/ 136 h 151"/>
                <a:gd name="T60" fmla="*/ 44 w 123"/>
                <a:gd name="T61" fmla="*/ 151 h 151"/>
                <a:gd name="T62" fmla="*/ 79 w 123"/>
                <a:gd name="T63" fmla="*/ 151 h 151"/>
                <a:gd name="T64" fmla="*/ 94 w 123"/>
                <a:gd name="T65" fmla="*/ 136 h 151"/>
                <a:gd name="T66" fmla="*/ 94 w 123"/>
                <a:gd name="T67" fmla="*/ 136 h 151"/>
                <a:gd name="T68" fmla="*/ 94 w 123"/>
                <a:gd name="T69" fmla="*/ 136 h 151"/>
                <a:gd name="T70" fmla="*/ 94 w 123"/>
                <a:gd name="T71" fmla="*/ 136 h 151"/>
                <a:gd name="T72" fmla="*/ 94 w 123"/>
                <a:gd name="T73" fmla="*/ 135 h 151"/>
                <a:gd name="T74" fmla="*/ 95 w 123"/>
                <a:gd name="T75" fmla="*/ 121 h 151"/>
                <a:gd name="T76" fmla="*/ 96 w 123"/>
                <a:gd name="T77" fmla="*/ 118 h 151"/>
                <a:gd name="T78" fmla="*/ 102 w 123"/>
                <a:gd name="T79" fmla="*/ 111 h 151"/>
                <a:gd name="T80" fmla="*/ 116 w 123"/>
                <a:gd name="T81" fmla="*/ 93 h 151"/>
                <a:gd name="T82" fmla="*/ 123 w 123"/>
                <a:gd name="T83" fmla="*/ 62 h 151"/>
                <a:gd name="T84" fmla="*/ 58 w 123"/>
                <a:gd name="T85" fmla="*/ 27 h 151"/>
                <a:gd name="T86" fmla="*/ 41 w 123"/>
                <a:gd name="T87" fmla="*/ 32 h 151"/>
                <a:gd name="T88" fmla="*/ 32 w 123"/>
                <a:gd name="T89" fmla="*/ 43 h 151"/>
                <a:gd name="T90" fmla="*/ 28 w 123"/>
                <a:gd name="T91" fmla="*/ 61 h 151"/>
                <a:gd name="T92" fmla="*/ 28 w 123"/>
                <a:gd name="T93" fmla="*/ 61 h 151"/>
                <a:gd name="T94" fmla="*/ 21 w 123"/>
                <a:gd name="T95" fmla="*/ 68 h 151"/>
                <a:gd name="T96" fmla="*/ 14 w 123"/>
                <a:gd name="T97" fmla="*/ 61 h 151"/>
                <a:gd name="T98" fmla="*/ 15 w 123"/>
                <a:gd name="T99" fmla="*/ 52 h 151"/>
                <a:gd name="T100" fmla="*/ 22 w 123"/>
                <a:gd name="T101" fmla="*/ 34 h 151"/>
                <a:gd name="T102" fmla="*/ 32 w 123"/>
                <a:gd name="T103" fmla="*/ 22 h 151"/>
                <a:gd name="T104" fmla="*/ 58 w 123"/>
                <a:gd name="T105" fmla="*/ 13 h 151"/>
                <a:gd name="T106" fmla="*/ 65 w 123"/>
                <a:gd name="T107" fmla="*/ 20 h 151"/>
                <a:gd name="T108" fmla="*/ 58 w 123"/>
                <a:gd name="T109" fmla="*/ 27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3" h="151">
                  <a:moveTo>
                    <a:pt x="123" y="62"/>
                  </a:moveTo>
                  <a:cubicBezTo>
                    <a:pt x="123" y="48"/>
                    <a:pt x="118" y="35"/>
                    <a:pt x="111" y="25"/>
                  </a:cubicBezTo>
                  <a:cubicBezTo>
                    <a:pt x="104" y="16"/>
                    <a:pt x="94" y="9"/>
                    <a:pt x="84" y="5"/>
                  </a:cubicBezTo>
                  <a:cubicBezTo>
                    <a:pt x="84" y="4"/>
                    <a:pt x="84" y="4"/>
                    <a:pt x="84" y="4"/>
                  </a:cubicBezTo>
                  <a:cubicBezTo>
                    <a:pt x="79" y="3"/>
                    <a:pt x="79" y="3"/>
                    <a:pt x="79" y="3"/>
                  </a:cubicBezTo>
                  <a:cubicBezTo>
                    <a:pt x="76" y="2"/>
                    <a:pt x="72" y="1"/>
                    <a:pt x="68" y="1"/>
                  </a:cubicBezTo>
                  <a:cubicBezTo>
                    <a:pt x="68" y="1"/>
                    <a:pt x="68" y="1"/>
                    <a:pt x="68" y="1"/>
                  </a:cubicBezTo>
                  <a:cubicBezTo>
                    <a:pt x="68" y="1"/>
                    <a:pt x="68" y="1"/>
                    <a:pt x="68" y="1"/>
                  </a:cubicBezTo>
                  <a:cubicBezTo>
                    <a:pt x="68" y="1"/>
                    <a:pt x="68" y="1"/>
                    <a:pt x="68" y="1"/>
                  </a:cubicBezTo>
                  <a:cubicBezTo>
                    <a:pt x="66" y="1"/>
                    <a:pt x="64" y="0"/>
                    <a:pt x="62" y="0"/>
                  </a:cubicBezTo>
                  <a:cubicBezTo>
                    <a:pt x="62" y="0"/>
                    <a:pt x="62" y="0"/>
                    <a:pt x="62" y="0"/>
                  </a:cubicBezTo>
                  <a:cubicBezTo>
                    <a:pt x="62" y="0"/>
                    <a:pt x="62" y="0"/>
                    <a:pt x="62" y="0"/>
                  </a:cubicBezTo>
                  <a:cubicBezTo>
                    <a:pt x="61" y="0"/>
                    <a:pt x="61" y="0"/>
                    <a:pt x="61" y="0"/>
                  </a:cubicBezTo>
                  <a:cubicBezTo>
                    <a:pt x="59" y="0"/>
                    <a:pt x="58" y="1"/>
                    <a:pt x="56" y="1"/>
                  </a:cubicBezTo>
                  <a:cubicBezTo>
                    <a:pt x="56" y="1"/>
                    <a:pt x="56" y="1"/>
                    <a:pt x="56" y="1"/>
                  </a:cubicBezTo>
                  <a:cubicBezTo>
                    <a:pt x="55" y="1"/>
                    <a:pt x="55" y="1"/>
                    <a:pt x="55" y="1"/>
                  </a:cubicBezTo>
                  <a:cubicBezTo>
                    <a:pt x="51" y="1"/>
                    <a:pt x="48" y="2"/>
                    <a:pt x="44" y="3"/>
                  </a:cubicBezTo>
                  <a:cubicBezTo>
                    <a:pt x="40" y="4"/>
                    <a:pt x="40" y="4"/>
                    <a:pt x="40" y="4"/>
                  </a:cubicBezTo>
                  <a:cubicBezTo>
                    <a:pt x="40" y="5"/>
                    <a:pt x="40" y="5"/>
                    <a:pt x="40" y="5"/>
                  </a:cubicBezTo>
                  <a:cubicBezTo>
                    <a:pt x="29" y="9"/>
                    <a:pt x="19" y="16"/>
                    <a:pt x="13" y="25"/>
                  </a:cubicBezTo>
                  <a:cubicBezTo>
                    <a:pt x="5" y="35"/>
                    <a:pt x="0" y="48"/>
                    <a:pt x="0" y="62"/>
                  </a:cubicBezTo>
                  <a:cubicBezTo>
                    <a:pt x="0" y="72"/>
                    <a:pt x="2" y="80"/>
                    <a:pt x="5" y="87"/>
                  </a:cubicBezTo>
                  <a:cubicBezTo>
                    <a:pt x="9" y="97"/>
                    <a:pt x="15" y="104"/>
                    <a:pt x="20" y="109"/>
                  </a:cubicBezTo>
                  <a:cubicBezTo>
                    <a:pt x="22" y="112"/>
                    <a:pt x="24" y="114"/>
                    <a:pt x="26" y="116"/>
                  </a:cubicBezTo>
                  <a:cubicBezTo>
                    <a:pt x="27" y="118"/>
                    <a:pt x="28" y="120"/>
                    <a:pt x="28" y="121"/>
                  </a:cubicBezTo>
                  <a:cubicBezTo>
                    <a:pt x="29" y="126"/>
                    <a:pt x="29" y="134"/>
                    <a:pt x="29" y="135"/>
                  </a:cubicBezTo>
                  <a:cubicBezTo>
                    <a:pt x="29" y="136"/>
                    <a:pt x="29" y="136"/>
                    <a:pt x="29" y="136"/>
                  </a:cubicBezTo>
                  <a:cubicBezTo>
                    <a:pt x="29" y="136"/>
                    <a:pt x="29" y="136"/>
                    <a:pt x="29" y="136"/>
                  </a:cubicBezTo>
                  <a:cubicBezTo>
                    <a:pt x="29" y="136"/>
                    <a:pt x="29" y="136"/>
                    <a:pt x="29" y="136"/>
                  </a:cubicBezTo>
                  <a:cubicBezTo>
                    <a:pt x="29" y="136"/>
                    <a:pt x="29" y="136"/>
                    <a:pt x="29" y="136"/>
                  </a:cubicBezTo>
                  <a:cubicBezTo>
                    <a:pt x="29" y="144"/>
                    <a:pt x="36" y="151"/>
                    <a:pt x="44" y="151"/>
                  </a:cubicBezTo>
                  <a:cubicBezTo>
                    <a:pt x="79" y="151"/>
                    <a:pt x="79" y="151"/>
                    <a:pt x="79" y="151"/>
                  </a:cubicBezTo>
                  <a:cubicBezTo>
                    <a:pt x="87" y="151"/>
                    <a:pt x="94" y="144"/>
                    <a:pt x="94" y="136"/>
                  </a:cubicBezTo>
                  <a:cubicBezTo>
                    <a:pt x="94" y="136"/>
                    <a:pt x="94" y="136"/>
                    <a:pt x="94" y="136"/>
                  </a:cubicBezTo>
                  <a:cubicBezTo>
                    <a:pt x="94" y="136"/>
                    <a:pt x="94" y="136"/>
                    <a:pt x="94" y="136"/>
                  </a:cubicBezTo>
                  <a:cubicBezTo>
                    <a:pt x="94" y="136"/>
                    <a:pt x="94" y="136"/>
                    <a:pt x="94" y="136"/>
                  </a:cubicBezTo>
                  <a:cubicBezTo>
                    <a:pt x="94" y="135"/>
                    <a:pt x="94" y="135"/>
                    <a:pt x="94" y="135"/>
                  </a:cubicBezTo>
                  <a:cubicBezTo>
                    <a:pt x="94" y="134"/>
                    <a:pt x="94" y="126"/>
                    <a:pt x="95" y="121"/>
                  </a:cubicBezTo>
                  <a:cubicBezTo>
                    <a:pt x="95" y="120"/>
                    <a:pt x="95" y="119"/>
                    <a:pt x="96" y="118"/>
                  </a:cubicBezTo>
                  <a:cubicBezTo>
                    <a:pt x="97" y="116"/>
                    <a:pt x="100" y="114"/>
                    <a:pt x="102" y="111"/>
                  </a:cubicBezTo>
                  <a:cubicBezTo>
                    <a:pt x="106" y="106"/>
                    <a:pt x="112" y="101"/>
                    <a:pt x="116" y="93"/>
                  </a:cubicBezTo>
                  <a:cubicBezTo>
                    <a:pt x="120" y="85"/>
                    <a:pt x="123" y="75"/>
                    <a:pt x="123" y="62"/>
                  </a:cubicBezTo>
                  <a:close/>
                  <a:moveTo>
                    <a:pt x="58" y="27"/>
                  </a:moveTo>
                  <a:cubicBezTo>
                    <a:pt x="50" y="27"/>
                    <a:pt x="45" y="29"/>
                    <a:pt x="41" y="32"/>
                  </a:cubicBezTo>
                  <a:cubicBezTo>
                    <a:pt x="37" y="35"/>
                    <a:pt x="34" y="39"/>
                    <a:pt x="32" y="43"/>
                  </a:cubicBezTo>
                  <a:cubicBezTo>
                    <a:pt x="28" y="51"/>
                    <a:pt x="28" y="60"/>
                    <a:pt x="28" y="61"/>
                  </a:cubicBezTo>
                  <a:cubicBezTo>
                    <a:pt x="28" y="61"/>
                    <a:pt x="28" y="61"/>
                    <a:pt x="28" y="61"/>
                  </a:cubicBezTo>
                  <a:cubicBezTo>
                    <a:pt x="28" y="65"/>
                    <a:pt x="25" y="68"/>
                    <a:pt x="21" y="68"/>
                  </a:cubicBezTo>
                  <a:cubicBezTo>
                    <a:pt x="17" y="68"/>
                    <a:pt x="14" y="65"/>
                    <a:pt x="14" y="61"/>
                  </a:cubicBezTo>
                  <a:cubicBezTo>
                    <a:pt x="14" y="61"/>
                    <a:pt x="14" y="57"/>
                    <a:pt x="15" y="52"/>
                  </a:cubicBezTo>
                  <a:cubicBezTo>
                    <a:pt x="16" y="47"/>
                    <a:pt x="18" y="40"/>
                    <a:pt x="22" y="34"/>
                  </a:cubicBezTo>
                  <a:cubicBezTo>
                    <a:pt x="24" y="29"/>
                    <a:pt x="28" y="25"/>
                    <a:pt x="32" y="22"/>
                  </a:cubicBezTo>
                  <a:cubicBezTo>
                    <a:pt x="39" y="17"/>
                    <a:pt x="47" y="14"/>
                    <a:pt x="58" y="13"/>
                  </a:cubicBezTo>
                  <a:cubicBezTo>
                    <a:pt x="62" y="13"/>
                    <a:pt x="65" y="16"/>
                    <a:pt x="65" y="20"/>
                  </a:cubicBezTo>
                  <a:cubicBezTo>
                    <a:pt x="65" y="24"/>
                    <a:pt x="62" y="27"/>
                    <a:pt x="58"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56" name="Freeform 55">
              <a:extLst>
                <a:ext uri="{FF2B5EF4-FFF2-40B4-BE49-F238E27FC236}">
                  <a16:creationId xmlns="" xmlns:a16="http://schemas.microsoft.com/office/drawing/2014/main" id="{695E15B2-0F25-4EC4-8970-09A88029D040}"/>
                </a:ext>
              </a:extLst>
            </p:cNvPr>
            <p:cNvSpPr>
              <a:spLocks/>
            </p:cNvSpPr>
            <p:nvPr/>
          </p:nvSpPr>
          <p:spPr bwMode="auto">
            <a:xfrm>
              <a:off x="7950201" y="3844925"/>
              <a:ext cx="60325" cy="63500"/>
            </a:xfrm>
            <a:custGeom>
              <a:avLst/>
              <a:gdLst>
                <a:gd name="T0" fmla="*/ 8 w 24"/>
                <a:gd name="T1" fmla="*/ 0 h 25"/>
                <a:gd name="T2" fmla="*/ 0 w 24"/>
                <a:gd name="T3" fmla="*/ 10 h 25"/>
                <a:gd name="T4" fmla="*/ 12 w 24"/>
                <a:gd name="T5" fmla="*/ 23 h 25"/>
                <a:gd name="T6" fmla="*/ 22 w 24"/>
                <a:gd name="T7" fmla="*/ 23 h 25"/>
                <a:gd name="T8" fmla="*/ 22 w 24"/>
                <a:gd name="T9" fmla="*/ 13 h 25"/>
                <a:gd name="T10" fmla="*/ 8 w 24"/>
                <a:gd name="T11" fmla="*/ 0 h 25"/>
              </a:gdLst>
              <a:ahLst/>
              <a:cxnLst>
                <a:cxn ang="0">
                  <a:pos x="T0" y="T1"/>
                </a:cxn>
                <a:cxn ang="0">
                  <a:pos x="T2" y="T3"/>
                </a:cxn>
                <a:cxn ang="0">
                  <a:pos x="T4" y="T5"/>
                </a:cxn>
                <a:cxn ang="0">
                  <a:pos x="T6" y="T7"/>
                </a:cxn>
                <a:cxn ang="0">
                  <a:pos x="T8" y="T9"/>
                </a:cxn>
                <a:cxn ang="0">
                  <a:pos x="T10" y="T11"/>
                </a:cxn>
              </a:cxnLst>
              <a:rect l="0" t="0" r="r" b="b"/>
              <a:pathLst>
                <a:path w="24" h="25">
                  <a:moveTo>
                    <a:pt x="8" y="0"/>
                  </a:moveTo>
                  <a:cubicBezTo>
                    <a:pt x="6" y="4"/>
                    <a:pt x="3" y="7"/>
                    <a:pt x="0" y="10"/>
                  </a:cubicBezTo>
                  <a:cubicBezTo>
                    <a:pt x="12" y="23"/>
                    <a:pt x="12" y="23"/>
                    <a:pt x="12" y="23"/>
                  </a:cubicBezTo>
                  <a:cubicBezTo>
                    <a:pt x="15" y="25"/>
                    <a:pt x="19" y="25"/>
                    <a:pt x="22" y="23"/>
                  </a:cubicBezTo>
                  <a:cubicBezTo>
                    <a:pt x="24" y="20"/>
                    <a:pt x="24" y="16"/>
                    <a:pt x="22" y="13"/>
                  </a:cubicBezTo>
                  <a:lnTo>
                    <a:pt x="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57" name="Freeform 56">
              <a:extLst>
                <a:ext uri="{FF2B5EF4-FFF2-40B4-BE49-F238E27FC236}">
                  <a16:creationId xmlns="" xmlns:a16="http://schemas.microsoft.com/office/drawing/2014/main" id="{C1A27A47-7F77-40D6-977F-B27EBE0F1B4A}"/>
                </a:ext>
              </a:extLst>
            </p:cNvPr>
            <p:cNvSpPr>
              <a:spLocks/>
            </p:cNvSpPr>
            <p:nvPr/>
          </p:nvSpPr>
          <p:spPr bwMode="auto">
            <a:xfrm>
              <a:off x="8004176" y="3705225"/>
              <a:ext cx="76200" cy="33337"/>
            </a:xfrm>
            <a:custGeom>
              <a:avLst/>
              <a:gdLst>
                <a:gd name="T0" fmla="*/ 24 w 30"/>
                <a:gd name="T1" fmla="*/ 0 h 13"/>
                <a:gd name="T2" fmla="*/ 0 w 30"/>
                <a:gd name="T3" fmla="*/ 0 h 13"/>
                <a:gd name="T4" fmla="*/ 0 w 30"/>
                <a:gd name="T5" fmla="*/ 9 h 13"/>
                <a:gd name="T6" fmla="*/ 0 w 30"/>
                <a:gd name="T7" fmla="*/ 13 h 13"/>
                <a:gd name="T8" fmla="*/ 24 w 30"/>
                <a:gd name="T9" fmla="*/ 13 h 13"/>
                <a:gd name="T10" fmla="*/ 30 w 30"/>
                <a:gd name="T11" fmla="*/ 6 h 13"/>
                <a:gd name="T12" fmla="*/ 24 w 3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0" h="13">
                  <a:moveTo>
                    <a:pt x="24" y="0"/>
                  </a:moveTo>
                  <a:cubicBezTo>
                    <a:pt x="0" y="0"/>
                    <a:pt x="0" y="0"/>
                    <a:pt x="0" y="0"/>
                  </a:cubicBezTo>
                  <a:cubicBezTo>
                    <a:pt x="0" y="3"/>
                    <a:pt x="0" y="6"/>
                    <a:pt x="0" y="9"/>
                  </a:cubicBezTo>
                  <a:cubicBezTo>
                    <a:pt x="0" y="10"/>
                    <a:pt x="0" y="12"/>
                    <a:pt x="0" y="13"/>
                  </a:cubicBezTo>
                  <a:cubicBezTo>
                    <a:pt x="24" y="13"/>
                    <a:pt x="24" y="13"/>
                    <a:pt x="24" y="13"/>
                  </a:cubicBezTo>
                  <a:cubicBezTo>
                    <a:pt x="27" y="13"/>
                    <a:pt x="30" y="10"/>
                    <a:pt x="30" y="6"/>
                  </a:cubicBezTo>
                  <a:cubicBezTo>
                    <a:pt x="30" y="3"/>
                    <a:pt x="27"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grpSp>
      <p:sp>
        <p:nvSpPr>
          <p:cNvPr id="58" name="Oval 6">
            <a:extLst>
              <a:ext uri="{FF2B5EF4-FFF2-40B4-BE49-F238E27FC236}">
                <a16:creationId xmlns="" xmlns:a16="http://schemas.microsoft.com/office/drawing/2014/main" id="{0F7EA228-108A-46D3-AAC5-20CC2A548D5C}"/>
              </a:ext>
            </a:extLst>
          </p:cNvPr>
          <p:cNvSpPr>
            <a:spLocks noChangeArrowheads="1"/>
          </p:cNvSpPr>
          <p:nvPr/>
        </p:nvSpPr>
        <p:spPr bwMode="auto">
          <a:xfrm>
            <a:off x="6672741" y="3914360"/>
            <a:ext cx="775920" cy="773589"/>
          </a:xfrm>
          <a:prstGeom prst="ellipse">
            <a:avLst/>
          </a:prstGeom>
          <a:solidFill>
            <a:srgbClr val="4372C4"/>
          </a:solidFill>
          <a:ln w="25400" cap="flat" cmpd="sng" algn="ctr">
            <a:noFill/>
            <a:prstDash val="solid"/>
            <a:miter lim="800000"/>
          </a:ln>
          <a:effectLst>
            <a:outerShdw blurRad="139700" dist="38100" dir="5400000" sx="90000" sy="-19000" rotWithShape="0">
              <a:sysClr val="windowText" lastClr="000000">
                <a:alpha val="10000"/>
              </a:sysClr>
            </a:outerShdw>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4000" b="0" i="0" u="none" strike="noStrike" kern="0" cap="none" spc="0" normalizeH="0" baseline="0" noProof="0" dirty="0">
              <a:ln>
                <a:noFill/>
              </a:ln>
              <a:solidFill>
                <a:prstClr val="white"/>
              </a:solidFill>
              <a:effectLst/>
              <a:uLnTx/>
              <a:uFillTx/>
              <a:latin typeface="Calibri Light" panose="020F0302020204030204"/>
              <a:ea typeface="宋体" panose="02010600030101010101" pitchFamily="2" charset="-122"/>
              <a:cs typeface="+mn-cs"/>
            </a:endParaRPr>
          </a:p>
        </p:txBody>
      </p:sp>
      <p:grpSp>
        <p:nvGrpSpPr>
          <p:cNvPr id="67" name="组合 24">
            <a:extLst>
              <a:ext uri="{FF2B5EF4-FFF2-40B4-BE49-F238E27FC236}">
                <a16:creationId xmlns="" xmlns:a16="http://schemas.microsoft.com/office/drawing/2014/main" id="{E32183AD-A1A4-44A4-8114-7133240F646B}"/>
              </a:ext>
            </a:extLst>
          </p:cNvPr>
          <p:cNvGrpSpPr/>
          <p:nvPr/>
        </p:nvGrpSpPr>
        <p:grpSpPr>
          <a:xfrm>
            <a:off x="6906148" y="4155682"/>
            <a:ext cx="366839" cy="309956"/>
            <a:chOff x="8507413" y="4900613"/>
            <a:chExt cx="706438" cy="596900"/>
          </a:xfrm>
          <a:solidFill>
            <a:schemeClr val="bg1"/>
          </a:solidFill>
        </p:grpSpPr>
        <p:sp>
          <p:nvSpPr>
            <p:cNvPr id="68" name="Oval 188">
              <a:extLst>
                <a:ext uri="{FF2B5EF4-FFF2-40B4-BE49-F238E27FC236}">
                  <a16:creationId xmlns="" xmlns:a16="http://schemas.microsoft.com/office/drawing/2014/main" id="{8E19AB34-BE7A-42F6-BFD6-8E6C97F3D484}"/>
                </a:ext>
              </a:extLst>
            </p:cNvPr>
            <p:cNvSpPr>
              <a:spLocks noChangeArrowheads="1"/>
            </p:cNvSpPr>
            <p:nvPr/>
          </p:nvSpPr>
          <p:spPr bwMode="auto">
            <a:xfrm>
              <a:off x="8759826" y="4967288"/>
              <a:ext cx="203200" cy="2032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69" name="Freeform 189">
              <a:extLst>
                <a:ext uri="{FF2B5EF4-FFF2-40B4-BE49-F238E27FC236}">
                  <a16:creationId xmlns="" xmlns:a16="http://schemas.microsoft.com/office/drawing/2014/main" id="{917A3BDA-5A7D-4057-980A-28735344BA66}"/>
                </a:ext>
              </a:extLst>
            </p:cNvPr>
            <p:cNvSpPr>
              <a:spLocks/>
            </p:cNvSpPr>
            <p:nvPr/>
          </p:nvSpPr>
          <p:spPr bwMode="auto">
            <a:xfrm>
              <a:off x="8683626" y="5189538"/>
              <a:ext cx="357188" cy="307975"/>
            </a:xfrm>
            <a:custGeom>
              <a:avLst/>
              <a:gdLst>
                <a:gd name="T0" fmla="*/ 65 w 95"/>
                <a:gd name="T1" fmla="*/ 0 h 82"/>
                <a:gd name="T2" fmla="*/ 48 w 95"/>
                <a:gd name="T3" fmla="*/ 20 h 82"/>
                <a:gd name="T4" fmla="*/ 31 w 95"/>
                <a:gd name="T5" fmla="*/ 0 h 82"/>
                <a:gd name="T6" fmla="*/ 0 w 95"/>
                <a:gd name="T7" fmla="*/ 51 h 82"/>
                <a:gd name="T8" fmla="*/ 1 w 95"/>
                <a:gd name="T9" fmla="*/ 61 h 82"/>
                <a:gd name="T10" fmla="*/ 48 w 95"/>
                <a:gd name="T11" fmla="*/ 82 h 82"/>
                <a:gd name="T12" fmla="*/ 94 w 95"/>
                <a:gd name="T13" fmla="*/ 61 h 82"/>
                <a:gd name="T14" fmla="*/ 95 w 95"/>
                <a:gd name="T15" fmla="*/ 51 h 82"/>
                <a:gd name="T16" fmla="*/ 65 w 95"/>
                <a:gd name="T17"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82">
                  <a:moveTo>
                    <a:pt x="65" y="0"/>
                  </a:moveTo>
                  <a:cubicBezTo>
                    <a:pt x="48" y="20"/>
                    <a:pt x="48" y="20"/>
                    <a:pt x="48" y="20"/>
                  </a:cubicBezTo>
                  <a:cubicBezTo>
                    <a:pt x="31" y="0"/>
                    <a:pt x="31" y="0"/>
                    <a:pt x="31" y="0"/>
                  </a:cubicBezTo>
                  <a:cubicBezTo>
                    <a:pt x="13" y="8"/>
                    <a:pt x="0" y="28"/>
                    <a:pt x="0" y="51"/>
                  </a:cubicBezTo>
                  <a:cubicBezTo>
                    <a:pt x="0" y="54"/>
                    <a:pt x="1" y="57"/>
                    <a:pt x="1" y="61"/>
                  </a:cubicBezTo>
                  <a:cubicBezTo>
                    <a:pt x="11" y="73"/>
                    <a:pt x="28" y="82"/>
                    <a:pt x="48" y="82"/>
                  </a:cubicBezTo>
                  <a:cubicBezTo>
                    <a:pt x="67" y="82"/>
                    <a:pt x="84" y="73"/>
                    <a:pt x="94" y="61"/>
                  </a:cubicBezTo>
                  <a:cubicBezTo>
                    <a:pt x="95" y="57"/>
                    <a:pt x="95" y="54"/>
                    <a:pt x="95" y="51"/>
                  </a:cubicBezTo>
                  <a:cubicBezTo>
                    <a:pt x="95" y="28"/>
                    <a:pt x="82" y="7"/>
                    <a:pt x="6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70" name="Freeform 190">
              <a:extLst>
                <a:ext uri="{FF2B5EF4-FFF2-40B4-BE49-F238E27FC236}">
                  <a16:creationId xmlns="" xmlns:a16="http://schemas.microsoft.com/office/drawing/2014/main" id="{44034020-954F-4491-B1CF-401A2A2AE7DE}"/>
                </a:ext>
              </a:extLst>
            </p:cNvPr>
            <p:cNvSpPr>
              <a:spLocks/>
            </p:cNvSpPr>
            <p:nvPr/>
          </p:nvSpPr>
          <p:spPr bwMode="auto">
            <a:xfrm>
              <a:off x="8958263" y="4900613"/>
              <a:ext cx="184150" cy="187325"/>
            </a:xfrm>
            <a:custGeom>
              <a:avLst/>
              <a:gdLst>
                <a:gd name="T0" fmla="*/ 24 w 49"/>
                <a:gd name="T1" fmla="*/ 0 h 50"/>
                <a:gd name="T2" fmla="*/ 0 w 49"/>
                <a:gd name="T3" fmla="*/ 18 h 50"/>
                <a:gd name="T4" fmla="*/ 11 w 49"/>
                <a:gd name="T5" fmla="*/ 45 h 50"/>
                <a:gd name="T6" fmla="*/ 11 w 49"/>
                <a:gd name="T7" fmla="*/ 46 h 50"/>
                <a:gd name="T8" fmla="*/ 24 w 49"/>
                <a:gd name="T9" fmla="*/ 50 h 50"/>
                <a:gd name="T10" fmla="*/ 49 w 49"/>
                <a:gd name="T11" fmla="*/ 25 h 50"/>
                <a:gd name="T12" fmla="*/ 24 w 49"/>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49" h="50">
                  <a:moveTo>
                    <a:pt x="24" y="0"/>
                  </a:moveTo>
                  <a:cubicBezTo>
                    <a:pt x="12" y="0"/>
                    <a:pt x="2" y="8"/>
                    <a:pt x="0" y="18"/>
                  </a:cubicBezTo>
                  <a:cubicBezTo>
                    <a:pt x="6" y="25"/>
                    <a:pt x="11" y="34"/>
                    <a:pt x="11" y="45"/>
                  </a:cubicBezTo>
                  <a:cubicBezTo>
                    <a:pt x="11" y="45"/>
                    <a:pt x="11" y="46"/>
                    <a:pt x="11" y="46"/>
                  </a:cubicBezTo>
                  <a:cubicBezTo>
                    <a:pt x="14" y="49"/>
                    <a:pt x="19" y="50"/>
                    <a:pt x="24" y="50"/>
                  </a:cubicBezTo>
                  <a:cubicBezTo>
                    <a:pt x="37" y="50"/>
                    <a:pt x="49" y="39"/>
                    <a:pt x="49" y="25"/>
                  </a:cubicBezTo>
                  <a:cubicBezTo>
                    <a:pt x="49" y="11"/>
                    <a:pt x="37"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71" name="Freeform 191">
              <a:extLst>
                <a:ext uri="{FF2B5EF4-FFF2-40B4-BE49-F238E27FC236}">
                  <a16:creationId xmlns="" xmlns:a16="http://schemas.microsoft.com/office/drawing/2014/main" id="{D554EBBE-FDC5-4C5C-A86F-E1C1B97B2B82}"/>
                </a:ext>
              </a:extLst>
            </p:cNvPr>
            <p:cNvSpPr>
              <a:spLocks/>
            </p:cNvSpPr>
            <p:nvPr/>
          </p:nvSpPr>
          <p:spPr bwMode="auto">
            <a:xfrm>
              <a:off x="8575676" y="4900613"/>
              <a:ext cx="187325" cy="187325"/>
            </a:xfrm>
            <a:custGeom>
              <a:avLst/>
              <a:gdLst>
                <a:gd name="T0" fmla="*/ 40 w 50"/>
                <a:gd name="T1" fmla="*/ 45 h 50"/>
                <a:gd name="T2" fmla="*/ 50 w 50"/>
                <a:gd name="T3" fmla="*/ 20 h 50"/>
                <a:gd name="T4" fmla="*/ 25 w 50"/>
                <a:gd name="T5" fmla="*/ 0 h 50"/>
                <a:gd name="T6" fmla="*/ 0 w 50"/>
                <a:gd name="T7" fmla="*/ 25 h 50"/>
                <a:gd name="T8" fmla="*/ 25 w 50"/>
                <a:gd name="T9" fmla="*/ 50 h 50"/>
                <a:gd name="T10" fmla="*/ 40 w 50"/>
                <a:gd name="T11" fmla="*/ 45 h 50"/>
                <a:gd name="T12" fmla="*/ 40 w 50"/>
                <a:gd name="T13" fmla="*/ 45 h 50"/>
              </a:gdLst>
              <a:ahLst/>
              <a:cxnLst>
                <a:cxn ang="0">
                  <a:pos x="T0" y="T1"/>
                </a:cxn>
                <a:cxn ang="0">
                  <a:pos x="T2" y="T3"/>
                </a:cxn>
                <a:cxn ang="0">
                  <a:pos x="T4" y="T5"/>
                </a:cxn>
                <a:cxn ang="0">
                  <a:pos x="T6" y="T7"/>
                </a:cxn>
                <a:cxn ang="0">
                  <a:pos x="T8" y="T9"/>
                </a:cxn>
                <a:cxn ang="0">
                  <a:pos x="T10" y="T11"/>
                </a:cxn>
                <a:cxn ang="0">
                  <a:pos x="T12" y="T13"/>
                </a:cxn>
              </a:cxnLst>
              <a:rect l="0" t="0" r="r" b="b"/>
              <a:pathLst>
                <a:path w="50" h="50">
                  <a:moveTo>
                    <a:pt x="40" y="45"/>
                  </a:moveTo>
                  <a:cubicBezTo>
                    <a:pt x="40" y="35"/>
                    <a:pt x="44" y="26"/>
                    <a:pt x="50" y="20"/>
                  </a:cubicBezTo>
                  <a:cubicBezTo>
                    <a:pt x="48" y="8"/>
                    <a:pt x="37" y="0"/>
                    <a:pt x="25" y="0"/>
                  </a:cubicBezTo>
                  <a:cubicBezTo>
                    <a:pt x="12" y="0"/>
                    <a:pt x="0" y="11"/>
                    <a:pt x="0" y="25"/>
                  </a:cubicBezTo>
                  <a:cubicBezTo>
                    <a:pt x="0" y="39"/>
                    <a:pt x="12" y="50"/>
                    <a:pt x="25" y="50"/>
                  </a:cubicBezTo>
                  <a:cubicBezTo>
                    <a:pt x="31" y="50"/>
                    <a:pt x="36" y="48"/>
                    <a:pt x="40" y="45"/>
                  </a:cubicBezTo>
                  <a:cubicBezTo>
                    <a:pt x="40" y="45"/>
                    <a:pt x="40" y="45"/>
                    <a:pt x="40"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72" name="Freeform 192">
              <a:extLst>
                <a:ext uri="{FF2B5EF4-FFF2-40B4-BE49-F238E27FC236}">
                  <a16:creationId xmlns="" xmlns:a16="http://schemas.microsoft.com/office/drawing/2014/main" id="{D36ABA9B-AB70-4E97-8CAD-00147FB8BA36}"/>
                </a:ext>
              </a:extLst>
            </p:cNvPr>
            <p:cNvSpPr>
              <a:spLocks/>
            </p:cNvSpPr>
            <p:nvPr/>
          </p:nvSpPr>
          <p:spPr bwMode="auto">
            <a:xfrm>
              <a:off x="8958263" y="5103813"/>
              <a:ext cx="255588" cy="285750"/>
            </a:xfrm>
            <a:custGeom>
              <a:avLst/>
              <a:gdLst>
                <a:gd name="T0" fmla="*/ 40 w 68"/>
                <a:gd name="T1" fmla="*/ 0 h 76"/>
                <a:gd name="T2" fmla="*/ 24 w 68"/>
                <a:gd name="T3" fmla="*/ 19 h 76"/>
                <a:gd name="T4" fmla="*/ 9 w 68"/>
                <a:gd name="T5" fmla="*/ 2 h 76"/>
                <a:gd name="T6" fmla="*/ 0 w 68"/>
                <a:gd name="T7" fmla="*/ 16 h 76"/>
                <a:gd name="T8" fmla="*/ 32 w 68"/>
                <a:gd name="T9" fmla="*/ 74 h 76"/>
                <a:gd name="T10" fmla="*/ 31 w 68"/>
                <a:gd name="T11" fmla="*/ 76 h 76"/>
                <a:gd name="T12" fmla="*/ 67 w 68"/>
                <a:gd name="T13" fmla="*/ 57 h 76"/>
                <a:gd name="T14" fmla="*/ 68 w 68"/>
                <a:gd name="T15" fmla="*/ 48 h 76"/>
                <a:gd name="T16" fmla="*/ 40 w 68"/>
                <a:gd name="T1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76">
                  <a:moveTo>
                    <a:pt x="40" y="0"/>
                  </a:moveTo>
                  <a:cubicBezTo>
                    <a:pt x="24" y="19"/>
                    <a:pt x="24" y="19"/>
                    <a:pt x="24" y="19"/>
                  </a:cubicBezTo>
                  <a:cubicBezTo>
                    <a:pt x="9" y="2"/>
                    <a:pt x="9" y="2"/>
                    <a:pt x="9" y="2"/>
                  </a:cubicBezTo>
                  <a:cubicBezTo>
                    <a:pt x="7" y="7"/>
                    <a:pt x="4" y="12"/>
                    <a:pt x="0" y="16"/>
                  </a:cubicBezTo>
                  <a:cubicBezTo>
                    <a:pt x="19" y="27"/>
                    <a:pt x="32" y="49"/>
                    <a:pt x="32" y="74"/>
                  </a:cubicBezTo>
                  <a:cubicBezTo>
                    <a:pt x="32" y="75"/>
                    <a:pt x="31" y="75"/>
                    <a:pt x="31" y="76"/>
                  </a:cubicBezTo>
                  <a:cubicBezTo>
                    <a:pt x="46" y="74"/>
                    <a:pt x="59" y="67"/>
                    <a:pt x="67" y="57"/>
                  </a:cubicBezTo>
                  <a:cubicBezTo>
                    <a:pt x="68" y="54"/>
                    <a:pt x="68" y="51"/>
                    <a:pt x="68" y="48"/>
                  </a:cubicBezTo>
                  <a:cubicBezTo>
                    <a:pt x="68" y="26"/>
                    <a:pt x="56" y="8"/>
                    <a:pt x="4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73" name="Freeform 193">
              <a:extLst>
                <a:ext uri="{FF2B5EF4-FFF2-40B4-BE49-F238E27FC236}">
                  <a16:creationId xmlns="" xmlns:a16="http://schemas.microsoft.com/office/drawing/2014/main" id="{7EAF4687-7365-4557-878D-3156648C81A7}"/>
                </a:ext>
              </a:extLst>
            </p:cNvPr>
            <p:cNvSpPr>
              <a:spLocks/>
            </p:cNvSpPr>
            <p:nvPr/>
          </p:nvSpPr>
          <p:spPr bwMode="auto">
            <a:xfrm>
              <a:off x="8507413" y="5103813"/>
              <a:ext cx="258763" cy="285750"/>
            </a:xfrm>
            <a:custGeom>
              <a:avLst/>
              <a:gdLst>
                <a:gd name="T0" fmla="*/ 38 w 69"/>
                <a:gd name="T1" fmla="*/ 74 h 76"/>
                <a:gd name="T2" fmla="*/ 69 w 69"/>
                <a:gd name="T3" fmla="*/ 17 h 76"/>
                <a:gd name="T4" fmla="*/ 59 w 69"/>
                <a:gd name="T5" fmla="*/ 0 h 76"/>
                <a:gd name="T6" fmla="*/ 59 w 69"/>
                <a:gd name="T7" fmla="*/ 0 h 76"/>
                <a:gd name="T8" fmla="*/ 44 w 69"/>
                <a:gd name="T9" fmla="*/ 19 h 76"/>
                <a:gd name="T10" fmla="*/ 28 w 69"/>
                <a:gd name="T11" fmla="*/ 1 h 76"/>
                <a:gd name="T12" fmla="*/ 0 w 69"/>
                <a:gd name="T13" fmla="*/ 48 h 76"/>
                <a:gd name="T14" fmla="*/ 0 w 69"/>
                <a:gd name="T15" fmla="*/ 57 h 76"/>
                <a:gd name="T16" fmla="*/ 38 w 69"/>
                <a:gd name="T17" fmla="*/ 76 h 76"/>
                <a:gd name="T18" fmla="*/ 38 w 69"/>
                <a:gd name="T19" fmla="*/ 7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76">
                  <a:moveTo>
                    <a:pt x="38" y="74"/>
                  </a:moveTo>
                  <a:cubicBezTo>
                    <a:pt x="38" y="49"/>
                    <a:pt x="50" y="28"/>
                    <a:pt x="69" y="17"/>
                  </a:cubicBezTo>
                  <a:cubicBezTo>
                    <a:pt x="65" y="12"/>
                    <a:pt x="61" y="7"/>
                    <a:pt x="59" y="0"/>
                  </a:cubicBezTo>
                  <a:cubicBezTo>
                    <a:pt x="59" y="0"/>
                    <a:pt x="59" y="0"/>
                    <a:pt x="59" y="0"/>
                  </a:cubicBezTo>
                  <a:cubicBezTo>
                    <a:pt x="44" y="19"/>
                    <a:pt x="44" y="19"/>
                    <a:pt x="44" y="19"/>
                  </a:cubicBezTo>
                  <a:cubicBezTo>
                    <a:pt x="28" y="1"/>
                    <a:pt x="28" y="1"/>
                    <a:pt x="28" y="1"/>
                  </a:cubicBezTo>
                  <a:cubicBezTo>
                    <a:pt x="12" y="8"/>
                    <a:pt x="0" y="26"/>
                    <a:pt x="0" y="48"/>
                  </a:cubicBezTo>
                  <a:cubicBezTo>
                    <a:pt x="0" y="51"/>
                    <a:pt x="0" y="54"/>
                    <a:pt x="0" y="57"/>
                  </a:cubicBezTo>
                  <a:cubicBezTo>
                    <a:pt x="9" y="67"/>
                    <a:pt x="22" y="75"/>
                    <a:pt x="38" y="76"/>
                  </a:cubicBezTo>
                  <a:cubicBezTo>
                    <a:pt x="38" y="75"/>
                    <a:pt x="38" y="75"/>
                    <a:pt x="38" y="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grpSp>
      <p:grpSp>
        <p:nvGrpSpPr>
          <p:cNvPr id="74" name="组 73"/>
          <p:cNvGrpSpPr/>
          <p:nvPr/>
        </p:nvGrpSpPr>
        <p:grpSpPr>
          <a:xfrm>
            <a:off x="911423" y="1896782"/>
            <a:ext cx="2880000" cy="1397890"/>
            <a:chOff x="7573558" y="1789204"/>
            <a:chExt cx="3240000" cy="1397890"/>
          </a:xfrm>
        </p:grpSpPr>
        <p:grpSp>
          <p:nvGrpSpPr>
            <p:cNvPr id="75"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77" name="矩形 76">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78" name="矩形 77">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76"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79" name="组 78"/>
          <p:cNvGrpSpPr/>
          <p:nvPr/>
        </p:nvGrpSpPr>
        <p:grpSpPr>
          <a:xfrm>
            <a:off x="7828632" y="4264709"/>
            <a:ext cx="2880000" cy="1397890"/>
            <a:chOff x="7573558" y="1789204"/>
            <a:chExt cx="3240000" cy="1397890"/>
          </a:xfrm>
        </p:grpSpPr>
        <p:grpSp>
          <p:nvGrpSpPr>
            <p:cNvPr id="80"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82" name="矩形 81">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83" name="矩形 82">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81"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85098615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sp>
        <p:nvSpPr>
          <p:cNvPr id="3" name="任意多边形 74">
            <a:extLst>
              <a:ext uri="{FF2B5EF4-FFF2-40B4-BE49-F238E27FC236}">
                <a16:creationId xmlns="" xmlns:a16="http://schemas.microsoft.com/office/drawing/2014/main" id="{28CCDB9C-1C6A-48D2-A548-4CE959ED07B2}"/>
              </a:ext>
            </a:extLst>
          </p:cNvPr>
          <p:cNvSpPr/>
          <p:nvPr/>
        </p:nvSpPr>
        <p:spPr>
          <a:xfrm rot="1864238">
            <a:off x="5465628" y="2293335"/>
            <a:ext cx="2180898" cy="1300729"/>
          </a:xfrm>
          <a:custGeom>
            <a:avLst/>
            <a:gdLst>
              <a:gd name="connsiteX0" fmla="*/ 0 w 1478451"/>
              <a:gd name="connsiteY0" fmla="*/ 27918 h 881776"/>
              <a:gd name="connsiteX1" fmla="*/ 20649 w 1478451"/>
              <a:gd name="connsiteY1" fmla="*/ 16710 h 881776"/>
              <a:gd name="connsiteX2" fmla="*/ 103419 w 1478451"/>
              <a:gd name="connsiteY2" fmla="*/ 0 h 881776"/>
              <a:gd name="connsiteX3" fmla="*/ 869568 w 1478451"/>
              <a:gd name="connsiteY3" fmla="*/ 0 h 881776"/>
              <a:gd name="connsiteX4" fmla="*/ 952338 w 1478451"/>
              <a:gd name="connsiteY4" fmla="*/ 16711 h 881776"/>
              <a:gd name="connsiteX5" fmla="*/ 974779 w 1478451"/>
              <a:gd name="connsiteY5" fmla="*/ 28891 h 881776"/>
              <a:gd name="connsiteX6" fmla="*/ 977098 w 1478451"/>
              <a:gd name="connsiteY6" fmla="*/ 29756 h 881776"/>
              <a:gd name="connsiteX7" fmla="*/ 982692 w 1478451"/>
              <a:gd name="connsiteY7" fmla="*/ 33186 h 881776"/>
              <a:gd name="connsiteX8" fmla="*/ 988458 w 1478451"/>
              <a:gd name="connsiteY8" fmla="*/ 36316 h 881776"/>
              <a:gd name="connsiteX9" fmla="*/ 990368 w 1478451"/>
              <a:gd name="connsiteY9" fmla="*/ 37891 h 881776"/>
              <a:gd name="connsiteX10" fmla="*/ 1012137 w 1478451"/>
              <a:gd name="connsiteY10" fmla="*/ 51235 h 881776"/>
              <a:gd name="connsiteX11" fmla="*/ 1067993 w 1478451"/>
              <a:gd name="connsiteY11" fmla="*/ 114561 h 881776"/>
              <a:gd name="connsiteX12" fmla="*/ 1451068 w 1478451"/>
              <a:gd name="connsiteY12" fmla="*/ 778066 h 881776"/>
              <a:gd name="connsiteX13" fmla="*/ 1477982 w 1478451"/>
              <a:gd name="connsiteY13" fmla="*/ 858103 h 881776"/>
              <a:gd name="connsiteX14" fmla="*/ 1478451 w 1478451"/>
              <a:gd name="connsiteY14" fmla="*/ 875948 h 881776"/>
              <a:gd name="connsiteX15" fmla="*/ 1166621 w 1478451"/>
              <a:gd name="connsiteY15" fmla="*/ 881776 h 881776"/>
              <a:gd name="connsiteX16" fmla="*/ 1166284 w 1478451"/>
              <a:gd name="connsiteY16" fmla="*/ 868958 h 881776"/>
              <a:gd name="connsiteX17" fmla="*/ 1147831 w 1478451"/>
              <a:gd name="connsiteY17" fmla="*/ 814082 h 881776"/>
              <a:gd name="connsiteX18" fmla="*/ 885186 w 1478451"/>
              <a:gd name="connsiteY18" fmla="*/ 359166 h 881776"/>
              <a:gd name="connsiteX19" fmla="*/ 846889 w 1478451"/>
              <a:gd name="connsiteY19" fmla="*/ 315748 h 881776"/>
              <a:gd name="connsiteX20" fmla="*/ 831963 w 1478451"/>
              <a:gd name="connsiteY20" fmla="*/ 306599 h 881776"/>
              <a:gd name="connsiteX21" fmla="*/ 830654 w 1478451"/>
              <a:gd name="connsiteY21" fmla="*/ 305520 h 881776"/>
              <a:gd name="connsiteX22" fmla="*/ 826701 w 1478451"/>
              <a:gd name="connsiteY22" fmla="*/ 303373 h 881776"/>
              <a:gd name="connsiteX23" fmla="*/ 822865 w 1478451"/>
              <a:gd name="connsiteY23" fmla="*/ 301022 h 881776"/>
              <a:gd name="connsiteX24" fmla="*/ 821275 w 1478451"/>
              <a:gd name="connsiteY24" fmla="*/ 300428 h 881776"/>
              <a:gd name="connsiteX25" fmla="*/ 805889 w 1478451"/>
              <a:gd name="connsiteY25" fmla="*/ 292077 h 881776"/>
              <a:gd name="connsiteX26" fmla="*/ 749140 w 1478451"/>
              <a:gd name="connsiteY26" fmla="*/ 280620 h 881776"/>
              <a:gd name="connsiteX27" fmla="*/ 223848 w 1478451"/>
              <a:gd name="connsiteY27" fmla="*/ 280620 h 881776"/>
              <a:gd name="connsiteX28" fmla="*/ 167098 w 1478451"/>
              <a:gd name="connsiteY28" fmla="*/ 292077 h 881776"/>
              <a:gd name="connsiteX29" fmla="*/ 161121 w 1478451"/>
              <a:gd name="connsiteY29" fmla="*/ 295321 h 8817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478451" h="881776">
                <a:moveTo>
                  <a:pt x="0" y="27918"/>
                </a:moveTo>
                <a:lnTo>
                  <a:pt x="20649" y="16710"/>
                </a:lnTo>
                <a:cubicBezTo>
                  <a:pt x="46088" y="5950"/>
                  <a:pt x="74059" y="0"/>
                  <a:pt x="103419" y="0"/>
                </a:cubicBezTo>
                <a:lnTo>
                  <a:pt x="869568" y="0"/>
                </a:lnTo>
                <a:cubicBezTo>
                  <a:pt x="898928" y="0"/>
                  <a:pt x="926898" y="5950"/>
                  <a:pt x="952338" y="16711"/>
                </a:cubicBezTo>
                <a:lnTo>
                  <a:pt x="974779" y="28891"/>
                </a:lnTo>
                <a:lnTo>
                  <a:pt x="977098" y="29756"/>
                </a:lnTo>
                <a:lnTo>
                  <a:pt x="982692" y="33186"/>
                </a:lnTo>
                <a:lnTo>
                  <a:pt x="988458" y="36316"/>
                </a:lnTo>
                <a:lnTo>
                  <a:pt x="990368" y="37891"/>
                </a:lnTo>
                <a:lnTo>
                  <a:pt x="1012137" y="51235"/>
                </a:lnTo>
                <a:cubicBezTo>
                  <a:pt x="1034175" y="67887"/>
                  <a:pt x="1053314" y="89135"/>
                  <a:pt x="1067993" y="114561"/>
                </a:cubicBezTo>
                <a:lnTo>
                  <a:pt x="1451068" y="778066"/>
                </a:lnTo>
                <a:cubicBezTo>
                  <a:pt x="1465748" y="803493"/>
                  <a:pt x="1474580" y="830691"/>
                  <a:pt x="1477982" y="858103"/>
                </a:cubicBezTo>
                <a:lnTo>
                  <a:pt x="1478451" y="875948"/>
                </a:lnTo>
                <a:lnTo>
                  <a:pt x="1166621" y="881776"/>
                </a:lnTo>
                <a:lnTo>
                  <a:pt x="1166284" y="868958"/>
                </a:lnTo>
                <a:cubicBezTo>
                  <a:pt x="1163951" y="850162"/>
                  <a:pt x="1157897" y="831516"/>
                  <a:pt x="1147831" y="814082"/>
                </a:cubicBezTo>
                <a:lnTo>
                  <a:pt x="885186" y="359166"/>
                </a:lnTo>
                <a:cubicBezTo>
                  <a:pt x="875120" y="341734"/>
                  <a:pt x="861998" y="327165"/>
                  <a:pt x="846889" y="315748"/>
                </a:cubicBezTo>
                <a:lnTo>
                  <a:pt x="831963" y="306599"/>
                </a:lnTo>
                <a:lnTo>
                  <a:pt x="830654" y="305520"/>
                </a:lnTo>
                <a:lnTo>
                  <a:pt x="826701" y="303373"/>
                </a:lnTo>
                <a:lnTo>
                  <a:pt x="822865" y="301022"/>
                </a:lnTo>
                <a:lnTo>
                  <a:pt x="821275" y="300428"/>
                </a:lnTo>
                <a:lnTo>
                  <a:pt x="805889" y="292077"/>
                </a:lnTo>
                <a:cubicBezTo>
                  <a:pt x="788447" y="284700"/>
                  <a:pt x="769269" y="280620"/>
                  <a:pt x="749140" y="280620"/>
                </a:cubicBezTo>
                <a:lnTo>
                  <a:pt x="223848" y="280620"/>
                </a:lnTo>
                <a:cubicBezTo>
                  <a:pt x="203718" y="280620"/>
                  <a:pt x="184541" y="284700"/>
                  <a:pt x="167098" y="292077"/>
                </a:cubicBezTo>
                <a:lnTo>
                  <a:pt x="161121" y="295321"/>
                </a:lnTo>
                <a:close/>
              </a:path>
            </a:pathLst>
          </a:custGeom>
          <a:solidFill>
            <a:srgbClr val="4372C4"/>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4" name="任意多边形 73">
            <a:extLst>
              <a:ext uri="{FF2B5EF4-FFF2-40B4-BE49-F238E27FC236}">
                <a16:creationId xmlns="" xmlns:a16="http://schemas.microsoft.com/office/drawing/2014/main" id="{D1A81C38-8460-45B8-A2B7-5DC5C3E0C87B}"/>
              </a:ext>
            </a:extLst>
          </p:cNvPr>
          <p:cNvSpPr/>
          <p:nvPr/>
        </p:nvSpPr>
        <p:spPr>
          <a:xfrm rot="1864238">
            <a:off x="4569661" y="1556792"/>
            <a:ext cx="946327" cy="2511610"/>
          </a:xfrm>
          <a:custGeom>
            <a:avLst/>
            <a:gdLst>
              <a:gd name="connsiteX0" fmla="*/ 480561 w 641524"/>
              <a:gd name="connsiteY0" fmla="*/ 0 h 1702644"/>
              <a:gd name="connsiteX1" fmla="*/ 641524 w 641524"/>
              <a:gd name="connsiteY1" fmla="*/ 267139 h 1702644"/>
              <a:gd name="connsiteX2" fmla="*/ 632176 w 641524"/>
              <a:gd name="connsiteY2" fmla="*/ 272870 h 1702644"/>
              <a:gd name="connsiteX3" fmla="*/ 593878 w 641524"/>
              <a:gd name="connsiteY3" fmla="*/ 316288 h 1702644"/>
              <a:gd name="connsiteX4" fmla="*/ 331233 w 641524"/>
              <a:gd name="connsiteY4" fmla="*/ 771204 h 1702644"/>
              <a:gd name="connsiteX5" fmla="*/ 312780 w 641524"/>
              <a:gd name="connsiteY5" fmla="*/ 826079 h 1702644"/>
              <a:gd name="connsiteX6" fmla="*/ 312320 w 641524"/>
              <a:gd name="connsiteY6" fmla="*/ 843581 h 1702644"/>
              <a:gd name="connsiteX7" fmla="*/ 312039 w 641524"/>
              <a:gd name="connsiteY7" fmla="*/ 845252 h 1702644"/>
              <a:gd name="connsiteX8" fmla="*/ 312157 w 641524"/>
              <a:gd name="connsiteY8" fmla="*/ 849746 h 1702644"/>
              <a:gd name="connsiteX9" fmla="*/ 312039 w 641524"/>
              <a:gd name="connsiteY9" fmla="*/ 854247 h 1702644"/>
              <a:gd name="connsiteX10" fmla="*/ 312320 w 641524"/>
              <a:gd name="connsiteY10" fmla="*/ 855922 h 1702644"/>
              <a:gd name="connsiteX11" fmla="*/ 312781 w 641524"/>
              <a:gd name="connsiteY11" fmla="*/ 873421 h 1702644"/>
              <a:gd name="connsiteX12" fmla="*/ 331233 w 641524"/>
              <a:gd name="connsiteY12" fmla="*/ 928296 h 1702644"/>
              <a:gd name="connsiteX13" fmla="*/ 593878 w 641524"/>
              <a:gd name="connsiteY13" fmla="*/ 1383212 h 1702644"/>
              <a:gd name="connsiteX14" fmla="*/ 632176 w 641524"/>
              <a:gd name="connsiteY14" fmla="*/ 1426630 h 1702644"/>
              <a:gd name="connsiteX15" fmla="*/ 637425 w 641524"/>
              <a:gd name="connsiteY15" fmla="*/ 1429511 h 1702644"/>
              <a:gd name="connsiteX16" fmla="*/ 486464 w 641524"/>
              <a:gd name="connsiteY16" fmla="*/ 1702644 h 1702644"/>
              <a:gd name="connsiteX17" fmla="*/ 483633 w 641524"/>
              <a:gd name="connsiteY17" fmla="*/ 1700309 h 1702644"/>
              <a:gd name="connsiteX18" fmla="*/ 466926 w 641524"/>
              <a:gd name="connsiteY18" fmla="*/ 1691141 h 1702644"/>
              <a:gd name="connsiteX19" fmla="*/ 411070 w 641524"/>
              <a:gd name="connsiteY19" fmla="*/ 1627815 h 1702644"/>
              <a:gd name="connsiteX20" fmla="*/ 27995 w 641524"/>
              <a:gd name="connsiteY20" fmla="*/ 964310 h 1702644"/>
              <a:gd name="connsiteX21" fmla="*/ 1082 w 641524"/>
              <a:gd name="connsiteY21" fmla="*/ 884274 h 1702644"/>
              <a:gd name="connsiteX22" fmla="*/ 410 w 641524"/>
              <a:gd name="connsiteY22" fmla="*/ 858751 h 1702644"/>
              <a:gd name="connsiteX23" fmla="*/ 0 w 641524"/>
              <a:gd name="connsiteY23" fmla="*/ 856308 h 1702644"/>
              <a:gd name="connsiteX24" fmla="*/ 173 w 641524"/>
              <a:gd name="connsiteY24" fmla="*/ 849744 h 1702644"/>
              <a:gd name="connsiteX25" fmla="*/ 0 w 641524"/>
              <a:gd name="connsiteY25" fmla="*/ 843190 h 1702644"/>
              <a:gd name="connsiteX26" fmla="*/ 410 w 641524"/>
              <a:gd name="connsiteY26" fmla="*/ 840751 h 1702644"/>
              <a:gd name="connsiteX27" fmla="*/ 1082 w 641524"/>
              <a:gd name="connsiteY27" fmla="*/ 815224 h 1702644"/>
              <a:gd name="connsiteX28" fmla="*/ 27995 w 641524"/>
              <a:gd name="connsiteY28" fmla="*/ 735188 h 1702644"/>
              <a:gd name="connsiteX29" fmla="*/ 411069 w 641524"/>
              <a:gd name="connsiteY29" fmla="*/ 71684 h 1702644"/>
              <a:gd name="connsiteX30" fmla="*/ 466927 w 641524"/>
              <a:gd name="connsiteY30" fmla="*/ 8357 h 1702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41524" h="1702644">
                <a:moveTo>
                  <a:pt x="480561" y="0"/>
                </a:moveTo>
                <a:lnTo>
                  <a:pt x="641524" y="267139"/>
                </a:lnTo>
                <a:lnTo>
                  <a:pt x="632176" y="272870"/>
                </a:lnTo>
                <a:cubicBezTo>
                  <a:pt x="617065" y="284287"/>
                  <a:pt x="603944" y="298855"/>
                  <a:pt x="593878" y="316288"/>
                </a:cubicBezTo>
                <a:lnTo>
                  <a:pt x="331233" y="771204"/>
                </a:lnTo>
                <a:cubicBezTo>
                  <a:pt x="321167" y="788637"/>
                  <a:pt x="315112" y="807284"/>
                  <a:pt x="312780" y="826079"/>
                </a:cubicBezTo>
                <a:lnTo>
                  <a:pt x="312320" y="843581"/>
                </a:lnTo>
                <a:lnTo>
                  <a:pt x="312039" y="845252"/>
                </a:lnTo>
                <a:lnTo>
                  <a:pt x="312157" y="849746"/>
                </a:lnTo>
                <a:lnTo>
                  <a:pt x="312039" y="854247"/>
                </a:lnTo>
                <a:lnTo>
                  <a:pt x="312320" y="855922"/>
                </a:lnTo>
                <a:lnTo>
                  <a:pt x="312781" y="873421"/>
                </a:lnTo>
                <a:cubicBezTo>
                  <a:pt x="315112" y="892216"/>
                  <a:pt x="321168" y="910863"/>
                  <a:pt x="331233" y="928296"/>
                </a:cubicBezTo>
                <a:lnTo>
                  <a:pt x="593878" y="1383212"/>
                </a:lnTo>
                <a:cubicBezTo>
                  <a:pt x="603944" y="1400645"/>
                  <a:pt x="617065" y="1415213"/>
                  <a:pt x="632176" y="1426630"/>
                </a:cubicBezTo>
                <a:lnTo>
                  <a:pt x="637425" y="1429511"/>
                </a:lnTo>
                <a:lnTo>
                  <a:pt x="486464" y="1702644"/>
                </a:lnTo>
                <a:lnTo>
                  <a:pt x="483633" y="1700309"/>
                </a:lnTo>
                <a:lnTo>
                  <a:pt x="466926" y="1691141"/>
                </a:lnTo>
                <a:cubicBezTo>
                  <a:pt x="444888" y="1674489"/>
                  <a:pt x="425749" y="1653241"/>
                  <a:pt x="411070" y="1627815"/>
                </a:cubicBezTo>
                <a:lnTo>
                  <a:pt x="27995" y="964310"/>
                </a:lnTo>
                <a:cubicBezTo>
                  <a:pt x="13315" y="938884"/>
                  <a:pt x="4483" y="911685"/>
                  <a:pt x="1082" y="884274"/>
                </a:cubicBezTo>
                <a:lnTo>
                  <a:pt x="410" y="858751"/>
                </a:lnTo>
                <a:lnTo>
                  <a:pt x="0" y="856308"/>
                </a:lnTo>
                <a:lnTo>
                  <a:pt x="173" y="849744"/>
                </a:lnTo>
                <a:lnTo>
                  <a:pt x="0" y="843190"/>
                </a:lnTo>
                <a:lnTo>
                  <a:pt x="410" y="840751"/>
                </a:lnTo>
                <a:lnTo>
                  <a:pt x="1082" y="815224"/>
                </a:lnTo>
                <a:cubicBezTo>
                  <a:pt x="4483" y="787813"/>
                  <a:pt x="13314" y="760614"/>
                  <a:pt x="27995" y="735188"/>
                </a:cubicBezTo>
                <a:lnTo>
                  <a:pt x="411069" y="71684"/>
                </a:lnTo>
                <a:cubicBezTo>
                  <a:pt x="425749" y="46257"/>
                  <a:pt x="444887" y="25008"/>
                  <a:pt x="466927" y="8357"/>
                </a:cubicBezTo>
                <a:close/>
              </a:path>
            </a:pathLst>
          </a:custGeom>
          <a:solidFill>
            <a:srgbClr val="4372C4"/>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sp>
        <p:nvSpPr>
          <p:cNvPr id="5" name="任意多边形 72">
            <a:extLst>
              <a:ext uri="{FF2B5EF4-FFF2-40B4-BE49-F238E27FC236}">
                <a16:creationId xmlns="" xmlns:a16="http://schemas.microsoft.com/office/drawing/2014/main" id="{083E0D56-C27C-4D56-9FCB-C30C7B9F8255}"/>
              </a:ext>
            </a:extLst>
          </p:cNvPr>
          <p:cNvSpPr/>
          <p:nvPr/>
        </p:nvSpPr>
        <p:spPr>
          <a:xfrm rot="1864238">
            <a:off x="4785869" y="3440172"/>
            <a:ext cx="2171510" cy="1297709"/>
          </a:xfrm>
          <a:custGeom>
            <a:avLst/>
            <a:gdLst>
              <a:gd name="connsiteX0" fmla="*/ 150680 w 1472087"/>
              <a:gd name="connsiteY0" fmla="*/ 581331 h 879729"/>
              <a:gd name="connsiteX1" fmla="*/ 174030 w 1472087"/>
              <a:gd name="connsiteY1" fmla="*/ 592556 h 879729"/>
              <a:gd name="connsiteX2" fmla="*/ 217384 w 1472087"/>
              <a:gd name="connsiteY2" fmla="*/ 599111 h 879729"/>
              <a:gd name="connsiteX3" fmla="*/ 742676 w 1472087"/>
              <a:gd name="connsiteY3" fmla="*/ 599110 h 879729"/>
              <a:gd name="connsiteX4" fmla="*/ 799425 w 1472087"/>
              <a:gd name="connsiteY4" fmla="*/ 587654 h 879729"/>
              <a:gd name="connsiteX5" fmla="*/ 814810 w 1472087"/>
              <a:gd name="connsiteY5" fmla="*/ 579302 h 879729"/>
              <a:gd name="connsiteX6" fmla="*/ 816401 w 1472087"/>
              <a:gd name="connsiteY6" fmla="*/ 578708 h 879729"/>
              <a:gd name="connsiteX7" fmla="*/ 820239 w 1472087"/>
              <a:gd name="connsiteY7" fmla="*/ 576356 h 879729"/>
              <a:gd name="connsiteX8" fmla="*/ 824191 w 1472087"/>
              <a:gd name="connsiteY8" fmla="*/ 574210 h 879729"/>
              <a:gd name="connsiteX9" fmla="*/ 825499 w 1472087"/>
              <a:gd name="connsiteY9" fmla="*/ 573132 h 879729"/>
              <a:gd name="connsiteX10" fmla="*/ 840425 w 1472087"/>
              <a:gd name="connsiteY10" fmla="*/ 563982 h 879729"/>
              <a:gd name="connsiteX11" fmla="*/ 878722 w 1472087"/>
              <a:gd name="connsiteY11" fmla="*/ 520564 h 879729"/>
              <a:gd name="connsiteX12" fmla="*/ 1141368 w 1472087"/>
              <a:gd name="connsiteY12" fmla="*/ 65649 h 879729"/>
              <a:gd name="connsiteX13" fmla="*/ 1159820 w 1472087"/>
              <a:gd name="connsiteY13" fmla="*/ 10773 h 879729"/>
              <a:gd name="connsiteX14" fmla="*/ 1159950 w 1472087"/>
              <a:gd name="connsiteY14" fmla="*/ 5834 h 879729"/>
              <a:gd name="connsiteX15" fmla="*/ 1472087 w 1472087"/>
              <a:gd name="connsiteY15" fmla="*/ 0 h 879729"/>
              <a:gd name="connsiteX16" fmla="*/ 1471518 w 1472087"/>
              <a:gd name="connsiteY16" fmla="*/ 21626 h 879729"/>
              <a:gd name="connsiteX17" fmla="*/ 1444605 w 1472087"/>
              <a:gd name="connsiteY17" fmla="*/ 101663 h 879729"/>
              <a:gd name="connsiteX18" fmla="*/ 1061531 w 1472087"/>
              <a:gd name="connsiteY18" fmla="*/ 765167 h 879729"/>
              <a:gd name="connsiteX19" fmla="*/ 1005673 w 1472087"/>
              <a:gd name="connsiteY19" fmla="*/ 828494 h 879729"/>
              <a:gd name="connsiteX20" fmla="*/ 983903 w 1472087"/>
              <a:gd name="connsiteY20" fmla="*/ 841838 h 879729"/>
              <a:gd name="connsiteX21" fmla="*/ 981995 w 1472087"/>
              <a:gd name="connsiteY21" fmla="*/ 843412 h 879729"/>
              <a:gd name="connsiteX22" fmla="*/ 976232 w 1472087"/>
              <a:gd name="connsiteY22" fmla="*/ 846541 h 879729"/>
              <a:gd name="connsiteX23" fmla="*/ 970634 w 1472087"/>
              <a:gd name="connsiteY23" fmla="*/ 849972 h 879729"/>
              <a:gd name="connsiteX24" fmla="*/ 968314 w 1472087"/>
              <a:gd name="connsiteY24" fmla="*/ 850838 h 879729"/>
              <a:gd name="connsiteX25" fmla="*/ 945874 w 1472087"/>
              <a:gd name="connsiteY25" fmla="*/ 863019 h 879729"/>
              <a:gd name="connsiteX26" fmla="*/ 863103 w 1472087"/>
              <a:gd name="connsiteY26" fmla="*/ 879728 h 879729"/>
              <a:gd name="connsiteX27" fmla="*/ 96955 w 1472087"/>
              <a:gd name="connsiteY27" fmla="*/ 879729 h 879729"/>
              <a:gd name="connsiteX28" fmla="*/ 33722 w 1472087"/>
              <a:gd name="connsiteY28" fmla="*/ 870169 h 879729"/>
              <a:gd name="connsiteX29" fmla="*/ 0 w 1472087"/>
              <a:gd name="connsiteY29" fmla="*/ 853957 h 879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472087" h="879729">
                <a:moveTo>
                  <a:pt x="150680" y="581331"/>
                </a:moveTo>
                <a:lnTo>
                  <a:pt x="174030" y="592556"/>
                </a:lnTo>
                <a:cubicBezTo>
                  <a:pt x="187726" y="596815"/>
                  <a:pt x="202287" y="599111"/>
                  <a:pt x="217384" y="599111"/>
                </a:cubicBezTo>
                <a:lnTo>
                  <a:pt x="742676" y="599110"/>
                </a:lnTo>
                <a:cubicBezTo>
                  <a:pt x="762806" y="599110"/>
                  <a:pt x="781982" y="595031"/>
                  <a:pt x="799425" y="587654"/>
                </a:cubicBezTo>
                <a:lnTo>
                  <a:pt x="814810" y="579302"/>
                </a:lnTo>
                <a:lnTo>
                  <a:pt x="816401" y="578708"/>
                </a:lnTo>
                <a:lnTo>
                  <a:pt x="820239" y="576356"/>
                </a:lnTo>
                <a:lnTo>
                  <a:pt x="824191" y="574210"/>
                </a:lnTo>
                <a:lnTo>
                  <a:pt x="825499" y="573132"/>
                </a:lnTo>
                <a:lnTo>
                  <a:pt x="840425" y="563982"/>
                </a:lnTo>
                <a:cubicBezTo>
                  <a:pt x="855536" y="552565"/>
                  <a:pt x="868656" y="537997"/>
                  <a:pt x="878722" y="520564"/>
                </a:cubicBezTo>
                <a:lnTo>
                  <a:pt x="1141368" y="65649"/>
                </a:lnTo>
                <a:cubicBezTo>
                  <a:pt x="1151433" y="48215"/>
                  <a:pt x="1157487" y="29568"/>
                  <a:pt x="1159820" y="10773"/>
                </a:cubicBezTo>
                <a:lnTo>
                  <a:pt x="1159950" y="5834"/>
                </a:lnTo>
                <a:lnTo>
                  <a:pt x="1472087" y="0"/>
                </a:lnTo>
                <a:lnTo>
                  <a:pt x="1471518" y="21626"/>
                </a:lnTo>
                <a:cubicBezTo>
                  <a:pt x="1468117" y="49038"/>
                  <a:pt x="1459285" y="76236"/>
                  <a:pt x="1444605" y="101663"/>
                </a:cubicBezTo>
                <a:lnTo>
                  <a:pt x="1061531" y="765167"/>
                </a:lnTo>
                <a:cubicBezTo>
                  <a:pt x="1046850" y="790593"/>
                  <a:pt x="1027712" y="811841"/>
                  <a:pt x="1005673" y="828494"/>
                </a:cubicBezTo>
                <a:lnTo>
                  <a:pt x="983903" y="841838"/>
                </a:lnTo>
                <a:lnTo>
                  <a:pt x="981995" y="843412"/>
                </a:lnTo>
                <a:lnTo>
                  <a:pt x="976232" y="846541"/>
                </a:lnTo>
                <a:lnTo>
                  <a:pt x="970634" y="849972"/>
                </a:lnTo>
                <a:lnTo>
                  <a:pt x="968314" y="850838"/>
                </a:lnTo>
                <a:lnTo>
                  <a:pt x="945874" y="863019"/>
                </a:lnTo>
                <a:cubicBezTo>
                  <a:pt x="920434" y="873779"/>
                  <a:pt x="892465" y="879728"/>
                  <a:pt x="863103" y="879728"/>
                </a:cubicBezTo>
                <a:lnTo>
                  <a:pt x="96955" y="879729"/>
                </a:lnTo>
                <a:cubicBezTo>
                  <a:pt x="74935" y="879729"/>
                  <a:pt x="53697" y="876382"/>
                  <a:pt x="33722" y="870169"/>
                </a:cubicBezTo>
                <a:lnTo>
                  <a:pt x="0" y="853957"/>
                </a:lnTo>
                <a:close/>
              </a:path>
            </a:pathLst>
          </a:custGeom>
          <a:solidFill>
            <a:srgbClr val="4372C4"/>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9" name="组合 7">
            <a:extLst>
              <a:ext uri="{FF2B5EF4-FFF2-40B4-BE49-F238E27FC236}">
                <a16:creationId xmlns="" xmlns:a16="http://schemas.microsoft.com/office/drawing/2014/main" id="{E0DDE049-B0EF-4130-A3A9-E43E9D1E0382}"/>
              </a:ext>
            </a:extLst>
          </p:cNvPr>
          <p:cNvGrpSpPr/>
          <p:nvPr/>
        </p:nvGrpSpPr>
        <p:grpSpPr>
          <a:xfrm>
            <a:off x="5569869" y="2852936"/>
            <a:ext cx="635085" cy="705311"/>
            <a:chOff x="9812338" y="4873625"/>
            <a:chExt cx="660401" cy="733426"/>
          </a:xfrm>
          <a:solidFill>
            <a:srgbClr val="4372C4"/>
          </a:solidFill>
        </p:grpSpPr>
        <p:sp>
          <p:nvSpPr>
            <p:cNvPr id="10" name="Freeform 160">
              <a:extLst>
                <a:ext uri="{FF2B5EF4-FFF2-40B4-BE49-F238E27FC236}">
                  <a16:creationId xmlns="" xmlns:a16="http://schemas.microsoft.com/office/drawing/2014/main" id="{6AF07C86-6D5D-486C-B3A4-15DBC8D84F7D}"/>
                </a:ext>
              </a:extLst>
            </p:cNvPr>
            <p:cNvSpPr>
              <a:spLocks noEditPoints="1"/>
            </p:cNvSpPr>
            <p:nvPr/>
          </p:nvSpPr>
          <p:spPr bwMode="auto">
            <a:xfrm>
              <a:off x="9812338" y="4873625"/>
              <a:ext cx="608013" cy="538163"/>
            </a:xfrm>
            <a:custGeom>
              <a:avLst/>
              <a:gdLst>
                <a:gd name="T0" fmla="*/ 123 w 162"/>
                <a:gd name="T1" fmla="*/ 41 h 143"/>
                <a:gd name="T2" fmla="*/ 125 w 162"/>
                <a:gd name="T3" fmla="*/ 73 h 143"/>
                <a:gd name="T4" fmla="*/ 155 w 162"/>
                <a:gd name="T5" fmla="*/ 46 h 143"/>
                <a:gd name="T6" fmla="*/ 68 w 162"/>
                <a:gd name="T7" fmla="*/ 47 h 143"/>
                <a:gd name="T8" fmla="*/ 107 w 162"/>
                <a:gd name="T9" fmla="*/ 31 h 143"/>
                <a:gd name="T10" fmla="*/ 65 w 162"/>
                <a:gd name="T11" fmla="*/ 43 h 143"/>
                <a:gd name="T12" fmla="*/ 121 w 162"/>
                <a:gd name="T13" fmla="*/ 74 h 143"/>
                <a:gd name="T14" fmla="*/ 113 w 162"/>
                <a:gd name="T15" fmla="*/ 50 h 143"/>
                <a:gd name="T16" fmla="*/ 69 w 162"/>
                <a:gd name="T17" fmla="*/ 51 h 143"/>
                <a:gd name="T18" fmla="*/ 60 w 162"/>
                <a:gd name="T19" fmla="*/ 63 h 143"/>
                <a:gd name="T20" fmla="*/ 57 w 162"/>
                <a:gd name="T21" fmla="*/ 101 h 143"/>
                <a:gd name="T22" fmla="*/ 66 w 162"/>
                <a:gd name="T23" fmla="*/ 113 h 143"/>
                <a:gd name="T24" fmla="*/ 111 w 162"/>
                <a:gd name="T25" fmla="*/ 119 h 143"/>
                <a:gd name="T26" fmla="*/ 89 w 162"/>
                <a:gd name="T27" fmla="*/ 83 h 143"/>
                <a:gd name="T28" fmla="*/ 61 w 162"/>
                <a:gd name="T29" fmla="*/ 120 h 143"/>
                <a:gd name="T30" fmla="*/ 107 w 162"/>
                <a:gd name="T31" fmla="*/ 123 h 143"/>
                <a:gd name="T32" fmla="*/ 61 w 162"/>
                <a:gd name="T33" fmla="*/ 120 h 143"/>
                <a:gd name="T34" fmla="*/ 25 w 162"/>
                <a:gd name="T35" fmla="*/ 80 h 143"/>
                <a:gd name="T36" fmla="*/ 25 w 162"/>
                <a:gd name="T37" fmla="*/ 91 h 143"/>
                <a:gd name="T38" fmla="*/ 53 w 162"/>
                <a:gd name="T39" fmla="*/ 102 h 143"/>
                <a:gd name="T40" fmla="*/ 52 w 162"/>
                <a:gd name="T41" fmla="*/ 59 h 143"/>
                <a:gd name="T42" fmla="*/ 8 w 162"/>
                <a:gd name="T43" fmla="*/ 81 h 143"/>
                <a:gd name="T44" fmla="*/ 2 w 162"/>
                <a:gd name="T45" fmla="*/ 102 h 143"/>
                <a:gd name="T46" fmla="*/ 7 w 162"/>
                <a:gd name="T47" fmla="*/ 86 h 143"/>
                <a:gd name="T48" fmla="*/ 123 w 162"/>
                <a:gd name="T49" fmla="*/ 37 h 143"/>
                <a:gd name="T50" fmla="*/ 110 w 162"/>
                <a:gd name="T51" fmla="*/ 6 h 143"/>
                <a:gd name="T52" fmla="*/ 111 w 162"/>
                <a:gd name="T53" fmla="*/ 29 h 143"/>
                <a:gd name="T54" fmla="*/ 57 w 162"/>
                <a:gd name="T55" fmla="*/ 121 h 143"/>
                <a:gd name="T56" fmla="*/ 47 w 162"/>
                <a:gd name="T57" fmla="*/ 109 h 143"/>
                <a:gd name="T58" fmla="*/ 17 w 162"/>
                <a:gd name="T59" fmla="*/ 96 h 143"/>
                <a:gd name="T60" fmla="*/ 4 w 162"/>
                <a:gd name="T61" fmla="*/ 107 h 143"/>
                <a:gd name="T62" fmla="*/ 58 w 162"/>
                <a:gd name="T63" fmla="*/ 143 h 143"/>
                <a:gd name="T64" fmla="*/ 57 w 162"/>
                <a:gd name="T65" fmla="*/ 121 h 143"/>
                <a:gd name="T66" fmla="*/ 17 w 162"/>
                <a:gd name="T67" fmla="*/ 76 h 143"/>
                <a:gd name="T68" fmla="*/ 50 w 162"/>
                <a:gd name="T69" fmla="*/ 56 h 143"/>
                <a:gd name="T70" fmla="*/ 60 w 162"/>
                <a:gd name="T71" fmla="*/ 43 h 143"/>
                <a:gd name="T72" fmla="*/ 61 w 162"/>
                <a:gd name="T73" fmla="*/ 42 h 143"/>
                <a:gd name="T74" fmla="*/ 5 w 162"/>
                <a:gd name="T75" fmla="*/ 56 h 143"/>
                <a:gd name="T76" fmla="*/ 11 w 162"/>
                <a:gd name="T77" fmla="*/ 78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2" h="143">
                  <a:moveTo>
                    <a:pt x="155" y="46"/>
                  </a:moveTo>
                  <a:cubicBezTo>
                    <a:pt x="145" y="43"/>
                    <a:pt x="134" y="41"/>
                    <a:pt x="123" y="41"/>
                  </a:cubicBezTo>
                  <a:cubicBezTo>
                    <a:pt x="122" y="44"/>
                    <a:pt x="121" y="46"/>
                    <a:pt x="119" y="48"/>
                  </a:cubicBezTo>
                  <a:cubicBezTo>
                    <a:pt x="121" y="56"/>
                    <a:pt x="123" y="65"/>
                    <a:pt x="125" y="73"/>
                  </a:cubicBezTo>
                  <a:cubicBezTo>
                    <a:pt x="162" y="63"/>
                    <a:pt x="162" y="63"/>
                    <a:pt x="162" y="63"/>
                  </a:cubicBezTo>
                  <a:cubicBezTo>
                    <a:pt x="160" y="57"/>
                    <a:pt x="158" y="51"/>
                    <a:pt x="155" y="46"/>
                  </a:cubicBezTo>
                  <a:close/>
                  <a:moveTo>
                    <a:pt x="64" y="44"/>
                  </a:moveTo>
                  <a:cubicBezTo>
                    <a:pt x="66" y="45"/>
                    <a:pt x="67" y="46"/>
                    <a:pt x="68" y="47"/>
                  </a:cubicBezTo>
                  <a:cubicBezTo>
                    <a:pt x="79" y="43"/>
                    <a:pt x="91" y="40"/>
                    <a:pt x="103" y="38"/>
                  </a:cubicBezTo>
                  <a:cubicBezTo>
                    <a:pt x="103" y="35"/>
                    <a:pt x="105" y="33"/>
                    <a:pt x="107" y="31"/>
                  </a:cubicBezTo>
                  <a:cubicBezTo>
                    <a:pt x="102" y="21"/>
                    <a:pt x="96" y="11"/>
                    <a:pt x="88" y="2"/>
                  </a:cubicBezTo>
                  <a:cubicBezTo>
                    <a:pt x="78" y="14"/>
                    <a:pt x="70" y="28"/>
                    <a:pt x="65" y="43"/>
                  </a:cubicBezTo>
                  <a:cubicBezTo>
                    <a:pt x="65" y="43"/>
                    <a:pt x="64" y="44"/>
                    <a:pt x="64" y="44"/>
                  </a:cubicBezTo>
                  <a:close/>
                  <a:moveTo>
                    <a:pt x="121" y="74"/>
                  </a:moveTo>
                  <a:cubicBezTo>
                    <a:pt x="120" y="66"/>
                    <a:pt x="118" y="58"/>
                    <a:pt x="115" y="49"/>
                  </a:cubicBezTo>
                  <a:cubicBezTo>
                    <a:pt x="114" y="49"/>
                    <a:pt x="114" y="50"/>
                    <a:pt x="113" y="50"/>
                  </a:cubicBezTo>
                  <a:cubicBezTo>
                    <a:pt x="108" y="50"/>
                    <a:pt x="104" y="46"/>
                    <a:pt x="103" y="42"/>
                  </a:cubicBezTo>
                  <a:cubicBezTo>
                    <a:pt x="92" y="44"/>
                    <a:pt x="80" y="47"/>
                    <a:pt x="69" y="51"/>
                  </a:cubicBezTo>
                  <a:cubicBezTo>
                    <a:pt x="70" y="52"/>
                    <a:pt x="70" y="52"/>
                    <a:pt x="70" y="53"/>
                  </a:cubicBezTo>
                  <a:cubicBezTo>
                    <a:pt x="70" y="58"/>
                    <a:pt x="65" y="63"/>
                    <a:pt x="60" y="63"/>
                  </a:cubicBezTo>
                  <a:cubicBezTo>
                    <a:pt x="60" y="63"/>
                    <a:pt x="59" y="63"/>
                    <a:pt x="59" y="63"/>
                  </a:cubicBezTo>
                  <a:cubicBezTo>
                    <a:pt x="57" y="75"/>
                    <a:pt x="56" y="88"/>
                    <a:pt x="57" y="101"/>
                  </a:cubicBezTo>
                  <a:cubicBezTo>
                    <a:pt x="62" y="102"/>
                    <a:pt x="66" y="106"/>
                    <a:pt x="66" y="111"/>
                  </a:cubicBezTo>
                  <a:cubicBezTo>
                    <a:pt x="66" y="112"/>
                    <a:pt x="66" y="112"/>
                    <a:pt x="66" y="113"/>
                  </a:cubicBezTo>
                  <a:cubicBezTo>
                    <a:pt x="80" y="117"/>
                    <a:pt x="94" y="119"/>
                    <a:pt x="108" y="119"/>
                  </a:cubicBezTo>
                  <a:cubicBezTo>
                    <a:pt x="109" y="119"/>
                    <a:pt x="110" y="119"/>
                    <a:pt x="111" y="119"/>
                  </a:cubicBezTo>
                  <a:cubicBezTo>
                    <a:pt x="116" y="112"/>
                    <a:pt x="120" y="104"/>
                    <a:pt x="121" y="99"/>
                  </a:cubicBezTo>
                  <a:cubicBezTo>
                    <a:pt x="89" y="83"/>
                    <a:pt x="89" y="83"/>
                    <a:pt x="89" y="83"/>
                  </a:cubicBezTo>
                  <a:lnTo>
                    <a:pt x="121" y="74"/>
                  </a:lnTo>
                  <a:close/>
                  <a:moveTo>
                    <a:pt x="61" y="120"/>
                  </a:moveTo>
                  <a:cubicBezTo>
                    <a:pt x="64" y="128"/>
                    <a:pt x="67" y="136"/>
                    <a:pt x="69" y="142"/>
                  </a:cubicBezTo>
                  <a:cubicBezTo>
                    <a:pt x="87" y="140"/>
                    <a:pt x="99" y="132"/>
                    <a:pt x="107" y="123"/>
                  </a:cubicBezTo>
                  <a:cubicBezTo>
                    <a:pt x="87" y="123"/>
                    <a:pt x="73" y="119"/>
                    <a:pt x="65" y="116"/>
                  </a:cubicBezTo>
                  <a:cubicBezTo>
                    <a:pt x="64" y="118"/>
                    <a:pt x="63" y="119"/>
                    <a:pt x="61" y="120"/>
                  </a:cubicBezTo>
                  <a:close/>
                  <a:moveTo>
                    <a:pt x="52" y="59"/>
                  </a:moveTo>
                  <a:cubicBezTo>
                    <a:pt x="42" y="65"/>
                    <a:pt x="33" y="72"/>
                    <a:pt x="25" y="80"/>
                  </a:cubicBezTo>
                  <a:cubicBezTo>
                    <a:pt x="26" y="82"/>
                    <a:pt x="27" y="84"/>
                    <a:pt x="27" y="86"/>
                  </a:cubicBezTo>
                  <a:cubicBezTo>
                    <a:pt x="27" y="88"/>
                    <a:pt x="26" y="90"/>
                    <a:pt x="25" y="91"/>
                  </a:cubicBezTo>
                  <a:cubicBezTo>
                    <a:pt x="33" y="97"/>
                    <a:pt x="40" y="101"/>
                    <a:pt x="49" y="105"/>
                  </a:cubicBezTo>
                  <a:cubicBezTo>
                    <a:pt x="50" y="104"/>
                    <a:pt x="51" y="102"/>
                    <a:pt x="53" y="102"/>
                  </a:cubicBezTo>
                  <a:cubicBezTo>
                    <a:pt x="52" y="88"/>
                    <a:pt x="53" y="75"/>
                    <a:pt x="55" y="62"/>
                  </a:cubicBezTo>
                  <a:cubicBezTo>
                    <a:pt x="54" y="61"/>
                    <a:pt x="53" y="60"/>
                    <a:pt x="52" y="59"/>
                  </a:cubicBezTo>
                  <a:close/>
                  <a:moveTo>
                    <a:pt x="7" y="86"/>
                  </a:moveTo>
                  <a:cubicBezTo>
                    <a:pt x="7" y="84"/>
                    <a:pt x="8" y="83"/>
                    <a:pt x="8" y="81"/>
                  </a:cubicBezTo>
                  <a:cubicBezTo>
                    <a:pt x="6" y="79"/>
                    <a:pt x="3" y="76"/>
                    <a:pt x="1" y="73"/>
                  </a:cubicBezTo>
                  <a:cubicBezTo>
                    <a:pt x="0" y="83"/>
                    <a:pt x="0" y="92"/>
                    <a:pt x="2" y="102"/>
                  </a:cubicBezTo>
                  <a:cubicBezTo>
                    <a:pt x="5" y="98"/>
                    <a:pt x="7" y="95"/>
                    <a:pt x="9" y="92"/>
                  </a:cubicBezTo>
                  <a:cubicBezTo>
                    <a:pt x="8" y="90"/>
                    <a:pt x="7" y="88"/>
                    <a:pt x="7" y="86"/>
                  </a:cubicBezTo>
                  <a:close/>
                  <a:moveTo>
                    <a:pt x="113" y="29"/>
                  </a:moveTo>
                  <a:cubicBezTo>
                    <a:pt x="118" y="29"/>
                    <a:pt x="122" y="33"/>
                    <a:pt x="123" y="37"/>
                  </a:cubicBezTo>
                  <a:cubicBezTo>
                    <a:pt x="133" y="37"/>
                    <a:pt x="143" y="39"/>
                    <a:pt x="153" y="41"/>
                  </a:cubicBezTo>
                  <a:cubicBezTo>
                    <a:pt x="143" y="25"/>
                    <a:pt x="129" y="12"/>
                    <a:pt x="110" y="6"/>
                  </a:cubicBezTo>
                  <a:cubicBezTo>
                    <a:pt x="104" y="4"/>
                    <a:pt x="98" y="2"/>
                    <a:pt x="92" y="2"/>
                  </a:cubicBezTo>
                  <a:cubicBezTo>
                    <a:pt x="100" y="10"/>
                    <a:pt x="106" y="20"/>
                    <a:pt x="111" y="29"/>
                  </a:cubicBezTo>
                  <a:cubicBezTo>
                    <a:pt x="112" y="29"/>
                    <a:pt x="112" y="29"/>
                    <a:pt x="113" y="29"/>
                  </a:cubicBezTo>
                  <a:close/>
                  <a:moveTo>
                    <a:pt x="57" y="121"/>
                  </a:moveTo>
                  <a:cubicBezTo>
                    <a:pt x="51" y="121"/>
                    <a:pt x="47" y="116"/>
                    <a:pt x="47" y="111"/>
                  </a:cubicBezTo>
                  <a:cubicBezTo>
                    <a:pt x="47" y="110"/>
                    <a:pt x="47" y="110"/>
                    <a:pt x="47" y="109"/>
                  </a:cubicBezTo>
                  <a:cubicBezTo>
                    <a:pt x="38" y="105"/>
                    <a:pt x="30" y="100"/>
                    <a:pt x="23" y="94"/>
                  </a:cubicBezTo>
                  <a:cubicBezTo>
                    <a:pt x="21" y="95"/>
                    <a:pt x="19" y="96"/>
                    <a:pt x="17" y="96"/>
                  </a:cubicBezTo>
                  <a:cubicBezTo>
                    <a:pt x="15" y="96"/>
                    <a:pt x="14" y="95"/>
                    <a:pt x="12" y="95"/>
                  </a:cubicBezTo>
                  <a:cubicBezTo>
                    <a:pt x="9" y="98"/>
                    <a:pt x="6" y="102"/>
                    <a:pt x="4" y="107"/>
                  </a:cubicBezTo>
                  <a:cubicBezTo>
                    <a:pt x="6" y="116"/>
                    <a:pt x="11" y="124"/>
                    <a:pt x="16" y="132"/>
                  </a:cubicBezTo>
                  <a:cubicBezTo>
                    <a:pt x="33" y="141"/>
                    <a:pt x="50" y="143"/>
                    <a:pt x="58" y="143"/>
                  </a:cubicBezTo>
                  <a:cubicBezTo>
                    <a:pt x="61" y="143"/>
                    <a:pt x="63" y="143"/>
                    <a:pt x="65" y="143"/>
                  </a:cubicBezTo>
                  <a:cubicBezTo>
                    <a:pt x="62" y="135"/>
                    <a:pt x="59" y="127"/>
                    <a:pt x="57" y="121"/>
                  </a:cubicBezTo>
                  <a:cubicBezTo>
                    <a:pt x="57" y="121"/>
                    <a:pt x="57" y="121"/>
                    <a:pt x="57" y="121"/>
                  </a:cubicBezTo>
                  <a:close/>
                  <a:moveTo>
                    <a:pt x="17" y="76"/>
                  </a:moveTo>
                  <a:cubicBezTo>
                    <a:pt x="19" y="76"/>
                    <a:pt x="20" y="77"/>
                    <a:pt x="22" y="78"/>
                  </a:cubicBezTo>
                  <a:cubicBezTo>
                    <a:pt x="30" y="69"/>
                    <a:pt x="40" y="62"/>
                    <a:pt x="50" y="56"/>
                  </a:cubicBezTo>
                  <a:cubicBezTo>
                    <a:pt x="50" y="55"/>
                    <a:pt x="50" y="54"/>
                    <a:pt x="50" y="53"/>
                  </a:cubicBezTo>
                  <a:cubicBezTo>
                    <a:pt x="50" y="48"/>
                    <a:pt x="54" y="43"/>
                    <a:pt x="60" y="43"/>
                  </a:cubicBezTo>
                  <a:cubicBezTo>
                    <a:pt x="60" y="43"/>
                    <a:pt x="60" y="43"/>
                    <a:pt x="60" y="43"/>
                  </a:cubicBezTo>
                  <a:cubicBezTo>
                    <a:pt x="61" y="43"/>
                    <a:pt x="61" y="42"/>
                    <a:pt x="61" y="42"/>
                  </a:cubicBezTo>
                  <a:cubicBezTo>
                    <a:pt x="66" y="27"/>
                    <a:pt x="74" y="13"/>
                    <a:pt x="84" y="1"/>
                  </a:cubicBezTo>
                  <a:cubicBezTo>
                    <a:pt x="49" y="0"/>
                    <a:pt x="17" y="22"/>
                    <a:pt x="5" y="56"/>
                  </a:cubicBezTo>
                  <a:cubicBezTo>
                    <a:pt x="3" y="60"/>
                    <a:pt x="2" y="64"/>
                    <a:pt x="2" y="68"/>
                  </a:cubicBezTo>
                  <a:cubicBezTo>
                    <a:pt x="5" y="72"/>
                    <a:pt x="8" y="75"/>
                    <a:pt x="11" y="78"/>
                  </a:cubicBezTo>
                  <a:cubicBezTo>
                    <a:pt x="13" y="77"/>
                    <a:pt x="15" y="76"/>
                    <a:pt x="17" y="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11" name="Freeform 161">
              <a:extLst>
                <a:ext uri="{FF2B5EF4-FFF2-40B4-BE49-F238E27FC236}">
                  <a16:creationId xmlns="" xmlns:a16="http://schemas.microsoft.com/office/drawing/2014/main" id="{53C0CE98-F82E-4C5E-B887-34BB6F9FB221}"/>
                </a:ext>
              </a:extLst>
            </p:cNvPr>
            <p:cNvSpPr>
              <a:spLocks/>
            </p:cNvSpPr>
            <p:nvPr/>
          </p:nvSpPr>
          <p:spPr bwMode="auto">
            <a:xfrm>
              <a:off x="9906001" y="5148263"/>
              <a:ext cx="566738" cy="458788"/>
            </a:xfrm>
            <a:custGeom>
              <a:avLst/>
              <a:gdLst>
                <a:gd name="T0" fmla="*/ 0 w 151"/>
                <a:gd name="T1" fmla="*/ 73 h 122"/>
                <a:gd name="T2" fmla="*/ 133 w 151"/>
                <a:gd name="T3" fmla="*/ 36 h 122"/>
                <a:gd name="T4" fmla="*/ 151 w 151"/>
                <a:gd name="T5" fmla="*/ 45 h 122"/>
                <a:gd name="T6" fmla="*/ 133 w 151"/>
                <a:gd name="T7" fmla="*/ 0 h 122"/>
                <a:gd name="T8" fmla="*/ 87 w 151"/>
                <a:gd name="T9" fmla="*/ 12 h 122"/>
                <a:gd name="T10" fmla="*/ 106 w 151"/>
                <a:gd name="T11" fmla="*/ 22 h 122"/>
                <a:gd name="T12" fmla="*/ 0 w 151"/>
                <a:gd name="T13" fmla="*/ 73 h 122"/>
              </a:gdLst>
              <a:ahLst/>
              <a:cxnLst>
                <a:cxn ang="0">
                  <a:pos x="T0" y="T1"/>
                </a:cxn>
                <a:cxn ang="0">
                  <a:pos x="T2" y="T3"/>
                </a:cxn>
                <a:cxn ang="0">
                  <a:pos x="T4" y="T5"/>
                </a:cxn>
                <a:cxn ang="0">
                  <a:pos x="T6" y="T7"/>
                </a:cxn>
                <a:cxn ang="0">
                  <a:pos x="T8" y="T9"/>
                </a:cxn>
                <a:cxn ang="0">
                  <a:pos x="T10" y="T11"/>
                </a:cxn>
                <a:cxn ang="0">
                  <a:pos x="T12" y="T13"/>
                </a:cxn>
              </a:cxnLst>
              <a:rect l="0" t="0" r="r" b="b"/>
              <a:pathLst>
                <a:path w="151" h="122">
                  <a:moveTo>
                    <a:pt x="0" y="73"/>
                  </a:moveTo>
                  <a:cubicBezTo>
                    <a:pt x="67" y="122"/>
                    <a:pt x="124" y="72"/>
                    <a:pt x="133" y="36"/>
                  </a:cubicBezTo>
                  <a:cubicBezTo>
                    <a:pt x="138" y="38"/>
                    <a:pt x="151" y="45"/>
                    <a:pt x="151" y="45"/>
                  </a:cubicBezTo>
                  <a:cubicBezTo>
                    <a:pt x="133" y="0"/>
                    <a:pt x="133" y="0"/>
                    <a:pt x="133" y="0"/>
                  </a:cubicBezTo>
                  <a:cubicBezTo>
                    <a:pt x="87" y="12"/>
                    <a:pt x="87" y="12"/>
                    <a:pt x="87" y="12"/>
                  </a:cubicBezTo>
                  <a:cubicBezTo>
                    <a:pt x="106" y="22"/>
                    <a:pt x="106" y="22"/>
                    <a:pt x="106" y="22"/>
                  </a:cubicBezTo>
                  <a:cubicBezTo>
                    <a:pt x="106" y="22"/>
                    <a:pt x="91" y="98"/>
                    <a:pt x="0" y="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cs typeface="+mn-ea"/>
              </a:endParaRPr>
            </a:p>
          </p:txBody>
        </p:sp>
      </p:grpSp>
      <p:sp>
        <p:nvSpPr>
          <p:cNvPr id="12" name="矩形 11">
            <a:extLst>
              <a:ext uri="{FF2B5EF4-FFF2-40B4-BE49-F238E27FC236}">
                <a16:creationId xmlns="" xmlns:a16="http://schemas.microsoft.com/office/drawing/2014/main" id="{C0A4C0BE-BC16-48F5-9729-9BC04D08B989}"/>
              </a:ext>
            </a:extLst>
          </p:cNvPr>
          <p:cNvSpPr/>
          <p:nvPr/>
        </p:nvSpPr>
        <p:spPr>
          <a:xfrm>
            <a:off x="5153001" y="3558247"/>
            <a:ext cx="1512040" cy="307777"/>
          </a:xfrm>
          <a:prstGeom prst="rect">
            <a:avLst/>
          </a:prstGeom>
          <a:noFill/>
        </p:spPr>
        <p:txBody>
          <a:bodyPr wrap="square">
            <a:spAutoFit/>
          </a:bodyPr>
          <a:lstStyle/>
          <a:p>
            <a:pPr algn="ctr"/>
            <a:r>
              <a:rPr lang="zh-CN" altLang="en-US" sz="1400" b="1" dirty="0">
                <a:solidFill>
                  <a:srgbClr val="141735"/>
                </a:solidFill>
                <a:latin typeface="Microsoft YaHei" charset="-122"/>
                <a:ea typeface="Microsoft YaHei" charset="-122"/>
                <a:cs typeface="Microsoft YaHei" charset="-122"/>
              </a:rPr>
              <a:t>这里是具体内容</a:t>
            </a:r>
          </a:p>
        </p:txBody>
      </p:sp>
      <p:grpSp>
        <p:nvGrpSpPr>
          <p:cNvPr id="30" name="组 29"/>
          <p:cNvGrpSpPr/>
          <p:nvPr/>
        </p:nvGrpSpPr>
        <p:grpSpPr>
          <a:xfrm>
            <a:off x="1024961" y="1934675"/>
            <a:ext cx="3240000" cy="1397890"/>
            <a:chOff x="7573558" y="1789204"/>
            <a:chExt cx="3240000" cy="1397890"/>
          </a:xfrm>
        </p:grpSpPr>
        <p:grpSp>
          <p:nvGrpSpPr>
            <p:cNvPr id="31"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3" name="矩形 32">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4" name="矩形 33">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2"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5" name="组 34"/>
          <p:cNvGrpSpPr/>
          <p:nvPr/>
        </p:nvGrpSpPr>
        <p:grpSpPr>
          <a:xfrm>
            <a:off x="7968208" y="1988840"/>
            <a:ext cx="3240000" cy="1397890"/>
            <a:chOff x="7573558" y="1789204"/>
            <a:chExt cx="3240000" cy="1397890"/>
          </a:xfrm>
        </p:grpSpPr>
        <p:grpSp>
          <p:nvGrpSpPr>
            <p:cNvPr id="36"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8" name="矩形 37">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9" name="矩形 38">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37"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40" name="组 39"/>
          <p:cNvGrpSpPr/>
          <p:nvPr/>
        </p:nvGrpSpPr>
        <p:grpSpPr>
          <a:xfrm>
            <a:off x="2116023" y="4990066"/>
            <a:ext cx="7632848" cy="838956"/>
            <a:chOff x="7580640" y="1789204"/>
            <a:chExt cx="3240000" cy="838956"/>
          </a:xfrm>
        </p:grpSpPr>
        <p:grpSp>
          <p:nvGrpSpPr>
            <p:cNvPr id="41" name="组合 31">
              <a:extLst>
                <a:ext uri="{FF2B5EF4-FFF2-40B4-BE49-F238E27FC236}">
                  <a16:creationId xmlns="" xmlns:a16="http://schemas.microsoft.com/office/drawing/2014/main" id="{CDC40244-A310-4C3D-9986-CA192517ACF7}"/>
                </a:ext>
              </a:extLst>
            </p:cNvPr>
            <p:cNvGrpSpPr/>
            <p:nvPr/>
          </p:nvGrpSpPr>
          <p:grpSpPr>
            <a:xfrm>
              <a:off x="7580640" y="1789204"/>
              <a:ext cx="3240000" cy="838956"/>
              <a:chOff x="881795" y="3137001"/>
              <a:chExt cx="3240000" cy="838956"/>
            </a:xfrm>
          </p:grpSpPr>
          <p:sp>
            <p:nvSpPr>
              <p:cNvPr id="43" name="矩形 42">
                <a:extLst>
                  <a:ext uri="{FF2B5EF4-FFF2-40B4-BE49-F238E27FC236}">
                    <a16:creationId xmlns="" xmlns:a16="http://schemas.microsoft.com/office/drawing/2014/main" id="{B1602A64-58A0-4E75-B4E1-54317C0C2470}"/>
                  </a:ext>
                </a:extLst>
              </p:cNvPr>
              <p:cNvSpPr/>
              <p:nvPr/>
            </p:nvSpPr>
            <p:spPr>
              <a:xfrm>
                <a:off x="881795" y="3641057"/>
                <a:ext cx="3240000" cy="334900"/>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4" name="矩形 43">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42"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0115474"/>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grpSp>
        <p:nvGrpSpPr>
          <p:cNvPr id="24" name="组 23"/>
          <p:cNvGrpSpPr/>
          <p:nvPr/>
        </p:nvGrpSpPr>
        <p:grpSpPr>
          <a:xfrm>
            <a:off x="4410769" y="1889678"/>
            <a:ext cx="3518677" cy="3207041"/>
            <a:chOff x="3535500" y="1996096"/>
            <a:chExt cx="2150926" cy="1960427"/>
          </a:xfrm>
        </p:grpSpPr>
        <p:sp>
          <p:nvSpPr>
            <p:cNvPr id="3" name="任意多边形 9">
              <a:extLst>
                <a:ext uri="{FF2B5EF4-FFF2-40B4-BE49-F238E27FC236}">
                  <a16:creationId xmlns="" xmlns:a16="http://schemas.microsoft.com/office/drawing/2014/main" id="{53FCAF62-4F02-417C-B93E-E4A8C0B3C818}"/>
                </a:ext>
              </a:extLst>
            </p:cNvPr>
            <p:cNvSpPr>
              <a:spLocks noChangeAspect="1"/>
            </p:cNvSpPr>
            <p:nvPr/>
          </p:nvSpPr>
          <p:spPr>
            <a:xfrm rot="1800000">
              <a:off x="4055080" y="1996096"/>
              <a:ext cx="1123891" cy="1010727"/>
            </a:xfrm>
            <a:custGeom>
              <a:avLst/>
              <a:gdLst>
                <a:gd name="connsiteX0" fmla="*/ 366614 w 1483434"/>
                <a:gd name="connsiteY0" fmla="*/ 27139 h 1334067"/>
                <a:gd name="connsiteX1" fmla="*/ 370920 w 1483434"/>
                <a:gd name="connsiteY1" fmla="*/ 24802 h 1334067"/>
                <a:gd name="connsiteX2" fmla="*/ 375104 w 1483434"/>
                <a:gd name="connsiteY2" fmla="*/ 22237 h 1334067"/>
                <a:gd name="connsiteX3" fmla="*/ 376837 w 1483434"/>
                <a:gd name="connsiteY3" fmla="*/ 21590 h 1334067"/>
                <a:gd name="connsiteX4" fmla="*/ 393606 w 1483434"/>
                <a:gd name="connsiteY4" fmla="*/ 12488 h 1334067"/>
                <a:gd name="connsiteX5" fmla="*/ 455457 w 1483434"/>
                <a:gd name="connsiteY5" fmla="*/ 1 h 1334067"/>
                <a:gd name="connsiteX6" fmla="*/ 1027977 w 1483434"/>
                <a:gd name="connsiteY6" fmla="*/ 0 h 1334067"/>
                <a:gd name="connsiteX7" fmla="*/ 1089830 w 1483434"/>
                <a:gd name="connsiteY7" fmla="*/ 12488 h 1334067"/>
                <a:gd name="connsiteX8" fmla="*/ 1106598 w 1483434"/>
                <a:gd name="connsiteY8" fmla="*/ 21590 h 1334067"/>
                <a:gd name="connsiteX9" fmla="*/ 1108330 w 1483434"/>
                <a:gd name="connsiteY9" fmla="*/ 22237 h 1334067"/>
                <a:gd name="connsiteX10" fmla="*/ 1112511 w 1483434"/>
                <a:gd name="connsiteY10" fmla="*/ 24800 h 1334067"/>
                <a:gd name="connsiteX11" fmla="*/ 1116821 w 1483434"/>
                <a:gd name="connsiteY11" fmla="*/ 27138 h 1334067"/>
                <a:gd name="connsiteX12" fmla="*/ 1118248 w 1483434"/>
                <a:gd name="connsiteY12" fmla="*/ 28316 h 1334067"/>
                <a:gd name="connsiteX13" fmla="*/ 1134515 w 1483434"/>
                <a:gd name="connsiteY13" fmla="*/ 38287 h 1334067"/>
                <a:gd name="connsiteX14" fmla="*/ 1176255 w 1483434"/>
                <a:gd name="connsiteY14" fmla="*/ 85609 h 1334067"/>
                <a:gd name="connsiteX15" fmla="*/ 1462515 w 1483434"/>
                <a:gd name="connsiteY15" fmla="*/ 581426 h 1334067"/>
                <a:gd name="connsiteX16" fmla="*/ 1482627 w 1483434"/>
                <a:gd name="connsiteY16" fmla="*/ 641235 h 1334067"/>
                <a:gd name="connsiteX17" fmla="*/ 1483128 w 1483434"/>
                <a:gd name="connsiteY17" fmla="*/ 660307 h 1334067"/>
                <a:gd name="connsiteX18" fmla="*/ 1483434 w 1483434"/>
                <a:gd name="connsiteY18" fmla="*/ 662132 h 1334067"/>
                <a:gd name="connsiteX19" fmla="*/ 1483306 w 1483434"/>
                <a:gd name="connsiteY19" fmla="*/ 667037 h 1334067"/>
                <a:gd name="connsiteX20" fmla="*/ 1483434 w 1483434"/>
                <a:gd name="connsiteY20" fmla="*/ 671936 h 1334067"/>
                <a:gd name="connsiteX21" fmla="*/ 1483129 w 1483434"/>
                <a:gd name="connsiteY21" fmla="*/ 673758 h 1334067"/>
                <a:gd name="connsiteX22" fmla="*/ 1482627 w 1483434"/>
                <a:gd name="connsiteY22" fmla="*/ 692833 h 1334067"/>
                <a:gd name="connsiteX23" fmla="*/ 1462515 w 1483434"/>
                <a:gd name="connsiteY23" fmla="*/ 752642 h 1334067"/>
                <a:gd name="connsiteX24" fmla="*/ 1415777 w 1483434"/>
                <a:gd name="connsiteY24" fmla="*/ 833595 h 1334067"/>
                <a:gd name="connsiteX25" fmla="*/ 1378871 w 1483434"/>
                <a:gd name="connsiteY25" fmla="*/ 810973 h 1334067"/>
                <a:gd name="connsiteX26" fmla="*/ 835773 w 1483434"/>
                <a:gd name="connsiteY26" fmla="*/ 829944 h 1334067"/>
                <a:gd name="connsiteX27" fmla="*/ 547795 w 1483434"/>
                <a:gd name="connsiteY27" fmla="*/ 1290795 h 1334067"/>
                <a:gd name="connsiteX28" fmla="*/ 548934 w 1483434"/>
                <a:gd name="connsiteY28" fmla="*/ 1334067 h 1334067"/>
                <a:gd name="connsiteX29" fmla="*/ 455457 w 1483434"/>
                <a:gd name="connsiteY29" fmla="*/ 1334067 h 1334067"/>
                <a:gd name="connsiteX30" fmla="*/ 366614 w 1483434"/>
                <a:gd name="connsiteY30" fmla="*/ 1306928 h 1334067"/>
                <a:gd name="connsiteX31" fmla="*/ 361404 w 1483434"/>
                <a:gd name="connsiteY31" fmla="*/ 1302630 h 1334067"/>
                <a:gd name="connsiteX32" fmla="*/ 348921 w 1483434"/>
                <a:gd name="connsiteY32" fmla="*/ 1295780 h 1334067"/>
                <a:gd name="connsiteX33" fmla="*/ 307180 w 1483434"/>
                <a:gd name="connsiteY33" fmla="*/ 1248458 h 1334067"/>
                <a:gd name="connsiteX34" fmla="*/ 20920 w 1483434"/>
                <a:gd name="connsiteY34" fmla="*/ 752641 h 1334067"/>
                <a:gd name="connsiteX35" fmla="*/ 808 w 1483434"/>
                <a:gd name="connsiteY35" fmla="*/ 692833 h 1334067"/>
                <a:gd name="connsiteX36" fmla="*/ 306 w 1483434"/>
                <a:gd name="connsiteY36" fmla="*/ 673761 h 1334067"/>
                <a:gd name="connsiteX37" fmla="*/ 0 w 1483434"/>
                <a:gd name="connsiteY37" fmla="*/ 671935 h 1334067"/>
                <a:gd name="connsiteX38" fmla="*/ 129 w 1483434"/>
                <a:gd name="connsiteY38" fmla="*/ 667029 h 1334067"/>
                <a:gd name="connsiteX39" fmla="*/ 0 w 1483434"/>
                <a:gd name="connsiteY39" fmla="*/ 662132 h 1334067"/>
                <a:gd name="connsiteX40" fmla="*/ 307 w 1483434"/>
                <a:gd name="connsiteY40" fmla="*/ 660309 h 1334067"/>
                <a:gd name="connsiteX41" fmla="*/ 809 w 1483434"/>
                <a:gd name="connsiteY41" fmla="*/ 641234 h 1334067"/>
                <a:gd name="connsiteX42" fmla="*/ 20921 w 1483434"/>
                <a:gd name="connsiteY42" fmla="*/ 581426 h 1334067"/>
                <a:gd name="connsiteX43" fmla="*/ 307180 w 1483434"/>
                <a:gd name="connsiteY43" fmla="*/ 85609 h 1334067"/>
                <a:gd name="connsiteX44" fmla="*/ 348920 w 1483434"/>
                <a:gd name="connsiteY44" fmla="*/ 38287 h 1334067"/>
                <a:gd name="connsiteX45" fmla="*/ 365188 w 1483434"/>
                <a:gd name="connsiteY45" fmla="*/ 28315 h 1334067"/>
                <a:gd name="connsiteX46" fmla="*/ 366614 w 1483434"/>
                <a:gd name="connsiteY46" fmla="*/ 27139 h 133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83434" h="1334067">
                  <a:moveTo>
                    <a:pt x="366614" y="27139"/>
                  </a:moveTo>
                  <a:lnTo>
                    <a:pt x="370920" y="24802"/>
                  </a:lnTo>
                  <a:lnTo>
                    <a:pt x="375104" y="22237"/>
                  </a:lnTo>
                  <a:lnTo>
                    <a:pt x="376837" y="21590"/>
                  </a:lnTo>
                  <a:lnTo>
                    <a:pt x="393606" y="12488"/>
                  </a:lnTo>
                  <a:cubicBezTo>
                    <a:pt x="412616" y="4448"/>
                    <a:pt x="433518" y="1"/>
                    <a:pt x="455457" y="1"/>
                  </a:cubicBezTo>
                  <a:lnTo>
                    <a:pt x="1027977" y="0"/>
                  </a:lnTo>
                  <a:cubicBezTo>
                    <a:pt x="1049916" y="1"/>
                    <a:pt x="1070818" y="4448"/>
                    <a:pt x="1089830" y="12488"/>
                  </a:cubicBezTo>
                  <a:lnTo>
                    <a:pt x="1106598" y="21590"/>
                  </a:lnTo>
                  <a:lnTo>
                    <a:pt x="1108330" y="22237"/>
                  </a:lnTo>
                  <a:lnTo>
                    <a:pt x="1112511" y="24800"/>
                  </a:lnTo>
                  <a:lnTo>
                    <a:pt x="1116821" y="27138"/>
                  </a:lnTo>
                  <a:lnTo>
                    <a:pt x="1118248" y="28316"/>
                  </a:lnTo>
                  <a:lnTo>
                    <a:pt x="1134515" y="38287"/>
                  </a:lnTo>
                  <a:cubicBezTo>
                    <a:pt x="1150984" y="50731"/>
                    <a:pt x="1165285" y="66609"/>
                    <a:pt x="1176255" y="85609"/>
                  </a:cubicBezTo>
                  <a:lnTo>
                    <a:pt x="1462515" y="581426"/>
                  </a:lnTo>
                  <a:cubicBezTo>
                    <a:pt x="1473485" y="600426"/>
                    <a:pt x="1480085" y="620750"/>
                    <a:pt x="1482627" y="641235"/>
                  </a:cubicBezTo>
                  <a:lnTo>
                    <a:pt x="1483128" y="660307"/>
                  </a:lnTo>
                  <a:lnTo>
                    <a:pt x="1483434" y="662132"/>
                  </a:lnTo>
                  <a:lnTo>
                    <a:pt x="1483306" y="667037"/>
                  </a:lnTo>
                  <a:lnTo>
                    <a:pt x="1483434" y="671936"/>
                  </a:lnTo>
                  <a:lnTo>
                    <a:pt x="1483129" y="673758"/>
                  </a:lnTo>
                  <a:lnTo>
                    <a:pt x="1482627" y="692833"/>
                  </a:lnTo>
                  <a:cubicBezTo>
                    <a:pt x="1480084" y="713317"/>
                    <a:pt x="1473485" y="733642"/>
                    <a:pt x="1462515" y="752642"/>
                  </a:cubicBezTo>
                  <a:lnTo>
                    <a:pt x="1415777" y="833595"/>
                  </a:lnTo>
                  <a:lnTo>
                    <a:pt x="1378871" y="810973"/>
                  </a:lnTo>
                  <a:cubicBezTo>
                    <a:pt x="1211856" y="729667"/>
                    <a:pt x="1008749" y="730076"/>
                    <a:pt x="835773" y="829944"/>
                  </a:cubicBezTo>
                  <a:cubicBezTo>
                    <a:pt x="662797" y="929811"/>
                    <a:pt x="560889" y="1105502"/>
                    <a:pt x="547795" y="1290795"/>
                  </a:cubicBezTo>
                  <a:lnTo>
                    <a:pt x="548934" y="1334067"/>
                  </a:lnTo>
                  <a:lnTo>
                    <a:pt x="455457" y="1334067"/>
                  </a:lnTo>
                  <a:cubicBezTo>
                    <a:pt x="422548" y="1334067"/>
                    <a:pt x="391975" y="1324062"/>
                    <a:pt x="366614" y="1306928"/>
                  </a:cubicBezTo>
                  <a:lnTo>
                    <a:pt x="361404" y="1302630"/>
                  </a:lnTo>
                  <a:lnTo>
                    <a:pt x="348921" y="1295780"/>
                  </a:lnTo>
                  <a:cubicBezTo>
                    <a:pt x="332451" y="1283337"/>
                    <a:pt x="318150" y="1267459"/>
                    <a:pt x="307180" y="1248458"/>
                  </a:cubicBezTo>
                  <a:lnTo>
                    <a:pt x="20920" y="752641"/>
                  </a:lnTo>
                  <a:cubicBezTo>
                    <a:pt x="9950" y="733641"/>
                    <a:pt x="3350" y="713317"/>
                    <a:pt x="808" y="692833"/>
                  </a:cubicBezTo>
                  <a:lnTo>
                    <a:pt x="306" y="673761"/>
                  </a:lnTo>
                  <a:lnTo>
                    <a:pt x="0" y="671935"/>
                  </a:lnTo>
                  <a:lnTo>
                    <a:pt x="129" y="667029"/>
                  </a:lnTo>
                  <a:lnTo>
                    <a:pt x="0" y="662132"/>
                  </a:lnTo>
                  <a:lnTo>
                    <a:pt x="307" y="660309"/>
                  </a:lnTo>
                  <a:lnTo>
                    <a:pt x="809" y="641234"/>
                  </a:lnTo>
                  <a:cubicBezTo>
                    <a:pt x="3350" y="620751"/>
                    <a:pt x="9950" y="600426"/>
                    <a:pt x="20921" y="581426"/>
                  </a:cubicBezTo>
                  <a:lnTo>
                    <a:pt x="307180" y="85609"/>
                  </a:lnTo>
                  <a:cubicBezTo>
                    <a:pt x="318150" y="66609"/>
                    <a:pt x="332451" y="50730"/>
                    <a:pt x="348920" y="38287"/>
                  </a:cubicBezTo>
                  <a:lnTo>
                    <a:pt x="365188" y="28315"/>
                  </a:lnTo>
                  <a:lnTo>
                    <a:pt x="366614" y="27139"/>
                  </a:lnTo>
                  <a:close/>
                </a:path>
              </a:pathLst>
            </a:cu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endParaRPr>
            </a:p>
          </p:txBody>
        </p:sp>
        <p:sp>
          <p:nvSpPr>
            <p:cNvPr id="4" name="任意多边形 8">
              <a:extLst>
                <a:ext uri="{FF2B5EF4-FFF2-40B4-BE49-F238E27FC236}">
                  <a16:creationId xmlns="" xmlns:a16="http://schemas.microsoft.com/office/drawing/2014/main" id="{1DE72243-133B-45EE-B548-9C054587A996}"/>
                </a:ext>
              </a:extLst>
            </p:cNvPr>
            <p:cNvSpPr>
              <a:spLocks noChangeAspect="1"/>
            </p:cNvSpPr>
            <p:nvPr/>
          </p:nvSpPr>
          <p:spPr>
            <a:xfrm rot="1800000">
              <a:off x="3535500" y="2900545"/>
              <a:ext cx="1123891" cy="1010726"/>
            </a:xfrm>
            <a:custGeom>
              <a:avLst/>
              <a:gdLst>
                <a:gd name="connsiteX0" fmla="*/ 366614 w 1483434"/>
                <a:gd name="connsiteY0" fmla="*/ 27137 h 1334066"/>
                <a:gd name="connsiteX1" fmla="*/ 370920 w 1483434"/>
                <a:gd name="connsiteY1" fmla="*/ 24800 h 1334066"/>
                <a:gd name="connsiteX2" fmla="*/ 375104 w 1483434"/>
                <a:gd name="connsiteY2" fmla="*/ 22236 h 1334066"/>
                <a:gd name="connsiteX3" fmla="*/ 376838 w 1483434"/>
                <a:gd name="connsiteY3" fmla="*/ 21589 h 1334066"/>
                <a:gd name="connsiteX4" fmla="*/ 393606 w 1483434"/>
                <a:gd name="connsiteY4" fmla="*/ 12487 h 1334066"/>
                <a:gd name="connsiteX5" fmla="*/ 455457 w 1483434"/>
                <a:gd name="connsiteY5" fmla="*/ 0 h 1334066"/>
                <a:gd name="connsiteX6" fmla="*/ 547081 w 1483434"/>
                <a:gd name="connsiteY6" fmla="*/ 0 h 1334066"/>
                <a:gd name="connsiteX7" fmla="*/ 547761 w 1483434"/>
                <a:gd name="connsiteY7" fmla="*/ 25841 h 1334066"/>
                <a:gd name="connsiteX8" fmla="*/ 620998 w 1483434"/>
                <a:gd name="connsiteY8" fmla="*/ 243637 h 1334066"/>
                <a:gd name="connsiteX9" fmla="*/ 1304572 w 1483434"/>
                <a:gd name="connsiteY9" fmla="*/ 503564 h 1334066"/>
                <a:gd name="connsiteX10" fmla="*/ 1394246 w 1483434"/>
                <a:gd name="connsiteY10" fmla="*/ 463180 h 1334066"/>
                <a:gd name="connsiteX11" fmla="*/ 1462515 w 1483434"/>
                <a:gd name="connsiteY11" fmla="*/ 581424 h 1334066"/>
                <a:gd name="connsiteX12" fmla="*/ 1482627 w 1483434"/>
                <a:gd name="connsiteY12" fmla="*/ 641233 h 1334066"/>
                <a:gd name="connsiteX13" fmla="*/ 1483128 w 1483434"/>
                <a:gd name="connsiteY13" fmla="*/ 660306 h 1334066"/>
                <a:gd name="connsiteX14" fmla="*/ 1483434 w 1483434"/>
                <a:gd name="connsiteY14" fmla="*/ 662130 h 1334066"/>
                <a:gd name="connsiteX15" fmla="*/ 1483306 w 1483434"/>
                <a:gd name="connsiteY15" fmla="*/ 667036 h 1334066"/>
                <a:gd name="connsiteX16" fmla="*/ 1483434 w 1483434"/>
                <a:gd name="connsiteY16" fmla="*/ 671935 h 1334066"/>
                <a:gd name="connsiteX17" fmla="*/ 1483129 w 1483434"/>
                <a:gd name="connsiteY17" fmla="*/ 673757 h 1334066"/>
                <a:gd name="connsiteX18" fmla="*/ 1482627 w 1483434"/>
                <a:gd name="connsiteY18" fmla="*/ 692831 h 1334066"/>
                <a:gd name="connsiteX19" fmla="*/ 1462515 w 1483434"/>
                <a:gd name="connsiteY19" fmla="*/ 752641 h 1334066"/>
                <a:gd name="connsiteX20" fmla="*/ 1176256 w 1483434"/>
                <a:gd name="connsiteY20" fmla="*/ 1248457 h 1334066"/>
                <a:gd name="connsiteX21" fmla="*/ 1134515 w 1483434"/>
                <a:gd name="connsiteY21" fmla="*/ 1295779 h 1334066"/>
                <a:gd name="connsiteX22" fmla="*/ 1118247 w 1483434"/>
                <a:gd name="connsiteY22" fmla="*/ 1305751 h 1334066"/>
                <a:gd name="connsiteX23" fmla="*/ 1116820 w 1483434"/>
                <a:gd name="connsiteY23" fmla="*/ 1306926 h 1334066"/>
                <a:gd name="connsiteX24" fmla="*/ 1112514 w 1483434"/>
                <a:gd name="connsiteY24" fmla="*/ 1309265 h 1334066"/>
                <a:gd name="connsiteX25" fmla="*/ 1108331 w 1483434"/>
                <a:gd name="connsiteY25" fmla="*/ 1311829 h 1334066"/>
                <a:gd name="connsiteX26" fmla="*/ 1106598 w 1483434"/>
                <a:gd name="connsiteY26" fmla="*/ 1312476 h 1334066"/>
                <a:gd name="connsiteX27" fmla="*/ 1089829 w 1483434"/>
                <a:gd name="connsiteY27" fmla="*/ 1321578 h 1334066"/>
                <a:gd name="connsiteX28" fmla="*/ 1027977 w 1483434"/>
                <a:gd name="connsiteY28" fmla="*/ 1334065 h 1334066"/>
                <a:gd name="connsiteX29" fmla="*/ 455457 w 1483434"/>
                <a:gd name="connsiteY29" fmla="*/ 1334066 h 1334066"/>
                <a:gd name="connsiteX30" fmla="*/ 366614 w 1483434"/>
                <a:gd name="connsiteY30" fmla="*/ 1306927 h 1334066"/>
                <a:gd name="connsiteX31" fmla="*/ 361404 w 1483434"/>
                <a:gd name="connsiteY31" fmla="*/ 1302629 h 1334066"/>
                <a:gd name="connsiteX32" fmla="*/ 348921 w 1483434"/>
                <a:gd name="connsiteY32" fmla="*/ 1295779 h 1334066"/>
                <a:gd name="connsiteX33" fmla="*/ 307180 w 1483434"/>
                <a:gd name="connsiteY33" fmla="*/ 1248457 h 1334066"/>
                <a:gd name="connsiteX34" fmla="*/ 20920 w 1483434"/>
                <a:gd name="connsiteY34" fmla="*/ 752640 h 1334066"/>
                <a:gd name="connsiteX35" fmla="*/ 809 w 1483434"/>
                <a:gd name="connsiteY35" fmla="*/ 692832 h 1334066"/>
                <a:gd name="connsiteX36" fmla="*/ 306 w 1483434"/>
                <a:gd name="connsiteY36" fmla="*/ 673759 h 1334066"/>
                <a:gd name="connsiteX37" fmla="*/ 0 w 1483434"/>
                <a:gd name="connsiteY37" fmla="*/ 671934 h 1334066"/>
                <a:gd name="connsiteX38" fmla="*/ 129 w 1483434"/>
                <a:gd name="connsiteY38" fmla="*/ 667029 h 1334066"/>
                <a:gd name="connsiteX39" fmla="*/ 0 w 1483434"/>
                <a:gd name="connsiteY39" fmla="*/ 662130 h 1334066"/>
                <a:gd name="connsiteX40" fmla="*/ 307 w 1483434"/>
                <a:gd name="connsiteY40" fmla="*/ 660308 h 1334066"/>
                <a:gd name="connsiteX41" fmla="*/ 809 w 1483434"/>
                <a:gd name="connsiteY41" fmla="*/ 641233 h 1334066"/>
                <a:gd name="connsiteX42" fmla="*/ 20921 w 1483434"/>
                <a:gd name="connsiteY42" fmla="*/ 581424 h 1334066"/>
                <a:gd name="connsiteX43" fmla="*/ 307180 w 1483434"/>
                <a:gd name="connsiteY43" fmla="*/ 85608 h 1334066"/>
                <a:gd name="connsiteX44" fmla="*/ 348920 w 1483434"/>
                <a:gd name="connsiteY44" fmla="*/ 38286 h 1334066"/>
                <a:gd name="connsiteX45" fmla="*/ 365188 w 1483434"/>
                <a:gd name="connsiteY45" fmla="*/ 28314 h 1334066"/>
                <a:gd name="connsiteX46" fmla="*/ 366614 w 1483434"/>
                <a:gd name="connsiteY46" fmla="*/ 27137 h 1334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483434" h="1334066">
                  <a:moveTo>
                    <a:pt x="366614" y="27137"/>
                  </a:moveTo>
                  <a:lnTo>
                    <a:pt x="370920" y="24800"/>
                  </a:lnTo>
                  <a:lnTo>
                    <a:pt x="375104" y="22236"/>
                  </a:lnTo>
                  <a:lnTo>
                    <a:pt x="376838" y="21589"/>
                  </a:lnTo>
                  <a:lnTo>
                    <a:pt x="393606" y="12487"/>
                  </a:lnTo>
                  <a:cubicBezTo>
                    <a:pt x="412616" y="4446"/>
                    <a:pt x="433518" y="0"/>
                    <a:pt x="455457" y="0"/>
                  </a:cubicBezTo>
                  <a:lnTo>
                    <a:pt x="547081" y="0"/>
                  </a:lnTo>
                  <a:lnTo>
                    <a:pt x="547761" y="25841"/>
                  </a:lnTo>
                  <a:cubicBezTo>
                    <a:pt x="557017" y="100435"/>
                    <a:pt x="581051" y="174446"/>
                    <a:pt x="620998" y="243637"/>
                  </a:cubicBezTo>
                  <a:cubicBezTo>
                    <a:pt x="760813" y="485804"/>
                    <a:pt x="1049240" y="588675"/>
                    <a:pt x="1304572" y="503564"/>
                  </a:cubicBezTo>
                  <a:lnTo>
                    <a:pt x="1394246" y="463180"/>
                  </a:lnTo>
                  <a:lnTo>
                    <a:pt x="1462515" y="581424"/>
                  </a:lnTo>
                  <a:cubicBezTo>
                    <a:pt x="1473485" y="600425"/>
                    <a:pt x="1480085" y="620749"/>
                    <a:pt x="1482627" y="641233"/>
                  </a:cubicBezTo>
                  <a:lnTo>
                    <a:pt x="1483128" y="660306"/>
                  </a:lnTo>
                  <a:lnTo>
                    <a:pt x="1483434" y="662130"/>
                  </a:lnTo>
                  <a:lnTo>
                    <a:pt x="1483306" y="667036"/>
                  </a:lnTo>
                  <a:lnTo>
                    <a:pt x="1483434" y="671935"/>
                  </a:lnTo>
                  <a:lnTo>
                    <a:pt x="1483129" y="673757"/>
                  </a:lnTo>
                  <a:lnTo>
                    <a:pt x="1482627" y="692831"/>
                  </a:lnTo>
                  <a:cubicBezTo>
                    <a:pt x="1480084" y="713316"/>
                    <a:pt x="1473485" y="733640"/>
                    <a:pt x="1462515" y="752641"/>
                  </a:cubicBezTo>
                  <a:lnTo>
                    <a:pt x="1176256" y="1248457"/>
                  </a:lnTo>
                  <a:cubicBezTo>
                    <a:pt x="1165285" y="1267457"/>
                    <a:pt x="1150984" y="1283335"/>
                    <a:pt x="1134515" y="1295779"/>
                  </a:cubicBezTo>
                  <a:lnTo>
                    <a:pt x="1118247" y="1305751"/>
                  </a:lnTo>
                  <a:lnTo>
                    <a:pt x="1116820" y="1306926"/>
                  </a:lnTo>
                  <a:lnTo>
                    <a:pt x="1112514" y="1309265"/>
                  </a:lnTo>
                  <a:lnTo>
                    <a:pt x="1108331" y="1311829"/>
                  </a:lnTo>
                  <a:lnTo>
                    <a:pt x="1106598" y="1312476"/>
                  </a:lnTo>
                  <a:lnTo>
                    <a:pt x="1089829" y="1321578"/>
                  </a:lnTo>
                  <a:cubicBezTo>
                    <a:pt x="1070818" y="1329619"/>
                    <a:pt x="1049917" y="1334065"/>
                    <a:pt x="1027977" y="1334065"/>
                  </a:cubicBezTo>
                  <a:lnTo>
                    <a:pt x="455457" y="1334066"/>
                  </a:lnTo>
                  <a:cubicBezTo>
                    <a:pt x="422548" y="1334066"/>
                    <a:pt x="391975" y="1324061"/>
                    <a:pt x="366614" y="1306927"/>
                  </a:cubicBezTo>
                  <a:lnTo>
                    <a:pt x="361404" y="1302629"/>
                  </a:lnTo>
                  <a:lnTo>
                    <a:pt x="348921" y="1295779"/>
                  </a:lnTo>
                  <a:cubicBezTo>
                    <a:pt x="332451" y="1283335"/>
                    <a:pt x="318150" y="1267458"/>
                    <a:pt x="307180" y="1248457"/>
                  </a:cubicBezTo>
                  <a:lnTo>
                    <a:pt x="20920" y="752640"/>
                  </a:lnTo>
                  <a:cubicBezTo>
                    <a:pt x="9950" y="733640"/>
                    <a:pt x="3350" y="713316"/>
                    <a:pt x="809" y="692832"/>
                  </a:cubicBezTo>
                  <a:lnTo>
                    <a:pt x="306" y="673759"/>
                  </a:lnTo>
                  <a:lnTo>
                    <a:pt x="0" y="671934"/>
                  </a:lnTo>
                  <a:lnTo>
                    <a:pt x="129" y="667029"/>
                  </a:lnTo>
                  <a:lnTo>
                    <a:pt x="0" y="662130"/>
                  </a:lnTo>
                  <a:lnTo>
                    <a:pt x="307" y="660308"/>
                  </a:lnTo>
                  <a:lnTo>
                    <a:pt x="809" y="641233"/>
                  </a:lnTo>
                  <a:cubicBezTo>
                    <a:pt x="3350" y="620749"/>
                    <a:pt x="9950" y="600424"/>
                    <a:pt x="20921" y="581424"/>
                  </a:cubicBezTo>
                  <a:lnTo>
                    <a:pt x="307180" y="85608"/>
                  </a:lnTo>
                  <a:cubicBezTo>
                    <a:pt x="318150" y="66607"/>
                    <a:pt x="332451" y="50729"/>
                    <a:pt x="348920" y="38286"/>
                  </a:cubicBezTo>
                  <a:lnTo>
                    <a:pt x="365188" y="28314"/>
                  </a:lnTo>
                  <a:lnTo>
                    <a:pt x="366614" y="27137"/>
                  </a:lnTo>
                  <a:close/>
                </a:path>
              </a:pathLst>
            </a:cu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endParaRPr>
            </a:p>
          </p:txBody>
        </p:sp>
        <p:sp>
          <p:nvSpPr>
            <p:cNvPr id="5" name="任意多边形 7">
              <a:extLst>
                <a:ext uri="{FF2B5EF4-FFF2-40B4-BE49-F238E27FC236}">
                  <a16:creationId xmlns="" xmlns:a16="http://schemas.microsoft.com/office/drawing/2014/main" id="{0FAA98FA-AAFA-4EF7-814B-44ACA3CCC0B3}"/>
                </a:ext>
              </a:extLst>
            </p:cNvPr>
            <p:cNvSpPr>
              <a:spLocks noChangeAspect="1"/>
            </p:cNvSpPr>
            <p:nvPr/>
          </p:nvSpPr>
          <p:spPr>
            <a:xfrm rot="1800000">
              <a:off x="4743541" y="2945796"/>
              <a:ext cx="942885" cy="1010727"/>
            </a:xfrm>
            <a:custGeom>
              <a:avLst/>
              <a:gdLst>
                <a:gd name="connsiteX0" fmla="*/ 127702 w 1244522"/>
                <a:gd name="connsiteY0" fmla="*/ 27138 h 1334067"/>
                <a:gd name="connsiteX1" fmla="*/ 132008 w 1244522"/>
                <a:gd name="connsiteY1" fmla="*/ 24801 h 1334067"/>
                <a:gd name="connsiteX2" fmla="*/ 136192 w 1244522"/>
                <a:gd name="connsiteY2" fmla="*/ 22236 h 1334067"/>
                <a:gd name="connsiteX3" fmla="*/ 137926 w 1244522"/>
                <a:gd name="connsiteY3" fmla="*/ 21590 h 1334067"/>
                <a:gd name="connsiteX4" fmla="*/ 154694 w 1244522"/>
                <a:gd name="connsiteY4" fmla="*/ 12487 h 1334067"/>
                <a:gd name="connsiteX5" fmla="*/ 216545 w 1244522"/>
                <a:gd name="connsiteY5" fmla="*/ 0 h 1334067"/>
                <a:gd name="connsiteX6" fmla="*/ 789065 w 1244522"/>
                <a:gd name="connsiteY6" fmla="*/ 0 h 1334067"/>
                <a:gd name="connsiteX7" fmla="*/ 850917 w 1244522"/>
                <a:gd name="connsiteY7" fmla="*/ 12487 h 1334067"/>
                <a:gd name="connsiteX8" fmla="*/ 867686 w 1244522"/>
                <a:gd name="connsiteY8" fmla="*/ 21589 h 1334067"/>
                <a:gd name="connsiteX9" fmla="*/ 869418 w 1244522"/>
                <a:gd name="connsiteY9" fmla="*/ 22236 h 1334067"/>
                <a:gd name="connsiteX10" fmla="*/ 873599 w 1244522"/>
                <a:gd name="connsiteY10" fmla="*/ 24799 h 1334067"/>
                <a:gd name="connsiteX11" fmla="*/ 877909 w 1244522"/>
                <a:gd name="connsiteY11" fmla="*/ 27138 h 1334067"/>
                <a:gd name="connsiteX12" fmla="*/ 879335 w 1244522"/>
                <a:gd name="connsiteY12" fmla="*/ 28315 h 1334067"/>
                <a:gd name="connsiteX13" fmla="*/ 895603 w 1244522"/>
                <a:gd name="connsiteY13" fmla="*/ 38286 h 1334067"/>
                <a:gd name="connsiteX14" fmla="*/ 937343 w 1244522"/>
                <a:gd name="connsiteY14" fmla="*/ 85608 h 1334067"/>
                <a:gd name="connsiteX15" fmla="*/ 1223603 w 1244522"/>
                <a:gd name="connsiteY15" fmla="*/ 581425 h 1334067"/>
                <a:gd name="connsiteX16" fmla="*/ 1243715 w 1244522"/>
                <a:gd name="connsiteY16" fmla="*/ 641234 h 1334067"/>
                <a:gd name="connsiteX17" fmla="*/ 1244216 w 1244522"/>
                <a:gd name="connsiteY17" fmla="*/ 660306 h 1334067"/>
                <a:gd name="connsiteX18" fmla="*/ 1244522 w 1244522"/>
                <a:gd name="connsiteY18" fmla="*/ 662131 h 1334067"/>
                <a:gd name="connsiteX19" fmla="*/ 1244394 w 1244522"/>
                <a:gd name="connsiteY19" fmla="*/ 667036 h 1334067"/>
                <a:gd name="connsiteX20" fmla="*/ 1244522 w 1244522"/>
                <a:gd name="connsiteY20" fmla="*/ 671935 h 1334067"/>
                <a:gd name="connsiteX21" fmla="*/ 1244216 w 1244522"/>
                <a:gd name="connsiteY21" fmla="*/ 673757 h 1334067"/>
                <a:gd name="connsiteX22" fmla="*/ 1243714 w 1244522"/>
                <a:gd name="connsiteY22" fmla="*/ 692832 h 1334067"/>
                <a:gd name="connsiteX23" fmla="*/ 1223603 w 1244522"/>
                <a:gd name="connsiteY23" fmla="*/ 752641 h 1334067"/>
                <a:gd name="connsiteX24" fmla="*/ 937344 w 1244522"/>
                <a:gd name="connsiteY24" fmla="*/ 1248458 h 1334067"/>
                <a:gd name="connsiteX25" fmla="*/ 895603 w 1244522"/>
                <a:gd name="connsiteY25" fmla="*/ 1295779 h 1334067"/>
                <a:gd name="connsiteX26" fmla="*/ 879335 w 1244522"/>
                <a:gd name="connsiteY26" fmla="*/ 1305751 h 1334067"/>
                <a:gd name="connsiteX27" fmla="*/ 877908 w 1244522"/>
                <a:gd name="connsiteY27" fmla="*/ 1306927 h 1334067"/>
                <a:gd name="connsiteX28" fmla="*/ 873602 w 1244522"/>
                <a:gd name="connsiteY28" fmla="*/ 1309266 h 1334067"/>
                <a:gd name="connsiteX29" fmla="*/ 869419 w 1244522"/>
                <a:gd name="connsiteY29" fmla="*/ 1311829 h 1334067"/>
                <a:gd name="connsiteX30" fmla="*/ 867686 w 1244522"/>
                <a:gd name="connsiteY30" fmla="*/ 1312477 h 1334067"/>
                <a:gd name="connsiteX31" fmla="*/ 850917 w 1244522"/>
                <a:gd name="connsiteY31" fmla="*/ 1321579 h 1334067"/>
                <a:gd name="connsiteX32" fmla="*/ 789065 w 1244522"/>
                <a:gd name="connsiteY32" fmla="*/ 1334066 h 1334067"/>
                <a:gd name="connsiteX33" fmla="*/ 216545 w 1244522"/>
                <a:gd name="connsiteY33" fmla="*/ 1334067 h 1334067"/>
                <a:gd name="connsiteX34" fmla="*/ 127702 w 1244522"/>
                <a:gd name="connsiteY34" fmla="*/ 1306927 h 1334067"/>
                <a:gd name="connsiteX35" fmla="*/ 122492 w 1244522"/>
                <a:gd name="connsiteY35" fmla="*/ 1302629 h 1334067"/>
                <a:gd name="connsiteX36" fmla="*/ 110008 w 1244522"/>
                <a:gd name="connsiteY36" fmla="*/ 1295779 h 1334067"/>
                <a:gd name="connsiteX37" fmla="*/ 68268 w 1244522"/>
                <a:gd name="connsiteY37" fmla="*/ 1248457 h 1334067"/>
                <a:gd name="connsiteX38" fmla="*/ 0 w 1244522"/>
                <a:gd name="connsiteY38" fmla="*/ 1130213 h 1334067"/>
                <a:gd name="connsiteX39" fmla="*/ 79808 w 1244522"/>
                <a:gd name="connsiteY39" fmla="*/ 1072746 h 1334067"/>
                <a:gd name="connsiteX40" fmla="*/ 196492 w 1244522"/>
                <a:gd name="connsiteY40" fmla="*/ 350790 h 1334067"/>
                <a:gd name="connsiteX41" fmla="*/ 44494 w 1244522"/>
                <a:gd name="connsiteY41" fmla="*/ 178467 h 1334067"/>
                <a:gd name="connsiteX42" fmla="*/ 22455 w 1244522"/>
                <a:gd name="connsiteY42" fmla="*/ 164958 h 1334067"/>
                <a:gd name="connsiteX43" fmla="*/ 68268 w 1244522"/>
                <a:gd name="connsiteY43" fmla="*/ 85608 h 1334067"/>
                <a:gd name="connsiteX44" fmla="*/ 110008 w 1244522"/>
                <a:gd name="connsiteY44" fmla="*/ 38286 h 1334067"/>
                <a:gd name="connsiteX45" fmla="*/ 126276 w 1244522"/>
                <a:gd name="connsiteY45" fmla="*/ 28314 h 1334067"/>
                <a:gd name="connsiteX46" fmla="*/ 127702 w 1244522"/>
                <a:gd name="connsiteY46" fmla="*/ 27138 h 13340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1244522" h="1334067">
                  <a:moveTo>
                    <a:pt x="127702" y="27138"/>
                  </a:moveTo>
                  <a:lnTo>
                    <a:pt x="132008" y="24801"/>
                  </a:lnTo>
                  <a:lnTo>
                    <a:pt x="136192" y="22236"/>
                  </a:lnTo>
                  <a:lnTo>
                    <a:pt x="137926" y="21590"/>
                  </a:lnTo>
                  <a:lnTo>
                    <a:pt x="154694" y="12487"/>
                  </a:lnTo>
                  <a:cubicBezTo>
                    <a:pt x="173704" y="4447"/>
                    <a:pt x="194606" y="0"/>
                    <a:pt x="216545" y="0"/>
                  </a:cubicBezTo>
                  <a:lnTo>
                    <a:pt x="789065" y="0"/>
                  </a:lnTo>
                  <a:cubicBezTo>
                    <a:pt x="811004" y="0"/>
                    <a:pt x="831906" y="4447"/>
                    <a:pt x="850917" y="12487"/>
                  </a:cubicBezTo>
                  <a:lnTo>
                    <a:pt x="867686" y="21589"/>
                  </a:lnTo>
                  <a:lnTo>
                    <a:pt x="869418" y="22236"/>
                  </a:lnTo>
                  <a:lnTo>
                    <a:pt x="873599" y="24799"/>
                  </a:lnTo>
                  <a:lnTo>
                    <a:pt x="877909" y="27138"/>
                  </a:lnTo>
                  <a:lnTo>
                    <a:pt x="879335" y="28315"/>
                  </a:lnTo>
                  <a:lnTo>
                    <a:pt x="895603" y="38286"/>
                  </a:lnTo>
                  <a:cubicBezTo>
                    <a:pt x="912072" y="50730"/>
                    <a:pt x="926373" y="66608"/>
                    <a:pt x="937343" y="85608"/>
                  </a:cubicBezTo>
                  <a:lnTo>
                    <a:pt x="1223603" y="581425"/>
                  </a:lnTo>
                  <a:cubicBezTo>
                    <a:pt x="1234573" y="600426"/>
                    <a:pt x="1241173" y="620749"/>
                    <a:pt x="1243715" y="641234"/>
                  </a:cubicBezTo>
                  <a:lnTo>
                    <a:pt x="1244216" y="660306"/>
                  </a:lnTo>
                  <a:lnTo>
                    <a:pt x="1244522" y="662131"/>
                  </a:lnTo>
                  <a:lnTo>
                    <a:pt x="1244394" y="667036"/>
                  </a:lnTo>
                  <a:lnTo>
                    <a:pt x="1244522" y="671935"/>
                  </a:lnTo>
                  <a:lnTo>
                    <a:pt x="1244216" y="673757"/>
                  </a:lnTo>
                  <a:lnTo>
                    <a:pt x="1243714" y="692832"/>
                  </a:lnTo>
                  <a:cubicBezTo>
                    <a:pt x="1241172" y="713316"/>
                    <a:pt x="1234573" y="733641"/>
                    <a:pt x="1223603" y="752641"/>
                  </a:cubicBezTo>
                  <a:lnTo>
                    <a:pt x="937344" y="1248458"/>
                  </a:lnTo>
                  <a:cubicBezTo>
                    <a:pt x="926373" y="1267458"/>
                    <a:pt x="912072" y="1283336"/>
                    <a:pt x="895603" y="1295779"/>
                  </a:cubicBezTo>
                  <a:lnTo>
                    <a:pt x="879335" y="1305751"/>
                  </a:lnTo>
                  <a:lnTo>
                    <a:pt x="877908" y="1306927"/>
                  </a:lnTo>
                  <a:lnTo>
                    <a:pt x="873602" y="1309266"/>
                  </a:lnTo>
                  <a:lnTo>
                    <a:pt x="869419" y="1311829"/>
                  </a:lnTo>
                  <a:lnTo>
                    <a:pt x="867686" y="1312477"/>
                  </a:lnTo>
                  <a:lnTo>
                    <a:pt x="850917" y="1321579"/>
                  </a:lnTo>
                  <a:cubicBezTo>
                    <a:pt x="831906" y="1329619"/>
                    <a:pt x="811005" y="1334065"/>
                    <a:pt x="789065" y="1334066"/>
                  </a:cubicBezTo>
                  <a:lnTo>
                    <a:pt x="216545" y="1334067"/>
                  </a:lnTo>
                  <a:cubicBezTo>
                    <a:pt x="183636" y="1334066"/>
                    <a:pt x="153063" y="1324061"/>
                    <a:pt x="127702" y="1306927"/>
                  </a:cubicBezTo>
                  <a:lnTo>
                    <a:pt x="122492" y="1302629"/>
                  </a:lnTo>
                  <a:lnTo>
                    <a:pt x="110008" y="1295779"/>
                  </a:lnTo>
                  <a:cubicBezTo>
                    <a:pt x="93539" y="1283336"/>
                    <a:pt x="79238" y="1267458"/>
                    <a:pt x="68268" y="1248457"/>
                  </a:cubicBezTo>
                  <a:lnTo>
                    <a:pt x="0" y="1130213"/>
                  </a:lnTo>
                  <a:lnTo>
                    <a:pt x="79808" y="1072746"/>
                  </a:lnTo>
                  <a:cubicBezTo>
                    <a:pt x="281183" y="894178"/>
                    <a:pt x="336307" y="592957"/>
                    <a:pt x="196492" y="350790"/>
                  </a:cubicBezTo>
                  <a:cubicBezTo>
                    <a:pt x="156545" y="281599"/>
                    <a:pt x="104466" y="223780"/>
                    <a:pt x="44494" y="178467"/>
                  </a:cubicBezTo>
                  <a:lnTo>
                    <a:pt x="22455" y="164958"/>
                  </a:lnTo>
                  <a:lnTo>
                    <a:pt x="68268" y="85608"/>
                  </a:lnTo>
                  <a:cubicBezTo>
                    <a:pt x="79238" y="66608"/>
                    <a:pt x="93539" y="50729"/>
                    <a:pt x="110008" y="38286"/>
                  </a:cubicBezTo>
                  <a:lnTo>
                    <a:pt x="126276" y="28314"/>
                  </a:lnTo>
                  <a:lnTo>
                    <a:pt x="127702" y="27138"/>
                  </a:lnTo>
                  <a:close/>
                </a:path>
              </a:pathLst>
            </a:cu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endParaRPr>
            </a:p>
          </p:txBody>
        </p:sp>
        <p:grpSp>
          <p:nvGrpSpPr>
            <p:cNvPr id="9" name="组合 7">
              <a:extLst>
                <a:ext uri="{FF2B5EF4-FFF2-40B4-BE49-F238E27FC236}">
                  <a16:creationId xmlns="" xmlns:a16="http://schemas.microsoft.com/office/drawing/2014/main" id="{964A5E02-9C03-4171-A285-347632726433}"/>
                </a:ext>
              </a:extLst>
            </p:cNvPr>
            <p:cNvGrpSpPr/>
            <p:nvPr/>
          </p:nvGrpSpPr>
          <p:grpSpPr>
            <a:xfrm>
              <a:off x="4358153" y="2899223"/>
              <a:ext cx="517744" cy="361266"/>
              <a:chOff x="896938" y="3490913"/>
              <a:chExt cx="782637" cy="546100"/>
            </a:xfrm>
            <a:solidFill>
              <a:schemeClr val="accent3">
                <a:lumMod val="75000"/>
              </a:schemeClr>
            </a:solidFill>
          </p:grpSpPr>
          <p:sp>
            <p:nvSpPr>
              <p:cNvPr id="10" name="Freeform 90">
                <a:extLst>
                  <a:ext uri="{FF2B5EF4-FFF2-40B4-BE49-F238E27FC236}">
                    <a16:creationId xmlns="" xmlns:a16="http://schemas.microsoft.com/office/drawing/2014/main" id="{01FDCEB2-C404-4021-97B4-8B5953B66B12}"/>
                  </a:ext>
                </a:extLst>
              </p:cNvPr>
              <p:cNvSpPr>
                <a:spLocks/>
              </p:cNvSpPr>
              <p:nvPr/>
            </p:nvSpPr>
            <p:spPr bwMode="auto">
              <a:xfrm>
                <a:off x="896938" y="3998913"/>
                <a:ext cx="782637" cy="38100"/>
              </a:xfrm>
              <a:custGeom>
                <a:avLst/>
                <a:gdLst>
                  <a:gd name="T0" fmla="*/ 305 w 306"/>
                  <a:gd name="T1" fmla="*/ 0 h 15"/>
                  <a:gd name="T2" fmla="*/ 1 w 306"/>
                  <a:gd name="T3" fmla="*/ 0 h 15"/>
                  <a:gd name="T4" fmla="*/ 0 w 306"/>
                  <a:gd name="T5" fmla="*/ 4 h 15"/>
                  <a:gd name="T6" fmla="*/ 10 w 306"/>
                  <a:gd name="T7" fmla="*/ 15 h 15"/>
                  <a:gd name="T8" fmla="*/ 296 w 306"/>
                  <a:gd name="T9" fmla="*/ 15 h 15"/>
                  <a:gd name="T10" fmla="*/ 306 w 306"/>
                  <a:gd name="T11" fmla="*/ 4 h 15"/>
                  <a:gd name="T12" fmla="*/ 305 w 306"/>
                  <a:gd name="T13" fmla="*/ 0 h 15"/>
                </a:gdLst>
                <a:ahLst/>
                <a:cxnLst>
                  <a:cxn ang="0">
                    <a:pos x="T0" y="T1"/>
                  </a:cxn>
                  <a:cxn ang="0">
                    <a:pos x="T2" y="T3"/>
                  </a:cxn>
                  <a:cxn ang="0">
                    <a:pos x="T4" y="T5"/>
                  </a:cxn>
                  <a:cxn ang="0">
                    <a:pos x="T6" y="T7"/>
                  </a:cxn>
                  <a:cxn ang="0">
                    <a:pos x="T8" y="T9"/>
                  </a:cxn>
                  <a:cxn ang="0">
                    <a:pos x="T10" y="T11"/>
                  </a:cxn>
                  <a:cxn ang="0">
                    <a:pos x="T12" y="T13"/>
                  </a:cxn>
                </a:cxnLst>
                <a:rect l="0" t="0" r="r" b="b"/>
                <a:pathLst>
                  <a:path w="306" h="15">
                    <a:moveTo>
                      <a:pt x="305" y="0"/>
                    </a:moveTo>
                    <a:cubicBezTo>
                      <a:pt x="1" y="0"/>
                      <a:pt x="1" y="0"/>
                      <a:pt x="1" y="0"/>
                    </a:cubicBezTo>
                    <a:cubicBezTo>
                      <a:pt x="1" y="2"/>
                      <a:pt x="0" y="3"/>
                      <a:pt x="0" y="4"/>
                    </a:cubicBezTo>
                    <a:cubicBezTo>
                      <a:pt x="0" y="10"/>
                      <a:pt x="5" y="15"/>
                      <a:pt x="10" y="15"/>
                    </a:cubicBezTo>
                    <a:cubicBezTo>
                      <a:pt x="296" y="15"/>
                      <a:pt x="296" y="15"/>
                      <a:pt x="296" y="15"/>
                    </a:cubicBezTo>
                    <a:cubicBezTo>
                      <a:pt x="301" y="15"/>
                      <a:pt x="306" y="10"/>
                      <a:pt x="306" y="4"/>
                    </a:cubicBezTo>
                    <a:cubicBezTo>
                      <a:pt x="306" y="3"/>
                      <a:pt x="305" y="2"/>
                      <a:pt x="305" y="0"/>
                    </a:cubicBezTo>
                    <a:close/>
                  </a:path>
                </a:pathLst>
              </a:custGeom>
              <a:solidFill>
                <a:srgbClr val="4372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1" name="Freeform 91">
                <a:extLst>
                  <a:ext uri="{FF2B5EF4-FFF2-40B4-BE49-F238E27FC236}">
                    <a16:creationId xmlns="" xmlns:a16="http://schemas.microsoft.com/office/drawing/2014/main" id="{F648975F-77C0-4E45-95D1-247455E9A62B}"/>
                  </a:ext>
                </a:extLst>
              </p:cNvPr>
              <p:cNvSpPr>
                <a:spLocks noEditPoints="1"/>
              </p:cNvSpPr>
              <p:nvPr/>
            </p:nvSpPr>
            <p:spPr bwMode="auto">
              <a:xfrm>
                <a:off x="974725" y="3490913"/>
                <a:ext cx="627062" cy="398462"/>
              </a:xfrm>
              <a:custGeom>
                <a:avLst/>
                <a:gdLst>
                  <a:gd name="T0" fmla="*/ 0 w 246"/>
                  <a:gd name="T1" fmla="*/ 156 h 156"/>
                  <a:gd name="T2" fmla="*/ 246 w 246"/>
                  <a:gd name="T3" fmla="*/ 156 h 156"/>
                  <a:gd name="T4" fmla="*/ 246 w 246"/>
                  <a:gd name="T5" fmla="*/ 152 h 156"/>
                  <a:gd name="T6" fmla="*/ 246 w 246"/>
                  <a:gd name="T7" fmla="*/ 149 h 156"/>
                  <a:gd name="T8" fmla="*/ 246 w 246"/>
                  <a:gd name="T9" fmla="*/ 20 h 156"/>
                  <a:gd name="T10" fmla="*/ 226 w 246"/>
                  <a:gd name="T11" fmla="*/ 0 h 156"/>
                  <a:gd name="T12" fmla="*/ 20 w 246"/>
                  <a:gd name="T13" fmla="*/ 0 h 156"/>
                  <a:gd name="T14" fmla="*/ 0 w 246"/>
                  <a:gd name="T15" fmla="*/ 20 h 156"/>
                  <a:gd name="T16" fmla="*/ 0 w 246"/>
                  <a:gd name="T17" fmla="*/ 155 h 156"/>
                  <a:gd name="T18" fmla="*/ 0 w 246"/>
                  <a:gd name="T19" fmla="*/ 155 h 156"/>
                  <a:gd name="T20" fmla="*/ 0 w 246"/>
                  <a:gd name="T21" fmla="*/ 156 h 156"/>
                  <a:gd name="T22" fmla="*/ 15 w 246"/>
                  <a:gd name="T23" fmla="*/ 22 h 156"/>
                  <a:gd name="T24" fmla="*/ 22 w 246"/>
                  <a:gd name="T25" fmla="*/ 15 h 156"/>
                  <a:gd name="T26" fmla="*/ 224 w 246"/>
                  <a:gd name="T27" fmla="*/ 15 h 156"/>
                  <a:gd name="T28" fmla="*/ 231 w 246"/>
                  <a:gd name="T29" fmla="*/ 22 h 156"/>
                  <a:gd name="T30" fmla="*/ 231 w 246"/>
                  <a:gd name="T31" fmla="*/ 141 h 156"/>
                  <a:gd name="T32" fmla="*/ 15 w 246"/>
                  <a:gd name="T33" fmla="*/ 141 h 156"/>
                  <a:gd name="T34" fmla="*/ 15 w 246"/>
                  <a:gd name="T35" fmla="*/ 22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46" h="156">
                    <a:moveTo>
                      <a:pt x="0" y="156"/>
                    </a:moveTo>
                    <a:cubicBezTo>
                      <a:pt x="246" y="156"/>
                      <a:pt x="246" y="156"/>
                      <a:pt x="246" y="156"/>
                    </a:cubicBezTo>
                    <a:cubicBezTo>
                      <a:pt x="246" y="152"/>
                      <a:pt x="246" y="152"/>
                      <a:pt x="246" y="152"/>
                    </a:cubicBezTo>
                    <a:cubicBezTo>
                      <a:pt x="246" y="149"/>
                      <a:pt x="246" y="149"/>
                      <a:pt x="246" y="149"/>
                    </a:cubicBezTo>
                    <a:cubicBezTo>
                      <a:pt x="246" y="20"/>
                      <a:pt x="246" y="20"/>
                      <a:pt x="246" y="20"/>
                    </a:cubicBezTo>
                    <a:cubicBezTo>
                      <a:pt x="246" y="9"/>
                      <a:pt x="237" y="0"/>
                      <a:pt x="226" y="0"/>
                    </a:cubicBezTo>
                    <a:cubicBezTo>
                      <a:pt x="20" y="0"/>
                      <a:pt x="20" y="0"/>
                      <a:pt x="20" y="0"/>
                    </a:cubicBezTo>
                    <a:cubicBezTo>
                      <a:pt x="9" y="0"/>
                      <a:pt x="0" y="9"/>
                      <a:pt x="0" y="20"/>
                    </a:cubicBezTo>
                    <a:cubicBezTo>
                      <a:pt x="0" y="155"/>
                      <a:pt x="0" y="155"/>
                      <a:pt x="0" y="155"/>
                    </a:cubicBezTo>
                    <a:cubicBezTo>
                      <a:pt x="0" y="155"/>
                      <a:pt x="0" y="155"/>
                      <a:pt x="0" y="155"/>
                    </a:cubicBezTo>
                    <a:lnTo>
                      <a:pt x="0" y="156"/>
                    </a:lnTo>
                    <a:close/>
                    <a:moveTo>
                      <a:pt x="15" y="22"/>
                    </a:moveTo>
                    <a:cubicBezTo>
                      <a:pt x="15" y="18"/>
                      <a:pt x="18" y="15"/>
                      <a:pt x="22" y="15"/>
                    </a:cubicBezTo>
                    <a:cubicBezTo>
                      <a:pt x="224" y="15"/>
                      <a:pt x="224" y="15"/>
                      <a:pt x="224" y="15"/>
                    </a:cubicBezTo>
                    <a:cubicBezTo>
                      <a:pt x="228" y="15"/>
                      <a:pt x="231" y="18"/>
                      <a:pt x="231" y="22"/>
                    </a:cubicBezTo>
                    <a:cubicBezTo>
                      <a:pt x="231" y="141"/>
                      <a:pt x="231" y="141"/>
                      <a:pt x="231" y="141"/>
                    </a:cubicBezTo>
                    <a:cubicBezTo>
                      <a:pt x="15" y="141"/>
                      <a:pt x="15" y="141"/>
                      <a:pt x="15" y="141"/>
                    </a:cubicBezTo>
                    <a:lnTo>
                      <a:pt x="15" y="22"/>
                    </a:lnTo>
                    <a:close/>
                  </a:path>
                </a:pathLst>
              </a:custGeom>
              <a:solidFill>
                <a:srgbClr val="4372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92">
                <a:extLst>
                  <a:ext uri="{FF2B5EF4-FFF2-40B4-BE49-F238E27FC236}">
                    <a16:creationId xmlns="" xmlns:a16="http://schemas.microsoft.com/office/drawing/2014/main" id="{CB1C85DD-145E-4826-B7B5-21F74B6D840D}"/>
                  </a:ext>
                </a:extLst>
              </p:cNvPr>
              <p:cNvSpPr>
                <a:spLocks/>
              </p:cNvSpPr>
              <p:nvPr/>
            </p:nvSpPr>
            <p:spPr bwMode="auto">
              <a:xfrm>
                <a:off x="1071563" y="3565525"/>
                <a:ext cx="431800" cy="255587"/>
              </a:xfrm>
              <a:custGeom>
                <a:avLst/>
                <a:gdLst>
                  <a:gd name="T0" fmla="*/ 162 w 169"/>
                  <a:gd name="T1" fmla="*/ 0 h 100"/>
                  <a:gd name="T2" fmla="*/ 126 w 169"/>
                  <a:gd name="T3" fmla="*/ 7 h 100"/>
                  <a:gd name="T4" fmla="*/ 122 w 169"/>
                  <a:gd name="T5" fmla="*/ 13 h 100"/>
                  <a:gd name="T6" fmla="*/ 128 w 169"/>
                  <a:gd name="T7" fmla="*/ 17 h 100"/>
                  <a:gd name="T8" fmla="*/ 144 w 169"/>
                  <a:gd name="T9" fmla="*/ 15 h 100"/>
                  <a:gd name="T10" fmla="*/ 145 w 169"/>
                  <a:gd name="T11" fmla="*/ 15 h 100"/>
                  <a:gd name="T12" fmla="*/ 92 w 169"/>
                  <a:gd name="T13" fmla="*/ 74 h 100"/>
                  <a:gd name="T14" fmla="*/ 55 w 169"/>
                  <a:gd name="T15" fmla="*/ 42 h 100"/>
                  <a:gd name="T16" fmla="*/ 46 w 169"/>
                  <a:gd name="T17" fmla="*/ 43 h 100"/>
                  <a:gd name="T18" fmla="*/ 3 w 169"/>
                  <a:gd name="T19" fmla="*/ 87 h 100"/>
                  <a:gd name="T20" fmla="*/ 3 w 169"/>
                  <a:gd name="T21" fmla="*/ 97 h 100"/>
                  <a:gd name="T22" fmla="*/ 12 w 169"/>
                  <a:gd name="T23" fmla="*/ 97 h 100"/>
                  <a:gd name="T24" fmla="*/ 51 w 169"/>
                  <a:gd name="T25" fmla="*/ 57 h 100"/>
                  <a:gd name="T26" fmla="*/ 88 w 169"/>
                  <a:gd name="T27" fmla="*/ 89 h 100"/>
                  <a:gd name="T28" fmla="*/ 97 w 169"/>
                  <a:gd name="T29" fmla="*/ 88 h 100"/>
                  <a:gd name="T30" fmla="*/ 155 w 169"/>
                  <a:gd name="T31" fmla="*/ 24 h 100"/>
                  <a:gd name="T32" fmla="*/ 156 w 169"/>
                  <a:gd name="T33" fmla="*/ 24 h 100"/>
                  <a:gd name="T34" fmla="*/ 153 w 169"/>
                  <a:gd name="T35" fmla="*/ 42 h 100"/>
                  <a:gd name="T36" fmla="*/ 158 w 169"/>
                  <a:gd name="T37" fmla="*/ 48 h 100"/>
                  <a:gd name="T38" fmla="*/ 164 w 169"/>
                  <a:gd name="T39" fmla="*/ 43 h 100"/>
                  <a:gd name="T40" fmla="*/ 169 w 169"/>
                  <a:gd name="T41" fmla="*/ 6 h 100"/>
                  <a:gd name="T42" fmla="*/ 167 w 169"/>
                  <a:gd name="T43" fmla="*/ 1 h 100"/>
                  <a:gd name="T44" fmla="*/ 162 w 169"/>
                  <a:gd name="T45" fmla="*/ 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69" h="100">
                    <a:moveTo>
                      <a:pt x="162" y="0"/>
                    </a:moveTo>
                    <a:cubicBezTo>
                      <a:pt x="126" y="7"/>
                      <a:pt x="126" y="7"/>
                      <a:pt x="126" y="7"/>
                    </a:cubicBezTo>
                    <a:cubicBezTo>
                      <a:pt x="124" y="7"/>
                      <a:pt x="122" y="10"/>
                      <a:pt x="122" y="13"/>
                    </a:cubicBezTo>
                    <a:cubicBezTo>
                      <a:pt x="123" y="16"/>
                      <a:pt x="125" y="18"/>
                      <a:pt x="128" y="17"/>
                    </a:cubicBezTo>
                    <a:cubicBezTo>
                      <a:pt x="144" y="15"/>
                      <a:pt x="144" y="15"/>
                      <a:pt x="144" y="15"/>
                    </a:cubicBezTo>
                    <a:cubicBezTo>
                      <a:pt x="145" y="15"/>
                      <a:pt x="145" y="15"/>
                      <a:pt x="145" y="15"/>
                    </a:cubicBezTo>
                    <a:cubicBezTo>
                      <a:pt x="92" y="74"/>
                      <a:pt x="92" y="74"/>
                      <a:pt x="92" y="74"/>
                    </a:cubicBezTo>
                    <a:cubicBezTo>
                      <a:pt x="55" y="42"/>
                      <a:pt x="55" y="42"/>
                      <a:pt x="55" y="42"/>
                    </a:cubicBezTo>
                    <a:cubicBezTo>
                      <a:pt x="52" y="40"/>
                      <a:pt x="48" y="40"/>
                      <a:pt x="46" y="43"/>
                    </a:cubicBezTo>
                    <a:cubicBezTo>
                      <a:pt x="3" y="87"/>
                      <a:pt x="3" y="87"/>
                      <a:pt x="3" y="87"/>
                    </a:cubicBezTo>
                    <a:cubicBezTo>
                      <a:pt x="0" y="90"/>
                      <a:pt x="0" y="94"/>
                      <a:pt x="3" y="97"/>
                    </a:cubicBezTo>
                    <a:cubicBezTo>
                      <a:pt x="5" y="100"/>
                      <a:pt x="10" y="100"/>
                      <a:pt x="12" y="97"/>
                    </a:cubicBezTo>
                    <a:cubicBezTo>
                      <a:pt x="51" y="57"/>
                      <a:pt x="51" y="57"/>
                      <a:pt x="51" y="57"/>
                    </a:cubicBezTo>
                    <a:cubicBezTo>
                      <a:pt x="88" y="89"/>
                      <a:pt x="88" y="89"/>
                      <a:pt x="88" y="89"/>
                    </a:cubicBezTo>
                    <a:cubicBezTo>
                      <a:pt x="91" y="91"/>
                      <a:pt x="95" y="91"/>
                      <a:pt x="97" y="88"/>
                    </a:cubicBezTo>
                    <a:cubicBezTo>
                      <a:pt x="155" y="24"/>
                      <a:pt x="155" y="24"/>
                      <a:pt x="155" y="24"/>
                    </a:cubicBezTo>
                    <a:cubicBezTo>
                      <a:pt x="156" y="24"/>
                      <a:pt x="156" y="24"/>
                      <a:pt x="156" y="24"/>
                    </a:cubicBezTo>
                    <a:cubicBezTo>
                      <a:pt x="153" y="42"/>
                      <a:pt x="153" y="42"/>
                      <a:pt x="153" y="42"/>
                    </a:cubicBezTo>
                    <a:cubicBezTo>
                      <a:pt x="153" y="45"/>
                      <a:pt x="155" y="48"/>
                      <a:pt x="158" y="48"/>
                    </a:cubicBezTo>
                    <a:cubicBezTo>
                      <a:pt x="161" y="48"/>
                      <a:pt x="163" y="46"/>
                      <a:pt x="164" y="43"/>
                    </a:cubicBezTo>
                    <a:cubicBezTo>
                      <a:pt x="169" y="6"/>
                      <a:pt x="169" y="6"/>
                      <a:pt x="169" y="6"/>
                    </a:cubicBezTo>
                    <a:cubicBezTo>
                      <a:pt x="169" y="4"/>
                      <a:pt x="168" y="3"/>
                      <a:pt x="167" y="1"/>
                    </a:cubicBezTo>
                    <a:cubicBezTo>
                      <a:pt x="166" y="0"/>
                      <a:pt x="164" y="0"/>
                      <a:pt x="162" y="0"/>
                    </a:cubicBezTo>
                    <a:close/>
                  </a:path>
                </a:pathLst>
              </a:custGeom>
              <a:solidFill>
                <a:srgbClr val="4372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3" name="Freeform 93">
                <a:extLst>
                  <a:ext uri="{FF2B5EF4-FFF2-40B4-BE49-F238E27FC236}">
                    <a16:creationId xmlns="" xmlns:a16="http://schemas.microsoft.com/office/drawing/2014/main" id="{EABC8FD5-FB81-4184-A91F-BA3A5602328B}"/>
                  </a:ext>
                </a:extLst>
              </p:cNvPr>
              <p:cNvSpPr>
                <a:spLocks noEditPoints="1"/>
              </p:cNvSpPr>
              <p:nvPr/>
            </p:nvSpPr>
            <p:spPr bwMode="auto">
              <a:xfrm>
                <a:off x="912813" y="3902075"/>
                <a:ext cx="750887" cy="79375"/>
              </a:xfrm>
              <a:custGeom>
                <a:avLst/>
                <a:gdLst>
                  <a:gd name="T0" fmla="*/ 434 w 473"/>
                  <a:gd name="T1" fmla="*/ 0 h 50"/>
                  <a:gd name="T2" fmla="*/ 39 w 473"/>
                  <a:gd name="T3" fmla="*/ 0 h 50"/>
                  <a:gd name="T4" fmla="*/ 0 w 473"/>
                  <a:gd name="T5" fmla="*/ 50 h 50"/>
                  <a:gd name="T6" fmla="*/ 473 w 473"/>
                  <a:gd name="T7" fmla="*/ 50 h 50"/>
                  <a:gd name="T8" fmla="*/ 434 w 473"/>
                  <a:gd name="T9" fmla="*/ 0 h 50"/>
                  <a:gd name="T10" fmla="*/ 190 w 473"/>
                  <a:gd name="T11" fmla="*/ 40 h 50"/>
                  <a:gd name="T12" fmla="*/ 195 w 473"/>
                  <a:gd name="T13" fmla="*/ 32 h 50"/>
                  <a:gd name="T14" fmla="*/ 278 w 473"/>
                  <a:gd name="T15" fmla="*/ 32 h 50"/>
                  <a:gd name="T16" fmla="*/ 283 w 473"/>
                  <a:gd name="T17" fmla="*/ 40 h 50"/>
                  <a:gd name="T18" fmla="*/ 190 w 473"/>
                  <a:gd name="T19" fmla="*/ 40 h 50"/>
                  <a:gd name="T20" fmla="*/ 61 w 473"/>
                  <a:gd name="T21" fmla="*/ 23 h 50"/>
                  <a:gd name="T22" fmla="*/ 71 w 473"/>
                  <a:gd name="T23" fmla="*/ 12 h 50"/>
                  <a:gd name="T24" fmla="*/ 402 w 473"/>
                  <a:gd name="T25" fmla="*/ 12 h 50"/>
                  <a:gd name="T26" fmla="*/ 412 w 473"/>
                  <a:gd name="T27" fmla="*/ 23 h 50"/>
                  <a:gd name="T28" fmla="*/ 61 w 473"/>
                  <a:gd name="T29" fmla="*/ 23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73" h="50">
                    <a:moveTo>
                      <a:pt x="434" y="0"/>
                    </a:moveTo>
                    <a:lnTo>
                      <a:pt x="39" y="0"/>
                    </a:lnTo>
                    <a:lnTo>
                      <a:pt x="0" y="50"/>
                    </a:lnTo>
                    <a:lnTo>
                      <a:pt x="473" y="50"/>
                    </a:lnTo>
                    <a:lnTo>
                      <a:pt x="434" y="0"/>
                    </a:lnTo>
                    <a:close/>
                    <a:moveTo>
                      <a:pt x="190" y="40"/>
                    </a:moveTo>
                    <a:lnTo>
                      <a:pt x="195" y="32"/>
                    </a:lnTo>
                    <a:lnTo>
                      <a:pt x="278" y="32"/>
                    </a:lnTo>
                    <a:lnTo>
                      <a:pt x="283" y="40"/>
                    </a:lnTo>
                    <a:lnTo>
                      <a:pt x="190" y="40"/>
                    </a:lnTo>
                    <a:close/>
                    <a:moveTo>
                      <a:pt x="61" y="23"/>
                    </a:moveTo>
                    <a:lnTo>
                      <a:pt x="71" y="12"/>
                    </a:lnTo>
                    <a:lnTo>
                      <a:pt x="402" y="12"/>
                    </a:lnTo>
                    <a:lnTo>
                      <a:pt x="412" y="23"/>
                    </a:lnTo>
                    <a:lnTo>
                      <a:pt x="61" y="23"/>
                    </a:lnTo>
                    <a:close/>
                  </a:path>
                </a:pathLst>
              </a:custGeom>
              <a:solidFill>
                <a:srgbClr val="4372C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4" name="组合 12">
              <a:extLst>
                <a:ext uri="{FF2B5EF4-FFF2-40B4-BE49-F238E27FC236}">
                  <a16:creationId xmlns="" xmlns:a16="http://schemas.microsoft.com/office/drawing/2014/main" id="{A64F2CDD-C5EE-4FED-8ABE-8F7239BD178E}"/>
                </a:ext>
              </a:extLst>
            </p:cNvPr>
            <p:cNvGrpSpPr/>
            <p:nvPr/>
          </p:nvGrpSpPr>
          <p:grpSpPr>
            <a:xfrm>
              <a:off x="3799475" y="3247886"/>
              <a:ext cx="418060" cy="419142"/>
              <a:chOff x="3465513" y="5773735"/>
              <a:chExt cx="612775" cy="614362"/>
            </a:xfrm>
            <a:solidFill>
              <a:schemeClr val="bg1">
                <a:lumMod val="95000"/>
              </a:schemeClr>
            </a:solidFill>
          </p:grpSpPr>
          <p:sp>
            <p:nvSpPr>
              <p:cNvPr id="15" name="Freeform 128">
                <a:extLst>
                  <a:ext uri="{FF2B5EF4-FFF2-40B4-BE49-F238E27FC236}">
                    <a16:creationId xmlns="" xmlns:a16="http://schemas.microsoft.com/office/drawing/2014/main" id="{BE70FD05-B8DB-44AA-8CB3-DC7CD214CE0B}"/>
                  </a:ext>
                </a:extLst>
              </p:cNvPr>
              <p:cNvSpPr>
                <a:spLocks noEditPoints="1"/>
              </p:cNvSpPr>
              <p:nvPr/>
            </p:nvSpPr>
            <p:spPr bwMode="auto">
              <a:xfrm>
                <a:off x="3465513" y="5773735"/>
                <a:ext cx="612775" cy="614362"/>
              </a:xfrm>
              <a:custGeom>
                <a:avLst/>
                <a:gdLst>
                  <a:gd name="T0" fmla="*/ 52 w 163"/>
                  <a:gd name="T1" fmla="*/ 28 h 163"/>
                  <a:gd name="T2" fmla="*/ 91 w 163"/>
                  <a:gd name="T3" fmla="*/ 67 h 163"/>
                  <a:gd name="T4" fmla="*/ 93 w 163"/>
                  <a:gd name="T5" fmla="*/ 55 h 163"/>
                  <a:gd name="T6" fmla="*/ 85 w 163"/>
                  <a:gd name="T7" fmla="*/ 32 h 163"/>
                  <a:gd name="T8" fmla="*/ 66 w 163"/>
                  <a:gd name="T9" fmla="*/ 13 h 163"/>
                  <a:gd name="T10" fmla="*/ 16 w 163"/>
                  <a:gd name="T11" fmla="*/ 16 h 163"/>
                  <a:gd name="T12" fmla="*/ 13 w 163"/>
                  <a:gd name="T13" fmla="*/ 66 h 163"/>
                  <a:gd name="T14" fmla="*/ 32 w 163"/>
                  <a:gd name="T15" fmla="*/ 85 h 163"/>
                  <a:gd name="T16" fmla="*/ 67 w 163"/>
                  <a:gd name="T17" fmla="*/ 91 h 163"/>
                  <a:gd name="T18" fmla="*/ 28 w 163"/>
                  <a:gd name="T19" fmla="*/ 52 h 163"/>
                  <a:gd name="T20" fmla="*/ 31 w 163"/>
                  <a:gd name="T21" fmla="*/ 31 h 163"/>
                  <a:gd name="T22" fmla="*/ 52 w 163"/>
                  <a:gd name="T23" fmla="*/ 28 h 163"/>
                  <a:gd name="T24" fmla="*/ 150 w 163"/>
                  <a:gd name="T25" fmla="*/ 97 h 163"/>
                  <a:gd name="T26" fmla="*/ 131 w 163"/>
                  <a:gd name="T27" fmla="*/ 78 h 163"/>
                  <a:gd name="T28" fmla="*/ 108 w 163"/>
                  <a:gd name="T29" fmla="*/ 70 h 163"/>
                  <a:gd name="T30" fmla="*/ 96 w 163"/>
                  <a:gd name="T31" fmla="*/ 72 h 163"/>
                  <a:gd name="T32" fmla="*/ 135 w 163"/>
                  <a:gd name="T33" fmla="*/ 110 h 163"/>
                  <a:gd name="T34" fmla="*/ 132 w 163"/>
                  <a:gd name="T35" fmla="*/ 132 h 163"/>
                  <a:gd name="T36" fmla="*/ 111 w 163"/>
                  <a:gd name="T37" fmla="*/ 135 h 163"/>
                  <a:gd name="T38" fmla="*/ 72 w 163"/>
                  <a:gd name="T39" fmla="*/ 96 h 163"/>
                  <a:gd name="T40" fmla="*/ 78 w 163"/>
                  <a:gd name="T41" fmla="*/ 131 h 163"/>
                  <a:gd name="T42" fmla="*/ 97 w 163"/>
                  <a:gd name="T43" fmla="*/ 150 h 163"/>
                  <a:gd name="T44" fmla="*/ 147 w 163"/>
                  <a:gd name="T45" fmla="*/ 147 h 163"/>
                  <a:gd name="T46" fmla="*/ 150 w 163"/>
                  <a:gd name="T47" fmla="*/ 97 h 1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3" h="163">
                    <a:moveTo>
                      <a:pt x="52" y="28"/>
                    </a:moveTo>
                    <a:cubicBezTo>
                      <a:pt x="91" y="67"/>
                      <a:pt x="91" y="67"/>
                      <a:pt x="91" y="67"/>
                    </a:cubicBezTo>
                    <a:cubicBezTo>
                      <a:pt x="92" y="63"/>
                      <a:pt x="93" y="59"/>
                      <a:pt x="93" y="55"/>
                    </a:cubicBezTo>
                    <a:cubicBezTo>
                      <a:pt x="94" y="46"/>
                      <a:pt x="91" y="38"/>
                      <a:pt x="85" y="32"/>
                    </a:cubicBezTo>
                    <a:cubicBezTo>
                      <a:pt x="66" y="13"/>
                      <a:pt x="66" y="13"/>
                      <a:pt x="66" y="13"/>
                    </a:cubicBezTo>
                    <a:cubicBezTo>
                      <a:pt x="53" y="0"/>
                      <a:pt x="30" y="2"/>
                      <a:pt x="16" y="16"/>
                    </a:cubicBezTo>
                    <a:cubicBezTo>
                      <a:pt x="2" y="30"/>
                      <a:pt x="0" y="53"/>
                      <a:pt x="13" y="66"/>
                    </a:cubicBezTo>
                    <a:cubicBezTo>
                      <a:pt x="32" y="85"/>
                      <a:pt x="32" y="85"/>
                      <a:pt x="32" y="85"/>
                    </a:cubicBezTo>
                    <a:cubicBezTo>
                      <a:pt x="41" y="94"/>
                      <a:pt x="54" y="96"/>
                      <a:pt x="67" y="91"/>
                    </a:cubicBezTo>
                    <a:cubicBezTo>
                      <a:pt x="28" y="52"/>
                      <a:pt x="28" y="52"/>
                      <a:pt x="28" y="52"/>
                    </a:cubicBezTo>
                    <a:cubicBezTo>
                      <a:pt x="23" y="47"/>
                      <a:pt x="25" y="37"/>
                      <a:pt x="31" y="31"/>
                    </a:cubicBezTo>
                    <a:cubicBezTo>
                      <a:pt x="37" y="25"/>
                      <a:pt x="47" y="23"/>
                      <a:pt x="52" y="28"/>
                    </a:cubicBezTo>
                    <a:close/>
                    <a:moveTo>
                      <a:pt x="150" y="97"/>
                    </a:moveTo>
                    <a:cubicBezTo>
                      <a:pt x="131" y="78"/>
                      <a:pt x="131" y="78"/>
                      <a:pt x="131" y="78"/>
                    </a:cubicBezTo>
                    <a:cubicBezTo>
                      <a:pt x="125" y="72"/>
                      <a:pt x="117" y="69"/>
                      <a:pt x="108" y="70"/>
                    </a:cubicBezTo>
                    <a:cubicBezTo>
                      <a:pt x="104" y="70"/>
                      <a:pt x="100" y="71"/>
                      <a:pt x="96" y="72"/>
                    </a:cubicBezTo>
                    <a:cubicBezTo>
                      <a:pt x="135" y="110"/>
                      <a:pt x="135" y="110"/>
                      <a:pt x="135" y="110"/>
                    </a:cubicBezTo>
                    <a:cubicBezTo>
                      <a:pt x="140" y="116"/>
                      <a:pt x="138" y="126"/>
                      <a:pt x="132" y="132"/>
                    </a:cubicBezTo>
                    <a:cubicBezTo>
                      <a:pt x="126" y="138"/>
                      <a:pt x="116" y="140"/>
                      <a:pt x="111" y="135"/>
                    </a:cubicBezTo>
                    <a:cubicBezTo>
                      <a:pt x="72" y="96"/>
                      <a:pt x="72" y="96"/>
                      <a:pt x="72" y="96"/>
                    </a:cubicBezTo>
                    <a:cubicBezTo>
                      <a:pt x="67" y="109"/>
                      <a:pt x="69" y="122"/>
                      <a:pt x="78" y="131"/>
                    </a:cubicBezTo>
                    <a:cubicBezTo>
                      <a:pt x="97" y="150"/>
                      <a:pt x="97" y="150"/>
                      <a:pt x="97" y="150"/>
                    </a:cubicBezTo>
                    <a:cubicBezTo>
                      <a:pt x="110" y="163"/>
                      <a:pt x="133" y="161"/>
                      <a:pt x="147" y="147"/>
                    </a:cubicBezTo>
                    <a:cubicBezTo>
                      <a:pt x="161" y="133"/>
                      <a:pt x="163" y="110"/>
                      <a:pt x="150" y="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6" name="Freeform 129">
                <a:extLst>
                  <a:ext uri="{FF2B5EF4-FFF2-40B4-BE49-F238E27FC236}">
                    <a16:creationId xmlns="" xmlns:a16="http://schemas.microsoft.com/office/drawing/2014/main" id="{688D9508-8E5F-431E-B35F-AAFA85606C8C}"/>
                  </a:ext>
                </a:extLst>
              </p:cNvPr>
              <p:cNvSpPr>
                <a:spLocks/>
              </p:cNvSpPr>
              <p:nvPr/>
            </p:nvSpPr>
            <p:spPr bwMode="auto">
              <a:xfrm>
                <a:off x="3654425" y="5962648"/>
                <a:ext cx="239713" cy="244475"/>
              </a:xfrm>
              <a:custGeom>
                <a:avLst/>
                <a:gdLst>
                  <a:gd name="T0" fmla="*/ 62 w 64"/>
                  <a:gd name="T1" fmla="*/ 48 h 65"/>
                  <a:gd name="T2" fmla="*/ 64 w 64"/>
                  <a:gd name="T3" fmla="*/ 54 h 65"/>
                  <a:gd name="T4" fmla="*/ 61 w 64"/>
                  <a:gd name="T5" fmla="*/ 61 h 65"/>
                  <a:gd name="T6" fmla="*/ 48 w 64"/>
                  <a:gd name="T7" fmla="*/ 62 h 65"/>
                  <a:gd name="T8" fmla="*/ 4 w 64"/>
                  <a:gd name="T9" fmla="*/ 17 h 65"/>
                  <a:gd name="T10" fmla="*/ 5 w 64"/>
                  <a:gd name="T11" fmla="*/ 5 h 65"/>
                  <a:gd name="T12" fmla="*/ 17 w 64"/>
                  <a:gd name="T13" fmla="*/ 4 h 65"/>
                  <a:gd name="T14" fmla="*/ 62 w 64"/>
                  <a:gd name="T15" fmla="*/ 48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4" h="65">
                    <a:moveTo>
                      <a:pt x="62" y="48"/>
                    </a:moveTo>
                    <a:cubicBezTo>
                      <a:pt x="63" y="49"/>
                      <a:pt x="64" y="52"/>
                      <a:pt x="64" y="54"/>
                    </a:cubicBezTo>
                    <a:cubicBezTo>
                      <a:pt x="64" y="56"/>
                      <a:pt x="63" y="59"/>
                      <a:pt x="61" y="61"/>
                    </a:cubicBezTo>
                    <a:cubicBezTo>
                      <a:pt x="57" y="64"/>
                      <a:pt x="51" y="65"/>
                      <a:pt x="48" y="62"/>
                    </a:cubicBezTo>
                    <a:cubicBezTo>
                      <a:pt x="4" y="17"/>
                      <a:pt x="4" y="17"/>
                      <a:pt x="4" y="17"/>
                    </a:cubicBezTo>
                    <a:cubicBezTo>
                      <a:pt x="0" y="14"/>
                      <a:pt x="1" y="8"/>
                      <a:pt x="5" y="5"/>
                    </a:cubicBezTo>
                    <a:cubicBezTo>
                      <a:pt x="8" y="1"/>
                      <a:pt x="14" y="0"/>
                      <a:pt x="17" y="4"/>
                    </a:cubicBezTo>
                    <a:lnTo>
                      <a:pt x="62" y="4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7" name="组合 15">
              <a:extLst>
                <a:ext uri="{FF2B5EF4-FFF2-40B4-BE49-F238E27FC236}">
                  <a16:creationId xmlns="" xmlns:a16="http://schemas.microsoft.com/office/drawing/2014/main" id="{16ECB54C-BD44-48F0-9BE2-54FC4BEA26AC}"/>
                </a:ext>
              </a:extLst>
            </p:cNvPr>
            <p:cNvGrpSpPr/>
            <p:nvPr/>
          </p:nvGrpSpPr>
          <p:grpSpPr>
            <a:xfrm>
              <a:off x="5071729" y="3310592"/>
              <a:ext cx="384354" cy="387479"/>
              <a:chOff x="4924425" y="5792785"/>
              <a:chExt cx="585788" cy="590550"/>
            </a:xfrm>
            <a:solidFill>
              <a:schemeClr val="bg1">
                <a:lumMod val="95000"/>
              </a:schemeClr>
            </a:solidFill>
          </p:grpSpPr>
          <p:sp>
            <p:nvSpPr>
              <p:cNvPr id="18" name="Freeform 134">
                <a:extLst>
                  <a:ext uri="{FF2B5EF4-FFF2-40B4-BE49-F238E27FC236}">
                    <a16:creationId xmlns="" xmlns:a16="http://schemas.microsoft.com/office/drawing/2014/main" id="{6FDC0BDA-3861-4F18-B30F-75476F031828}"/>
                  </a:ext>
                </a:extLst>
              </p:cNvPr>
              <p:cNvSpPr>
                <a:spLocks/>
              </p:cNvSpPr>
              <p:nvPr/>
            </p:nvSpPr>
            <p:spPr bwMode="auto">
              <a:xfrm>
                <a:off x="4924425" y="5888035"/>
                <a:ext cx="371475" cy="495300"/>
              </a:xfrm>
              <a:custGeom>
                <a:avLst/>
                <a:gdLst>
                  <a:gd name="T0" fmla="*/ 85 w 99"/>
                  <a:gd name="T1" fmla="*/ 75 h 132"/>
                  <a:gd name="T2" fmla="*/ 51 w 99"/>
                  <a:gd name="T3" fmla="*/ 75 h 132"/>
                  <a:gd name="T4" fmla="*/ 18 w 99"/>
                  <a:gd name="T5" fmla="*/ 42 h 132"/>
                  <a:gd name="T6" fmla="*/ 18 w 99"/>
                  <a:gd name="T7" fmla="*/ 0 h 132"/>
                  <a:gd name="T8" fmla="*/ 7 w 99"/>
                  <a:gd name="T9" fmla="*/ 6 h 132"/>
                  <a:gd name="T10" fmla="*/ 0 w 99"/>
                  <a:gd name="T11" fmla="*/ 24 h 132"/>
                  <a:gd name="T12" fmla="*/ 0 w 99"/>
                  <a:gd name="T13" fmla="*/ 66 h 132"/>
                  <a:gd name="T14" fmla="*/ 7 w 99"/>
                  <a:gd name="T15" fmla="*/ 83 h 132"/>
                  <a:gd name="T16" fmla="*/ 24 w 99"/>
                  <a:gd name="T17" fmla="*/ 90 h 132"/>
                  <a:gd name="T18" fmla="*/ 25 w 99"/>
                  <a:gd name="T19" fmla="*/ 90 h 132"/>
                  <a:gd name="T20" fmla="*/ 25 w 99"/>
                  <a:gd name="T21" fmla="*/ 105 h 132"/>
                  <a:gd name="T22" fmla="*/ 25 w 99"/>
                  <a:gd name="T23" fmla="*/ 123 h 132"/>
                  <a:gd name="T24" fmla="*/ 35 w 99"/>
                  <a:gd name="T25" fmla="*/ 126 h 132"/>
                  <a:gd name="T26" fmla="*/ 57 w 99"/>
                  <a:gd name="T27" fmla="*/ 101 h 132"/>
                  <a:gd name="T28" fmla="*/ 66 w 99"/>
                  <a:gd name="T29" fmla="*/ 90 h 132"/>
                  <a:gd name="T30" fmla="*/ 99 w 99"/>
                  <a:gd name="T31" fmla="*/ 90 h 132"/>
                  <a:gd name="T32" fmla="*/ 92 w 99"/>
                  <a:gd name="T33" fmla="*/ 82 h 132"/>
                  <a:gd name="T34" fmla="*/ 85 w 99"/>
                  <a:gd name="T35" fmla="*/ 75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99" h="132">
                    <a:moveTo>
                      <a:pt x="85" y="75"/>
                    </a:moveTo>
                    <a:cubicBezTo>
                      <a:pt x="51" y="75"/>
                      <a:pt x="51" y="75"/>
                      <a:pt x="51" y="75"/>
                    </a:cubicBezTo>
                    <a:cubicBezTo>
                      <a:pt x="33" y="75"/>
                      <a:pt x="18" y="60"/>
                      <a:pt x="18" y="42"/>
                    </a:cubicBezTo>
                    <a:cubicBezTo>
                      <a:pt x="18" y="0"/>
                      <a:pt x="18" y="0"/>
                      <a:pt x="18" y="0"/>
                    </a:cubicBezTo>
                    <a:cubicBezTo>
                      <a:pt x="14" y="1"/>
                      <a:pt x="10" y="3"/>
                      <a:pt x="7" y="6"/>
                    </a:cubicBezTo>
                    <a:cubicBezTo>
                      <a:pt x="2" y="11"/>
                      <a:pt x="0" y="17"/>
                      <a:pt x="0" y="24"/>
                    </a:cubicBezTo>
                    <a:cubicBezTo>
                      <a:pt x="0" y="66"/>
                      <a:pt x="0" y="66"/>
                      <a:pt x="0" y="66"/>
                    </a:cubicBezTo>
                    <a:cubicBezTo>
                      <a:pt x="0" y="72"/>
                      <a:pt x="2" y="78"/>
                      <a:pt x="7" y="83"/>
                    </a:cubicBezTo>
                    <a:cubicBezTo>
                      <a:pt x="12" y="88"/>
                      <a:pt x="18" y="90"/>
                      <a:pt x="24" y="90"/>
                    </a:cubicBezTo>
                    <a:cubicBezTo>
                      <a:pt x="25" y="90"/>
                      <a:pt x="25" y="90"/>
                      <a:pt x="25" y="90"/>
                    </a:cubicBezTo>
                    <a:cubicBezTo>
                      <a:pt x="25" y="92"/>
                      <a:pt x="25" y="98"/>
                      <a:pt x="25" y="105"/>
                    </a:cubicBezTo>
                    <a:cubicBezTo>
                      <a:pt x="25" y="123"/>
                      <a:pt x="25" y="123"/>
                      <a:pt x="25" y="123"/>
                    </a:cubicBezTo>
                    <a:cubicBezTo>
                      <a:pt x="25" y="131"/>
                      <a:pt x="30" y="132"/>
                      <a:pt x="35" y="126"/>
                    </a:cubicBezTo>
                    <a:cubicBezTo>
                      <a:pt x="57" y="101"/>
                      <a:pt x="57" y="101"/>
                      <a:pt x="57" y="101"/>
                    </a:cubicBezTo>
                    <a:cubicBezTo>
                      <a:pt x="61" y="96"/>
                      <a:pt x="65" y="92"/>
                      <a:pt x="66" y="90"/>
                    </a:cubicBezTo>
                    <a:cubicBezTo>
                      <a:pt x="99" y="90"/>
                      <a:pt x="99" y="90"/>
                      <a:pt x="99" y="90"/>
                    </a:cubicBezTo>
                    <a:cubicBezTo>
                      <a:pt x="92" y="82"/>
                      <a:pt x="92" y="82"/>
                      <a:pt x="92" y="82"/>
                    </a:cubicBezTo>
                    <a:cubicBezTo>
                      <a:pt x="90" y="80"/>
                      <a:pt x="87" y="77"/>
                      <a:pt x="85" y="7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19" name="Freeform 135">
                <a:extLst>
                  <a:ext uri="{FF2B5EF4-FFF2-40B4-BE49-F238E27FC236}">
                    <a16:creationId xmlns="" xmlns:a16="http://schemas.microsoft.com/office/drawing/2014/main" id="{17675566-6F5A-4996-BEF1-FB7B2EAF1FC3}"/>
                  </a:ext>
                </a:extLst>
              </p:cNvPr>
              <p:cNvSpPr>
                <a:spLocks noEditPoints="1"/>
              </p:cNvSpPr>
              <p:nvPr/>
            </p:nvSpPr>
            <p:spPr bwMode="auto">
              <a:xfrm>
                <a:off x="5022850" y="5792785"/>
                <a:ext cx="487363" cy="500062"/>
              </a:xfrm>
              <a:custGeom>
                <a:avLst/>
                <a:gdLst>
                  <a:gd name="T0" fmla="*/ 122 w 130"/>
                  <a:gd name="T1" fmla="*/ 7 h 133"/>
                  <a:gd name="T2" fmla="*/ 105 w 130"/>
                  <a:gd name="T3" fmla="*/ 0 h 133"/>
                  <a:gd name="T4" fmla="*/ 25 w 130"/>
                  <a:gd name="T5" fmla="*/ 0 h 133"/>
                  <a:gd name="T6" fmla="*/ 8 w 130"/>
                  <a:gd name="T7" fmla="*/ 7 h 133"/>
                  <a:gd name="T8" fmla="*/ 0 w 130"/>
                  <a:gd name="T9" fmla="*/ 25 h 133"/>
                  <a:gd name="T10" fmla="*/ 0 w 130"/>
                  <a:gd name="T11" fmla="*/ 67 h 133"/>
                  <a:gd name="T12" fmla="*/ 25 w 130"/>
                  <a:gd name="T13" fmla="*/ 91 h 133"/>
                  <a:gd name="T14" fmla="*/ 63 w 130"/>
                  <a:gd name="T15" fmla="*/ 91 h 133"/>
                  <a:gd name="T16" fmla="*/ 72 w 130"/>
                  <a:gd name="T17" fmla="*/ 102 h 133"/>
                  <a:gd name="T18" fmla="*/ 95 w 130"/>
                  <a:gd name="T19" fmla="*/ 127 h 133"/>
                  <a:gd name="T20" fmla="*/ 104 w 130"/>
                  <a:gd name="T21" fmla="*/ 124 h 133"/>
                  <a:gd name="T22" fmla="*/ 104 w 130"/>
                  <a:gd name="T23" fmla="*/ 106 h 133"/>
                  <a:gd name="T24" fmla="*/ 105 w 130"/>
                  <a:gd name="T25" fmla="*/ 91 h 133"/>
                  <a:gd name="T26" fmla="*/ 105 w 130"/>
                  <a:gd name="T27" fmla="*/ 91 h 133"/>
                  <a:gd name="T28" fmla="*/ 122 w 130"/>
                  <a:gd name="T29" fmla="*/ 84 h 133"/>
                  <a:gd name="T30" fmla="*/ 130 w 130"/>
                  <a:gd name="T31" fmla="*/ 67 h 133"/>
                  <a:gd name="T32" fmla="*/ 130 w 130"/>
                  <a:gd name="T33" fmla="*/ 25 h 133"/>
                  <a:gd name="T34" fmla="*/ 122 w 130"/>
                  <a:gd name="T35" fmla="*/ 7 h 133"/>
                  <a:gd name="T36" fmla="*/ 39 w 130"/>
                  <a:gd name="T37" fmla="*/ 58 h 133"/>
                  <a:gd name="T38" fmla="*/ 29 w 130"/>
                  <a:gd name="T39" fmla="*/ 48 h 133"/>
                  <a:gd name="T40" fmla="*/ 39 w 130"/>
                  <a:gd name="T41" fmla="*/ 38 h 133"/>
                  <a:gd name="T42" fmla="*/ 49 w 130"/>
                  <a:gd name="T43" fmla="*/ 48 h 133"/>
                  <a:gd name="T44" fmla="*/ 39 w 130"/>
                  <a:gd name="T45" fmla="*/ 58 h 133"/>
                  <a:gd name="T46" fmla="*/ 67 w 130"/>
                  <a:gd name="T47" fmla="*/ 58 h 133"/>
                  <a:gd name="T48" fmla="*/ 57 w 130"/>
                  <a:gd name="T49" fmla="*/ 48 h 133"/>
                  <a:gd name="T50" fmla="*/ 67 w 130"/>
                  <a:gd name="T51" fmla="*/ 38 h 133"/>
                  <a:gd name="T52" fmla="*/ 77 w 130"/>
                  <a:gd name="T53" fmla="*/ 48 h 133"/>
                  <a:gd name="T54" fmla="*/ 67 w 130"/>
                  <a:gd name="T55" fmla="*/ 58 h 133"/>
                  <a:gd name="T56" fmla="*/ 94 w 130"/>
                  <a:gd name="T57" fmla="*/ 58 h 133"/>
                  <a:gd name="T58" fmla="*/ 84 w 130"/>
                  <a:gd name="T59" fmla="*/ 48 h 133"/>
                  <a:gd name="T60" fmla="*/ 94 w 130"/>
                  <a:gd name="T61" fmla="*/ 38 h 133"/>
                  <a:gd name="T62" fmla="*/ 104 w 130"/>
                  <a:gd name="T63" fmla="*/ 48 h 133"/>
                  <a:gd name="T64" fmla="*/ 94 w 130"/>
                  <a:gd name="T65" fmla="*/ 58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0" h="133">
                    <a:moveTo>
                      <a:pt x="122" y="7"/>
                    </a:moveTo>
                    <a:cubicBezTo>
                      <a:pt x="118" y="3"/>
                      <a:pt x="112" y="0"/>
                      <a:pt x="105" y="0"/>
                    </a:cubicBezTo>
                    <a:cubicBezTo>
                      <a:pt x="25" y="0"/>
                      <a:pt x="25" y="0"/>
                      <a:pt x="25" y="0"/>
                    </a:cubicBezTo>
                    <a:cubicBezTo>
                      <a:pt x="18" y="0"/>
                      <a:pt x="12" y="3"/>
                      <a:pt x="8" y="7"/>
                    </a:cubicBezTo>
                    <a:cubicBezTo>
                      <a:pt x="3" y="12"/>
                      <a:pt x="0" y="18"/>
                      <a:pt x="0" y="25"/>
                    </a:cubicBezTo>
                    <a:cubicBezTo>
                      <a:pt x="0" y="67"/>
                      <a:pt x="0" y="67"/>
                      <a:pt x="0" y="67"/>
                    </a:cubicBezTo>
                    <a:cubicBezTo>
                      <a:pt x="0" y="80"/>
                      <a:pt x="11" y="91"/>
                      <a:pt x="25" y="91"/>
                    </a:cubicBezTo>
                    <a:cubicBezTo>
                      <a:pt x="63" y="91"/>
                      <a:pt x="63" y="91"/>
                      <a:pt x="63" y="91"/>
                    </a:cubicBezTo>
                    <a:cubicBezTo>
                      <a:pt x="65" y="93"/>
                      <a:pt x="68" y="97"/>
                      <a:pt x="72" y="102"/>
                    </a:cubicBezTo>
                    <a:cubicBezTo>
                      <a:pt x="95" y="127"/>
                      <a:pt x="95" y="127"/>
                      <a:pt x="95" y="127"/>
                    </a:cubicBezTo>
                    <a:cubicBezTo>
                      <a:pt x="100" y="133"/>
                      <a:pt x="104" y="132"/>
                      <a:pt x="104" y="124"/>
                    </a:cubicBezTo>
                    <a:cubicBezTo>
                      <a:pt x="104" y="106"/>
                      <a:pt x="104" y="106"/>
                      <a:pt x="104" y="106"/>
                    </a:cubicBezTo>
                    <a:cubicBezTo>
                      <a:pt x="104" y="99"/>
                      <a:pt x="104" y="93"/>
                      <a:pt x="105" y="91"/>
                    </a:cubicBezTo>
                    <a:cubicBezTo>
                      <a:pt x="105" y="91"/>
                      <a:pt x="105" y="91"/>
                      <a:pt x="105" y="91"/>
                    </a:cubicBezTo>
                    <a:cubicBezTo>
                      <a:pt x="112" y="91"/>
                      <a:pt x="118" y="89"/>
                      <a:pt x="122" y="84"/>
                    </a:cubicBezTo>
                    <a:cubicBezTo>
                      <a:pt x="127" y="80"/>
                      <a:pt x="130" y="73"/>
                      <a:pt x="130" y="67"/>
                    </a:cubicBezTo>
                    <a:cubicBezTo>
                      <a:pt x="130" y="25"/>
                      <a:pt x="130" y="25"/>
                      <a:pt x="130" y="25"/>
                    </a:cubicBezTo>
                    <a:cubicBezTo>
                      <a:pt x="130" y="18"/>
                      <a:pt x="127" y="12"/>
                      <a:pt x="122" y="7"/>
                    </a:cubicBezTo>
                    <a:close/>
                    <a:moveTo>
                      <a:pt x="39" y="58"/>
                    </a:moveTo>
                    <a:cubicBezTo>
                      <a:pt x="33" y="58"/>
                      <a:pt x="29" y="53"/>
                      <a:pt x="29" y="48"/>
                    </a:cubicBezTo>
                    <a:cubicBezTo>
                      <a:pt x="29" y="42"/>
                      <a:pt x="33" y="38"/>
                      <a:pt x="39" y="38"/>
                    </a:cubicBezTo>
                    <a:cubicBezTo>
                      <a:pt x="44" y="38"/>
                      <a:pt x="49" y="42"/>
                      <a:pt x="49" y="48"/>
                    </a:cubicBezTo>
                    <a:cubicBezTo>
                      <a:pt x="49" y="53"/>
                      <a:pt x="44" y="58"/>
                      <a:pt x="39" y="58"/>
                    </a:cubicBezTo>
                    <a:close/>
                    <a:moveTo>
                      <a:pt x="67" y="58"/>
                    </a:moveTo>
                    <a:cubicBezTo>
                      <a:pt x="61" y="58"/>
                      <a:pt x="57" y="53"/>
                      <a:pt x="57" y="48"/>
                    </a:cubicBezTo>
                    <a:cubicBezTo>
                      <a:pt x="57" y="42"/>
                      <a:pt x="61" y="38"/>
                      <a:pt x="67" y="38"/>
                    </a:cubicBezTo>
                    <a:cubicBezTo>
                      <a:pt x="72" y="38"/>
                      <a:pt x="77" y="42"/>
                      <a:pt x="77" y="48"/>
                    </a:cubicBezTo>
                    <a:cubicBezTo>
                      <a:pt x="77" y="53"/>
                      <a:pt x="72" y="58"/>
                      <a:pt x="67" y="58"/>
                    </a:cubicBezTo>
                    <a:close/>
                    <a:moveTo>
                      <a:pt x="94" y="58"/>
                    </a:moveTo>
                    <a:cubicBezTo>
                      <a:pt x="89" y="58"/>
                      <a:pt x="84" y="53"/>
                      <a:pt x="84" y="48"/>
                    </a:cubicBezTo>
                    <a:cubicBezTo>
                      <a:pt x="84" y="42"/>
                      <a:pt x="89" y="38"/>
                      <a:pt x="94" y="38"/>
                    </a:cubicBezTo>
                    <a:cubicBezTo>
                      <a:pt x="100" y="38"/>
                      <a:pt x="104" y="42"/>
                      <a:pt x="104" y="48"/>
                    </a:cubicBezTo>
                    <a:cubicBezTo>
                      <a:pt x="104" y="53"/>
                      <a:pt x="100" y="58"/>
                      <a:pt x="94" y="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0" name="组合 18">
              <a:extLst>
                <a:ext uri="{FF2B5EF4-FFF2-40B4-BE49-F238E27FC236}">
                  <a16:creationId xmlns="" xmlns:a16="http://schemas.microsoft.com/office/drawing/2014/main" id="{B03AEEBD-7AFA-4653-B218-8E85AE79FDFF}"/>
                </a:ext>
              </a:extLst>
            </p:cNvPr>
            <p:cNvGrpSpPr/>
            <p:nvPr/>
          </p:nvGrpSpPr>
          <p:grpSpPr>
            <a:xfrm>
              <a:off x="4367437" y="2168946"/>
              <a:ext cx="497958" cy="375722"/>
              <a:chOff x="862806" y="6597645"/>
              <a:chExt cx="788988" cy="595312"/>
            </a:xfrm>
            <a:solidFill>
              <a:schemeClr val="bg1">
                <a:lumMod val="95000"/>
              </a:schemeClr>
            </a:solidFill>
          </p:grpSpPr>
          <p:sp>
            <p:nvSpPr>
              <p:cNvPr id="21" name="Freeform 154">
                <a:extLst>
                  <a:ext uri="{FF2B5EF4-FFF2-40B4-BE49-F238E27FC236}">
                    <a16:creationId xmlns="" xmlns:a16="http://schemas.microsoft.com/office/drawing/2014/main" id="{45AC8286-1A43-4B47-B3DC-90991E475CCD}"/>
                  </a:ext>
                </a:extLst>
              </p:cNvPr>
              <p:cNvSpPr>
                <a:spLocks noEditPoints="1"/>
              </p:cNvSpPr>
              <p:nvPr/>
            </p:nvSpPr>
            <p:spPr bwMode="auto">
              <a:xfrm>
                <a:off x="1380331" y="6696070"/>
                <a:ext cx="173038" cy="398462"/>
              </a:xfrm>
              <a:custGeom>
                <a:avLst/>
                <a:gdLst>
                  <a:gd name="T0" fmla="*/ 34 w 46"/>
                  <a:gd name="T1" fmla="*/ 0 h 106"/>
                  <a:gd name="T2" fmla="*/ 12 w 46"/>
                  <a:gd name="T3" fmla="*/ 0 h 106"/>
                  <a:gd name="T4" fmla="*/ 0 w 46"/>
                  <a:gd name="T5" fmla="*/ 11 h 106"/>
                  <a:gd name="T6" fmla="*/ 0 w 46"/>
                  <a:gd name="T7" fmla="*/ 95 h 106"/>
                  <a:gd name="T8" fmla="*/ 12 w 46"/>
                  <a:gd name="T9" fmla="*/ 106 h 106"/>
                  <a:gd name="T10" fmla="*/ 34 w 46"/>
                  <a:gd name="T11" fmla="*/ 106 h 106"/>
                  <a:gd name="T12" fmla="*/ 46 w 46"/>
                  <a:gd name="T13" fmla="*/ 95 h 106"/>
                  <a:gd name="T14" fmla="*/ 46 w 46"/>
                  <a:gd name="T15" fmla="*/ 11 h 106"/>
                  <a:gd name="T16" fmla="*/ 34 w 46"/>
                  <a:gd name="T17" fmla="*/ 0 h 106"/>
                  <a:gd name="T18" fmla="*/ 18 w 46"/>
                  <a:gd name="T19" fmla="*/ 36 h 106"/>
                  <a:gd name="T20" fmla="*/ 14 w 46"/>
                  <a:gd name="T21" fmla="*/ 39 h 106"/>
                  <a:gd name="T22" fmla="*/ 11 w 46"/>
                  <a:gd name="T23" fmla="*/ 36 h 106"/>
                  <a:gd name="T24" fmla="*/ 11 w 46"/>
                  <a:gd name="T25" fmla="*/ 13 h 106"/>
                  <a:gd name="T26" fmla="*/ 14 w 46"/>
                  <a:gd name="T27" fmla="*/ 10 h 106"/>
                  <a:gd name="T28" fmla="*/ 18 w 46"/>
                  <a:gd name="T29" fmla="*/ 13 h 106"/>
                  <a:gd name="T30" fmla="*/ 18 w 46"/>
                  <a:gd name="T31" fmla="*/ 36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106">
                    <a:moveTo>
                      <a:pt x="34" y="0"/>
                    </a:moveTo>
                    <a:cubicBezTo>
                      <a:pt x="12" y="0"/>
                      <a:pt x="12" y="0"/>
                      <a:pt x="12" y="0"/>
                    </a:cubicBezTo>
                    <a:cubicBezTo>
                      <a:pt x="5" y="0"/>
                      <a:pt x="0" y="5"/>
                      <a:pt x="0" y="11"/>
                    </a:cubicBezTo>
                    <a:cubicBezTo>
                      <a:pt x="0" y="95"/>
                      <a:pt x="0" y="95"/>
                      <a:pt x="0" y="95"/>
                    </a:cubicBezTo>
                    <a:cubicBezTo>
                      <a:pt x="0" y="101"/>
                      <a:pt x="5" y="106"/>
                      <a:pt x="12" y="106"/>
                    </a:cubicBezTo>
                    <a:cubicBezTo>
                      <a:pt x="34" y="106"/>
                      <a:pt x="34" y="106"/>
                      <a:pt x="34" y="106"/>
                    </a:cubicBezTo>
                    <a:cubicBezTo>
                      <a:pt x="41" y="106"/>
                      <a:pt x="46" y="101"/>
                      <a:pt x="46" y="95"/>
                    </a:cubicBezTo>
                    <a:cubicBezTo>
                      <a:pt x="46" y="11"/>
                      <a:pt x="46" y="11"/>
                      <a:pt x="46" y="11"/>
                    </a:cubicBezTo>
                    <a:cubicBezTo>
                      <a:pt x="46" y="5"/>
                      <a:pt x="41" y="0"/>
                      <a:pt x="34" y="0"/>
                    </a:cubicBezTo>
                    <a:close/>
                    <a:moveTo>
                      <a:pt x="18" y="36"/>
                    </a:moveTo>
                    <a:cubicBezTo>
                      <a:pt x="18" y="38"/>
                      <a:pt x="17" y="39"/>
                      <a:pt x="14" y="39"/>
                    </a:cubicBezTo>
                    <a:cubicBezTo>
                      <a:pt x="12" y="39"/>
                      <a:pt x="11" y="38"/>
                      <a:pt x="11" y="36"/>
                    </a:cubicBezTo>
                    <a:cubicBezTo>
                      <a:pt x="11" y="13"/>
                      <a:pt x="11" y="13"/>
                      <a:pt x="11" y="13"/>
                    </a:cubicBezTo>
                    <a:cubicBezTo>
                      <a:pt x="11" y="11"/>
                      <a:pt x="12" y="10"/>
                      <a:pt x="14" y="10"/>
                    </a:cubicBezTo>
                    <a:cubicBezTo>
                      <a:pt x="17" y="10"/>
                      <a:pt x="18" y="11"/>
                      <a:pt x="18" y="13"/>
                    </a:cubicBezTo>
                    <a:lnTo>
                      <a:pt x="18" y="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2" name="Freeform 155">
                <a:extLst>
                  <a:ext uri="{FF2B5EF4-FFF2-40B4-BE49-F238E27FC236}">
                    <a16:creationId xmlns="" xmlns:a16="http://schemas.microsoft.com/office/drawing/2014/main" id="{383105C5-BE5A-4253-9B56-BCD337DAB14A}"/>
                  </a:ext>
                </a:extLst>
              </p:cNvPr>
              <p:cNvSpPr>
                <a:spLocks/>
              </p:cNvSpPr>
              <p:nvPr/>
            </p:nvSpPr>
            <p:spPr bwMode="auto">
              <a:xfrm>
                <a:off x="862806" y="7165970"/>
                <a:ext cx="788988" cy="26987"/>
              </a:xfrm>
              <a:custGeom>
                <a:avLst/>
                <a:gdLst>
                  <a:gd name="T0" fmla="*/ 4 w 210"/>
                  <a:gd name="T1" fmla="*/ 7 h 7"/>
                  <a:gd name="T2" fmla="*/ 0 w 210"/>
                  <a:gd name="T3" fmla="*/ 3 h 7"/>
                  <a:gd name="T4" fmla="*/ 0 w 210"/>
                  <a:gd name="T5" fmla="*/ 3 h 7"/>
                  <a:gd name="T6" fmla="*/ 4 w 210"/>
                  <a:gd name="T7" fmla="*/ 0 h 7"/>
                  <a:gd name="T8" fmla="*/ 4 w 210"/>
                  <a:gd name="T9" fmla="*/ 0 h 7"/>
                  <a:gd name="T10" fmla="*/ 206 w 210"/>
                  <a:gd name="T11" fmla="*/ 0 h 7"/>
                  <a:gd name="T12" fmla="*/ 210 w 210"/>
                  <a:gd name="T13" fmla="*/ 3 h 7"/>
                  <a:gd name="T14" fmla="*/ 210 w 210"/>
                  <a:gd name="T15" fmla="*/ 3 h 7"/>
                  <a:gd name="T16" fmla="*/ 206 w 210"/>
                  <a:gd name="T17" fmla="*/ 7 h 7"/>
                  <a:gd name="T18" fmla="*/ 206 w 210"/>
                  <a:gd name="T19" fmla="*/ 7 h 7"/>
                  <a:gd name="T20" fmla="*/ 4 w 210"/>
                  <a:gd name="T21" fmla="*/ 7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0" h="7">
                    <a:moveTo>
                      <a:pt x="4" y="7"/>
                    </a:moveTo>
                    <a:cubicBezTo>
                      <a:pt x="2" y="7"/>
                      <a:pt x="0" y="6"/>
                      <a:pt x="0" y="3"/>
                    </a:cubicBezTo>
                    <a:cubicBezTo>
                      <a:pt x="0" y="3"/>
                      <a:pt x="0" y="3"/>
                      <a:pt x="0" y="3"/>
                    </a:cubicBezTo>
                    <a:cubicBezTo>
                      <a:pt x="0" y="1"/>
                      <a:pt x="2" y="0"/>
                      <a:pt x="4" y="0"/>
                    </a:cubicBezTo>
                    <a:cubicBezTo>
                      <a:pt x="4" y="0"/>
                      <a:pt x="4" y="0"/>
                      <a:pt x="4" y="0"/>
                    </a:cubicBezTo>
                    <a:cubicBezTo>
                      <a:pt x="206" y="0"/>
                      <a:pt x="206" y="0"/>
                      <a:pt x="206" y="0"/>
                    </a:cubicBezTo>
                    <a:cubicBezTo>
                      <a:pt x="208" y="0"/>
                      <a:pt x="210" y="1"/>
                      <a:pt x="210" y="3"/>
                    </a:cubicBezTo>
                    <a:cubicBezTo>
                      <a:pt x="210" y="3"/>
                      <a:pt x="210" y="3"/>
                      <a:pt x="210" y="3"/>
                    </a:cubicBezTo>
                    <a:cubicBezTo>
                      <a:pt x="210" y="6"/>
                      <a:pt x="208" y="7"/>
                      <a:pt x="206" y="7"/>
                    </a:cubicBezTo>
                    <a:cubicBezTo>
                      <a:pt x="206" y="7"/>
                      <a:pt x="206" y="7"/>
                      <a:pt x="206" y="7"/>
                    </a:cubicBezTo>
                    <a:cubicBezTo>
                      <a:pt x="4" y="7"/>
                      <a:pt x="4" y="7"/>
                      <a:pt x="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23" name="Freeform 156">
                <a:extLst>
                  <a:ext uri="{FF2B5EF4-FFF2-40B4-BE49-F238E27FC236}">
                    <a16:creationId xmlns="" xmlns:a16="http://schemas.microsoft.com/office/drawing/2014/main" id="{52364DEA-4C03-4EE8-9325-3E4C1AD52A89}"/>
                  </a:ext>
                </a:extLst>
              </p:cNvPr>
              <p:cNvSpPr>
                <a:spLocks noEditPoints="1"/>
              </p:cNvSpPr>
              <p:nvPr/>
            </p:nvSpPr>
            <p:spPr bwMode="auto">
              <a:xfrm>
                <a:off x="940593" y="6597645"/>
                <a:ext cx="395288" cy="508000"/>
              </a:xfrm>
              <a:custGeom>
                <a:avLst/>
                <a:gdLst>
                  <a:gd name="T0" fmla="*/ 46 w 105"/>
                  <a:gd name="T1" fmla="*/ 73 h 135"/>
                  <a:gd name="T2" fmla="*/ 46 w 105"/>
                  <a:gd name="T3" fmla="*/ 125 h 135"/>
                  <a:gd name="T4" fmla="*/ 36 w 105"/>
                  <a:gd name="T5" fmla="*/ 135 h 135"/>
                  <a:gd name="T6" fmla="*/ 11 w 105"/>
                  <a:gd name="T7" fmla="*/ 135 h 135"/>
                  <a:gd name="T8" fmla="*/ 0 w 105"/>
                  <a:gd name="T9" fmla="*/ 125 h 135"/>
                  <a:gd name="T10" fmla="*/ 0 w 105"/>
                  <a:gd name="T11" fmla="*/ 73 h 135"/>
                  <a:gd name="T12" fmla="*/ 11 w 105"/>
                  <a:gd name="T13" fmla="*/ 63 h 135"/>
                  <a:gd name="T14" fmla="*/ 36 w 105"/>
                  <a:gd name="T15" fmla="*/ 63 h 135"/>
                  <a:gd name="T16" fmla="*/ 46 w 105"/>
                  <a:gd name="T17" fmla="*/ 73 h 135"/>
                  <a:gd name="T18" fmla="*/ 17 w 105"/>
                  <a:gd name="T19" fmla="*/ 76 h 135"/>
                  <a:gd name="T20" fmla="*/ 14 w 105"/>
                  <a:gd name="T21" fmla="*/ 73 h 135"/>
                  <a:gd name="T22" fmla="*/ 10 w 105"/>
                  <a:gd name="T23" fmla="*/ 76 h 135"/>
                  <a:gd name="T24" fmla="*/ 10 w 105"/>
                  <a:gd name="T25" fmla="*/ 99 h 135"/>
                  <a:gd name="T26" fmla="*/ 14 w 105"/>
                  <a:gd name="T27" fmla="*/ 102 h 135"/>
                  <a:gd name="T28" fmla="*/ 17 w 105"/>
                  <a:gd name="T29" fmla="*/ 99 h 135"/>
                  <a:gd name="T30" fmla="*/ 17 w 105"/>
                  <a:gd name="T31" fmla="*/ 76 h 135"/>
                  <a:gd name="T32" fmla="*/ 105 w 105"/>
                  <a:gd name="T33" fmla="*/ 10 h 135"/>
                  <a:gd name="T34" fmla="*/ 105 w 105"/>
                  <a:gd name="T35" fmla="*/ 125 h 135"/>
                  <a:gd name="T36" fmla="*/ 94 w 105"/>
                  <a:gd name="T37" fmla="*/ 135 h 135"/>
                  <a:gd name="T38" fmla="*/ 69 w 105"/>
                  <a:gd name="T39" fmla="*/ 135 h 135"/>
                  <a:gd name="T40" fmla="*/ 59 w 105"/>
                  <a:gd name="T41" fmla="*/ 125 h 135"/>
                  <a:gd name="T42" fmla="*/ 59 w 105"/>
                  <a:gd name="T43" fmla="*/ 10 h 135"/>
                  <a:gd name="T44" fmla="*/ 69 w 105"/>
                  <a:gd name="T45" fmla="*/ 0 h 135"/>
                  <a:gd name="T46" fmla="*/ 94 w 105"/>
                  <a:gd name="T47" fmla="*/ 0 h 135"/>
                  <a:gd name="T48" fmla="*/ 105 w 105"/>
                  <a:gd name="T49" fmla="*/ 10 h 135"/>
                  <a:gd name="T50" fmla="*/ 76 w 105"/>
                  <a:gd name="T51" fmla="*/ 13 h 135"/>
                  <a:gd name="T52" fmla="*/ 73 w 105"/>
                  <a:gd name="T53" fmla="*/ 10 h 135"/>
                  <a:gd name="T54" fmla="*/ 69 w 105"/>
                  <a:gd name="T55" fmla="*/ 13 h 135"/>
                  <a:gd name="T56" fmla="*/ 69 w 105"/>
                  <a:gd name="T57" fmla="*/ 42 h 135"/>
                  <a:gd name="T58" fmla="*/ 73 w 105"/>
                  <a:gd name="T59" fmla="*/ 45 h 135"/>
                  <a:gd name="T60" fmla="*/ 76 w 105"/>
                  <a:gd name="T61" fmla="*/ 42 h 135"/>
                  <a:gd name="T62" fmla="*/ 76 w 105"/>
                  <a:gd name="T63" fmla="*/ 13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05" h="135">
                    <a:moveTo>
                      <a:pt x="46" y="73"/>
                    </a:moveTo>
                    <a:cubicBezTo>
                      <a:pt x="46" y="125"/>
                      <a:pt x="46" y="125"/>
                      <a:pt x="46" y="125"/>
                    </a:cubicBezTo>
                    <a:cubicBezTo>
                      <a:pt x="46" y="130"/>
                      <a:pt x="41" y="135"/>
                      <a:pt x="36" y="135"/>
                    </a:cubicBezTo>
                    <a:cubicBezTo>
                      <a:pt x="11" y="135"/>
                      <a:pt x="11" y="135"/>
                      <a:pt x="11" y="135"/>
                    </a:cubicBezTo>
                    <a:cubicBezTo>
                      <a:pt x="5" y="135"/>
                      <a:pt x="0" y="130"/>
                      <a:pt x="0" y="125"/>
                    </a:cubicBezTo>
                    <a:cubicBezTo>
                      <a:pt x="0" y="73"/>
                      <a:pt x="0" y="73"/>
                      <a:pt x="0" y="73"/>
                    </a:cubicBezTo>
                    <a:cubicBezTo>
                      <a:pt x="0" y="67"/>
                      <a:pt x="5" y="63"/>
                      <a:pt x="11" y="63"/>
                    </a:cubicBezTo>
                    <a:cubicBezTo>
                      <a:pt x="36" y="63"/>
                      <a:pt x="36" y="63"/>
                      <a:pt x="36" y="63"/>
                    </a:cubicBezTo>
                    <a:cubicBezTo>
                      <a:pt x="41" y="63"/>
                      <a:pt x="46" y="67"/>
                      <a:pt x="46" y="73"/>
                    </a:cubicBezTo>
                    <a:close/>
                    <a:moveTo>
                      <a:pt x="17" y="76"/>
                    </a:moveTo>
                    <a:cubicBezTo>
                      <a:pt x="17" y="74"/>
                      <a:pt x="16" y="73"/>
                      <a:pt x="14" y="73"/>
                    </a:cubicBezTo>
                    <a:cubicBezTo>
                      <a:pt x="12" y="73"/>
                      <a:pt x="10" y="74"/>
                      <a:pt x="10" y="76"/>
                    </a:cubicBezTo>
                    <a:cubicBezTo>
                      <a:pt x="10" y="99"/>
                      <a:pt x="10" y="99"/>
                      <a:pt x="10" y="99"/>
                    </a:cubicBezTo>
                    <a:cubicBezTo>
                      <a:pt x="10" y="101"/>
                      <a:pt x="12" y="102"/>
                      <a:pt x="14" y="102"/>
                    </a:cubicBezTo>
                    <a:cubicBezTo>
                      <a:pt x="16" y="102"/>
                      <a:pt x="17" y="101"/>
                      <a:pt x="17" y="99"/>
                    </a:cubicBezTo>
                    <a:lnTo>
                      <a:pt x="17" y="76"/>
                    </a:lnTo>
                    <a:close/>
                    <a:moveTo>
                      <a:pt x="105" y="10"/>
                    </a:moveTo>
                    <a:cubicBezTo>
                      <a:pt x="105" y="125"/>
                      <a:pt x="105" y="125"/>
                      <a:pt x="105" y="125"/>
                    </a:cubicBezTo>
                    <a:cubicBezTo>
                      <a:pt x="105" y="130"/>
                      <a:pt x="100" y="135"/>
                      <a:pt x="94" y="135"/>
                    </a:cubicBezTo>
                    <a:cubicBezTo>
                      <a:pt x="69" y="135"/>
                      <a:pt x="69" y="135"/>
                      <a:pt x="69" y="135"/>
                    </a:cubicBezTo>
                    <a:cubicBezTo>
                      <a:pt x="63" y="135"/>
                      <a:pt x="59" y="130"/>
                      <a:pt x="59" y="125"/>
                    </a:cubicBezTo>
                    <a:cubicBezTo>
                      <a:pt x="59" y="10"/>
                      <a:pt x="59" y="10"/>
                      <a:pt x="59" y="10"/>
                    </a:cubicBezTo>
                    <a:cubicBezTo>
                      <a:pt x="59" y="4"/>
                      <a:pt x="63" y="0"/>
                      <a:pt x="69" y="0"/>
                    </a:cubicBezTo>
                    <a:cubicBezTo>
                      <a:pt x="94" y="0"/>
                      <a:pt x="94" y="0"/>
                      <a:pt x="94" y="0"/>
                    </a:cubicBezTo>
                    <a:cubicBezTo>
                      <a:pt x="100" y="0"/>
                      <a:pt x="105" y="4"/>
                      <a:pt x="105" y="10"/>
                    </a:cubicBezTo>
                    <a:close/>
                    <a:moveTo>
                      <a:pt x="76" y="13"/>
                    </a:moveTo>
                    <a:cubicBezTo>
                      <a:pt x="76" y="11"/>
                      <a:pt x="75" y="10"/>
                      <a:pt x="73" y="10"/>
                    </a:cubicBezTo>
                    <a:cubicBezTo>
                      <a:pt x="71" y="10"/>
                      <a:pt x="69" y="11"/>
                      <a:pt x="69" y="13"/>
                    </a:cubicBezTo>
                    <a:cubicBezTo>
                      <a:pt x="69" y="42"/>
                      <a:pt x="69" y="42"/>
                      <a:pt x="69" y="42"/>
                    </a:cubicBezTo>
                    <a:cubicBezTo>
                      <a:pt x="69" y="44"/>
                      <a:pt x="71" y="45"/>
                      <a:pt x="73" y="45"/>
                    </a:cubicBezTo>
                    <a:cubicBezTo>
                      <a:pt x="75" y="45"/>
                      <a:pt x="76" y="44"/>
                      <a:pt x="76" y="42"/>
                    </a:cubicBezTo>
                    <a:lnTo>
                      <a:pt x="76" y="1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grpSp>
        <p:nvGrpSpPr>
          <p:cNvPr id="25" name="组 24"/>
          <p:cNvGrpSpPr/>
          <p:nvPr/>
        </p:nvGrpSpPr>
        <p:grpSpPr>
          <a:xfrm>
            <a:off x="8042617" y="4192519"/>
            <a:ext cx="3240000" cy="1397890"/>
            <a:chOff x="7573558" y="1789204"/>
            <a:chExt cx="3240000" cy="1397890"/>
          </a:xfrm>
        </p:grpSpPr>
        <p:grpSp>
          <p:nvGrpSpPr>
            <p:cNvPr id="26"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8" name="矩形 27">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9" name="矩形 28">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7"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0" name="组 29"/>
          <p:cNvGrpSpPr/>
          <p:nvPr/>
        </p:nvGrpSpPr>
        <p:grpSpPr>
          <a:xfrm>
            <a:off x="890864" y="4040048"/>
            <a:ext cx="3240000" cy="1397890"/>
            <a:chOff x="7573558" y="1789204"/>
            <a:chExt cx="3240000" cy="1397890"/>
          </a:xfrm>
        </p:grpSpPr>
        <p:grpSp>
          <p:nvGrpSpPr>
            <p:cNvPr id="31"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3" name="矩形 32">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4" name="矩形 33">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32"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41" name="组 40"/>
          <p:cNvGrpSpPr/>
          <p:nvPr/>
        </p:nvGrpSpPr>
        <p:grpSpPr>
          <a:xfrm>
            <a:off x="8042617" y="1863327"/>
            <a:ext cx="3240000" cy="1397890"/>
            <a:chOff x="7573558" y="1789204"/>
            <a:chExt cx="3240000" cy="1397890"/>
          </a:xfrm>
        </p:grpSpPr>
        <p:grpSp>
          <p:nvGrpSpPr>
            <p:cNvPr id="4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44" name="矩形 4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5" name="矩形 4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4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727118821"/>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sp>
        <p:nvSpPr>
          <p:cNvPr id="4" name="任意多边形 10">
            <a:extLst>
              <a:ext uri="{FF2B5EF4-FFF2-40B4-BE49-F238E27FC236}">
                <a16:creationId xmlns="" xmlns:a16="http://schemas.microsoft.com/office/drawing/2014/main" id="{8BB015B0-F0E3-47F5-B524-D012F0984F6A}"/>
              </a:ext>
            </a:extLst>
          </p:cNvPr>
          <p:cNvSpPr/>
          <p:nvPr/>
        </p:nvSpPr>
        <p:spPr>
          <a:xfrm rot="1864238">
            <a:off x="1114550" y="2132856"/>
            <a:ext cx="2070117" cy="1861677"/>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43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5" name="组合 3">
            <a:extLst>
              <a:ext uri="{FF2B5EF4-FFF2-40B4-BE49-F238E27FC236}">
                <a16:creationId xmlns="" xmlns:a16="http://schemas.microsoft.com/office/drawing/2014/main" id="{FBC74F78-8CDB-49F2-AAF0-01D4DCD91350}"/>
              </a:ext>
            </a:extLst>
          </p:cNvPr>
          <p:cNvGrpSpPr/>
          <p:nvPr/>
        </p:nvGrpSpPr>
        <p:grpSpPr>
          <a:xfrm>
            <a:off x="1727157" y="2527023"/>
            <a:ext cx="837128" cy="979671"/>
            <a:chOff x="7567613" y="3465512"/>
            <a:chExt cx="512763" cy="600075"/>
          </a:xfrm>
          <a:solidFill>
            <a:srgbClr val="4372C4"/>
          </a:solidFill>
        </p:grpSpPr>
        <p:sp>
          <p:nvSpPr>
            <p:cNvPr id="6" name="Freeform 46">
              <a:extLst>
                <a:ext uri="{FF2B5EF4-FFF2-40B4-BE49-F238E27FC236}">
                  <a16:creationId xmlns="" xmlns:a16="http://schemas.microsoft.com/office/drawing/2014/main" id="{68CB15CC-723D-43A8-A7A4-CACD1068B461}"/>
                </a:ext>
              </a:extLst>
            </p:cNvPr>
            <p:cNvSpPr>
              <a:spLocks/>
            </p:cNvSpPr>
            <p:nvPr/>
          </p:nvSpPr>
          <p:spPr bwMode="auto">
            <a:xfrm>
              <a:off x="7939088" y="3530600"/>
              <a:ext cx="71437" cy="74612"/>
            </a:xfrm>
            <a:custGeom>
              <a:avLst/>
              <a:gdLst>
                <a:gd name="T0" fmla="*/ 9 w 28"/>
                <a:gd name="T1" fmla="*/ 29 h 29"/>
                <a:gd name="T2" fmla="*/ 26 w 28"/>
                <a:gd name="T3" fmla="*/ 13 h 29"/>
                <a:gd name="T4" fmla="*/ 26 w 28"/>
                <a:gd name="T5" fmla="*/ 3 h 29"/>
                <a:gd name="T6" fmla="*/ 16 w 28"/>
                <a:gd name="T7" fmla="*/ 3 h 29"/>
                <a:gd name="T8" fmla="*/ 0 w 28"/>
                <a:gd name="T9" fmla="*/ 20 h 29"/>
                <a:gd name="T10" fmla="*/ 9 w 28"/>
                <a:gd name="T11" fmla="*/ 29 h 29"/>
              </a:gdLst>
              <a:ahLst/>
              <a:cxnLst>
                <a:cxn ang="0">
                  <a:pos x="T0" y="T1"/>
                </a:cxn>
                <a:cxn ang="0">
                  <a:pos x="T2" y="T3"/>
                </a:cxn>
                <a:cxn ang="0">
                  <a:pos x="T4" y="T5"/>
                </a:cxn>
                <a:cxn ang="0">
                  <a:pos x="T6" y="T7"/>
                </a:cxn>
                <a:cxn ang="0">
                  <a:pos x="T8" y="T9"/>
                </a:cxn>
                <a:cxn ang="0">
                  <a:pos x="T10" y="T11"/>
                </a:cxn>
              </a:cxnLst>
              <a:rect l="0" t="0" r="r" b="b"/>
              <a:pathLst>
                <a:path w="28" h="29">
                  <a:moveTo>
                    <a:pt x="9" y="29"/>
                  </a:moveTo>
                  <a:cubicBezTo>
                    <a:pt x="26" y="13"/>
                    <a:pt x="26" y="13"/>
                    <a:pt x="26" y="13"/>
                  </a:cubicBezTo>
                  <a:cubicBezTo>
                    <a:pt x="28" y="10"/>
                    <a:pt x="28" y="6"/>
                    <a:pt x="26" y="3"/>
                  </a:cubicBezTo>
                  <a:cubicBezTo>
                    <a:pt x="23" y="0"/>
                    <a:pt x="19" y="0"/>
                    <a:pt x="16" y="3"/>
                  </a:cubicBezTo>
                  <a:cubicBezTo>
                    <a:pt x="0" y="20"/>
                    <a:pt x="0" y="20"/>
                    <a:pt x="0" y="20"/>
                  </a:cubicBezTo>
                  <a:cubicBezTo>
                    <a:pt x="3" y="23"/>
                    <a:pt x="6" y="26"/>
                    <a:pt x="9" y="2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7" name="Freeform 47">
              <a:extLst>
                <a:ext uri="{FF2B5EF4-FFF2-40B4-BE49-F238E27FC236}">
                  <a16:creationId xmlns="" xmlns:a16="http://schemas.microsoft.com/office/drawing/2014/main" id="{34B0DA64-9299-4E53-9EAB-90F5528BA1FC}"/>
                </a:ext>
              </a:extLst>
            </p:cNvPr>
            <p:cNvSpPr>
              <a:spLocks/>
            </p:cNvSpPr>
            <p:nvPr/>
          </p:nvSpPr>
          <p:spPr bwMode="auto">
            <a:xfrm>
              <a:off x="7807326" y="3465512"/>
              <a:ext cx="33337" cy="73025"/>
            </a:xfrm>
            <a:custGeom>
              <a:avLst/>
              <a:gdLst>
                <a:gd name="T0" fmla="*/ 7 w 13"/>
                <a:gd name="T1" fmla="*/ 29 h 29"/>
                <a:gd name="T2" fmla="*/ 7 w 13"/>
                <a:gd name="T3" fmla="*/ 29 h 29"/>
                <a:gd name="T4" fmla="*/ 13 w 13"/>
                <a:gd name="T5" fmla="*/ 29 h 29"/>
                <a:gd name="T6" fmla="*/ 13 w 13"/>
                <a:gd name="T7" fmla="*/ 6 h 29"/>
                <a:gd name="T8" fmla="*/ 7 w 13"/>
                <a:gd name="T9" fmla="*/ 0 h 29"/>
                <a:gd name="T10" fmla="*/ 0 w 13"/>
                <a:gd name="T11" fmla="*/ 6 h 29"/>
                <a:gd name="T12" fmla="*/ 0 w 13"/>
                <a:gd name="T13" fmla="*/ 29 h 29"/>
                <a:gd name="T14" fmla="*/ 6 w 13"/>
                <a:gd name="T15" fmla="*/ 29 h 29"/>
                <a:gd name="T16" fmla="*/ 7 w 13"/>
                <a:gd name="T17" fmla="*/ 2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3" h="29">
                  <a:moveTo>
                    <a:pt x="7" y="29"/>
                  </a:moveTo>
                  <a:cubicBezTo>
                    <a:pt x="7" y="29"/>
                    <a:pt x="7" y="29"/>
                    <a:pt x="7" y="29"/>
                  </a:cubicBezTo>
                  <a:cubicBezTo>
                    <a:pt x="9" y="29"/>
                    <a:pt x="11" y="29"/>
                    <a:pt x="13" y="29"/>
                  </a:cubicBezTo>
                  <a:cubicBezTo>
                    <a:pt x="13" y="6"/>
                    <a:pt x="13" y="6"/>
                    <a:pt x="13" y="6"/>
                  </a:cubicBezTo>
                  <a:cubicBezTo>
                    <a:pt x="13" y="3"/>
                    <a:pt x="10" y="0"/>
                    <a:pt x="7" y="0"/>
                  </a:cubicBezTo>
                  <a:cubicBezTo>
                    <a:pt x="3" y="0"/>
                    <a:pt x="0" y="3"/>
                    <a:pt x="0" y="6"/>
                  </a:cubicBezTo>
                  <a:cubicBezTo>
                    <a:pt x="0" y="29"/>
                    <a:pt x="0" y="29"/>
                    <a:pt x="0" y="29"/>
                  </a:cubicBezTo>
                  <a:cubicBezTo>
                    <a:pt x="2" y="29"/>
                    <a:pt x="4" y="29"/>
                    <a:pt x="6" y="29"/>
                  </a:cubicBezTo>
                  <a:cubicBezTo>
                    <a:pt x="6" y="29"/>
                    <a:pt x="7" y="29"/>
                    <a:pt x="7" y="2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8" name="Freeform 48">
              <a:extLst>
                <a:ext uri="{FF2B5EF4-FFF2-40B4-BE49-F238E27FC236}">
                  <a16:creationId xmlns="" xmlns:a16="http://schemas.microsoft.com/office/drawing/2014/main" id="{BC4E5FDC-F827-47BE-9494-0D996B3E6686}"/>
                </a:ext>
              </a:extLst>
            </p:cNvPr>
            <p:cNvSpPr>
              <a:spLocks/>
            </p:cNvSpPr>
            <p:nvPr/>
          </p:nvSpPr>
          <p:spPr bwMode="auto">
            <a:xfrm>
              <a:off x="7635876" y="3530600"/>
              <a:ext cx="74612" cy="74612"/>
            </a:xfrm>
            <a:custGeom>
              <a:avLst/>
              <a:gdLst>
                <a:gd name="T0" fmla="*/ 19 w 29"/>
                <a:gd name="T1" fmla="*/ 29 h 29"/>
                <a:gd name="T2" fmla="*/ 29 w 29"/>
                <a:gd name="T3" fmla="*/ 20 h 29"/>
                <a:gd name="T4" fmla="*/ 12 w 29"/>
                <a:gd name="T5" fmla="*/ 3 h 29"/>
                <a:gd name="T6" fmla="*/ 2 w 29"/>
                <a:gd name="T7" fmla="*/ 3 h 29"/>
                <a:gd name="T8" fmla="*/ 2 w 29"/>
                <a:gd name="T9" fmla="*/ 13 h 29"/>
                <a:gd name="T10" fmla="*/ 19 w 29"/>
                <a:gd name="T11" fmla="*/ 29 h 29"/>
              </a:gdLst>
              <a:ahLst/>
              <a:cxnLst>
                <a:cxn ang="0">
                  <a:pos x="T0" y="T1"/>
                </a:cxn>
                <a:cxn ang="0">
                  <a:pos x="T2" y="T3"/>
                </a:cxn>
                <a:cxn ang="0">
                  <a:pos x="T4" y="T5"/>
                </a:cxn>
                <a:cxn ang="0">
                  <a:pos x="T6" y="T7"/>
                </a:cxn>
                <a:cxn ang="0">
                  <a:pos x="T8" y="T9"/>
                </a:cxn>
                <a:cxn ang="0">
                  <a:pos x="T10" y="T11"/>
                </a:cxn>
              </a:cxnLst>
              <a:rect l="0" t="0" r="r" b="b"/>
              <a:pathLst>
                <a:path w="29" h="29">
                  <a:moveTo>
                    <a:pt x="19" y="29"/>
                  </a:moveTo>
                  <a:cubicBezTo>
                    <a:pt x="22" y="26"/>
                    <a:pt x="25" y="23"/>
                    <a:pt x="29" y="20"/>
                  </a:cubicBezTo>
                  <a:cubicBezTo>
                    <a:pt x="12" y="3"/>
                    <a:pt x="12" y="3"/>
                    <a:pt x="12" y="3"/>
                  </a:cubicBezTo>
                  <a:cubicBezTo>
                    <a:pt x="9" y="0"/>
                    <a:pt x="5" y="0"/>
                    <a:pt x="2" y="3"/>
                  </a:cubicBezTo>
                  <a:cubicBezTo>
                    <a:pt x="0" y="6"/>
                    <a:pt x="0" y="10"/>
                    <a:pt x="2" y="13"/>
                  </a:cubicBezTo>
                  <a:lnTo>
                    <a:pt x="19" y="29"/>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9" name="Freeform 49">
              <a:extLst>
                <a:ext uri="{FF2B5EF4-FFF2-40B4-BE49-F238E27FC236}">
                  <a16:creationId xmlns="" xmlns:a16="http://schemas.microsoft.com/office/drawing/2014/main" id="{CBC4708C-2A00-4257-BF51-859848C62DF7}"/>
                </a:ext>
              </a:extLst>
            </p:cNvPr>
            <p:cNvSpPr>
              <a:spLocks/>
            </p:cNvSpPr>
            <p:nvPr/>
          </p:nvSpPr>
          <p:spPr bwMode="auto">
            <a:xfrm>
              <a:off x="7567613" y="3705225"/>
              <a:ext cx="76200" cy="33337"/>
            </a:xfrm>
            <a:custGeom>
              <a:avLst/>
              <a:gdLst>
                <a:gd name="T0" fmla="*/ 30 w 30"/>
                <a:gd name="T1" fmla="*/ 9 h 13"/>
                <a:gd name="T2" fmla="*/ 30 w 30"/>
                <a:gd name="T3" fmla="*/ 0 h 13"/>
                <a:gd name="T4" fmla="*/ 7 w 30"/>
                <a:gd name="T5" fmla="*/ 0 h 13"/>
                <a:gd name="T6" fmla="*/ 0 w 30"/>
                <a:gd name="T7" fmla="*/ 6 h 13"/>
                <a:gd name="T8" fmla="*/ 7 w 30"/>
                <a:gd name="T9" fmla="*/ 13 h 13"/>
                <a:gd name="T10" fmla="*/ 30 w 30"/>
                <a:gd name="T11" fmla="*/ 13 h 13"/>
                <a:gd name="T12" fmla="*/ 30 w 30"/>
                <a:gd name="T13" fmla="*/ 9 h 13"/>
              </a:gdLst>
              <a:ahLst/>
              <a:cxnLst>
                <a:cxn ang="0">
                  <a:pos x="T0" y="T1"/>
                </a:cxn>
                <a:cxn ang="0">
                  <a:pos x="T2" y="T3"/>
                </a:cxn>
                <a:cxn ang="0">
                  <a:pos x="T4" y="T5"/>
                </a:cxn>
                <a:cxn ang="0">
                  <a:pos x="T6" y="T7"/>
                </a:cxn>
                <a:cxn ang="0">
                  <a:pos x="T8" y="T9"/>
                </a:cxn>
                <a:cxn ang="0">
                  <a:pos x="T10" y="T11"/>
                </a:cxn>
                <a:cxn ang="0">
                  <a:pos x="T12" y="T13"/>
                </a:cxn>
              </a:cxnLst>
              <a:rect l="0" t="0" r="r" b="b"/>
              <a:pathLst>
                <a:path w="30" h="13">
                  <a:moveTo>
                    <a:pt x="30" y="9"/>
                  </a:moveTo>
                  <a:cubicBezTo>
                    <a:pt x="30" y="6"/>
                    <a:pt x="30" y="3"/>
                    <a:pt x="30" y="0"/>
                  </a:cubicBezTo>
                  <a:cubicBezTo>
                    <a:pt x="7" y="0"/>
                    <a:pt x="7" y="0"/>
                    <a:pt x="7" y="0"/>
                  </a:cubicBezTo>
                  <a:cubicBezTo>
                    <a:pt x="3" y="0"/>
                    <a:pt x="0" y="3"/>
                    <a:pt x="0" y="6"/>
                  </a:cubicBezTo>
                  <a:cubicBezTo>
                    <a:pt x="0" y="10"/>
                    <a:pt x="3" y="13"/>
                    <a:pt x="7" y="13"/>
                  </a:cubicBezTo>
                  <a:cubicBezTo>
                    <a:pt x="30" y="13"/>
                    <a:pt x="30" y="13"/>
                    <a:pt x="30" y="13"/>
                  </a:cubicBezTo>
                  <a:cubicBezTo>
                    <a:pt x="30" y="12"/>
                    <a:pt x="30" y="10"/>
                    <a:pt x="30" y="9"/>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10" name="Freeform 50">
              <a:extLst>
                <a:ext uri="{FF2B5EF4-FFF2-40B4-BE49-F238E27FC236}">
                  <a16:creationId xmlns="" xmlns:a16="http://schemas.microsoft.com/office/drawing/2014/main" id="{FA1160B3-1A75-4E9F-9AC5-3DD9FCC4C97B}"/>
                </a:ext>
              </a:extLst>
            </p:cNvPr>
            <p:cNvSpPr>
              <a:spLocks/>
            </p:cNvSpPr>
            <p:nvPr/>
          </p:nvSpPr>
          <p:spPr bwMode="auto">
            <a:xfrm>
              <a:off x="7635876" y="3844925"/>
              <a:ext cx="61912" cy="63500"/>
            </a:xfrm>
            <a:custGeom>
              <a:avLst/>
              <a:gdLst>
                <a:gd name="T0" fmla="*/ 2 w 24"/>
                <a:gd name="T1" fmla="*/ 13 h 25"/>
                <a:gd name="T2" fmla="*/ 2 w 24"/>
                <a:gd name="T3" fmla="*/ 23 h 25"/>
                <a:gd name="T4" fmla="*/ 12 w 24"/>
                <a:gd name="T5" fmla="*/ 23 h 25"/>
                <a:gd name="T6" fmla="*/ 24 w 24"/>
                <a:gd name="T7" fmla="*/ 10 h 25"/>
                <a:gd name="T8" fmla="*/ 16 w 24"/>
                <a:gd name="T9" fmla="*/ 0 h 25"/>
                <a:gd name="T10" fmla="*/ 2 w 24"/>
                <a:gd name="T11" fmla="*/ 13 h 25"/>
              </a:gdLst>
              <a:ahLst/>
              <a:cxnLst>
                <a:cxn ang="0">
                  <a:pos x="T0" y="T1"/>
                </a:cxn>
                <a:cxn ang="0">
                  <a:pos x="T2" y="T3"/>
                </a:cxn>
                <a:cxn ang="0">
                  <a:pos x="T4" y="T5"/>
                </a:cxn>
                <a:cxn ang="0">
                  <a:pos x="T6" y="T7"/>
                </a:cxn>
                <a:cxn ang="0">
                  <a:pos x="T8" y="T9"/>
                </a:cxn>
                <a:cxn ang="0">
                  <a:pos x="T10" y="T11"/>
                </a:cxn>
              </a:cxnLst>
              <a:rect l="0" t="0" r="r" b="b"/>
              <a:pathLst>
                <a:path w="24" h="25">
                  <a:moveTo>
                    <a:pt x="2" y="13"/>
                  </a:moveTo>
                  <a:cubicBezTo>
                    <a:pt x="0" y="16"/>
                    <a:pt x="0" y="20"/>
                    <a:pt x="2" y="23"/>
                  </a:cubicBezTo>
                  <a:cubicBezTo>
                    <a:pt x="5" y="25"/>
                    <a:pt x="9" y="25"/>
                    <a:pt x="12" y="23"/>
                  </a:cubicBezTo>
                  <a:cubicBezTo>
                    <a:pt x="24" y="10"/>
                    <a:pt x="24" y="10"/>
                    <a:pt x="24" y="10"/>
                  </a:cubicBezTo>
                  <a:cubicBezTo>
                    <a:pt x="21" y="7"/>
                    <a:pt x="19" y="4"/>
                    <a:pt x="16" y="0"/>
                  </a:cubicBezTo>
                  <a:lnTo>
                    <a:pt x="2" y="13"/>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11" name="Freeform 51">
              <a:extLst>
                <a:ext uri="{FF2B5EF4-FFF2-40B4-BE49-F238E27FC236}">
                  <a16:creationId xmlns="" xmlns:a16="http://schemas.microsoft.com/office/drawing/2014/main" id="{61866E63-9A29-44FD-95D8-2AE677712418}"/>
                </a:ext>
              </a:extLst>
            </p:cNvPr>
            <p:cNvSpPr>
              <a:spLocks/>
            </p:cNvSpPr>
            <p:nvPr/>
          </p:nvSpPr>
          <p:spPr bwMode="auto">
            <a:xfrm>
              <a:off x="7786688" y="4046537"/>
              <a:ext cx="74612" cy="19050"/>
            </a:xfrm>
            <a:custGeom>
              <a:avLst/>
              <a:gdLst>
                <a:gd name="T0" fmla="*/ 18 w 29"/>
                <a:gd name="T1" fmla="*/ 0 h 7"/>
                <a:gd name="T2" fmla="*/ 12 w 29"/>
                <a:gd name="T3" fmla="*/ 0 h 7"/>
                <a:gd name="T4" fmla="*/ 0 w 29"/>
                <a:gd name="T5" fmla="*/ 0 h 7"/>
                <a:gd name="T6" fmla="*/ 0 w 29"/>
                <a:gd name="T7" fmla="*/ 1 h 7"/>
                <a:gd name="T8" fmla="*/ 10 w 29"/>
                <a:gd name="T9" fmla="*/ 7 h 7"/>
                <a:gd name="T10" fmla="*/ 11 w 29"/>
                <a:gd name="T11" fmla="*/ 7 h 7"/>
                <a:gd name="T12" fmla="*/ 18 w 29"/>
                <a:gd name="T13" fmla="*/ 7 h 7"/>
                <a:gd name="T14" fmla="*/ 19 w 29"/>
                <a:gd name="T15" fmla="*/ 7 h 7"/>
                <a:gd name="T16" fmla="*/ 29 w 29"/>
                <a:gd name="T17" fmla="*/ 1 h 7"/>
                <a:gd name="T18" fmla="*/ 29 w 29"/>
                <a:gd name="T19" fmla="*/ 0 h 7"/>
                <a:gd name="T20" fmla="*/ 18 w 29"/>
                <a:gd name="T2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7">
                  <a:moveTo>
                    <a:pt x="18" y="0"/>
                  </a:moveTo>
                  <a:cubicBezTo>
                    <a:pt x="12" y="0"/>
                    <a:pt x="12" y="0"/>
                    <a:pt x="12" y="0"/>
                  </a:cubicBezTo>
                  <a:cubicBezTo>
                    <a:pt x="0" y="0"/>
                    <a:pt x="0" y="0"/>
                    <a:pt x="0" y="0"/>
                  </a:cubicBezTo>
                  <a:cubicBezTo>
                    <a:pt x="0" y="1"/>
                    <a:pt x="0" y="1"/>
                    <a:pt x="0" y="1"/>
                  </a:cubicBezTo>
                  <a:cubicBezTo>
                    <a:pt x="0" y="5"/>
                    <a:pt x="5" y="7"/>
                    <a:pt x="10" y="7"/>
                  </a:cubicBezTo>
                  <a:cubicBezTo>
                    <a:pt x="11" y="7"/>
                    <a:pt x="11" y="7"/>
                    <a:pt x="11" y="7"/>
                  </a:cubicBezTo>
                  <a:cubicBezTo>
                    <a:pt x="18" y="7"/>
                    <a:pt x="18" y="7"/>
                    <a:pt x="18" y="7"/>
                  </a:cubicBezTo>
                  <a:cubicBezTo>
                    <a:pt x="19" y="7"/>
                    <a:pt x="19" y="7"/>
                    <a:pt x="19" y="7"/>
                  </a:cubicBezTo>
                  <a:cubicBezTo>
                    <a:pt x="24" y="7"/>
                    <a:pt x="29" y="5"/>
                    <a:pt x="29" y="1"/>
                  </a:cubicBezTo>
                  <a:cubicBezTo>
                    <a:pt x="29" y="1"/>
                    <a:pt x="29" y="1"/>
                    <a:pt x="29" y="0"/>
                  </a:cubicBezTo>
                  <a:lnTo>
                    <a:pt x="18" y="0"/>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12" name="Freeform 52">
              <a:extLst>
                <a:ext uri="{FF2B5EF4-FFF2-40B4-BE49-F238E27FC236}">
                  <a16:creationId xmlns="" xmlns:a16="http://schemas.microsoft.com/office/drawing/2014/main" id="{7E2028FF-FFBD-4E4A-8BDE-B65FE2F8F942}"/>
                </a:ext>
              </a:extLst>
            </p:cNvPr>
            <p:cNvSpPr>
              <a:spLocks/>
            </p:cNvSpPr>
            <p:nvPr/>
          </p:nvSpPr>
          <p:spPr bwMode="auto">
            <a:xfrm>
              <a:off x="7762876" y="4006850"/>
              <a:ext cx="120650" cy="31750"/>
            </a:xfrm>
            <a:custGeom>
              <a:avLst/>
              <a:gdLst>
                <a:gd name="T0" fmla="*/ 41 w 47"/>
                <a:gd name="T1" fmla="*/ 0 h 13"/>
                <a:gd name="T2" fmla="*/ 7 w 47"/>
                <a:gd name="T3" fmla="*/ 0 h 13"/>
                <a:gd name="T4" fmla="*/ 0 w 47"/>
                <a:gd name="T5" fmla="*/ 7 h 13"/>
                <a:gd name="T6" fmla="*/ 7 w 47"/>
                <a:gd name="T7" fmla="*/ 13 h 13"/>
                <a:gd name="T8" fmla="*/ 41 w 47"/>
                <a:gd name="T9" fmla="*/ 13 h 13"/>
                <a:gd name="T10" fmla="*/ 47 w 47"/>
                <a:gd name="T11" fmla="*/ 7 h 13"/>
                <a:gd name="T12" fmla="*/ 41 w 47"/>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7" h="13">
                  <a:moveTo>
                    <a:pt x="41" y="0"/>
                  </a:moveTo>
                  <a:cubicBezTo>
                    <a:pt x="7" y="0"/>
                    <a:pt x="7" y="0"/>
                    <a:pt x="7" y="0"/>
                  </a:cubicBezTo>
                  <a:cubicBezTo>
                    <a:pt x="3" y="0"/>
                    <a:pt x="0" y="3"/>
                    <a:pt x="0" y="7"/>
                  </a:cubicBezTo>
                  <a:cubicBezTo>
                    <a:pt x="0" y="10"/>
                    <a:pt x="3" y="13"/>
                    <a:pt x="7" y="13"/>
                  </a:cubicBezTo>
                  <a:cubicBezTo>
                    <a:pt x="41" y="13"/>
                    <a:pt x="41" y="13"/>
                    <a:pt x="41" y="13"/>
                  </a:cubicBezTo>
                  <a:cubicBezTo>
                    <a:pt x="44" y="13"/>
                    <a:pt x="47" y="10"/>
                    <a:pt x="47" y="7"/>
                  </a:cubicBezTo>
                  <a:cubicBezTo>
                    <a:pt x="47" y="3"/>
                    <a:pt x="44" y="0"/>
                    <a:pt x="4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13" name="Freeform 53">
              <a:extLst>
                <a:ext uri="{FF2B5EF4-FFF2-40B4-BE49-F238E27FC236}">
                  <a16:creationId xmlns="" xmlns:a16="http://schemas.microsoft.com/office/drawing/2014/main" id="{9199021D-DF17-4EBD-8B85-8BA81F2E1A87}"/>
                </a:ext>
              </a:extLst>
            </p:cNvPr>
            <p:cNvSpPr>
              <a:spLocks/>
            </p:cNvSpPr>
            <p:nvPr/>
          </p:nvSpPr>
          <p:spPr bwMode="auto">
            <a:xfrm>
              <a:off x="7762876" y="3965575"/>
              <a:ext cx="120650" cy="33337"/>
            </a:xfrm>
            <a:custGeom>
              <a:avLst/>
              <a:gdLst>
                <a:gd name="T0" fmla="*/ 41 w 47"/>
                <a:gd name="T1" fmla="*/ 0 h 13"/>
                <a:gd name="T2" fmla="*/ 7 w 47"/>
                <a:gd name="T3" fmla="*/ 0 h 13"/>
                <a:gd name="T4" fmla="*/ 0 w 47"/>
                <a:gd name="T5" fmla="*/ 6 h 13"/>
                <a:gd name="T6" fmla="*/ 7 w 47"/>
                <a:gd name="T7" fmla="*/ 13 h 13"/>
                <a:gd name="T8" fmla="*/ 41 w 47"/>
                <a:gd name="T9" fmla="*/ 13 h 13"/>
                <a:gd name="T10" fmla="*/ 47 w 47"/>
                <a:gd name="T11" fmla="*/ 6 h 13"/>
                <a:gd name="T12" fmla="*/ 41 w 47"/>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47" h="13">
                  <a:moveTo>
                    <a:pt x="41" y="0"/>
                  </a:moveTo>
                  <a:cubicBezTo>
                    <a:pt x="7" y="0"/>
                    <a:pt x="7" y="0"/>
                    <a:pt x="7" y="0"/>
                  </a:cubicBezTo>
                  <a:cubicBezTo>
                    <a:pt x="3" y="0"/>
                    <a:pt x="0" y="3"/>
                    <a:pt x="0" y="6"/>
                  </a:cubicBezTo>
                  <a:cubicBezTo>
                    <a:pt x="0" y="10"/>
                    <a:pt x="3" y="13"/>
                    <a:pt x="7" y="13"/>
                  </a:cubicBezTo>
                  <a:cubicBezTo>
                    <a:pt x="41" y="13"/>
                    <a:pt x="41" y="13"/>
                    <a:pt x="41" y="13"/>
                  </a:cubicBezTo>
                  <a:cubicBezTo>
                    <a:pt x="44" y="13"/>
                    <a:pt x="47" y="10"/>
                    <a:pt x="47" y="6"/>
                  </a:cubicBezTo>
                  <a:cubicBezTo>
                    <a:pt x="47" y="3"/>
                    <a:pt x="44" y="0"/>
                    <a:pt x="41"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14" name="Freeform 54">
              <a:extLst>
                <a:ext uri="{FF2B5EF4-FFF2-40B4-BE49-F238E27FC236}">
                  <a16:creationId xmlns="" xmlns:a16="http://schemas.microsoft.com/office/drawing/2014/main" id="{2944F2D2-26DA-438B-A5A6-4CD6E8EC5C67}"/>
                </a:ext>
              </a:extLst>
            </p:cNvPr>
            <p:cNvSpPr>
              <a:spLocks noEditPoints="1"/>
            </p:cNvSpPr>
            <p:nvPr/>
          </p:nvSpPr>
          <p:spPr bwMode="auto">
            <a:xfrm>
              <a:off x="7666038" y="3568700"/>
              <a:ext cx="314325" cy="385762"/>
            </a:xfrm>
            <a:custGeom>
              <a:avLst/>
              <a:gdLst>
                <a:gd name="T0" fmla="*/ 123 w 123"/>
                <a:gd name="T1" fmla="*/ 62 h 151"/>
                <a:gd name="T2" fmla="*/ 111 w 123"/>
                <a:gd name="T3" fmla="*/ 25 h 151"/>
                <a:gd name="T4" fmla="*/ 84 w 123"/>
                <a:gd name="T5" fmla="*/ 5 h 151"/>
                <a:gd name="T6" fmla="*/ 84 w 123"/>
                <a:gd name="T7" fmla="*/ 4 h 151"/>
                <a:gd name="T8" fmla="*/ 79 w 123"/>
                <a:gd name="T9" fmla="*/ 3 h 151"/>
                <a:gd name="T10" fmla="*/ 68 w 123"/>
                <a:gd name="T11" fmla="*/ 1 h 151"/>
                <a:gd name="T12" fmla="*/ 68 w 123"/>
                <a:gd name="T13" fmla="*/ 1 h 151"/>
                <a:gd name="T14" fmla="*/ 68 w 123"/>
                <a:gd name="T15" fmla="*/ 1 h 151"/>
                <a:gd name="T16" fmla="*/ 68 w 123"/>
                <a:gd name="T17" fmla="*/ 1 h 151"/>
                <a:gd name="T18" fmla="*/ 62 w 123"/>
                <a:gd name="T19" fmla="*/ 0 h 151"/>
                <a:gd name="T20" fmla="*/ 62 w 123"/>
                <a:gd name="T21" fmla="*/ 0 h 151"/>
                <a:gd name="T22" fmla="*/ 62 w 123"/>
                <a:gd name="T23" fmla="*/ 0 h 151"/>
                <a:gd name="T24" fmla="*/ 61 w 123"/>
                <a:gd name="T25" fmla="*/ 0 h 151"/>
                <a:gd name="T26" fmla="*/ 56 w 123"/>
                <a:gd name="T27" fmla="*/ 1 h 151"/>
                <a:gd name="T28" fmla="*/ 56 w 123"/>
                <a:gd name="T29" fmla="*/ 1 h 151"/>
                <a:gd name="T30" fmla="*/ 55 w 123"/>
                <a:gd name="T31" fmla="*/ 1 h 151"/>
                <a:gd name="T32" fmla="*/ 44 w 123"/>
                <a:gd name="T33" fmla="*/ 3 h 151"/>
                <a:gd name="T34" fmla="*/ 40 w 123"/>
                <a:gd name="T35" fmla="*/ 4 h 151"/>
                <a:gd name="T36" fmla="*/ 40 w 123"/>
                <a:gd name="T37" fmla="*/ 5 h 151"/>
                <a:gd name="T38" fmla="*/ 13 w 123"/>
                <a:gd name="T39" fmla="*/ 25 h 151"/>
                <a:gd name="T40" fmla="*/ 0 w 123"/>
                <a:gd name="T41" fmla="*/ 62 h 151"/>
                <a:gd name="T42" fmla="*/ 5 w 123"/>
                <a:gd name="T43" fmla="*/ 87 h 151"/>
                <a:gd name="T44" fmla="*/ 20 w 123"/>
                <a:gd name="T45" fmla="*/ 109 h 151"/>
                <a:gd name="T46" fmla="*/ 26 w 123"/>
                <a:gd name="T47" fmla="*/ 116 h 151"/>
                <a:gd name="T48" fmla="*/ 28 w 123"/>
                <a:gd name="T49" fmla="*/ 121 h 151"/>
                <a:gd name="T50" fmla="*/ 29 w 123"/>
                <a:gd name="T51" fmla="*/ 135 h 151"/>
                <a:gd name="T52" fmla="*/ 29 w 123"/>
                <a:gd name="T53" fmla="*/ 136 h 151"/>
                <a:gd name="T54" fmla="*/ 29 w 123"/>
                <a:gd name="T55" fmla="*/ 136 h 151"/>
                <a:gd name="T56" fmla="*/ 29 w 123"/>
                <a:gd name="T57" fmla="*/ 136 h 151"/>
                <a:gd name="T58" fmla="*/ 29 w 123"/>
                <a:gd name="T59" fmla="*/ 136 h 151"/>
                <a:gd name="T60" fmla="*/ 44 w 123"/>
                <a:gd name="T61" fmla="*/ 151 h 151"/>
                <a:gd name="T62" fmla="*/ 79 w 123"/>
                <a:gd name="T63" fmla="*/ 151 h 151"/>
                <a:gd name="T64" fmla="*/ 94 w 123"/>
                <a:gd name="T65" fmla="*/ 136 h 151"/>
                <a:gd name="T66" fmla="*/ 94 w 123"/>
                <a:gd name="T67" fmla="*/ 136 h 151"/>
                <a:gd name="T68" fmla="*/ 94 w 123"/>
                <a:gd name="T69" fmla="*/ 136 h 151"/>
                <a:gd name="T70" fmla="*/ 94 w 123"/>
                <a:gd name="T71" fmla="*/ 136 h 151"/>
                <a:gd name="T72" fmla="*/ 94 w 123"/>
                <a:gd name="T73" fmla="*/ 135 h 151"/>
                <a:gd name="T74" fmla="*/ 95 w 123"/>
                <a:gd name="T75" fmla="*/ 121 h 151"/>
                <a:gd name="T76" fmla="*/ 96 w 123"/>
                <a:gd name="T77" fmla="*/ 118 h 151"/>
                <a:gd name="T78" fmla="*/ 102 w 123"/>
                <a:gd name="T79" fmla="*/ 111 h 151"/>
                <a:gd name="T80" fmla="*/ 116 w 123"/>
                <a:gd name="T81" fmla="*/ 93 h 151"/>
                <a:gd name="T82" fmla="*/ 123 w 123"/>
                <a:gd name="T83" fmla="*/ 62 h 151"/>
                <a:gd name="T84" fmla="*/ 58 w 123"/>
                <a:gd name="T85" fmla="*/ 27 h 151"/>
                <a:gd name="T86" fmla="*/ 41 w 123"/>
                <a:gd name="T87" fmla="*/ 32 h 151"/>
                <a:gd name="T88" fmla="*/ 32 w 123"/>
                <a:gd name="T89" fmla="*/ 43 h 151"/>
                <a:gd name="T90" fmla="*/ 28 w 123"/>
                <a:gd name="T91" fmla="*/ 61 h 151"/>
                <a:gd name="T92" fmla="*/ 28 w 123"/>
                <a:gd name="T93" fmla="*/ 61 h 151"/>
                <a:gd name="T94" fmla="*/ 21 w 123"/>
                <a:gd name="T95" fmla="*/ 68 h 151"/>
                <a:gd name="T96" fmla="*/ 14 w 123"/>
                <a:gd name="T97" fmla="*/ 61 h 151"/>
                <a:gd name="T98" fmla="*/ 15 w 123"/>
                <a:gd name="T99" fmla="*/ 52 h 151"/>
                <a:gd name="T100" fmla="*/ 22 w 123"/>
                <a:gd name="T101" fmla="*/ 34 h 151"/>
                <a:gd name="T102" fmla="*/ 32 w 123"/>
                <a:gd name="T103" fmla="*/ 22 h 151"/>
                <a:gd name="T104" fmla="*/ 58 w 123"/>
                <a:gd name="T105" fmla="*/ 13 h 151"/>
                <a:gd name="T106" fmla="*/ 65 w 123"/>
                <a:gd name="T107" fmla="*/ 20 h 151"/>
                <a:gd name="T108" fmla="*/ 58 w 123"/>
                <a:gd name="T109" fmla="*/ 27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23" h="151">
                  <a:moveTo>
                    <a:pt x="123" y="62"/>
                  </a:moveTo>
                  <a:cubicBezTo>
                    <a:pt x="123" y="48"/>
                    <a:pt x="118" y="35"/>
                    <a:pt x="111" y="25"/>
                  </a:cubicBezTo>
                  <a:cubicBezTo>
                    <a:pt x="104" y="16"/>
                    <a:pt x="94" y="9"/>
                    <a:pt x="84" y="5"/>
                  </a:cubicBezTo>
                  <a:cubicBezTo>
                    <a:pt x="84" y="4"/>
                    <a:pt x="84" y="4"/>
                    <a:pt x="84" y="4"/>
                  </a:cubicBezTo>
                  <a:cubicBezTo>
                    <a:pt x="79" y="3"/>
                    <a:pt x="79" y="3"/>
                    <a:pt x="79" y="3"/>
                  </a:cubicBezTo>
                  <a:cubicBezTo>
                    <a:pt x="76" y="2"/>
                    <a:pt x="72" y="1"/>
                    <a:pt x="68" y="1"/>
                  </a:cubicBezTo>
                  <a:cubicBezTo>
                    <a:pt x="68" y="1"/>
                    <a:pt x="68" y="1"/>
                    <a:pt x="68" y="1"/>
                  </a:cubicBezTo>
                  <a:cubicBezTo>
                    <a:pt x="68" y="1"/>
                    <a:pt x="68" y="1"/>
                    <a:pt x="68" y="1"/>
                  </a:cubicBezTo>
                  <a:cubicBezTo>
                    <a:pt x="68" y="1"/>
                    <a:pt x="68" y="1"/>
                    <a:pt x="68" y="1"/>
                  </a:cubicBezTo>
                  <a:cubicBezTo>
                    <a:pt x="66" y="1"/>
                    <a:pt x="64" y="0"/>
                    <a:pt x="62" y="0"/>
                  </a:cubicBezTo>
                  <a:cubicBezTo>
                    <a:pt x="62" y="0"/>
                    <a:pt x="62" y="0"/>
                    <a:pt x="62" y="0"/>
                  </a:cubicBezTo>
                  <a:cubicBezTo>
                    <a:pt x="62" y="0"/>
                    <a:pt x="62" y="0"/>
                    <a:pt x="62" y="0"/>
                  </a:cubicBezTo>
                  <a:cubicBezTo>
                    <a:pt x="61" y="0"/>
                    <a:pt x="61" y="0"/>
                    <a:pt x="61" y="0"/>
                  </a:cubicBezTo>
                  <a:cubicBezTo>
                    <a:pt x="59" y="0"/>
                    <a:pt x="58" y="1"/>
                    <a:pt x="56" y="1"/>
                  </a:cubicBezTo>
                  <a:cubicBezTo>
                    <a:pt x="56" y="1"/>
                    <a:pt x="56" y="1"/>
                    <a:pt x="56" y="1"/>
                  </a:cubicBezTo>
                  <a:cubicBezTo>
                    <a:pt x="55" y="1"/>
                    <a:pt x="55" y="1"/>
                    <a:pt x="55" y="1"/>
                  </a:cubicBezTo>
                  <a:cubicBezTo>
                    <a:pt x="51" y="1"/>
                    <a:pt x="48" y="2"/>
                    <a:pt x="44" y="3"/>
                  </a:cubicBezTo>
                  <a:cubicBezTo>
                    <a:pt x="40" y="4"/>
                    <a:pt x="40" y="4"/>
                    <a:pt x="40" y="4"/>
                  </a:cubicBezTo>
                  <a:cubicBezTo>
                    <a:pt x="40" y="5"/>
                    <a:pt x="40" y="5"/>
                    <a:pt x="40" y="5"/>
                  </a:cubicBezTo>
                  <a:cubicBezTo>
                    <a:pt x="29" y="9"/>
                    <a:pt x="19" y="16"/>
                    <a:pt x="13" y="25"/>
                  </a:cubicBezTo>
                  <a:cubicBezTo>
                    <a:pt x="5" y="35"/>
                    <a:pt x="0" y="48"/>
                    <a:pt x="0" y="62"/>
                  </a:cubicBezTo>
                  <a:cubicBezTo>
                    <a:pt x="0" y="72"/>
                    <a:pt x="2" y="80"/>
                    <a:pt x="5" y="87"/>
                  </a:cubicBezTo>
                  <a:cubicBezTo>
                    <a:pt x="9" y="97"/>
                    <a:pt x="15" y="104"/>
                    <a:pt x="20" y="109"/>
                  </a:cubicBezTo>
                  <a:cubicBezTo>
                    <a:pt x="22" y="112"/>
                    <a:pt x="24" y="114"/>
                    <a:pt x="26" y="116"/>
                  </a:cubicBezTo>
                  <a:cubicBezTo>
                    <a:pt x="27" y="118"/>
                    <a:pt x="28" y="120"/>
                    <a:pt x="28" y="121"/>
                  </a:cubicBezTo>
                  <a:cubicBezTo>
                    <a:pt x="29" y="126"/>
                    <a:pt x="29" y="134"/>
                    <a:pt x="29" y="135"/>
                  </a:cubicBezTo>
                  <a:cubicBezTo>
                    <a:pt x="29" y="136"/>
                    <a:pt x="29" y="136"/>
                    <a:pt x="29" y="136"/>
                  </a:cubicBezTo>
                  <a:cubicBezTo>
                    <a:pt x="29" y="136"/>
                    <a:pt x="29" y="136"/>
                    <a:pt x="29" y="136"/>
                  </a:cubicBezTo>
                  <a:cubicBezTo>
                    <a:pt x="29" y="136"/>
                    <a:pt x="29" y="136"/>
                    <a:pt x="29" y="136"/>
                  </a:cubicBezTo>
                  <a:cubicBezTo>
                    <a:pt x="29" y="136"/>
                    <a:pt x="29" y="136"/>
                    <a:pt x="29" y="136"/>
                  </a:cubicBezTo>
                  <a:cubicBezTo>
                    <a:pt x="29" y="144"/>
                    <a:pt x="36" y="151"/>
                    <a:pt x="44" y="151"/>
                  </a:cubicBezTo>
                  <a:cubicBezTo>
                    <a:pt x="79" y="151"/>
                    <a:pt x="79" y="151"/>
                    <a:pt x="79" y="151"/>
                  </a:cubicBezTo>
                  <a:cubicBezTo>
                    <a:pt x="87" y="151"/>
                    <a:pt x="94" y="144"/>
                    <a:pt x="94" y="136"/>
                  </a:cubicBezTo>
                  <a:cubicBezTo>
                    <a:pt x="94" y="136"/>
                    <a:pt x="94" y="136"/>
                    <a:pt x="94" y="136"/>
                  </a:cubicBezTo>
                  <a:cubicBezTo>
                    <a:pt x="94" y="136"/>
                    <a:pt x="94" y="136"/>
                    <a:pt x="94" y="136"/>
                  </a:cubicBezTo>
                  <a:cubicBezTo>
                    <a:pt x="94" y="136"/>
                    <a:pt x="94" y="136"/>
                    <a:pt x="94" y="136"/>
                  </a:cubicBezTo>
                  <a:cubicBezTo>
                    <a:pt x="94" y="135"/>
                    <a:pt x="94" y="135"/>
                    <a:pt x="94" y="135"/>
                  </a:cubicBezTo>
                  <a:cubicBezTo>
                    <a:pt x="94" y="134"/>
                    <a:pt x="94" y="126"/>
                    <a:pt x="95" y="121"/>
                  </a:cubicBezTo>
                  <a:cubicBezTo>
                    <a:pt x="95" y="120"/>
                    <a:pt x="95" y="119"/>
                    <a:pt x="96" y="118"/>
                  </a:cubicBezTo>
                  <a:cubicBezTo>
                    <a:pt x="97" y="116"/>
                    <a:pt x="100" y="114"/>
                    <a:pt x="102" y="111"/>
                  </a:cubicBezTo>
                  <a:cubicBezTo>
                    <a:pt x="106" y="106"/>
                    <a:pt x="112" y="101"/>
                    <a:pt x="116" y="93"/>
                  </a:cubicBezTo>
                  <a:cubicBezTo>
                    <a:pt x="120" y="85"/>
                    <a:pt x="123" y="75"/>
                    <a:pt x="123" y="62"/>
                  </a:cubicBezTo>
                  <a:close/>
                  <a:moveTo>
                    <a:pt x="58" y="27"/>
                  </a:moveTo>
                  <a:cubicBezTo>
                    <a:pt x="50" y="27"/>
                    <a:pt x="45" y="29"/>
                    <a:pt x="41" y="32"/>
                  </a:cubicBezTo>
                  <a:cubicBezTo>
                    <a:pt x="37" y="35"/>
                    <a:pt x="34" y="39"/>
                    <a:pt x="32" y="43"/>
                  </a:cubicBezTo>
                  <a:cubicBezTo>
                    <a:pt x="28" y="51"/>
                    <a:pt x="28" y="60"/>
                    <a:pt x="28" y="61"/>
                  </a:cubicBezTo>
                  <a:cubicBezTo>
                    <a:pt x="28" y="61"/>
                    <a:pt x="28" y="61"/>
                    <a:pt x="28" y="61"/>
                  </a:cubicBezTo>
                  <a:cubicBezTo>
                    <a:pt x="28" y="65"/>
                    <a:pt x="25" y="68"/>
                    <a:pt x="21" y="68"/>
                  </a:cubicBezTo>
                  <a:cubicBezTo>
                    <a:pt x="17" y="68"/>
                    <a:pt x="14" y="65"/>
                    <a:pt x="14" y="61"/>
                  </a:cubicBezTo>
                  <a:cubicBezTo>
                    <a:pt x="14" y="61"/>
                    <a:pt x="14" y="57"/>
                    <a:pt x="15" y="52"/>
                  </a:cubicBezTo>
                  <a:cubicBezTo>
                    <a:pt x="16" y="47"/>
                    <a:pt x="18" y="40"/>
                    <a:pt x="22" y="34"/>
                  </a:cubicBezTo>
                  <a:cubicBezTo>
                    <a:pt x="24" y="29"/>
                    <a:pt x="28" y="25"/>
                    <a:pt x="32" y="22"/>
                  </a:cubicBezTo>
                  <a:cubicBezTo>
                    <a:pt x="39" y="17"/>
                    <a:pt x="47" y="14"/>
                    <a:pt x="58" y="13"/>
                  </a:cubicBezTo>
                  <a:cubicBezTo>
                    <a:pt x="62" y="13"/>
                    <a:pt x="65" y="16"/>
                    <a:pt x="65" y="20"/>
                  </a:cubicBezTo>
                  <a:cubicBezTo>
                    <a:pt x="65" y="24"/>
                    <a:pt x="62" y="27"/>
                    <a:pt x="58" y="27"/>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15" name="Freeform 55">
              <a:extLst>
                <a:ext uri="{FF2B5EF4-FFF2-40B4-BE49-F238E27FC236}">
                  <a16:creationId xmlns="" xmlns:a16="http://schemas.microsoft.com/office/drawing/2014/main" id="{8FED3A30-D2F3-4FB2-B206-D10315B8A66C}"/>
                </a:ext>
              </a:extLst>
            </p:cNvPr>
            <p:cNvSpPr>
              <a:spLocks/>
            </p:cNvSpPr>
            <p:nvPr/>
          </p:nvSpPr>
          <p:spPr bwMode="auto">
            <a:xfrm>
              <a:off x="7950201" y="3844925"/>
              <a:ext cx="60325" cy="63500"/>
            </a:xfrm>
            <a:custGeom>
              <a:avLst/>
              <a:gdLst>
                <a:gd name="T0" fmla="*/ 8 w 24"/>
                <a:gd name="T1" fmla="*/ 0 h 25"/>
                <a:gd name="T2" fmla="*/ 0 w 24"/>
                <a:gd name="T3" fmla="*/ 10 h 25"/>
                <a:gd name="T4" fmla="*/ 12 w 24"/>
                <a:gd name="T5" fmla="*/ 23 h 25"/>
                <a:gd name="T6" fmla="*/ 22 w 24"/>
                <a:gd name="T7" fmla="*/ 23 h 25"/>
                <a:gd name="T8" fmla="*/ 22 w 24"/>
                <a:gd name="T9" fmla="*/ 13 h 25"/>
                <a:gd name="T10" fmla="*/ 8 w 24"/>
                <a:gd name="T11" fmla="*/ 0 h 25"/>
              </a:gdLst>
              <a:ahLst/>
              <a:cxnLst>
                <a:cxn ang="0">
                  <a:pos x="T0" y="T1"/>
                </a:cxn>
                <a:cxn ang="0">
                  <a:pos x="T2" y="T3"/>
                </a:cxn>
                <a:cxn ang="0">
                  <a:pos x="T4" y="T5"/>
                </a:cxn>
                <a:cxn ang="0">
                  <a:pos x="T6" y="T7"/>
                </a:cxn>
                <a:cxn ang="0">
                  <a:pos x="T8" y="T9"/>
                </a:cxn>
                <a:cxn ang="0">
                  <a:pos x="T10" y="T11"/>
                </a:cxn>
              </a:cxnLst>
              <a:rect l="0" t="0" r="r" b="b"/>
              <a:pathLst>
                <a:path w="24" h="25">
                  <a:moveTo>
                    <a:pt x="8" y="0"/>
                  </a:moveTo>
                  <a:cubicBezTo>
                    <a:pt x="6" y="4"/>
                    <a:pt x="3" y="7"/>
                    <a:pt x="0" y="10"/>
                  </a:cubicBezTo>
                  <a:cubicBezTo>
                    <a:pt x="12" y="23"/>
                    <a:pt x="12" y="23"/>
                    <a:pt x="12" y="23"/>
                  </a:cubicBezTo>
                  <a:cubicBezTo>
                    <a:pt x="15" y="25"/>
                    <a:pt x="19" y="25"/>
                    <a:pt x="22" y="23"/>
                  </a:cubicBezTo>
                  <a:cubicBezTo>
                    <a:pt x="24" y="20"/>
                    <a:pt x="24" y="16"/>
                    <a:pt x="22" y="13"/>
                  </a:cubicBezTo>
                  <a:lnTo>
                    <a:pt x="8" y="0"/>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16" name="Freeform 56">
              <a:extLst>
                <a:ext uri="{FF2B5EF4-FFF2-40B4-BE49-F238E27FC236}">
                  <a16:creationId xmlns="" xmlns:a16="http://schemas.microsoft.com/office/drawing/2014/main" id="{9FCC50CA-BA8E-4EA3-BBB6-3A54886435F7}"/>
                </a:ext>
              </a:extLst>
            </p:cNvPr>
            <p:cNvSpPr>
              <a:spLocks/>
            </p:cNvSpPr>
            <p:nvPr/>
          </p:nvSpPr>
          <p:spPr bwMode="auto">
            <a:xfrm>
              <a:off x="8004176" y="3705225"/>
              <a:ext cx="76200" cy="33337"/>
            </a:xfrm>
            <a:custGeom>
              <a:avLst/>
              <a:gdLst>
                <a:gd name="T0" fmla="*/ 24 w 30"/>
                <a:gd name="T1" fmla="*/ 0 h 13"/>
                <a:gd name="T2" fmla="*/ 0 w 30"/>
                <a:gd name="T3" fmla="*/ 0 h 13"/>
                <a:gd name="T4" fmla="*/ 0 w 30"/>
                <a:gd name="T5" fmla="*/ 9 h 13"/>
                <a:gd name="T6" fmla="*/ 0 w 30"/>
                <a:gd name="T7" fmla="*/ 13 h 13"/>
                <a:gd name="T8" fmla="*/ 24 w 30"/>
                <a:gd name="T9" fmla="*/ 13 h 13"/>
                <a:gd name="T10" fmla="*/ 30 w 30"/>
                <a:gd name="T11" fmla="*/ 6 h 13"/>
                <a:gd name="T12" fmla="*/ 24 w 30"/>
                <a:gd name="T13" fmla="*/ 0 h 13"/>
              </a:gdLst>
              <a:ahLst/>
              <a:cxnLst>
                <a:cxn ang="0">
                  <a:pos x="T0" y="T1"/>
                </a:cxn>
                <a:cxn ang="0">
                  <a:pos x="T2" y="T3"/>
                </a:cxn>
                <a:cxn ang="0">
                  <a:pos x="T4" y="T5"/>
                </a:cxn>
                <a:cxn ang="0">
                  <a:pos x="T6" y="T7"/>
                </a:cxn>
                <a:cxn ang="0">
                  <a:pos x="T8" y="T9"/>
                </a:cxn>
                <a:cxn ang="0">
                  <a:pos x="T10" y="T11"/>
                </a:cxn>
                <a:cxn ang="0">
                  <a:pos x="T12" y="T13"/>
                </a:cxn>
              </a:cxnLst>
              <a:rect l="0" t="0" r="r" b="b"/>
              <a:pathLst>
                <a:path w="30" h="13">
                  <a:moveTo>
                    <a:pt x="24" y="0"/>
                  </a:moveTo>
                  <a:cubicBezTo>
                    <a:pt x="0" y="0"/>
                    <a:pt x="0" y="0"/>
                    <a:pt x="0" y="0"/>
                  </a:cubicBezTo>
                  <a:cubicBezTo>
                    <a:pt x="0" y="3"/>
                    <a:pt x="0" y="6"/>
                    <a:pt x="0" y="9"/>
                  </a:cubicBezTo>
                  <a:cubicBezTo>
                    <a:pt x="0" y="10"/>
                    <a:pt x="0" y="12"/>
                    <a:pt x="0" y="13"/>
                  </a:cubicBezTo>
                  <a:cubicBezTo>
                    <a:pt x="24" y="13"/>
                    <a:pt x="24" y="13"/>
                    <a:pt x="24" y="13"/>
                  </a:cubicBezTo>
                  <a:cubicBezTo>
                    <a:pt x="27" y="13"/>
                    <a:pt x="30" y="10"/>
                    <a:pt x="30" y="6"/>
                  </a:cubicBezTo>
                  <a:cubicBezTo>
                    <a:pt x="30" y="3"/>
                    <a:pt x="27" y="0"/>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grpSp>
      <p:sp>
        <p:nvSpPr>
          <p:cNvPr id="18" name="任意多边形 13">
            <a:extLst>
              <a:ext uri="{FF2B5EF4-FFF2-40B4-BE49-F238E27FC236}">
                <a16:creationId xmlns="" xmlns:a16="http://schemas.microsoft.com/office/drawing/2014/main" id="{11FA7B2E-BE54-408D-9BA7-6EAC6B3027AD}"/>
              </a:ext>
            </a:extLst>
          </p:cNvPr>
          <p:cNvSpPr/>
          <p:nvPr/>
        </p:nvSpPr>
        <p:spPr>
          <a:xfrm rot="1864238">
            <a:off x="8852835" y="2132856"/>
            <a:ext cx="2070117" cy="1861677"/>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43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19" name="组合 17">
            <a:extLst>
              <a:ext uri="{FF2B5EF4-FFF2-40B4-BE49-F238E27FC236}">
                <a16:creationId xmlns="" xmlns:a16="http://schemas.microsoft.com/office/drawing/2014/main" id="{FDBB172D-47C6-41FE-8BB2-9188B5139C5D}"/>
              </a:ext>
            </a:extLst>
          </p:cNvPr>
          <p:cNvGrpSpPr/>
          <p:nvPr/>
        </p:nvGrpSpPr>
        <p:grpSpPr>
          <a:xfrm>
            <a:off x="9473218" y="2581449"/>
            <a:ext cx="829352" cy="925246"/>
            <a:chOff x="3632200" y="2209800"/>
            <a:chExt cx="508000" cy="566738"/>
          </a:xfrm>
          <a:solidFill>
            <a:srgbClr val="4372C4"/>
          </a:solidFill>
        </p:grpSpPr>
        <p:sp>
          <p:nvSpPr>
            <p:cNvPr id="20" name="Freeform 57">
              <a:extLst>
                <a:ext uri="{FF2B5EF4-FFF2-40B4-BE49-F238E27FC236}">
                  <a16:creationId xmlns="" xmlns:a16="http://schemas.microsoft.com/office/drawing/2014/main" id="{A9E9E769-F4EA-4761-A4DF-31818D5B23AB}"/>
                </a:ext>
              </a:extLst>
            </p:cNvPr>
            <p:cNvSpPr>
              <a:spLocks/>
            </p:cNvSpPr>
            <p:nvPr/>
          </p:nvSpPr>
          <p:spPr bwMode="auto">
            <a:xfrm>
              <a:off x="3795713" y="2339975"/>
              <a:ext cx="184150" cy="28575"/>
            </a:xfrm>
            <a:custGeom>
              <a:avLst/>
              <a:gdLst>
                <a:gd name="T0" fmla="*/ 6 w 72"/>
                <a:gd name="T1" fmla="*/ 0 h 11"/>
                <a:gd name="T2" fmla="*/ 0 w 72"/>
                <a:gd name="T3" fmla="*/ 6 h 11"/>
                <a:gd name="T4" fmla="*/ 6 w 72"/>
                <a:gd name="T5" fmla="*/ 11 h 11"/>
                <a:gd name="T6" fmla="*/ 65 w 72"/>
                <a:gd name="T7" fmla="*/ 11 h 11"/>
                <a:gd name="T8" fmla="*/ 72 w 72"/>
                <a:gd name="T9" fmla="*/ 6 h 11"/>
                <a:gd name="T10" fmla="*/ 65 w 72"/>
                <a:gd name="T11" fmla="*/ 0 h 11"/>
                <a:gd name="T12" fmla="*/ 6 w 72"/>
                <a:gd name="T13" fmla="*/ 0 h 11"/>
              </a:gdLst>
              <a:ahLst/>
              <a:cxnLst>
                <a:cxn ang="0">
                  <a:pos x="T0" y="T1"/>
                </a:cxn>
                <a:cxn ang="0">
                  <a:pos x="T2" y="T3"/>
                </a:cxn>
                <a:cxn ang="0">
                  <a:pos x="T4" y="T5"/>
                </a:cxn>
                <a:cxn ang="0">
                  <a:pos x="T6" y="T7"/>
                </a:cxn>
                <a:cxn ang="0">
                  <a:pos x="T8" y="T9"/>
                </a:cxn>
                <a:cxn ang="0">
                  <a:pos x="T10" y="T11"/>
                </a:cxn>
                <a:cxn ang="0">
                  <a:pos x="T12" y="T13"/>
                </a:cxn>
              </a:cxnLst>
              <a:rect l="0" t="0" r="r" b="b"/>
              <a:pathLst>
                <a:path w="72" h="11">
                  <a:moveTo>
                    <a:pt x="6" y="0"/>
                  </a:moveTo>
                  <a:cubicBezTo>
                    <a:pt x="3" y="0"/>
                    <a:pt x="0" y="3"/>
                    <a:pt x="0" y="6"/>
                  </a:cubicBezTo>
                  <a:cubicBezTo>
                    <a:pt x="0" y="9"/>
                    <a:pt x="3" y="11"/>
                    <a:pt x="6" y="11"/>
                  </a:cubicBezTo>
                  <a:cubicBezTo>
                    <a:pt x="65" y="11"/>
                    <a:pt x="65" y="11"/>
                    <a:pt x="65" y="11"/>
                  </a:cubicBezTo>
                  <a:cubicBezTo>
                    <a:pt x="69" y="11"/>
                    <a:pt x="72" y="9"/>
                    <a:pt x="72" y="6"/>
                  </a:cubicBezTo>
                  <a:cubicBezTo>
                    <a:pt x="72" y="3"/>
                    <a:pt x="69" y="0"/>
                    <a:pt x="65" y="0"/>
                  </a:cubicBezTo>
                  <a:lnTo>
                    <a:pt x="6" y="0"/>
                  </a:ln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21" name="Freeform 58">
              <a:extLst>
                <a:ext uri="{FF2B5EF4-FFF2-40B4-BE49-F238E27FC236}">
                  <a16:creationId xmlns="" xmlns:a16="http://schemas.microsoft.com/office/drawing/2014/main" id="{0428CAE1-5200-483C-A233-F224EA300CCB}"/>
                </a:ext>
              </a:extLst>
            </p:cNvPr>
            <p:cNvSpPr>
              <a:spLocks/>
            </p:cNvSpPr>
            <p:nvPr/>
          </p:nvSpPr>
          <p:spPr bwMode="auto">
            <a:xfrm>
              <a:off x="3725863" y="2209800"/>
              <a:ext cx="334962" cy="112712"/>
            </a:xfrm>
            <a:custGeom>
              <a:avLst/>
              <a:gdLst>
                <a:gd name="T0" fmla="*/ 30 w 131"/>
                <a:gd name="T1" fmla="*/ 44 h 44"/>
                <a:gd name="T2" fmla="*/ 63 w 131"/>
                <a:gd name="T3" fmla="*/ 44 h 44"/>
                <a:gd name="T4" fmla="*/ 64 w 131"/>
                <a:gd name="T5" fmla="*/ 44 h 44"/>
                <a:gd name="T6" fmla="*/ 96 w 131"/>
                <a:gd name="T7" fmla="*/ 44 h 44"/>
                <a:gd name="T8" fmla="*/ 113 w 131"/>
                <a:gd name="T9" fmla="*/ 11 h 44"/>
                <a:gd name="T10" fmla="*/ 93 w 131"/>
                <a:gd name="T11" fmla="*/ 8 h 44"/>
                <a:gd name="T12" fmla="*/ 75 w 131"/>
                <a:gd name="T13" fmla="*/ 28 h 44"/>
                <a:gd name="T14" fmla="*/ 83 w 131"/>
                <a:gd name="T15" fmla="*/ 3 h 44"/>
                <a:gd name="T16" fmla="*/ 63 w 131"/>
                <a:gd name="T17" fmla="*/ 0 h 44"/>
                <a:gd name="T18" fmla="*/ 44 w 131"/>
                <a:gd name="T19" fmla="*/ 3 h 44"/>
                <a:gd name="T20" fmla="*/ 51 w 131"/>
                <a:gd name="T21" fmla="*/ 28 h 44"/>
                <a:gd name="T22" fmla="*/ 34 w 131"/>
                <a:gd name="T23" fmla="*/ 8 h 44"/>
                <a:gd name="T24" fmla="*/ 14 w 131"/>
                <a:gd name="T25" fmla="*/ 11 h 44"/>
                <a:gd name="T26" fmla="*/ 30 w 131"/>
                <a:gd name="T2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1" h="44">
                  <a:moveTo>
                    <a:pt x="30" y="44"/>
                  </a:moveTo>
                  <a:cubicBezTo>
                    <a:pt x="63" y="44"/>
                    <a:pt x="63" y="44"/>
                    <a:pt x="63" y="44"/>
                  </a:cubicBezTo>
                  <a:cubicBezTo>
                    <a:pt x="64" y="44"/>
                    <a:pt x="64" y="44"/>
                    <a:pt x="64" y="44"/>
                  </a:cubicBezTo>
                  <a:cubicBezTo>
                    <a:pt x="96" y="44"/>
                    <a:pt x="96" y="44"/>
                    <a:pt x="96" y="44"/>
                  </a:cubicBezTo>
                  <a:cubicBezTo>
                    <a:pt x="106" y="15"/>
                    <a:pt x="131" y="19"/>
                    <a:pt x="113" y="11"/>
                  </a:cubicBezTo>
                  <a:cubicBezTo>
                    <a:pt x="108" y="9"/>
                    <a:pt x="96" y="5"/>
                    <a:pt x="93" y="8"/>
                  </a:cubicBezTo>
                  <a:cubicBezTo>
                    <a:pt x="89" y="11"/>
                    <a:pt x="85" y="27"/>
                    <a:pt x="75" y="28"/>
                  </a:cubicBezTo>
                  <a:cubicBezTo>
                    <a:pt x="76" y="23"/>
                    <a:pt x="87" y="8"/>
                    <a:pt x="83" y="3"/>
                  </a:cubicBezTo>
                  <a:cubicBezTo>
                    <a:pt x="80" y="0"/>
                    <a:pt x="67" y="0"/>
                    <a:pt x="63" y="0"/>
                  </a:cubicBezTo>
                  <a:cubicBezTo>
                    <a:pt x="60" y="0"/>
                    <a:pt x="46" y="0"/>
                    <a:pt x="44" y="3"/>
                  </a:cubicBezTo>
                  <a:cubicBezTo>
                    <a:pt x="40" y="8"/>
                    <a:pt x="50" y="23"/>
                    <a:pt x="51" y="28"/>
                  </a:cubicBezTo>
                  <a:cubicBezTo>
                    <a:pt x="41" y="27"/>
                    <a:pt x="37" y="11"/>
                    <a:pt x="34" y="8"/>
                  </a:cubicBezTo>
                  <a:cubicBezTo>
                    <a:pt x="30" y="5"/>
                    <a:pt x="18" y="7"/>
                    <a:pt x="14" y="11"/>
                  </a:cubicBezTo>
                  <a:cubicBezTo>
                    <a:pt x="0" y="24"/>
                    <a:pt x="20" y="15"/>
                    <a:pt x="30" y="4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22" name="Freeform 111">
              <a:extLst>
                <a:ext uri="{FF2B5EF4-FFF2-40B4-BE49-F238E27FC236}">
                  <a16:creationId xmlns="" xmlns:a16="http://schemas.microsoft.com/office/drawing/2014/main" id="{6BFAEA01-9CF0-45F6-9B79-B25A83001FF0}"/>
                </a:ext>
              </a:extLst>
            </p:cNvPr>
            <p:cNvSpPr>
              <a:spLocks/>
            </p:cNvSpPr>
            <p:nvPr/>
          </p:nvSpPr>
          <p:spPr bwMode="auto">
            <a:xfrm>
              <a:off x="3824288" y="2482850"/>
              <a:ext cx="39687" cy="66675"/>
            </a:xfrm>
            <a:custGeom>
              <a:avLst/>
              <a:gdLst>
                <a:gd name="T0" fmla="*/ 3 w 16"/>
                <a:gd name="T1" fmla="*/ 18 h 26"/>
                <a:gd name="T2" fmla="*/ 14 w 16"/>
                <a:gd name="T3" fmla="*/ 25 h 26"/>
                <a:gd name="T4" fmla="*/ 16 w 16"/>
                <a:gd name="T5" fmla="*/ 26 h 26"/>
                <a:gd name="T6" fmla="*/ 16 w 16"/>
                <a:gd name="T7" fmla="*/ 0 h 26"/>
                <a:gd name="T8" fmla="*/ 5 w 16"/>
                <a:gd name="T9" fmla="*/ 4 h 26"/>
                <a:gd name="T10" fmla="*/ 3 w 16"/>
                <a:gd name="T11" fmla="*/ 18 h 26"/>
              </a:gdLst>
              <a:ahLst/>
              <a:cxnLst>
                <a:cxn ang="0">
                  <a:pos x="T0" y="T1"/>
                </a:cxn>
                <a:cxn ang="0">
                  <a:pos x="T2" y="T3"/>
                </a:cxn>
                <a:cxn ang="0">
                  <a:pos x="T4" y="T5"/>
                </a:cxn>
                <a:cxn ang="0">
                  <a:pos x="T6" y="T7"/>
                </a:cxn>
                <a:cxn ang="0">
                  <a:pos x="T8" y="T9"/>
                </a:cxn>
                <a:cxn ang="0">
                  <a:pos x="T10" y="T11"/>
                </a:cxn>
              </a:cxnLst>
              <a:rect l="0" t="0" r="r" b="b"/>
              <a:pathLst>
                <a:path w="16" h="26">
                  <a:moveTo>
                    <a:pt x="3" y="18"/>
                  </a:moveTo>
                  <a:cubicBezTo>
                    <a:pt x="5" y="22"/>
                    <a:pt x="9" y="23"/>
                    <a:pt x="14" y="25"/>
                  </a:cubicBezTo>
                  <a:cubicBezTo>
                    <a:pt x="14" y="25"/>
                    <a:pt x="15" y="26"/>
                    <a:pt x="16" y="26"/>
                  </a:cubicBezTo>
                  <a:cubicBezTo>
                    <a:pt x="16" y="0"/>
                    <a:pt x="16" y="0"/>
                    <a:pt x="16" y="0"/>
                  </a:cubicBezTo>
                  <a:cubicBezTo>
                    <a:pt x="12" y="0"/>
                    <a:pt x="8" y="1"/>
                    <a:pt x="5" y="4"/>
                  </a:cubicBezTo>
                  <a:cubicBezTo>
                    <a:pt x="0" y="7"/>
                    <a:pt x="0" y="14"/>
                    <a:pt x="3" y="1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23" name="Freeform 112">
              <a:extLst>
                <a:ext uri="{FF2B5EF4-FFF2-40B4-BE49-F238E27FC236}">
                  <a16:creationId xmlns="" xmlns:a16="http://schemas.microsoft.com/office/drawing/2014/main" id="{89F77A0C-F4B9-4DA4-BDC8-AA5B78CDC300}"/>
                </a:ext>
              </a:extLst>
            </p:cNvPr>
            <p:cNvSpPr>
              <a:spLocks/>
            </p:cNvSpPr>
            <p:nvPr/>
          </p:nvSpPr>
          <p:spPr bwMode="auto">
            <a:xfrm>
              <a:off x="3900488" y="2597150"/>
              <a:ext cx="47625" cy="71437"/>
            </a:xfrm>
            <a:custGeom>
              <a:avLst/>
              <a:gdLst>
                <a:gd name="T0" fmla="*/ 7 w 19"/>
                <a:gd name="T1" fmla="*/ 3 h 28"/>
                <a:gd name="T2" fmla="*/ 0 w 19"/>
                <a:gd name="T3" fmla="*/ 0 h 28"/>
                <a:gd name="T4" fmla="*/ 0 w 19"/>
                <a:gd name="T5" fmla="*/ 28 h 28"/>
                <a:gd name="T6" fmla="*/ 13 w 19"/>
                <a:gd name="T7" fmla="*/ 24 h 28"/>
                <a:gd name="T8" fmla="*/ 16 w 19"/>
                <a:gd name="T9" fmla="*/ 10 h 28"/>
                <a:gd name="T10" fmla="*/ 7 w 19"/>
                <a:gd name="T11" fmla="*/ 3 h 28"/>
              </a:gdLst>
              <a:ahLst/>
              <a:cxnLst>
                <a:cxn ang="0">
                  <a:pos x="T0" y="T1"/>
                </a:cxn>
                <a:cxn ang="0">
                  <a:pos x="T2" y="T3"/>
                </a:cxn>
                <a:cxn ang="0">
                  <a:pos x="T4" y="T5"/>
                </a:cxn>
                <a:cxn ang="0">
                  <a:pos x="T6" y="T7"/>
                </a:cxn>
                <a:cxn ang="0">
                  <a:pos x="T8" y="T9"/>
                </a:cxn>
                <a:cxn ang="0">
                  <a:pos x="T10" y="T11"/>
                </a:cxn>
              </a:cxnLst>
              <a:rect l="0" t="0" r="r" b="b"/>
              <a:pathLst>
                <a:path w="19" h="28">
                  <a:moveTo>
                    <a:pt x="7" y="3"/>
                  </a:moveTo>
                  <a:cubicBezTo>
                    <a:pt x="6" y="3"/>
                    <a:pt x="4" y="2"/>
                    <a:pt x="0" y="0"/>
                  </a:cubicBezTo>
                  <a:cubicBezTo>
                    <a:pt x="0" y="28"/>
                    <a:pt x="0" y="28"/>
                    <a:pt x="0" y="28"/>
                  </a:cubicBezTo>
                  <a:cubicBezTo>
                    <a:pt x="5" y="28"/>
                    <a:pt x="10" y="27"/>
                    <a:pt x="13" y="24"/>
                  </a:cubicBezTo>
                  <a:cubicBezTo>
                    <a:pt x="18" y="21"/>
                    <a:pt x="19" y="15"/>
                    <a:pt x="16" y="10"/>
                  </a:cubicBezTo>
                  <a:cubicBezTo>
                    <a:pt x="14" y="7"/>
                    <a:pt x="11" y="5"/>
                    <a:pt x="7" y="3"/>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24" name="Freeform 113">
              <a:extLst>
                <a:ext uri="{FF2B5EF4-FFF2-40B4-BE49-F238E27FC236}">
                  <a16:creationId xmlns="" xmlns:a16="http://schemas.microsoft.com/office/drawing/2014/main" id="{AA9419D4-FB92-4C7F-8A4E-CDA330D07104}"/>
                </a:ext>
              </a:extLst>
            </p:cNvPr>
            <p:cNvSpPr>
              <a:spLocks noEditPoints="1"/>
            </p:cNvSpPr>
            <p:nvPr/>
          </p:nvSpPr>
          <p:spPr bwMode="auto">
            <a:xfrm>
              <a:off x="3632200" y="2382838"/>
              <a:ext cx="508000" cy="393700"/>
            </a:xfrm>
            <a:custGeom>
              <a:avLst/>
              <a:gdLst>
                <a:gd name="T0" fmla="*/ 134 w 199"/>
                <a:gd name="T1" fmla="*/ 0 h 154"/>
                <a:gd name="T2" fmla="*/ 102 w 199"/>
                <a:gd name="T3" fmla="*/ 0 h 154"/>
                <a:gd name="T4" fmla="*/ 98 w 199"/>
                <a:gd name="T5" fmla="*/ 0 h 154"/>
                <a:gd name="T6" fmla="*/ 66 w 199"/>
                <a:gd name="T7" fmla="*/ 0 h 154"/>
                <a:gd name="T8" fmla="*/ 1 w 199"/>
                <a:gd name="T9" fmla="*/ 99 h 154"/>
                <a:gd name="T10" fmla="*/ 100 w 199"/>
                <a:gd name="T11" fmla="*/ 154 h 154"/>
                <a:gd name="T12" fmla="*/ 100 w 199"/>
                <a:gd name="T13" fmla="*/ 154 h 154"/>
                <a:gd name="T14" fmla="*/ 100 w 199"/>
                <a:gd name="T15" fmla="*/ 154 h 154"/>
                <a:gd name="T16" fmla="*/ 199 w 199"/>
                <a:gd name="T17" fmla="*/ 99 h 154"/>
                <a:gd name="T18" fmla="*/ 134 w 199"/>
                <a:gd name="T19" fmla="*/ 0 h 154"/>
                <a:gd name="T20" fmla="*/ 129 w 199"/>
                <a:gd name="T21" fmla="*/ 116 h 154"/>
                <a:gd name="T22" fmla="*/ 105 w 199"/>
                <a:gd name="T23" fmla="*/ 123 h 154"/>
                <a:gd name="T24" fmla="*/ 105 w 199"/>
                <a:gd name="T25" fmla="*/ 129 h 154"/>
                <a:gd name="T26" fmla="*/ 103 w 199"/>
                <a:gd name="T27" fmla="*/ 131 h 154"/>
                <a:gd name="T28" fmla="*/ 94 w 199"/>
                <a:gd name="T29" fmla="*/ 131 h 154"/>
                <a:gd name="T30" fmla="*/ 91 w 199"/>
                <a:gd name="T31" fmla="*/ 129 h 154"/>
                <a:gd name="T32" fmla="*/ 91 w 199"/>
                <a:gd name="T33" fmla="*/ 122 h 154"/>
                <a:gd name="T34" fmla="*/ 62 w 199"/>
                <a:gd name="T35" fmla="*/ 109 h 154"/>
                <a:gd name="T36" fmla="*/ 73 w 199"/>
                <a:gd name="T37" fmla="*/ 101 h 154"/>
                <a:gd name="T38" fmla="*/ 74 w 199"/>
                <a:gd name="T39" fmla="*/ 102 h 154"/>
                <a:gd name="T40" fmla="*/ 74 w 199"/>
                <a:gd name="T41" fmla="*/ 102 h 154"/>
                <a:gd name="T42" fmla="*/ 76 w 199"/>
                <a:gd name="T43" fmla="*/ 103 h 154"/>
                <a:gd name="T44" fmla="*/ 86 w 199"/>
                <a:gd name="T45" fmla="*/ 109 h 154"/>
                <a:gd name="T46" fmla="*/ 91 w 199"/>
                <a:gd name="T47" fmla="*/ 110 h 154"/>
                <a:gd name="T48" fmla="*/ 91 w 199"/>
                <a:gd name="T49" fmla="*/ 79 h 154"/>
                <a:gd name="T50" fmla="*/ 75 w 199"/>
                <a:gd name="T51" fmla="*/ 72 h 154"/>
                <a:gd name="T52" fmla="*/ 65 w 199"/>
                <a:gd name="T53" fmla="*/ 62 h 154"/>
                <a:gd name="T54" fmla="*/ 71 w 199"/>
                <a:gd name="T55" fmla="*/ 36 h 154"/>
                <a:gd name="T56" fmla="*/ 91 w 199"/>
                <a:gd name="T57" fmla="*/ 28 h 154"/>
                <a:gd name="T58" fmla="*/ 91 w 199"/>
                <a:gd name="T59" fmla="*/ 21 h 154"/>
                <a:gd name="T60" fmla="*/ 94 w 199"/>
                <a:gd name="T61" fmla="*/ 18 h 154"/>
                <a:gd name="T62" fmla="*/ 103 w 199"/>
                <a:gd name="T63" fmla="*/ 18 h 154"/>
                <a:gd name="T64" fmla="*/ 105 w 199"/>
                <a:gd name="T65" fmla="*/ 21 h 154"/>
                <a:gd name="T66" fmla="*/ 105 w 199"/>
                <a:gd name="T67" fmla="*/ 28 h 154"/>
                <a:gd name="T68" fmla="*/ 113 w 199"/>
                <a:gd name="T69" fmla="*/ 29 h 154"/>
                <a:gd name="T70" fmla="*/ 134 w 199"/>
                <a:gd name="T71" fmla="*/ 41 h 154"/>
                <a:gd name="T72" fmla="*/ 122 w 199"/>
                <a:gd name="T73" fmla="*/ 49 h 154"/>
                <a:gd name="T74" fmla="*/ 122 w 199"/>
                <a:gd name="T75" fmla="*/ 48 h 154"/>
                <a:gd name="T76" fmla="*/ 121 w 199"/>
                <a:gd name="T77" fmla="*/ 47 h 154"/>
                <a:gd name="T78" fmla="*/ 120 w 199"/>
                <a:gd name="T79" fmla="*/ 46 h 154"/>
                <a:gd name="T80" fmla="*/ 109 w 199"/>
                <a:gd name="T81" fmla="*/ 40 h 154"/>
                <a:gd name="T82" fmla="*/ 105 w 199"/>
                <a:gd name="T83" fmla="*/ 39 h 154"/>
                <a:gd name="T84" fmla="*/ 105 w 199"/>
                <a:gd name="T85" fmla="*/ 71 h 154"/>
                <a:gd name="T86" fmla="*/ 137 w 199"/>
                <a:gd name="T87" fmla="*/ 90 h 154"/>
                <a:gd name="T88" fmla="*/ 129 w 199"/>
                <a:gd name="T89" fmla="*/ 116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99" h="154">
                  <a:moveTo>
                    <a:pt x="134" y="0"/>
                  </a:moveTo>
                  <a:cubicBezTo>
                    <a:pt x="102" y="0"/>
                    <a:pt x="102" y="0"/>
                    <a:pt x="102" y="0"/>
                  </a:cubicBezTo>
                  <a:cubicBezTo>
                    <a:pt x="98" y="0"/>
                    <a:pt x="98" y="0"/>
                    <a:pt x="98" y="0"/>
                  </a:cubicBezTo>
                  <a:cubicBezTo>
                    <a:pt x="66" y="0"/>
                    <a:pt x="66" y="0"/>
                    <a:pt x="66" y="0"/>
                  </a:cubicBezTo>
                  <a:cubicBezTo>
                    <a:pt x="55" y="20"/>
                    <a:pt x="0" y="43"/>
                    <a:pt x="1" y="99"/>
                  </a:cubicBezTo>
                  <a:cubicBezTo>
                    <a:pt x="1" y="146"/>
                    <a:pt x="41" y="154"/>
                    <a:pt x="100" y="154"/>
                  </a:cubicBezTo>
                  <a:cubicBezTo>
                    <a:pt x="100" y="154"/>
                    <a:pt x="100" y="154"/>
                    <a:pt x="100" y="154"/>
                  </a:cubicBezTo>
                  <a:cubicBezTo>
                    <a:pt x="100" y="154"/>
                    <a:pt x="100" y="154"/>
                    <a:pt x="100" y="154"/>
                  </a:cubicBezTo>
                  <a:cubicBezTo>
                    <a:pt x="159" y="154"/>
                    <a:pt x="199" y="146"/>
                    <a:pt x="199" y="99"/>
                  </a:cubicBezTo>
                  <a:cubicBezTo>
                    <a:pt x="199" y="43"/>
                    <a:pt x="144" y="20"/>
                    <a:pt x="134" y="0"/>
                  </a:cubicBezTo>
                  <a:close/>
                  <a:moveTo>
                    <a:pt x="129" y="116"/>
                  </a:moveTo>
                  <a:cubicBezTo>
                    <a:pt x="123" y="120"/>
                    <a:pt x="115" y="122"/>
                    <a:pt x="105" y="123"/>
                  </a:cubicBezTo>
                  <a:cubicBezTo>
                    <a:pt x="105" y="129"/>
                    <a:pt x="105" y="129"/>
                    <a:pt x="105" y="129"/>
                  </a:cubicBezTo>
                  <a:cubicBezTo>
                    <a:pt x="105" y="130"/>
                    <a:pt x="104" y="131"/>
                    <a:pt x="103" y="131"/>
                  </a:cubicBezTo>
                  <a:cubicBezTo>
                    <a:pt x="94" y="131"/>
                    <a:pt x="94" y="131"/>
                    <a:pt x="94" y="131"/>
                  </a:cubicBezTo>
                  <a:cubicBezTo>
                    <a:pt x="92" y="131"/>
                    <a:pt x="91" y="130"/>
                    <a:pt x="91" y="129"/>
                  </a:cubicBezTo>
                  <a:cubicBezTo>
                    <a:pt x="91" y="122"/>
                    <a:pt x="91" y="122"/>
                    <a:pt x="91" y="122"/>
                  </a:cubicBezTo>
                  <a:cubicBezTo>
                    <a:pt x="79" y="120"/>
                    <a:pt x="67" y="116"/>
                    <a:pt x="62" y="109"/>
                  </a:cubicBezTo>
                  <a:cubicBezTo>
                    <a:pt x="58" y="104"/>
                    <a:pt x="69" y="96"/>
                    <a:pt x="73" y="101"/>
                  </a:cubicBezTo>
                  <a:cubicBezTo>
                    <a:pt x="73" y="101"/>
                    <a:pt x="74" y="102"/>
                    <a:pt x="74" y="102"/>
                  </a:cubicBezTo>
                  <a:cubicBezTo>
                    <a:pt x="74" y="102"/>
                    <a:pt x="73" y="102"/>
                    <a:pt x="74" y="102"/>
                  </a:cubicBezTo>
                  <a:cubicBezTo>
                    <a:pt x="75" y="103"/>
                    <a:pt x="75" y="103"/>
                    <a:pt x="76" y="103"/>
                  </a:cubicBezTo>
                  <a:cubicBezTo>
                    <a:pt x="78" y="105"/>
                    <a:pt x="83" y="108"/>
                    <a:pt x="86" y="109"/>
                  </a:cubicBezTo>
                  <a:cubicBezTo>
                    <a:pt x="88" y="109"/>
                    <a:pt x="89" y="110"/>
                    <a:pt x="91" y="110"/>
                  </a:cubicBezTo>
                  <a:cubicBezTo>
                    <a:pt x="91" y="79"/>
                    <a:pt x="91" y="79"/>
                    <a:pt x="91" y="79"/>
                  </a:cubicBezTo>
                  <a:cubicBezTo>
                    <a:pt x="84" y="76"/>
                    <a:pt x="77" y="73"/>
                    <a:pt x="75" y="72"/>
                  </a:cubicBezTo>
                  <a:cubicBezTo>
                    <a:pt x="70" y="70"/>
                    <a:pt x="67" y="66"/>
                    <a:pt x="65" y="62"/>
                  </a:cubicBezTo>
                  <a:cubicBezTo>
                    <a:pt x="60" y="54"/>
                    <a:pt x="62" y="43"/>
                    <a:pt x="71" y="36"/>
                  </a:cubicBezTo>
                  <a:cubicBezTo>
                    <a:pt x="76" y="32"/>
                    <a:pt x="83" y="29"/>
                    <a:pt x="91" y="28"/>
                  </a:cubicBezTo>
                  <a:cubicBezTo>
                    <a:pt x="91" y="21"/>
                    <a:pt x="91" y="21"/>
                    <a:pt x="91" y="21"/>
                  </a:cubicBezTo>
                  <a:cubicBezTo>
                    <a:pt x="91" y="20"/>
                    <a:pt x="92" y="18"/>
                    <a:pt x="94" y="18"/>
                  </a:cubicBezTo>
                  <a:cubicBezTo>
                    <a:pt x="103" y="18"/>
                    <a:pt x="103" y="18"/>
                    <a:pt x="103" y="18"/>
                  </a:cubicBezTo>
                  <a:cubicBezTo>
                    <a:pt x="104" y="18"/>
                    <a:pt x="105" y="20"/>
                    <a:pt x="105" y="21"/>
                  </a:cubicBezTo>
                  <a:cubicBezTo>
                    <a:pt x="105" y="28"/>
                    <a:pt x="105" y="28"/>
                    <a:pt x="105" y="28"/>
                  </a:cubicBezTo>
                  <a:cubicBezTo>
                    <a:pt x="108" y="28"/>
                    <a:pt x="110" y="28"/>
                    <a:pt x="113" y="29"/>
                  </a:cubicBezTo>
                  <a:cubicBezTo>
                    <a:pt x="120" y="31"/>
                    <a:pt x="130" y="36"/>
                    <a:pt x="134" y="41"/>
                  </a:cubicBezTo>
                  <a:cubicBezTo>
                    <a:pt x="137" y="46"/>
                    <a:pt x="126" y="54"/>
                    <a:pt x="122" y="49"/>
                  </a:cubicBezTo>
                  <a:cubicBezTo>
                    <a:pt x="122" y="48"/>
                    <a:pt x="122" y="48"/>
                    <a:pt x="122" y="48"/>
                  </a:cubicBezTo>
                  <a:cubicBezTo>
                    <a:pt x="121" y="47"/>
                    <a:pt x="122" y="48"/>
                    <a:pt x="121" y="47"/>
                  </a:cubicBezTo>
                  <a:cubicBezTo>
                    <a:pt x="121" y="47"/>
                    <a:pt x="120" y="47"/>
                    <a:pt x="120" y="46"/>
                  </a:cubicBezTo>
                  <a:cubicBezTo>
                    <a:pt x="117" y="44"/>
                    <a:pt x="112" y="41"/>
                    <a:pt x="109" y="40"/>
                  </a:cubicBezTo>
                  <a:cubicBezTo>
                    <a:pt x="108" y="40"/>
                    <a:pt x="107" y="40"/>
                    <a:pt x="105" y="39"/>
                  </a:cubicBezTo>
                  <a:cubicBezTo>
                    <a:pt x="105" y="71"/>
                    <a:pt x="105" y="71"/>
                    <a:pt x="105" y="71"/>
                  </a:cubicBezTo>
                  <a:cubicBezTo>
                    <a:pt x="117" y="75"/>
                    <a:pt x="133" y="81"/>
                    <a:pt x="137" y="90"/>
                  </a:cubicBezTo>
                  <a:cubicBezTo>
                    <a:pt x="141" y="99"/>
                    <a:pt x="137" y="109"/>
                    <a:pt x="129" y="116"/>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25" name="Freeform 114">
              <a:extLst>
                <a:ext uri="{FF2B5EF4-FFF2-40B4-BE49-F238E27FC236}">
                  <a16:creationId xmlns="" xmlns:a16="http://schemas.microsoft.com/office/drawing/2014/main" id="{4B6A1942-7E65-4581-B40F-56C9BBEB8A81}"/>
                </a:ext>
              </a:extLst>
            </p:cNvPr>
            <p:cNvSpPr>
              <a:spLocks/>
            </p:cNvSpPr>
            <p:nvPr/>
          </p:nvSpPr>
          <p:spPr bwMode="auto">
            <a:xfrm>
              <a:off x="3984625" y="2322513"/>
              <a:ext cx="106362" cy="85725"/>
            </a:xfrm>
            <a:custGeom>
              <a:avLst/>
              <a:gdLst>
                <a:gd name="T0" fmla="*/ 40 w 42"/>
                <a:gd name="T1" fmla="*/ 5 h 34"/>
                <a:gd name="T2" fmla="*/ 23 w 42"/>
                <a:gd name="T3" fmla="*/ 0 h 34"/>
                <a:gd name="T4" fmla="*/ 2 w 42"/>
                <a:gd name="T5" fmla="*/ 6 h 34"/>
                <a:gd name="T6" fmla="*/ 0 w 42"/>
                <a:gd name="T7" fmla="*/ 8 h 34"/>
                <a:gd name="T8" fmla="*/ 0 w 42"/>
                <a:gd name="T9" fmla="*/ 16 h 34"/>
                <a:gd name="T10" fmla="*/ 1 w 42"/>
                <a:gd name="T11" fmla="*/ 17 h 34"/>
                <a:gd name="T12" fmla="*/ 15 w 42"/>
                <a:gd name="T13" fmla="*/ 25 h 34"/>
                <a:gd name="T14" fmla="*/ 22 w 42"/>
                <a:gd name="T15" fmla="*/ 29 h 34"/>
                <a:gd name="T16" fmla="*/ 24 w 42"/>
                <a:gd name="T17" fmla="*/ 31 h 34"/>
                <a:gd name="T18" fmla="*/ 24 w 42"/>
                <a:gd name="T19" fmla="*/ 31 h 34"/>
                <a:gd name="T20" fmla="*/ 24 w 42"/>
                <a:gd name="T21" fmla="*/ 31 h 34"/>
                <a:gd name="T22" fmla="*/ 24 w 42"/>
                <a:gd name="T23" fmla="*/ 31 h 34"/>
                <a:gd name="T24" fmla="*/ 30 w 42"/>
                <a:gd name="T25" fmla="*/ 32 h 34"/>
                <a:gd name="T26" fmla="*/ 31 w 42"/>
                <a:gd name="T27" fmla="*/ 27 h 34"/>
                <a:gd name="T28" fmla="*/ 28 w 42"/>
                <a:gd name="T29" fmla="*/ 23 h 34"/>
                <a:gd name="T30" fmla="*/ 17 w 42"/>
                <a:gd name="T31" fmla="*/ 17 h 34"/>
                <a:gd name="T32" fmla="*/ 9 w 42"/>
                <a:gd name="T33" fmla="*/ 14 h 34"/>
                <a:gd name="T34" fmla="*/ 7 w 42"/>
                <a:gd name="T35" fmla="*/ 13 h 34"/>
                <a:gd name="T36" fmla="*/ 7 w 42"/>
                <a:gd name="T37" fmla="*/ 12 h 34"/>
                <a:gd name="T38" fmla="*/ 7 w 42"/>
                <a:gd name="T39" fmla="*/ 12 h 34"/>
                <a:gd name="T40" fmla="*/ 7 w 42"/>
                <a:gd name="T41" fmla="*/ 12 h 34"/>
                <a:gd name="T42" fmla="*/ 7 w 42"/>
                <a:gd name="T43" fmla="*/ 12 h 34"/>
                <a:gd name="T44" fmla="*/ 23 w 42"/>
                <a:gd name="T45" fmla="*/ 8 h 34"/>
                <a:gd name="T46" fmla="*/ 36 w 42"/>
                <a:gd name="T47" fmla="*/ 11 h 34"/>
                <a:gd name="T48" fmla="*/ 41 w 42"/>
                <a:gd name="T49" fmla="*/ 10 h 34"/>
                <a:gd name="T50" fmla="*/ 40 w 42"/>
                <a:gd name="T51" fmla="*/ 5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2" h="34">
                  <a:moveTo>
                    <a:pt x="40" y="5"/>
                  </a:moveTo>
                  <a:cubicBezTo>
                    <a:pt x="34" y="1"/>
                    <a:pt x="29" y="0"/>
                    <a:pt x="23" y="0"/>
                  </a:cubicBezTo>
                  <a:cubicBezTo>
                    <a:pt x="11" y="0"/>
                    <a:pt x="2" y="6"/>
                    <a:pt x="2" y="6"/>
                  </a:cubicBezTo>
                  <a:cubicBezTo>
                    <a:pt x="1" y="6"/>
                    <a:pt x="1" y="7"/>
                    <a:pt x="0" y="8"/>
                  </a:cubicBezTo>
                  <a:cubicBezTo>
                    <a:pt x="2" y="10"/>
                    <a:pt x="2" y="14"/>
                    <a:pt x="0" y="16"/>
                  </a:cubicBezTo>
                  <a:cubicBezTo>
                    <a:pt x="1" y="17"/>
                    <a:pt x="1" y="17"/>
                    <a:pt x="1" y="17"/>
                  </a:cubicBezTo>
                  <a:cubicBezTo>
                    <a:pt x="1" y="18"/>
                    <a:pt x="5" y="23"/>
                    <a:pt x="15" y="25"/>
                  </a:cubicBezTo>
                  <a:cubicBezTo>
                    <a:pt x="18" y="26"/>
                    <a:pt x="21" y="28"/>
                    <a:pt x="22" y="29"/>
                  </a:cubicBezTo>
                  <a:cubicBezTo>
                    <a:pt x="23" y="30"/>
                    <a:pt x="24" y="30"/>
                    <a:pt x="24" y="31"/>
                  </a:cubicBezTo>
                  <a:cubicBezTo>
                    <a:pt x="24" y="31"/>
                    <a:pt x="24" y="31"/>
                    <a:pt x="24" y="31"/>
                  </a:cubicBezTo>
                  <a:cubicBezTo>
                    <a:pt x="24" y="31"/>
                    <a:pt x="24" y="31"/>
                    <a:pt x="24" y="31"/>
                  </a:cubicBezTo>
                  <a:cubicBezTo>
                    <a:pt x="24" y="31"/>
                    <a:pt x="24" y="31"/>
                    <a:pt x="24" y="31"/>
                  </a:cubicBezTo>
                  <a:cubicBezTo>
                    <a:pt x="26" y="33"/>
                    <a:pt x="28" y="34"/>
                    <a:pt x="30" y="32"/>
                  </a:cubicBezTo>
                  <a:cubicBezTo>
                    <a:pt x="32" y="31"/>
                    <a:pt x="32" y="29"/>
                    <a:pt x="31" y="27"/>
                  </a:cubicBezTo>
                  <a:cubicBezTo>
                    <a:pt x="31" y="27"/>
                    <a:pt x="30" y="25"/>
                    <a:pt x="28" y="23"/>
                  </a:cubicBezTo>
                  <a:cubicBezTo>
                    <a:pt x="25" y="21"/>
                    <a:pt x="22" y="19"/>
                    <a:pt x="17" y="17"/>
                  </a:cubicBezTo>
                  <a:cubicBezTo>
                    <a:pt x="13" y="16"/>
                    <a:pt x="10" y="15"/>
                    <a:pt x="9" y="14"/>
                  </a:cubicBezTo>
                  <a:cubicBezTo>
                    <a:pt x="8" y="13"/>
                    <a:pt x="8" y="13"/>
                    <a:pt x="7" y="13"/>
                  </a:cubicBezTo>
                  <a:cubicBezTo>
                    <a:pt x="7" y="12"/>
                    <a:pt x="7" y="12"/>
                    <a:pt x="7" y="12"/>
                  </a:cubicBezTo>
                  <a:cubicBezTo>
                    <a:pt x="7" y="12"/>
                    <a:pt x="7" y="12"/>
                    <a:pt x="7" y="12"/>
                  </a:cubicBezTo>
                  <a:cubicBezTo>
                    <a:pt x="7" y="12"/>
                    <a:pt x="7" y="12"/>
                    <a:pt x="7" y="12"/>
                  </a:cubicBezTo>
                  <a:cubicBezTo>
                    <a:pt x="7" y="12"/>
                    <a:pt x="7" y="12"/>
                    <a:pt x="7" y="12"/>
                  </a:cubicBezTo>
                  <a:cubicBezTo>
                    <a:pt x="9" y="11"/>
                    <a:pt x="16" y="8"/>
                    <a:pt x="23" y="8"/>
                  </a:cubicBezTo>
                  <a:cubicBezTo>
                    <a:pt x="27" y="8"/>
                    <a:pt x="32" y="9"/>
                    <a:pt x="36" y="11"/>
                  </a:cubicBezTo>
                  <a:cubicBezTo>
                    <a:pt x="38" y="12"/>
                    <a:pt x="40" y="12"/>
                    <a:pt x="41" y="10"/>
                  </a:cubicBezTo>
                  <a:cubicBezTo>
                    <a:pt x="42" y="8"/>
                    <a:pt x="42" y="6"/>
                    <a:pt x="40" y="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grpSp>
      <p:sp>
        <p:nvSpPr>
          <p:cNvPr id="27" name="任意多边形 11">
            <a:extLst>
              <a:ext uri="{FF2B5EF4-FFF2-40B4-BE49-F238E27FC236}">
                <a16:creationId xmlns="" xmlns:a16="http://schemas.microsoft.com/office/drawing/2014/main" id="{EFD9AF87-020E-4BF2-A966-F166AC34E0B1}"/>
              </a:ext>
            </a:extLst>
          </p:cNvPr>
          <p:cNvSpPr/>
          <p:nvPr/>
        </p:nvSpPr>
        <p:spPr>
          <a:xfrm rot="1864238">
            <a:off x="3693979" y="2132856"/>
            <a:ext cx="2070117" cy="1861677"/>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43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28" name="组合 26">
            <a:extLst>
              <a:ext uri="{FF2B5EF4-FFF2-40B4-BE49-F238E27FC236}">
                <a16:creationId xmlns="" xmlns:a16="http://schemas.microsoft.com/office/drawing/2014/main" id="{0268CD9A-F8A3-4B9E-960F-2B46078C180E}"/>
              </a:ext>
            </a:extLst>
          </p:cNvPr>
          <p:cNvGrpSpPr/>
          <p:nvPr/>
        </p:nvGrpSpPr>
        <p:grpSpPr>
          <a:xfrm>
            <a:off x="4317909" y="2648120"/>
            <a:ext cx="844902" cy="844902"/>
            <a:chOff x="3713842" y="763152"/>
            <a:chExt cx="517525" cy="517525"/>
          </a:xfrm>
          <a:solidFill>
            <a:srgbClr val="4372C4"/>
          </a:solidFill>
        </p:grpSpPr>
        <p:sp>
          <p:nvSpPr>
            <p:cNvPr id="29" name="Freeform 78">
              <a:extLst>
                <a:ext uri="{FF2B5EF4-FFF2-40B4-BE49-F238E27FC236}">
                  <a16:creationId xmlns="" xmlns:a16="http://schemas.microsoft.com/office/drawing/2014/main" id="{3586D496-D7AA-4DA9-A933-4564D315E4F9}"/>
                </a:ext>
              </a:extLst>
            </p:cNvPr>
            <p:cNvSpPr>
              <a:spLocks/>
            </p:cNvSpPr>
            <p:nvPr/>
          </p:nvSpPr>
          <p:spPr bwMode="auto">
            <a:xfrm>
              <a:off x="3845605" y="880627"/>
              <a:ext cx="146050" cy="165100"/>
            </a:xfrm>
            <a:custGeom>
              <a:avLst/>
              <a:gdLst>
                <a:gd name="T0" fmla="*/ 49 w 57"/>
                <a:gd name="T1" fmla="*/ 0 h 65"/>
                <a:gd name="T2" fmla="*/ 42 w 57"/>
                <a:gd name="T3" fmla="*/ 7 h 65"/>
                <a:gd name="T4" fmla="*/ 42 w 57"/>
                <a:gd name="T5" fmla="*/ 48 h 65"/>
                <a:gd name="T6" fmla="*/ 39 w 57"/>
                <a:gd name="T7" fmla="*/ 50 h 65"/>
                <a:gd name="T8" fmla="*/ 7 w 57"/>
                <a:gd name="T9" fmla="*/ 50 h 65"/>
                <a:gd name="T10" fmla="*/ 0 w 57"/>
                <a:gd name="T11" fmla="*/ 58 h 65"/>
                <a:gd name="T12" fmla="*/ 7 w 57"/>
                <a:gd name="T13" fmla="*/ 65 h 65"/>
                <a:gd name="T14" fmla="*/ 48 w 57"/>
                <a:gd name="T15" fmla="*/ 65 h 65"/>
                <a:gd name="T16" fmla="*/ 53 w 57"/>
                <a:gd name="T17" fmla="*/ 63 h 65"/>
                <a:gd name="T18" fmla="*/ 53 w 57"/>
                <a:gd name="T19" fmla="*/ 63 h 65"/>
                <a:gd name="T20" fmla="*/ 57 w 57"/>
                <a:gd name="T21" fmla="*/ 56 h 65"/>
                <a:gd name="T22" fmla="*/ 57 w 57"/>
                <a:gd name="T23" fmla="*/ 7 h 65"/>
                <a:gd name="T24" fmla="*/ 49 w 57"/>
                <a:gd name="T25"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7" h="65">
                  <a:moveTo>
                    <a:pt x="49" y="0"/>
                  </a:moveTo>
                  <a:cubicBezTo>
                    <a:pt x="45" y="0"/>
                    <a:pt x="42" y="3"/>
                    <a:pt x="42" y="7"/>
                  </a:cubicBezTo>
                  <a:cubicBezTo>
                    <a:pt x="42" y="48"/>
                    <a:pt x="42" y="48"/>
                    <a:pt x="42" y="48"/>
                  </a:cubicBezTo>
                  <a:cubicBezTo>
                    <a:pt x="42" y="49"/>
                    <a:pt x="41" y="50"/>
                    <a:pt x="39" y="50"/>
                  </a:cubicBezTo>
                  <a:cubicBezTo>
                    <a:pt x="7" y="50"/>
                    <a:pt x="7" y="50"/>
                    <a:pt x="7" y="50"/>
                  </a:cubicBezTo>
                  <a:cubicBezTo>
                    <a:pt x="3" y="50"/>
                    <a:pt x="0" y="54"/>
                    <a:pt x="0" y="58"/>
                  </a:cubicBezTo>
                  <a:cubicBezTo>
                    <a:pt x="0" y="62"/>
                    <a:pt x="3" y="65"/>
                    <a:pt x="7" y="65"/>
                  </a:cubicBezTo>
                  <a:cubicBezTo>
                    <a:pt x="48" y="65"/>
                    <a:pt x="48" y="65"/>
                    <a:pt x="48" y="65"/>
                  </a:cubicBezTo>
                  <a:cubicBezTo>
                    <a:pt x="50" y="65"/>
                    <a:pt x="52" y="64"/>
                    <a:pt x="53" y="63"/>
                  </a:cubicBezTo>
                  <a:cubicBezTo>
                    <a:pt x="53" y="63"/>
                    <a:pt x="53" y="63"/>
                    <a:pt x="53" y="63"/>
                  </a:cubicBezTo>
                  <a:cubicBezTo>
                    <a:pt x="55" y="62"/>
                    <a:pt x="57" y="59"/>
                    <a:pt x="57" y="56"/>
                  </a:cubicBezTo>
                  <a:cubicBezTo>
                    <a:pt x="57" y="7"/>
                    <a:pt x="57" y="7"/>
                    <a:pt x="57" y="7"/>
                  </a:cubicBezTo>
                  <a:cubicBezTo>
                    <a:pt x="57" y="3"/>
                    <a:pt x="53" y="0"/>
                    <a:pt x="49"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30" name="Freeform 79">
              <a:extLst>
                <a:ext uri="{FF2B5EF4-FFF2-40B4-BE49-F238E27FC236}">
                  <a16:creationId xmlns="" xmlns:a16="http://schemas.microsoft.com/office/drawing/2014/main" id="{88E45AE6-E3A4-49E0-B86D-B2D1042C4503}"/>
                </a:ext>
              </a:extLst>
            </p:cNvPr>
            <p:cNvSpPr>
              <a:spLocks/>
            </p:cNvSpPr>
            <p:nvPr/>
          </p:nvSpPr>
          <p:spPr bwMode="auto">
            <a:xfrm>
              <a:off x="3956730" y="1179077"/>
              <a:ext cx="31750" cy="46037"/>
            </a:xfrm>
            <a:custGeom>
              <a:avLst/>
              <a:gdLst>
                <a:gd name="T0" fmla="*/ 7 w 13"/>
                <a:gd name="T1" fmla="*/ 0 h 18"/>
                <a:gd name="T2" fmla="*/ 6 w 13"/>
                <a:gd name="T3" fmla="*/ 0 h 18"/>
                <a:gd name="T4" fmla="*/ 0 w 13"/>
                <a:gd name="T5" fmla="*/ 6 h 18"/>
                <a:gd name="T6" fmla="*/ 0 w 13"/>
                <a:gd name="T7" fmla="*/ 17 h 18"/>
                <a:gd name="T8" fmla="*/ 6 w 13"/>
                <a:gd name="T9" fmla="*/ 18 h 18"/>
                <a:gd name="T10" fmla="*/ 13 w 13"/>
                <a:gd name="T11" fmla="*/ 17 h 18"/>
                <a:gd name="T12" fmla="*/ 13 w 13"/>
                <a:gd name="T13" fmla="*/ 6 h 18"/>
                <a:gd name="T14" fmla="*/ 7 w 13"/>
                <a:gd name="T15" fmla="*/ 0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18">
                  <a:moveTo>
                    <a:pt x="7" y="0"/>
                  </a:moveTo>
                  <a:cubicBezTo>
                    <a:pt x="6" y="0"/>
                    <a:pt x="6" y="0"/>
                    <a:pt x="6" y="0"/>
                  </a:cubicBezTo>
                  <a:cubicBezTo>
                    <a:pt x="2" y="0"/>
                    <a:pt x="0" y="2"/>
                    <a:pt x="0" y="6"/>
                  </a:cubicBezTo>
                  <a:cubicBezTo>
                    <a:pt x="0" y="17"/>
                    <a:pt x="0" y="17"/>
                    <a:pt x="0" y="17"/>
                  </a:cubicBezTo>
                  <a:cubicBezTo>
                    <a:pt x="2" y="18"/>
                    <a:pt x="4" y="18"/>
                    <a:pt x="6" y="18"/>
                  </a:cubicBezTo>
                  <a:cubicBezTo>
                    <a:pt x="9" y="18"/>
                    <a:pt x="11" y="18"/>
                    <a:pt x="13" y="17"/>
                  </a:cubicBezTo>
                  <a:cubicBezTo>
                    <a:pt x="13" y="6"/>
                    <a:pt x="13" y="6"/>
                    <a:pt x="13" y="6"/>
                  </a:cubicBezTo>
                  <a:cubicBezTo>
                    <a:pt x="13" y="2"/>
                    <a:pt x="11" y="0"/>
                    <a:pt x="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31" name="Freeform 80">
              <a:extLst>
                <a:ext uri="{FF2B5EF4-FFF2-40B4-BE49-F238E27FC236}">
                  <a16:creationId xmlns="" xmlns:a16="http://schemas.microsoft.com/office/drawing/2014/main" id="{5245DE3E-CE1F-4096-8ED5-B2273F656383}"/>
                </a:ext>
              </a:extLst>
            </p:cNvPr>
            <p:cNvSpPr>
              <a:spLocks/>
            </p:cNvSpPr>
            <p:nvPr/>
          </p:nvSpPr>
          <p:spPr bwMode="auto">
            <a:xfrm>
              <a:off x="3956730" y="818714"/>
              <a:ext cx="31750" cy="46037"/>
            </a:xfrm>
            <a:custGeom>
              <a:avLst/>
              <a:gdLst>
                <a:gd name="T0" fmla="*/ 6 w 13"/>
                <a:gd name="T1" fmla="*/ 18 h 18"/>
                <a:gd name="T2" fmla="*/ 7 w 13"/>
                <a:gd name="T3" fmla="*/ 18 h 18"/>
                <a:gd name="T4" fmla="*/ 13 w 13"/>
                <a:gd name="T5" fmla="*/ 12 h 18"/>
                <a:gd name="T6" fmla="*/ 13 w 13"/>
                <a:gd name="T7" fmla="*/ 0 h 18"/>
                <a:gd name="T8" fmla="*/ 6 w 13"/>
                <a:gd name="T9" fmla="*/ 0 h 18"/>
                <a:gd name="T10" fmla="*/ 0 w 13"/>
                <a:gd name="T11" fmla="*/ 0 h 18"/>
                <a:gd name="T12" fmla="*/ 0 w 13"/>
                <a:gd name="T13" fmla="*/ 12 h 18"/>
                <a:gd name="T14" fmla="*/ 6 w 13"/>
                <a:gd name="T15" fmla="*/ 18 h 1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18">
                  <a:moveTo>
                    <a:pt x="6" y="18"/>
                  </a:moveTo>
                  <a:cubicBezTo>
                    <a:pt x="7" y="18"/>
                    <a:pt x="7" y="18"/>
                    <a:pt x="7" y="18"/>
                  </a:cubicBezTo>
                  <a:cubicBezTo>
                    <a:pt x="11" y="18"/>
                    <a:pt x="13" y="16"/>
                    <a:pt x="13" y="12"/>
                  </a:cubicBezTo>
                  <a:cubicBezTo>
                    <a:pt x="13" y="0"/>
                    <a:pt x="13" y="0"/>
                    <a:pt x="13" y="0"/>
                  </a:cubicBezTo>
                  <a:cubicBezTo>
                    <a:pt x="11" y="0"/>
                    <a:pt x="9" y="0"/>
                    <a:pt x="6" y="0"/>
                  </a:cubicBezTo>
                  <a:cubicBezTo>
                    <a:pt x="4" y="0"/>
                    <a:pt x="2" y="0"/>
                    <a:pt x="0" y="0"/>
                  </a:cubicBezTo>
                  <a:cubicBezTo>
                    <a:pt x="0" y="12"/>
                    <a:pt x="0" y="12"/>
                    <a:pt x="0" y="12"/>
                  </a:cubicBezTo>
                  <a:cubicBezTo>
                    <a:pt x="0" y="16"/>
                    <a:pt x="2" y="18"/>
                    <a:pt x="6" y="18"/>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32" name="Freeform 81">
              <a:extLst>
                <a:ext uri="{FF2B5EF4-FFF2-40B4-BE49-F238E27FC236}">
                  <a16:creationId xmlns="" xmlns:a16="http://schemas.microsoft.com/office/drawing/2014/main" id="{9F88CD1C-4AA6-4B3B-B020-AE933A1C7EA6}"/>
                </a:ext>
              </a:extLst>
            </p:cNvPr>
            <p:cNvSpPr>
              <a:spLocks/>
            </p:cNvSpPr>
            <p:nvPr/>
          </p:nvSpPr>
          <p:spPr bwMode="auto">
            <a:xfrm>
              <a:off x="3769405" y="1002864"/>
              <a:ext cx="46037" cy="34925"/>
            </a:xfrm>
            <a:custGeom>
              <a:avLst/>
              <a:gdLst>
                <a:gd name="T0" fmla="*/ 12 w 18"/>
                <a:gd name="T1" fmla="*/ 0 h 14"/>
                <a:gd name="T2" fmla="*/ 0 w 18"/>
                <a:gd name="T3" fmla="*/ 0 h 14"/>
                <a:gd name="T4" fmla="*/ 0 w 18"/>
                <a:gd name="T5" fmla="*/ 7 h 14"/>
                <a:gd name="T6" fmla="*/ 0 w 18"/>
                <a:gd name="T7" fmla="*/ 14 h 14"/>
                <a:gd name="T8" fmla="*/ 12 w 18"/>
                <a:gd name="T9" fmla="*/ 14 h 14"/>
                <a:gd name="T10" fmla="*/ 18 w 18"/>
                <a:gd name="T11" fmla="*/ 8 h 14"/>
                <a:gd name="T12" fmla="*/ 18 w 18"/>
                <a:gd name="T13" fmla="*/ 7 h 14"/>
                <a:gd name="T14" fmla="*/ 12 w 18"/>
                <a:gd name="T15" fmla="*/ 0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14">
                  <a:moveTo>
                    <a:pt x="12" y="0"/>
                  </a:moveTo>
                  <a:cubicBezTo>
                    <a:pt x="0" y="0"/>
                    <a:pt x="0" y="0"/>
                    <a:pt x="0" y="0"/>
                  </a:cubicBezTo>
                  <a:cubicBezTo>
                    <a:pt x="0" y="3"/>
                    <a:pt x="0" y="5"/>
                    <a:pt x="0" y="7"/>
                  </a:cubicBezTo>
                  <a:cubicBezTo>
                    <a:pt x="0" y="10"/>
                    <a:pt x="0" y="12"/>
                    <a:pt x="0" y="14"/>
                  </a:cubicBezTo>
                  <a:cubicBezTo>
                    <a:pt x="12" y="14"/>
                    <a:pt x="12" y="14"/>
                    <a:pt x="12" y="14"/>
                  </a:cubicBezTo>
                  <a:cubicBezTo>
                    <a:pt x="16" y="14"/>
                    <a:pt x="18" y="12"/>
                    <a:pt x="18" y="8"/>
                  </a:cubicBezTo>
                  <a:cubicBezTo>
                    <a:pt x="18" y="7"/>
                    <a:pt x="18" y="7"/>
                    <a:pt x="18" y="7"/>
                  </a:cubicBezTo>
                  <a:cubicBezTo>
                    <a:pt x="18" y="3"/>
                    <a:pt x="16" y="0"/>
                    <a:pt x="12"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33" name="Freeform 82">
              <a:extLst>
                <a:ext uri="{FF2B5EF4-FFF2-40B4-BE49-F238E27FC236}">
                  <a16:creationId xmlns="" xmlns:a16="http://schemas.microsoft.com/office/drawing/2014/main" id="{A85B0A0B-4F75-4693-8C6B-215D125289BA}"/>
                </a:ext>
              </a:extLst>
            </p:cNvPr>
            <p:cNvSpPr>
              <a:spLocks/>
            </p:cNvSpPr>
            <p:nvPr/>
          </p:nvSpPr>
          <p:spPr bwMode="auto">
            <a:xfrm>
              <a:off x="4129767" y="1002864"/>
              <a:ext cx="46037" cy="34925"/>
            </a:xfrm>
            <a:custGeom>
              <a:avLst/>
              <a:gdLst>
                <a:gd name="T0" fmla="*/ 17 w 18"/>
                <a:gd name="T1" fmla="*/ 0 h 14"/>
                <a:gd name="T2" fmla="*/ 6 w 18"/>
                <a:gd name="T3" fmla="*/ 0 h 14"/>
                <a:gd name="T4" fmla="*/ 0 w 18"/>
                <a:gd name="T5" fmla="*/ 7 h 14"/>
                <a:gd name="T6" fmla="*/ 0 w 18"/>
                <a:gd name="T7" fmla="*/ 8 h 14"/>
                <a:gd name="T8" fmla="*/ 6 w 18"/>
                <a:gd name="T9" fmla="*/ 14 h 14"/>
                <a:gd name="T10" fmla="*/ 17 w 18"/>
                <a:gd name="T11" fmla="*/ 14 h 14"/>
                <a:gd name="T12" fmla="*/ 18 w 18"/>
                <a:gd name="T13" fmla="*/ 7 h 14"/>
                <a:gd name="T14" fmla="*/ 17 w 18"/>
                <a:gd name="T15" fmla="*/ 0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14">
                  <a:moveTo>
                    <a:pt x="17" y="0"/>
                  </a:moveTo>
                  <a:cubicBezTo>
                    <a:pt x="6" y="0"/>
                    <a:pt x="6" y="0"/>
                    <a:pt x="6" y="0"/>
                  </a:cubicBezTo>
                  <a:cubicBezTo>
                    <a:pt x="2" y="0"/>
                    <a:pt x="0" y="3"/>
                    <a:pt x="0" y="7"/>
                  </a:cubicBezTo>
                  <a:cubicBezTo>
                    <a:pt x="0" y="8"/>
                    <a:pt x="0" y="8"/>
                    <a:pt x="0" y="8"/>
                  </a:cubicBezTo>
                  <a:cubicBezTo>
                    <a:pt x="0" y="12"/>
                    <a:pt x="2" y="14"/>
                    <a:pt x="6" y="14"/>
                  </a:cubicBezTo>
                  <a:cubicBezTo>
                    <a:pt x="17" y="14"/>
                    <a:pt x="17" y="14"/>
                    <a:pt x="17" y="14"/>
                  </a:cubicBezTo>
                  <a:cubicBezTo>
                    <a:pt x="18" y="12"/>
                    <a:pt x="18" y="10"/>
                    <a:pt x="18" y="7"/>
                  </a:cubicBezTo>
                  <a:cubicBezTo>
                    <a:pt x="18" y="5"/>
                    <a:pt x="18" y="3"/>
                    <a:pt x="17"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34" name="Freeform 83">
              <a:extLst>
                <a:ext uri="{FF2B5EF4-FFF2-40B4-BE49-F238E27FC236}">
                  <a16:creationId xmlns="" xmlns:a16="http://schemas.microsoft.com/office/drawing/2014/main" id="{07838A51-6D6E-465F-989C-737A8E2887E7}"/>
                </a:ext>
              </a:extLst>
            </p:cNvPr>
            <p:cNvSpPr>
              <a:spLocks noEditPoints="1"/>
            </p:cNvSpPr>
            <p:nvPr/>
          </p:nvSpPr>
          <p:spPr bwMode="auto">
            <a:xfrm>
              <a:off x="3713842" y="763152"/>
              <a:ext cx="517525" cy="517525"/>
            </a:xfrm>
            <a:custGeom>
              <a:avLst/>
              <a:gdLst>
                <a:gd name="T0" fmla="*/ 101 w 203"/>
                <a:gd name="T1" fmla="*/ 0 h 203"/>
                <a:gd name="T2" fmla="*/ 0 w 203"/>
                <a:gd name="T3" fmla="*/ 101 h 203"/>
                <a:gd name="T4" fmla="*/ 101 w 203"/>
                <a:gd name="T5" fmla="*/ 203 h 203"/>
                <a:gd name="T6" fmla="*/ 203 w 203"/>
                <a:gd name="T7" fmla="*/ 101 h 203"/>
                <a:gd name="T8" fmla="*/ 101 w 203"/>
                <a:gd name="T9" fmla="*/ 0 h 203"/>
                <a:gd name="T10" fmla="*/ 101 w 203"/>
                <a:gd name="T11" fmla="*/ 184 h 203"/>
                <a:gd name="T12" fmla="*/ 19 w 203"/>
                <a:gd name="T13" fmla="*/ 101 h 203"/>
                <a:gd name="T14" fmla="*/ 101 w 203"/>
                <a:gd name="T15" fmla="*/ 19 h 203"/>
                <a:gd name="T16" fmla="*/ 184 w 203"/>
                <a:gd name="T17" fmla="*/ 101 h 203"/>
                <a:gd name="T18" fmla="*/ 101 w 203"/>
                <a:gd name="T19" fmla="*/ 184 h 2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3" h="203">
                  <a:moveTo>
                    <a:pt x="101" y="0"/>
                  </a:moveTo>
                  <a:cubicBezTo>
                    <a:pt x="45" y="0"/>
                    <a:pt x="0" y="45"/>
                    <a:pt x="0" y="101"/>
                  </a:cubicBezTo>
                  <a:cubicBezTo>
                    <a:pt x="0" y="158"/>
                    <a:pt x="45" y="203"/>
                    <a:pt x="101" y="203"/>
                  </a:cubicBezTo>
                  <a:cubicBezTo>
                    <a:pt x="158" y="203"/>
                    <a:pt x="203" y="158"/>
                    <a:pt x="203" y="101"/>
                  </a:cubicBezTo>
                  <a:cubicBezTo>
                    <a:pt x="203" y="45"/>
                    <a:pt x="158" y="0"/>
                    <a:pt x="101" y="0"/>
                  </a:cubicBezTo>
                  <a:close/>
                  <a:moveTo>
                    <a:pt x="101" y="184"/>
                  </a:moveTo>
                  <a:cubicBezTo>
                    <a:pt x="56" y="184"/>
                    <a:pt x="19" y="147"/>
                    <a:pt x="19" y="101"/>
                  </a:cubicBezTo>
                  <a:cubicBezTo>
                    <a:pt x="19" y="56"/>
                    <a:pt x="56" y="19"/>
                    <a:pt x="101" y="19"/>
                  </a:cubicBezTo>
                  <a:cubicBezTo>
                    <a:pt x="147" y="19"/>
                    <a:pt x="184" y="56"/>
                    <a:pt x="184" y="101"/>
                  </a:cubicBezTo>
                  <a:cubicBezTo>
                    <a:pt x="184" y="147"/>
                    <a:pt x="147" y="184"/>
                    <a:pt x="101" y="18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grpSp>
      <p:sp>
        <p:nvSpPr>
          <p:cNvPr id="36" name="任意多边形 12">
            <a:extLst>
              <a:ext uri="{FF2B5EF4-FFF2-40B4-BE49-F238E27FC236}">
                <a16:creationId xmlns="" xmlns:a16="http://schemas.microsoft.com/office/drawing/2014/main" id="{C1C8A9D6-C764-44DB-907E-A5CEE4BB7F0D}"/>
              </a:ext>
            </a:extLst>
          </p:cNvPr>
          <p:cNvSpPr/>
          <p:nvPr/>
        </p:nvSpPr>
        <p:spPr>
          <a:xfrm rot="1864238">
            <a:off x="6273408" y="2132856"/>
            <a:ext cx="2070117" cy="1861677"/>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noFill/>
          <a:ln w="25400">
            <a:solidFill>
              <a:srgbClr val="43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endParaRPr>
          </a:p>
        </p:txBody>
      </p:sp>
      <p:grpSp>
        <p:nvGrpSpPr>
          <p:cNvPr id="37" name="组合 35">
            <a:extLst>
              <a:ext uri="{FF2B5EF4-FFF2-40B4-BE49-F238E27FC236}">
                <a16:creationId xmlns="" xmlns:a16="http://schemas.microsoft.com/office/drawing/2014/main" id="{5AD4358A-C2CA-4B55-9242-267D71350DC7}"/>
              </a:ext>
            </a:extLst>
          </p:cNvPr>
          <p:cNvGrpSpPr/>
          <p:nvPr/>
        </p:nvGrpSpPr>
        <p:grpSpPr>
          <a:xfrm>
            <a:off x="6892101" y="2755095"/>
            <a:ext cx="881184" cy="744550"/>
            <a:chOff x="8507413" y="4900613"/>
            <a:chExt cx="706438" cy="596900"/>
          </a:xfrm>
          <a:solidFill>
            <a:srgbClr val="4372C4"/>
          </a:solidFill>
        </p:grpSpPr>
        <p:sp>
          <p:nvSpPr>
            <p:cNvPr id="38" name="Oval 188">
              <a:extLst>
                <a:ext uri="{FF2B5EF4-FFF2-40B4-BE49-F238E27FC236}">
                  <a16:creationId xmlns="" xmlns:a16="http://schemas.microsoft.com/office/drawing/2014/main" id="{B55CCE5B-241C-40B6-BE91-5E236F095DF7}"/>
                </a:ext>
              </a:extLst>
            </p:cNvPr>
            <p:cNvSpPr>
              <a:spLocks noChangeArrowheads="1"/>
            </p:cNvSpPr>
            <p:nvPr/>
          </p:nvSpPr>
          <p:spPr bwMode="auto">
            <a:xfrm>
              <a:off x="8759826" y="4967288"/>
              <a:ext cx="203200" cy="203200"/>
            </a:xfrm>
            <a:prstGeom prst="ellipse">
              <a:avLst/>
            </a:pr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39" name="Freeform 189">
              <a:extLst>
                <a:ext uri="{FF2B5EF4-FFF2-40B4-BE49-F238E27FC236}">
                  <a16:creationId xmlns="" xmlns:a16="http://schemas.microsoft.com/office/drawing/2014/main" id="{B73090AD-4BEF-40E6-9CD6-396BFF978812}"/>
                </a:ext>
              </a:extLst>
            </p:cNvPr>
            <p:cNvSpPr>
              <a:spLocks/>
            </p:cNvSpPr>
            <p:nvPr/>
          </p:nvSpPr>
          <p:spPr bwMode="auto">
            <a:xfrm>
              <a:off x="8683626" y="5189538"/>
              <a:ext cx="357188" cy="307975"/>
            </a:xfrm>
            <a:custGeom>
              <a:avLst/>
              <a:gdLst>
                <a:gd name="T0" fmla="*/ 65 w 95"/>
                <a:gd name="T1" fmla="*/ 0 h 82"/>
                <a:gd name="T2" fmla="*/ 48 w 95"/>
                <a:gd name="T3" fmla="*/ 20 h 82"/>
                <a:gd name="T4" fmla="*/ 31 w 95"/>
                <a:gd name="T5" fmla="*/ 0 h 82"/>
                <a:gd name="T6" fmla="*/ 0 w 95"/>
                <a:gd name="T7" fmla="*/ 51 h 82"/>
                <a:gd name="T8" fmla="*/ 1 w 95"/>
                <a:gd name="T9" fmla="*/ 61 h 82"/>
                <a:gd name="T10" fmla="*/ 48 w 95"/>
                <a:gd name="T11" fmla="*/ 82 h 82"/>
                <a:gd name="T12" fmla="*/ 94 w 95"/>
                <a:gd name="T13" fmla="*/ 61 h 82"/>
                <a:gd name="T14" fmla="*/ 95 w 95"/>
                <a:gd name="T15" fmla="*/ 51 h 82"/>
                <a:gd name="T16" fmla="*/ 65 w 95"/>
                <a:gd name="T17" fmla="*/ 0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5" h="82">
                  <a:moveTo>
                    <a:pt x="65" y="0"/>
                  </a:moveTo>
                  <a:cubicBezTo>
                    <a:pt x="48" y="20"/>
                    <a:pt x="48" y="20"/>
                    <a:pt x="48" y="20"/>
                  </a:cubicBezTo>
                  <a:cubicBezTo>
                    <a:pt x="31" y="0"/>
                    <a:pt x="31" y="0"/>
                    <a:pt x="31" y="0"/>
                  </a:cubicBezTo>
                  <a:cubicBezTo>
                    <a:pt x="13" y="8"/>
                    <a:pt x="0" y="28"/>
                    <a:pt x="0" y="51"/>
                  </a:cubicBezTo>
                  <a:cubicBezTo>
                    <a:pt x="0" y="54"/>
                    <a:pt x="1" y="57"/>
                    <a:pt x="1" y="61"/>
                  </a:cubicBezTo>
                  <a:cubicBezTo>
                    <a:pt x="11" y="73"/>
                    <a:pt x="28" y="82"/>
                    <a:pt x="48" y="82"/>
                  </a:cubicBezTo>
                  <a:cubicBezTo>
                    <a:pt x="67" y="82"/>
                    <a:pt x="84" y="73"/>
                    <a:pt x="94" y="61"/>
                  </a:cubicBezTo>
                  <a:cubicBezTo>
                    <a:pt x="95" y="57"/>
                    <a:pt x="95" y="54"/>
                    <a:pt x="95" y="51"/>
                  </a:cubicBezTo>
                  <a:cubicBezTo>
                    <a:pt x="95" y="28"/>
                    <a:pt x="82" y="7"/>
                    <a:pt x="65"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40" name="Freeform 190">
              <a:extLst>
                <a:ext uri="{FF2B5EF4-FFF2-40B4-BE49-F238E27FC236}">
                  <a16:creationId xmlns="" xmlns:a16="http://schemas.microsoft.com/office/drawing/2014/main" id="{A191C981-725F-43BA-A3D8-83BE91F80C47}"/>
                </a:ext>
              </a:extLst>
            </p:cNvPr>
            <p:cNvSpPr>
              <a:spLocks/>
            </p:cNvSpPr>
            <p:nvPr/>
          </p:nvSpPr>
          <p:spPr bwMode="auto">
            <a:xfrm>
              <a:off x="8958263" y="4900613"/>
              <a:ext cx="184150" cy="187325"/>
            </a:xfrm>
            <a:custGeom>
              <a:avLst/>
              <a:gdLst>
                <a:gd name="T0" fmla="*/ 24 w 49"/>
                <a:gd name="T1" fmla="*/ 0 h 50"/>
                <a:gd name="T2" fmla="*/ 0 w 49"/>
                <a:gd name="T3" fmla="*/ 18 h 50"/>
                <a:gd name="T4" fmla="*/ 11 w 49"/>
                <a:gd name="T5" fmla="*/ 45 h 50"/>
                <a:gd name="T6" fmla="*/ 11 w 49"/>
                <a:gd name="T7" fmla="*/ 46 h 50"/>
                <a:gd name="T8" fmla="*/ 24 w 49"/>
                <a:gd name="T9" fmla="*/ 50 h 50"/>
                <a:gd name="T10" fmla="*/ 49 w 49"/>
                <a:gd name="T11" fmla="*/ 25 h 50"/>
                <a:gd name="T12" fmla="*/ 24 w 49"/>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49" h="50">
                  <a:moveTo>
                    <a:pt x="24" y="0"/>
                  </a:moveTo>
                  <a:cubicBezTo>
                    <a:pt x="12" y="0"/>
                    <a:pt x="2" y="8"/>
                    <a:pt x="0" y="18"/>
                  </a:cubicBezTo>
                  <a:cubicBezTo>
                    <a:pt x="6" y="25"/>
                    <a:pt x="11" y="34"/>
                    <a:pt x="11" y="45"/>
                  </a:cubicBezTo>
                  <a:cubicBezTo>
                    <a:pt x="11" y="45"/>
                    <a:pt x="11" y="46"/>
                    <a:pt x="11" y="46"/>
                  </a:cubicBezTo>
                  <a:cubicBezTo>
                    <a:pt x="14" y="49"/>
                    <a:pt x="19" y="50"/>
                    <a:pt x="24" y="50"/>
                  </a:cubicBezTo>
                  <a:cubicBezTo>
                    <a:pt x="37" y="50"/>
                    <a:pt x="49" y="39"/>
                    <a:pt x="49" y="25"/>
                  </a:cubicBezTo>
                  <a:cubicBezTo>
                    <a:pt x="49" y="11"/>
                    <a:pt x="37" y="0"/>
                    <a:pt x="24"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41" name="Freeform 191">
              <a:extLst>
                <a:ext uri="{FF2B5EF4-FFF2-40B4-BE49-F238E27FC236}">
                  <a16:creationId xmlns="" xmlns:a16="http://schemas.microsoft.com/office/drawing/2014/main" id="{7A0215D1-F4AF-4064-8826-42AA7A866064}"/>
                </a:ext>
              </a:extLst>
            </p:cNvPr>
            <p:cNvSpPr>
              <a:spLocks/>
            </p:cNvSpPr>
            <p:nvPr/>
          </p:nvSpPr>
          <p:spPr bwMode="auto">
            <a:xfrm>
              <a:off x="8575676" y="4900613"/>
              <a:ext cx="187325" cy="187325"/>
            </a:xfrm>
            <a:custGeom>
              <a:avLst/>
              <a:gdLst>
                <a:gd name="T0" fmla="*/ 40 w 50"/>
                <a:gd name="T1" fmla="*/ 45 h 50"/>
                <a:gd name="T2" fmla="*/ 50 w 50"/>
                <a:gd name="T3" fmla="*/ 20 h 50"/>
                <a:gd name="T4" fmla="*/ 25 w 50"/>
                <a:gd name="T5" fmla="*/ 0 h 50"/>
                <a:gd name="T6" fmla="*/ 0 w 50"/>
                <a:gd name="T7" fmla="*/ 25 h 50"/>
                <a:gd name="T8" fmla="*/ 25 w 50"/>
                <a:gd name="T9" fmla="*/ 50 h 50"/>
                <a:gd name="T10" fmla="*/ 40 w 50"/>
                <a:gd name="T11" fmla="*/ 45 h 50"/>
                <a:gd name="T12" fmla="*/ 40 w 50"/>
                <a:gd name="T13" fmla="*/ 45 h 50"/>
              </a:gdLst>
              <a:ahLst/>
              <a:cxnLst>
                <a:cxn ang="0">
                  <a:pos x="T0" y="T1"/>
                </a:cxn>
                <a:cxn ang="0">
                  <a:pos x="T2" y="T3"/>
                </a:cxn>
                <a:cxn ang="0">
                  <a:pos x="T4" y="T5"/>
                </a:cxn>
                <a:cxn ang="0">
                  <a:pos x="T6" y="T7"/>
                </a:cxn>
                <a:cxn ang="0">
                  <a:pos x="T8" y="T9"/>
                </a:cxn>
                <a:cxn ang="0">
                  <a:pos x="T10" y="T11"/>
                </a:cxn>
                <a:cxn ang="0">
                  <a:pos x="T12" y="T13"/>
                </a:cxn>
              </a:cxnLst>
              <a:rect l="0" t="0" r="r" b="b"/>
              <a:pathLst>
                <a:path w="50" h="50">
                  <a:moveTo>
                    <a:pt x="40" y="45"/>
                  </a:moveTo>
                  <a:cubicBezTo>
                    <a:pt x="40" y="35"/>
                    <a:pt x="44" y="26"/>
                    <a:pt x="50" y="20"/>
                  </a:cubicBezTo>
                  <a:cubicBezTo>
                    <a:pt x="48" y="8"/>
                    <a:pt x="37" y="0"/>
                    <a:pt x="25" y="0"/>
                  </a:cubicBezTo>
                  <a:cubicBezTo>
                    <a:pt x="12" y="0"/>
                    <a:pt x="0" y="11"/>
                    <a:pt x="0" y="25"/>
                  </a:cubicBezTo>
                  <a:cubicBezTo>
                    <a:pt x="0" y="39"/>
                    <a:pt x="12" y="50"/>
                    <a:pt x="25" y="50"/>
                  </a:cubicBezTo>
                  <a:cubicBezTo>
                    <a:pt x="31" y="50"/>
                    <a:pt x="36" y="48"/>
                    <a:pt x="40" y="45"/>
                  </a:cubicBezTo>
                  <a:cubicBezTo>
                    <a:pt x="40" y="45"/>
                    <a:pt x="40" y="45"/>
                    <a:pt x="40" y="45"/>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42" name="Freeform 192">
              <a:extLst>
                <a:ext uri="{FF2B5EF4-FFF2-40B4-BE49-F238E27FC236}">
                  <a16:creationId xmlns="" xmlns:a16="http://schemas.microsoft.com/office/drawing/2014/main" id="{965AB456-3039-4F5D-A188-206FB4EAA755}"/>
                </a:ext>
              </a:extLst>
            </p:cNvPr>
            <p:cNvSpPr>
              <a:spLocks/>
            </p:cNvSpPr>
            <p:nvPr/>
          </p:nvSpPr>
          <p:spPr bwMode="auto">
            <a:xfrm>
              <a:off x="8958263" y="5103813"/>
              <a:ext cx="255588" cy="285750"/>
            </a:xfrm>
            <a:custGeom>
              <a:avLst/>
              <a:gdLst>
                <a:gd name="T0" fmla="*/ 40 w 68"/>
                <a:gd name="T1" fmla="*/ 0 h 76"/>
                <a:gd name="T2" fmla="*/ 24 w 68"/>
                <a:gd name="T3" fmla="*/ 19 h 76"/>
                <a:gd name="T4" fmla="*/ 9 w 68"/>
                <a:gd name="T5" fmla="*/ 2 h 76"/>
                <a:gd name="T6" fmla="*/ 0 w 68"/>
                <a:gd name="T7" fmla="*/ 16 h 76"/>
                <a:gd name="T8" fmla="*/ 32 w 68"/>
                <a:gd name="T9" fmla="*/ 74 h 76"/>
                <a:gd name="T10" fmla="*/ 31 w 68"/>
                <a:gd name="T11" fmla="*/ 76 h 76"/>
                <a:gd name="T12" fmla="*/ 67 w 68"/>
                <a:gd name="T13" fmla="*/ 57 h 76"/>
                <a:gd name="T14" fmla="*/ 68 w 68"/>
                <a:gd name="T15" fmla="*/ 48 h 76"/>
                <a:gd name="T16" fmla="*/ 40 w 68"/>
                <a:gd name="T17" fmla="*/ 0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8" h="76">
                  <a:moveTo>
                    <a:pt x="40" y="0"/>
                  </a:moveTo>
                  <a:cubicBezTo>
                    <a:pt x="24" y="19"/>
                    <a:pt x="24" y="19"/>
                    <a:pt x="24" y="19"/>
                  </a:cubicBezTo>
                  <a:cubicBezTo>
                    <a:pt x="9" y="2"/>
                    <a:pt x="9" y="2"/>
                    <a:pt x="9" y="2"/>
                  </a:cubicBezTo>
                  <a:cubicBezTo>
                    <a:pt x="7" y="7"/>
                    <a:pt x="4" y="12"/>
                    <a:pt x="0" y="16"/>
                  </a:cubicBezTo>
                  <a:cubicBezTo>
                    <a:pt x="19" y="27"/>
                    <a:pt x="32" y="49"/>
                    <a:pt x="32" y="74"/>
                  </a:cubicBezTo>
                  <a:cubicBezTo>
                    <a:pt x="32" y="75"/>
                    <a:pt x="31" y="75"/>
                    <a:pt x="31" y="76"/>
                  </a:cubicBezTo>
                  <a:cubicBezTo>
                    <a:pt x="46" y="74"/>
                    <a:pt x="59" y="67"/>
                    <a:pt x="67" y="57"/>
                  </a:cubicBezTo>
                  <a:cubicBezTo>
                    <a:pt x="68" y="54"/>
                    <a:pt x="68" y="51"/>
                    <a:pt x="68" y="48"/>
                  </a:cubicBezTo>
                  <a:cubicBezTo>
                    <a:pt x="68" y="26"/>
                    <a:pt x="56" y="8"/>
                    <a:pt x="40" y="0"/>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sp>
          <p:nvSpPr>
            <p:cNvPr id="43" name="Freeform 193">
              <a:extLst>
                <a:ext uri="{FF2B5EF4-FFF2-40B4-BE49-F238E27FC236}">
                  <a16:creationId xmlns="" xmlns:a16="http://schemas.microsoft.com/office/drawing/2014/main" id="{805A7D54-6D3D-47BD-87FC-4BCA26A3C934}"/>
                </a:ext>
              </a:extLst>
            </p:cNvPr>
            <p:cNvSpPr>
              <a:spLocks/>
            </p:cNvSpPr>
            <p:nvPr/>
          </p:nvSpPr>
          <p:spPr bwMode="auto">
            <a:xfrm>
              <a:off x="8507413" y="5103813"/>
              <a:ext cx="258763" cy="285750"/>
            </a:xfrm>
            <a:custGeom>
              <a:avLst/>
              <a:gdLst>
                <a:gd name="T0" fmla="*/ 38 w 69"/>
                <a:gd name="T1" fmla="*/ 74 h 76"/>
                <a:gd name="T2" fmla="*/ 69 w 69"/>
                <a:gd name="T3" fmla="*/ 17 h 76"/>
                <a:gd name="T4" fmla="*/ 59 w 69"/>
                <a:gd name="T5" fmla="*/ 0 h 76"/>
                <a:gd name="T6" fmla="*/ 59 w 69"/>
                <a:gd name="T7" fmla="*/ 0 h 76"/>
                <a:gd name="T8" fmla="*/ 44 w 69"/>
                <a:gd name="T9" fmla="*/ 19 h 76"/>
                <a:gd name="T10" fmla="*/ 28 w 69"/>
                <a:gd name="T11" fmla="*/ 1 h 76"/>
                <a:gd name="T12" fmla="*/ 0 w 69"/>
                <a:gd name="T13" fmla="*/ 48 h 76"/>
                <a:gd name="T14" fmla="*/ 0 w 69"/>
                <a:gd name="T15" fmla="*/ 57 h 76"/>
                <a:gd name="T16" fmla="*/ 38 w 69"/>
                <a:gd name="T17" fmla="*/ 76 h 76"/>
                <a:gd name="T18" fmla="*/ 38 w 69"/>
                <a:gd name="T19" fmla="*/ 74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76">
                  <a:moveTo>
                    <a:pt x="38" y="74"/>
                  </a:moveTo>
                  <a:cubicBezTo>
                    <a:pt x="38" y="49"/>
                    <a:pt x="50" y="28"/>
                    <a:pt x="69" y="17"/>
                  </a:cubicBezTo>
                  <a:cubicBezTo>
                    <a:pt x="65" y="12"/>
                    <a:pt x="61" y="7"/>
                    <a:pt x="59" y="0"/>
                  </a:cubicBezTo>
                  <a:cubicBezTo>
                    <a:pt x="59" y="0"/>
                    <a:pt x="59" y="0"/>
                    <a:pt x="59" y="0"/>
                  </a:cubicBezTo>
                  <a:cubicBezTo>
                    <a:pt x="44" y="19"/>
                    <a:pt x="44" y="19"/>
                    <a:pt x="44" y="19"/>
                  </a:cubicBezTo>
                  <a:cubicBezTo>
                    <a:pt x="28" y="1"/>
                    <a:pt x="28" y="1"/>
                    <a:pt x="28" y="1"/>
                  </a:cubicBezTo>
                  <a:cubicBezTo>
                    <a:pt x="12" y="8"/>
                    <a:pt x="0" y="26"/>
                    <a:pt x="0" y="48"/>
                  </a:cubicBezTo>
                  <a:cubicBezTo>
                    <a:pt x="0" y="51"/>
                    <a:pt x="0" y="54"/>
                    <a:pt x="0" y="57"/>
                  </a:cubicBezTo>
                  <a:cubicBezTo>
                    <a:pt x="9" y="67"/>
                    <a:pt x="22" y="75"/>
                    <a:pt x="38" y="76"/>
                  </a:cubicBezTo>
                  <a:cubicBezTo>
                    <a:pt x="38" y="75"/>
                    <a:pt x="38" y="75"/>
                    <a:pt x="38" y="74"/>
                  </a:cubicBezTo>
                  <a:close/>
                </a:path>
              </a:pathLst>
            </a:custGeom>
            <a:grpFill/>
            <a:ln w="9525">
              <a:noFill/>
              <a:round/>
              <a:headEnd/>
              <a:tailEnd/>
            </a:ln>
            <a:extLst/>
          </p:spPr>
          <p:txBody>
            <a:bodyPr vert="horz" wrap="square" lIns="91440" tIns="45720" rIns="91440" bIns="45720" numCol="1" anchor="t" anchorCtr="0" compatLnSpc="1">
              <a:prstTxWarp prst="textNoShape">
                <a:avLst/>
              </a:prstTxWarp>
            </a:bodyPr>
            <a:lstStyle/>
            <a:p>
              <a:endParaRPr lang="zh-CN" altLang="en-US">
                <a:cs typeface="+mn-ea"/>
              </a:endParaRPr>
            </a:p>
          </p:txBody>
        </p:sp>
      </p:grpSp>
      <p:grpSp>
        <p:nvGrpSpPr>
          <p:cNvPr id="55" name="组 54"/>
          <p:cNvGrpSpPr/>
          <p:nvPr/>
        </p:nvGrpSpPr>
        <p:grpSpPr>
          <a:xfrm>
            <a:off x="2116023" y="4627772"/>
            <a:ext cx="7632848" cy="838956"/>
            <a:chOff x="7580640" y="1789204"/>
            <a:chExt cx="3240000" cy="838956"/>
          </a:xfrm>
        </p:grpSpPr>
        <p:grpSp>
          <p:nvGrpSpPr>
            <p:cNvPr id="56" name="组合 31">
              <a:extLst>
                <a:ext uri="{FF2B5EF4-FFF2-40B4-BE49-F238E27FC236}">
                  <a16:creationId xmlns="" xmlns:a16="http://schemas.microsoft.com/office/drawing/2014/main" id="{CDC40244-A310-4C3D-9986-CA192517ACF7}"/>
                </a:ext>
              </a:extLst>
            </p:cNvPr>
            <p:cNvGrpSpPr/>
            <p:nvPr/>
          </p:nvGrpSpPr>
          <p:grpSpPr>
            <a:xfrm>
              <a:off x="7580640" y="1789204"/>
              <a:ext cx="3240000" cy="838956"/>
              <a:chOff x="881795" y="3137001"/>
              <a:chExt cx="3240000" cy="838956"/>
            </a:xfrm>
          </p:grpSpPr>
          <p:sp>
            <p:nvSpPr>
              <p:cNvPr id="58" name="矩形 57">
                <a:extLst>
                  <a:ext uri="{FF2B5EF4-FFF2-40B4-BE49-F238E27FC236}">
                    <a16:creationId xmlns="" xmlns:a16="http://schemas.microsoft.com/office/drawing/2014/main" id="{B1602A64-58A0-4E75-B4E1-54317C0C2470}"/>
                  </a:ext>
                </a:extLst>
              </p:cNvPr>
              <p:cNvSpPr/>
              <p:nvPr/>
            </p:nvSpPr>
            <p:spPr>
              <a:xfrm>
                <a:off x="881795" y="3641057"/>
                <a:ext cx="3240000" cy="334900"/>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59" name="矩形 58">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57"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9357518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grpSp>
        <p:nvGrpSpPr>
          <p:cNvPr id="23" name="组 22"/>
          <p:cNvGrpSpPr/>
          <p:nvPr/>
        </p:nvGrpSpPr>
        <p:grpSpPr>
          <a:xfrm>
            <a:off x="4679916" y="1716120"/>
            <a:ext cx="1714446" cy="3932153"/>
            <a:chOff x="5015878" y="2060848"/>
            <a:chExt cx="1288980" cy="2956329"/>
          </a:xfrm>
        </p:grpSpPr>
        <p:sp>
          <p:nvSpPr>
            <p:cNvPr id="4" name="任意多边形 10">
              <a:extLst>
                <a:ext uri="{FF2B5EF4-FFF2-40B4-BE49-F238E27FC236}">
                  <a16:creationId xmlns="" xmlns:a16="http://schemas.microsoft.com/office/drawing/2014/main" id="{1BCD08FE-8B01-4F8D-B525-A266678589ED}"/>
                </a:ext>
              </a:extLst>
            </p:cNvPr>
            <p:cNvSpPr/>
            <p:nvPr/>
          </p:nvSpPr>
          <p:spPr>
            <a:xfrm rot="1864238">
              <a:off x="5015880" y="2060848"/>
              <a:ext cx="879404" cy="790857"/>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solidFill>
              <a:schemeClr val="accent1"/>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4400" dirty="0" smtClean="0">
                  <a:solidFill>
                    <a:schemeClr val="bg1"/>
                  </a:solidFill>
                  <a:latin typeface="Impact" pitchFamily="34" charset="0"/>
                  <a:cs typeface="+mn-ea"/>
                </a:rPr>
                <a:t>S</a:t>
              </a:r>
              <a:endParaRPr lang="zh-CN" altLang="zh-CN" sz="4400" dirty="0">
                <a:solidFill>
                  <a:schemeClr val="bg1"/>
                </a:solidFill>
                <a:latin typeface="Impact" pitchFamily="34" charset="0"/>
                <a:cs typeface="+mn-ea"/>
              </a:endParaRPr>
            </a:p>
          </p:txBody>
        </p:sp>
        <p:sp>
          <p:nvSpPr>
            <p:cNvPr id="7" name="任意多边形 20">
              <a:extLst>
                <a:ext uri="{FF2B5EF4-FFF2-40B4-BE49-F238E27FC236}">
                  <a16:creationId xmlns="" xmlns:a16="http://schemas.microsoft.com/office/drawing/2014/main" id="{271511E2-12E4-4567-82EC-6D04E48BB644}"/>
                </a:ext>
              </a:extLst>
            </p:cNvPr>
            <p:cNvSpPr/>
            <p:nvPr/>
          </p:nvSpPr>
          <p:spPr>
            <a:xfrm rot="1864238">
              <a:off x="5425454" y="2782672"/>
              <a:ext cx="879404" cy="790857"/>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solidFill>
              <a:schemeClr val="accent1"/>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4000" dirty="0" smtClean="0">
                  <a:solidFill>
                    <a:schemeClr val="bg1"/>
                  </a:solidFill>
                  <a:latin typeface="Impact" pitchFamily="34" charset="0"/>
                  <a:cs typeface="+mn-ea"/>
                </a:rPr>
                <a:t>W</a:t>
              </a:r>
              <a:endParaRPr lang="zh-CN" altLang="zh-CN" sz="2000" dirty="0">
                <a:solidFill>
                  <a:schemeClr val="bg1"/>
                </a:solidFill>
                <a:latin typeface="Impact" pitchFamily="34" charset="0"/>
                <a:cs typeface="+mn-ea"/>
              </a:endParaRPr>
            </a:p>
          </p:txBody>
        </p:sp>
        <p:sp>
          <p:nvSpPr>
            <p:cNvPr id="10" name="任意多边形 21">
              <a:extLst>
                <a:ext uri="{FF2B5EF4-FFF2-40B4-BE49-F238E27FC236}">
                  <a16:creationId xmlns="" xmlns:a16="http://schemas.microsoft.com/office/drawing/2014/main" id="{6A35A7EC-95F7-47E2-BA3F-7DB4B95CDC5A}"/>
                </a:ext>
              </a:extLst>
            </p:cNvPr>
            <p:cNvSpPr/>
            <p:nvPr/>
          </p:nvSpPr>
          <p:spPr>
            <a:xfrm rot="1864238">
              <a:off x="5015878" y="3504496"/>
              <a:ext cx="879404" cy="790857"/>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solidFill>
              <a:schemeClr val="accent1"/>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4400" smtClean="0">
                  <a:solidFill>
                    <a:schemeClr val="bg1"/>
                  </a:solidFill>
                  <a:latin typeface="Impact" pitchFamily="34" charset="0"/>
                  <a:cs typeface="+mn-ea"/>
                </a:rPr>
                <a:t>O</a:t>
              </a:r>
              <a:endParaRPr lang="zh-CN" altLang="zh-CN" sz="4400" dirty="0">
                <a:solidFill>
                  <a:schemeClr val="bg1"/>
                </a:solidFill>
                <a:latin typeface="Impact" pitchFamily="34" charset="0"/>
                <a:cs typeface="+mn-ea"/>
              </a:endParaRPr>
            </a:p>
          </p:txBody>
        </p:sp>
        <p:sp>
          <p:nvSpPr>
            <p:cNvPr id="13" name="任意多边形 22">
              <a:extLst>
                <a:ext uri="{FF2B5EF4-FFF2-40B4-BE49-F238E27FC236}">
                  <a16:creationId xmlns="" xmlns:a16="http://schemas.microsoft.com/office/drawing/2014/main" id="{E7898EC5-6A2C-49B9-A0E2-1C5708CA43F9}"/>
                </a:ext>
              </a:extLst>
            </p:cNvPr>
            <p:cNvSpPr/>
            <p:nvPr/>
          </p:nvSpPr>
          <p:spPr>
            <a:xfrm rot="1864238">
              <a:off x="5425453" y="4226320"/>
              <a:ext cx="879404" cy="790857"/>
            </a:xfrm>
            <a:custGeom>
              <a:avLst/>
              <a:gdLst>
                <a:gd name="connsiteX0" fmla="*/ 531453 w 2150426"/>
                <a:gd name="connsiteY0" fmla="*/ 1894557 h 1933898"/>
                <a:gd name="connsiteX1" fmla="*/ 523901 w 2150426"/>
                <a:gd name="connsiteY1" fmla="*/ 1888327 h 1933898"/>
                <a:gd name="connsiteX2" fmla="*/ 505804 w 2150426"/>
                <a:gd name="connsiteY2" fmla="*/ 1878396 h 1933898"/>
                <a:gd name="connsiteX3" fmla="*/ 445296 w 2150426"/>
                <a:gd name="connsiteY3" fmla="*/ 1809798 h 1933898"/>
                <a:gd name="connsiteX4" fmla="*/ 30326 w 2150426"/>
                <a:gd name="connsiteY4" fmla="*/ 1091048 h 1933898"/>
                <a:gd name="connsiteX5" fmla="*/ 1172 w 2150426"/>
                <a:gd name="connsiteY5" fmla="*/ 1004348 h 1933898"/>
                <a:gd name="connsiteX6" fmla="*/ 444 w 2150426"/>
                <a:gd name="connsiteY6" fmla="*/ 976700 h 1933898"/>
                <a:gd name="connsiteX7" fmla="*/ 0 w 2150426"/>
                <a:gd name="connsiteY7" fmla="*/ 974054 h 1933898"/>
                <a:gd name="connsiteX8" fmla="*/ 187 w 2150426"/>
                <a:gd name="connsiteY8" fmla="*/ 966943 h 1933898"/>
                <a:gd name="connsiteX9" fmla="*/ 0 w 2150426"/>
                <a:gd name="connsiteY9" fmla="*/ 959843 h 1933898"/>
                <a:gd name="connsiteX10" fmla="*/ 444 w 2150426"/>
                <a:gd name="connsiteY10" fmla="*/ 957201 h 1933898"/>
                <a:gd name="connsiteX11" fmla="*/ 1172 w 2150426"/>
                <a:gd name="connsiteY11" fmla="*/ 929549 h 1933898"/>
                <a:gd name="connsiteX12" fmla="*/ 30326 w 2150426"/>
                <a:gd name="connsiteY12" fmla="*/ 842849 h 1933898"/>
                <a:gd name="connsiteX13" fmla="*/ 445296 w 2150426"/>
                <a:gd name="connsiteY13" fmla="*/ 124100 h 1933898"/>
                <a:gd name="connsiteX14" fmla="*/ 505804 w 2150426"/>
                <a:gd name="connsiteY14" fmla="*/ 55501 h 1933898"/>
                <a:gd name="connsiteX15" fmla="*/ 529387 w 2150426"/>
                <a:gd name="connsiteY15" fmla="*/ 41045 h 1933898"/>
                <a:gd name="connsiteX16" fmla="*/ 531453 w 2150426"/>
                <a:gd name="connsiteY16" fmla="*/ 39340 h 1933898"/>
                <a:gd name="connsiteX17" fmla="*/ 537695 w 2150426"/>
                <a:gd name="connsiteY17" fmla="*/ 35952 h 1933898"/>
                <a:gd name="connsiteX18" fmla="*/ 543760 w 2150426"/>
                <a:gd name="connsiteY18" fmla="*/ 32234 h 1933898"/>
                <a:gd name="connsiteX19" fmla="*/ 546274 w 2150426"/>
                <a:gd name="connsiteY19" fmla="*/ 31296 h 1933898"/>
                <a:gd name="connsiteX20" fmla="*/ 570581 w 2150426"/>
                <a:gd name="connsiteY20" fmla="*/ 18102 h 1933898"/>
                <a:gd name="connsiteX21" fmla="*/ 660243 w 2150426"/>
                <a:gd name="connsiteY21" fmla="*/ 0 h 1933898"/>
                <a:gd name="connsiteX22" fmla="*/ 1490183 w 2150426"/>
                <a:gd name="connsiteY22" fmla="*/ 0 h 1933898"/>
                <a:gd name="connsiteX23" fmla="*/ 1579845 w 2150426"/>
                <a:gd name="connsiteY23" fmla="*/ 18102 h 1933898"/>
                <a:gd name="connsiteX24" fmla="*/ 1604154 w 2150426"/>
                <a:gd name="connsiteY24" fmla="*/ 31297 h 1933898"/>
                <a:gd name="connsiteX25" fmla="*/ 1606666 w 2150426"/>
                <a:gd name="connsiteY25" fmla="*/ 32234 h 1933898"/>
                <a:gd name="connsiteX26" fmla="*/ 1612726 w 2150426"/>
                <a:gd name="connsiteY26" fmla="*/ 35949 h 1933898"/>
                <a:gd name="connsiteX27" fmla="*/ 1618973 w 2150426"/>
                <a:gd name="connsiteY27" fmla="*/ 39340 h 1933898"/>
                <a:gd name="connsiteX28" fmla="*/ 1621041 w 2150426"/>
                <a:gd name="connsiteY28" fmla="*/ 41046 h 1933898"/>
                <a:gd name="connsiteX29" fmla="*/ 1644623 w 2150426"/>
                <a:gd name="connsiteY29" fmla="*/ 55501 h 1933898"/>
                <a:gd name="connsiteX30" fmla="*/ 1705130 w 2150426"/>
                <a:gd name="connsiteY30" fmla="*/ 124100 h 1933898"/>
                <a:gd name="connsiteX31" fmla="*/ 2120100 w 2150426"/>
                <a:gd name="connsiteY31" fmla="*/ 842849 h 1933898"/>
                <a:gd name="connsiteX32" fmla="*/ 2149255 w 2150426"/>
                <a:gd name="connsiteY32" fmla="*/ 929550 h 1933898"/>
                <a:gd name="connsiteX33" fmla="*/ 2149982 w 2150426"/>
                <a:gd name="connsiteY33" fmla="*/ 957198 h 1933898"/>
                <a:gd name="connsiteX34" fmla="*/ 2150426 w 2150426"/>
                <a:gd name="connsiteY34" fmla="*/ 959843 h 1933898"/>
                <a:gd name="connsiteX35" fmla="*/ 2150239 w 2150426"/>
                <a:gd name="connsiteY35" fmla="*/ 966953 h 1933898"/>
                <a:gd name="connsiteX36" fmla="*/ 2150426 w 2150426"/>
                <a:gd name="connsiteY36" fmla="*/ 974055 h 1933898"/>
                <a:gd name="connsiteX37" fmla="*/ 2149983 w 2150426"/>
                <a:gd name="connsiteY37" fmla="*/ 976697 h 1933898"/>
                <a:gd name="connsiteX38" fmla="*/ 2149255 w 2150426"/>
                <a:gd name="connsiteY38" fmla="*/ 1004348 h 1933898"/>
                <a:gd name="connsiteX39" fmla="*/ 2120101 w 2150426"/>
                <a:gd name="connsiteY39" fmla="*/ 1091049 h 1933898"/>
                <a:gd name="connsiteX40" fmla="*/ 1705131 w 2150426"/>
                <a:gd name="connsiteY40" fmla="*/ 1809798 h 1933898"/>
                <a:gd name="connsiteX41" fmla="*/ 1644623 w 2150426"/>
                <a:gd name="connsiteY41" fmla="*/ 1878396 h 1933898"/>
                <a:gd name="connsiteX42" fmla="*/ 1621040 w 2150426"/>
                <a:gd name="connsiteY42" fmla="*/ 1892852 h 1933898"/>
                <a:gd name="connsiteX43" fmla="*/ 1618973 w 2150426"/>
                <a:gd name="connsiteY43" fmla="*/ 1894557 h 1933898"/>
                <a:gd name="connsiteX44" fmla="*/ 1612730 w 2150426"/>
                <a:gd name="connsiteY44" fmla="*/ 1897947 h 1933898"/>
                <a:gd name="connsiteX45" fmla="*/ 1606666 w 2150426"/>
                <a:gd name="connsiteY45" fmla="*/ 1901663 h 1933898"/>
                <a:gd name="connsiteX46" fmla="*/ 1604153 w 2150426"/>
                <a:gd name="connsiteY46" fmla="*/ 1902602 h 1933898"/>
                <a:gd name="connsiteX47" fmla="*/ 1579845 w 2150426"/>
                <a:gd name="connsiteY47" fmla="*/ 1915796 h 1933898"/>
                <a:gd name="connsiteX48" fmla="*/ 1490183 w 2150426"/>
                <a:gd name="connsiteY48" fmla="*/ 1933897 h 1933898"/>
                <a:gd name="connsiteX49" fmla="*/ 660243 w 2150426"/>
                <a:gd name="connsiteY49" fmla="*/ 1933898 h 1933898"/>
                <a:gd name="connsiteX50" fmla="*/ 531453 w 2150426"/>
                <a:gd name="connsiteY50" fmla="*/ 1894557 h 19338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2150426" h="1933898">
                  <a:moveTo>
                    <a:pt x="531453" y="1894557"/>
                  </a:moveTo>
                  <a:lnTo>
                    <a:pt x="523901" y="1888327"/>
                  </a:lnTo>
                  <a:lnTo>
                    <a:pt x="505804" y="1878396"/>
                  </a:lnTo>
                  <a:cubicBezTo>
                    <a:pt x="481930" y="1860358"/>
                    <a:pt x="461198" y="1837341"/>
                    <a:pt x="445296" y="1809798"/>
                  </a:cubicBezTo>
                  <a:lnTo>
                    <a:pt x="30326" y="1091048"/>
                  </a:lnTo>
                  <a:cubicBezTo>
                    <a:pt x="14424" y="1063505"/>
                    <a:pt x="4856" y="1034042"/>
                    <a:pt x="1172" y="1004348"/>
                  </a:cubicBezTo>
                  <a:lnTo>
                    <a:pt x="444" y="976700"/>
                  </a:lnTo>
                  <a:lnTo>
                    <a:pt x="0" y="974054"/>
                  </a:lnTo>
                  <a:lnTo>
                    <a:pt x="187" y="966943"/>
                  </a:lnTo>
                  <a:lnTo>
                    <a:pt x="0" y="959843"/>
                  </a:lnTo>
                  <a:lnTo>
                    <a:pt x="444" y="957201"/>
                  </a:lnTo>
                  <a:lnTo>
                    <a:pt x="1172" y="929549"/>
                  </a:lnTo>
                  <a:cubicBezTo>
                    <a:pt x="4856" y="899855"/>
                    <a:pt x="14423" y="870392"/>
                    <a:pt x="30326" y="842849"/>
                  </a:cubicBezTo>
                  <a:lnTo>
                    <a:pt x="445296" y="124100"/>
                  </a:lnTo>
                  <a:cubicBezTo>
                    <a:pt x="461198" y="96556"/>
                    <a:pt x="481929" y="73539"/>
                    <a:pt x="505804" y="55501"/>
                  </a:cubicBezTo>
                  <a:lnTo>
                    <a:pt x="529387" y="41045"/>
                  </a:lnTo>
                  <a:lnTo>
                    <a:pt x="531453" y="39340"/>
                  </a:lnTo>
                  <a:lnTo>
                    <a:pt x="537695" y="35952"/>
                  </a:lnTo>
                  <a:lnTo>
                    <a:pt x="543760" y="32234"/>
                  </a:lnTo>
                  <a:lnTo>
                    <a:pt x="546274" y="31296"/>
                  </a:lnTo>
                  <a:lnTo>
                    <a:pt x="570581" y="18102"/>
                  </a:lnTo>
                  <a:cubicBezTo>
                    <a:pt x="598139" y="6446"/>
                    <a:pt x="628439" y="0"/>
                    <a:pt x="660243" y="0"/>
                  </a:cubicBezTo>
                  <a:lnTo>
                    <a:pt x="1490183" y="0"/>
                  </a:lnTo>
                  <a:cubicBezTo>
                    <a:pt x="1521987" y="0"/>
                    <a:pt x="1552286" y="6446"/>
                    <a:pt x="1579845" y="18102"/>
                  </a:cubicBezTo>
                  <a:lnTo>
                    <a:pt x="1604154" y="31297"/>
                  </a:lnTo>
                  <a:lnTo>
                    <a:pt x="1606666" y="32234"/>
                  </a:lnTo>
                  <a:lnTo>
                    <a:pt x="1612726" y="35949"/>
                  </a:lnTo>
                  <a:lnTo>
                    <a:pt x="1618973" y="39340"/>
                  </a:lnTo>
                  <a:lnTo>
                    <a:pt x="1621041" y="41046"/>
                  </a:lnTo>
                  <a:lnTo>
                    <a:pt x="1644623" y="55501"/>
                  </a:lnTo>
                  <a:cubicBezTo>
                    <a:pt x="1668496" y="73539"/>
                    <a:pt x="1689228" y="96557"/>
                    <a:pt x="1705130" y="124100"/>
                  </a:cubicBezTo>
                  <a:lnTo>
                    <a:pt x="2120100" y="842849"/>
                  </a:lnTo>
                  <a:cubicBezTo>
                    <a:pt x="2136003" y="870393"/>
                    <a:pt x="2145570" y="899855"/>
                    <a:pt x="2149255" y="929550"/>
                  </a:cubicBezTo>
                  <a:lnTo>
                    <a:pt x="2149982" y="957198"/>
                  </a:lnTo>
                  <a:lnTo>
                    <a:pt x="2150426" y="959843"/>
                  </a:lnTo>
                  <a:lnTo>
                    <a:pt x="2150239" y="966953"/>
                  </a:lnTo>
                  <a:lnTo>
                    <a:pt x="2150426" y="974055"/>
                  </a:lnTo>
                  <a:lnTo>
                    <a:pt x="2149983" y="976697"/>
                  </a:lnTo>
                  <a:lnTo>
                    <a:pt x="2149255" y="1004348"/>
                  </a:lnTo>
                  <a:cubicBezTo>
                    <a:pt x="2145570" y="1034043"/>
                    <a:pt x="2136003" y="1063505"/>
                    <a:pt x="2120101" y="1091049"/>
                  </a:cubicBezTo>
                  <a:lnTo>
                    <a:pt x="1705131" y="1809798"/>
                  </a:lnTo>
                  <a:cubicBezTo>
                    <a:pt x="1689228" y="1837341"/>
                    <a:pt x="1668497" y="1860358"/>
                    <a:pt x="1644623" y="1878396"/>
                  </a:cubicBezTo>
                  <a:lnTo>
                    <a:pt x="1621040" y="1892852"/>
                  </a:lnTo>
                  <a:lnTo>
                    <a:pt x="1618973" y="1894557"/>
                  </a:lnTo>
                  <a:lnTo>
                    <a:pt x="1612730" y="1897947"/>
                  </a:lnTo>
                  <a:lnTo>
                    <a:pt x="1606666" y="1901663"/>
                  </a:lnTo>
                  <a:lnTo>
                    <a:pt x="1604153" y="1902602"/>
                  </a:lnTo>
                  <a:lnTo>
                    <a:pt x="1579845" y="1915796"/>
                  </a:lnTo>
                  <a:cubicBezTo>
                    <a:pt x="1552287" y="1927452"/>
                    <a:pt x="1521988" y="1933897"/>
                    <a:pt x="1490183" y="1933897"/>
                  </a:cubicBezTo>
                  <a:lnTo>
                    <a:pt x="660243" y="1933898"/>
                  </a:lnTo>
                  <a:cubicBezTo>
                    <a:pt x="612537" y="1933898"/>
                    <a:pt x="568217" y="1919395"/>
                    <a:pt x="531453" y="1894557"/>
                  </a:cubicBezTo>
                  <a:close/>
                </a:path>
              </a:pathLst>
            </a:custGeom>
            <a:solidFill>
              <a:schemeClr val="accent1"/>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r>
                <a:rPr lang="en-US" altLang="zh-CN" sz="4400" dirty="0" smtClean="0">
                  <a:solidFill>
                    <a:schemeClr val="bg1"/>
                  </a:solidFill>
                  <a:latin typeface="Impact" pitchFamily="34" charset="0"/>
                  <a:cs typeface="+mn-ea"/>
                </a:rPr>
                <a:t>T</a:t>
              </a:r>
              <a:endParaRPr lang="zh-CN" altLang="zh-CN" sz="4400" dirty="0">
                <a:solidFill>
                  <a:schemeClr val="bg1"/>
                </a:solidFill>
                <a:latin typeface="Impact" pitchFamily="34" charset="0"/>
                <a:cs typeface="+mn-ea"/>
              </a:endParaRPr>
            </a:p>
          </p:txBody>
        </p:sp>
      </p:grpSp>
      <p:grpSp>
        <p:nvGrpSpPr>
          <p:cNvPr id="25" name="组 24"/>
          <p:cNvGrpSpPr/>
          <p:nvPr/>
        </p:nvGrpSpPr>
        <p:grpSpPr>
          <a:xfrm>
            <a:off x="1108041" y="1810634"/>
            <a:ext cx="3240000" cy="1397890"/>
            <a:chOff x="7573558" y="1789204"/>
            <a:chExt cx="3240000" cy="1397890"/>
          </a:xfrm>
        </p:grpSpPr>
        <p:grpSp>
          <p:nvGrpSpPr>
            <p:cNvPr id="26"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8" name="矩形 27">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9" name="矩形 28">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lvl="0" algn="r" defTabSz="914400"/>
                <a:r>
                  <a:rPr lang="en-US" altLang="zh-CN" sz="1800" b="1" dirty="0">
                    <a:solidFill>
                      <a:srgbClr val="141735"/>
                    </a:solidFill>
                    <a:latin typeface="+mj-lt"/>
                    <a:ea typeface="微软雅黑"/>
                  </a:rPr>
                  <a:t>WEAKNESS</a:t>
                </a:r>
                <a:endParaRPr lang="zh-CN" altLang="zh-CN" sz="1800" b="1" dirty="0">
                  <a:solidFill>
                    <a:srgbClr val="141735"/>
                  </a:solidFill>
                  <a:latin typeface="+mj-lt"/>
                  <a:ea typeface="微软雅黑"/>
                </a:endParaRPr>
              </a:p>
            </p:txBody>
          </p:sp>
        </p:grpSp>
        <p:cxnSp>
          <p:nvCxnSpPr>
            <p:cNvPr id="27"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5" name="组 34"/>
          <p:cNvGrpSpPr/>
          <p:nvPr/>
        </p:nvGrpSpPr>
        <p:grpSpPr>
          <a:xfrm>
            <a:off x="6627351" y="2757930"/>
            <a:ext cx="3747846" cy="1115955"/>
            <a:chOff x="7573558" y="1789204"/>
            <a:chExt cx="3240000" cy="1115955"/>
          </a:xfrm>
        </p:grpSpPr>
        <p:grpSp>
          <p:nvGrpSpPr>
            <p:cNvPr id="36" name="组合 31">
              <a:extLst>
                <a:ext uri="{FF2B5EF4-FFF2-40B4-BE49-F238E27FC236}">
                  <a16:creationId xmlns="" xmlns:a16="http://schemas.microsoft.com/office/drawing/2014/main" id="{CDC40244-A310-4C3D-9986-CA192517ACF7}"/>
                </a:ext>
              </a:extLst>
            </p:cNvPr>
            <p:cNvGrpSpPr/>
            <p:nvPr/>
          </p:nvGrpSpPr>
          <p:grpSpPr>
            <a:xfrm>
              <a:off x="7573558" y="1789204"/>
              <a:ext cx="3240000" cy="1115955"/>
              <a:chOff x="874713" y="3137001"/>
              <a:chExt cx="3240000" cy="1115955"/>
            </a:xfrm>
          </p:grpSpPr>
          <p:sp>
            <p:nvSpPr>
              <p:cNvPr id="38" name="矩形 37">
                <a:extLst>
                  <a:ext uri="{FF2B5EF4-FFF2-40B4-BE49-F238E27FC236}">
                    <a16:creationId xmlns="" xmlns:a16="http://schemas.microsoft.com/office/drawing/2014/main" id="{B1602A64-58A0-4E75-B4E1-54317C0C2470}"/>
                  </a:ext>
                </a:extLst>
              </p:cNvPr>
              <p:cNvSpPr/>
              <p:nvPr/>
            </p:nvSpPr>
            <p:spPr>
              <a:xfrm>
                <a:off x="874713" y="3641057"/>
                <a:ext cx="3240000" cy="611899"/>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9" name="矩形 38">
                <a:extLst>
                  <a:ext uri="{FF2B5EF4-FFF2-40B4-BE49-F238E27FC236}">
                    <a16:creationId xmlns="" xmlns:a16="http://schemas.microsoft.com/office/drawing/2014/main" id="{C8C36275-6870-414C-A750-2AE2D13A8ADB}"/>
                  </a:ext>
                </a:extLst>
              </p:cNvPr>
              <p:cNvSpPr/>
              <p:nvPr/>
            </p:nvSpPr>
            <p:spPr>
              <a:xfrm>
                <a:off x="874713" y="3137001"/>
                <a:ext cx="3240000" cy="369332"/>
              </a:xfrm>
              <a:prstGeom prst="rect">
                <a:avLst/>
              </a:prstGeom>
            </p:spPr>
            <p:txBody>
              <a:bodyPr wrap="square">
                <a:spAutoFit/>
                <a:scene3d>
                  <a:camera prst="orthographicFront"/>
                  <a:lightRig rig="threePt" dir="t"/>
                </a:scene3d>
                <a:sp3d contourW="12700"/>
              </a:bodyPr>
              <a:lstStyle/>
              <a:p>
                <a:pPr lvl="0" algn="just" defTabSz="914400"/>
                <a:r>
                  <a:rPr lang="en-US" altLang="zh-CN" sz="1800" b="1" dirty="0" smtClean="0">
                    <a:solidFill>
                      <a:srgbClr val="141735"/>
                    </a:solidFill>
                    <a:latin typeface="+mj-lt"/>
                    <a:ea typeface="微软雅黑"/>
                  </a:rPr>
                  <a:t>WEAKNESS</a:t>
                </a:r>
                <a:endParaRPr lang="zh-CN" altLang="zh-CN" sz="1800" b="1" dirty="0" smtClean="0">
                  <a:solidFill>
                    <a:srgbClr val="141735"/>
                  </a:solidFill>
                  <a:latin typeface="+mj-lt"/>
                  <a:ea typeface="微软雅黑"/>
                </a:endParaRPr>
              </a:p>
            </p:txBody>
          </p:sp>
        </p:grpSp>
        <p:cxnSp>
          <p:nvCxnSpPr>
            <p:cNvPr id="37"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41" name="组 40"/>
          <p:cNvGrpSpPr/>
          <p:nvPr/>
        </p:nvGrpSpPr>
        <p:grpSpPr>
          <a:xfrm>
            <a:off x="1108041" y="3861048"/>
            <a:ext cx="3240000" cy="1397890"/>
            <a:chOff x="7573558" y="1789204"/>
            <a:chExt cx="3240000" cy="1397890"/>
          </a:xfrm>
        </p:grpSpPr>
        <p:grpSp>
          <p:nvGrpSpPr>
            <p:cNvPr id="4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44" name="矩形 4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5" name="矩形 4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lvl="0" algn="r" defTabSz="914400"/>
                <a:r>
                  <a:rPr lang="en-US" altLang="zh-CN" sz="1800" b="1">
                    <a:solidFill>
                      <a:srgbClr val="141735"/>
                    </a:solidFill>
                    <a:latin typeface="+mj-lt"/>
                    <a:ea typeface="微软雅黑"/>
                  </a:rPr>
                  <a:t>WEAKNESS</a:t>
                </a:r>
                <a:endParaRPr lang="zh-CN" altLang="zh-CN" sz="1800" b="1" dirty="0">
                  <a:solidFill>
                    <a:srgbClr val="141735"/>
                  </a:solidFill>
                  <a:latin typeface="+mj-lt"/>
                  <a:ea typeface="微软雅黑"/>
                </a:endParaRPr>
              </a:p>
            </p:txBody>
          </p:sp>
        </p:grpSp>
        <p:cxnSp>
          <p:nvCxnSpPr>
            <p:cNvPr id="4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46" name="组 45"/>
          <p:cNvGrpSpPr/>
          <p:nvPr/>
        </p:nvGrpSpPr>
        <p:grpSpPr>
          <a:xfrm>
            <a:off x="6627351" y="4559993"/>
            <a:ext cx="3747846" cy="1115955"/>
            <a:chOff x="7573558" y="1789204"/>
            <a:chExt cx="3240000" cy="1115955"/>
          </a:xfrm>
        </p:grpSpPr>
        <p:grpSp>
          <p:nvGrpSpPr>
            <p:cNvPr id="47" name="组合 31">
              <a:extLst>
                <a:ext uri="{FF2B5EF4-FFF2-40B4-BE49-F238E27FC236}">
                  <a16:creationId xmlns="" xmlns:a16="http://schemas.microsoft.com/office/drawing/2014/main" id="{CDC40244-A310-4C3D-9986-CA192517ACF7}"/>
                </a:ext>
              </a:extLst>
            </p:cNvPr>
            <p:cNvGrpSpPr/>
            <p:nvPr/>
          </p:nvGrpSpPr>
          <p:grpSpPr>
            <a:xfrm>
              <a:off x="7573558" y="1789204"/>
              <a:ext cx="3240000" cy="1115955"/>
              <a:chOff x="874713" y="3137001"/>
              <a:chExt cx="3240000" cy="1115955"/>
            </a:xfrm>
          </p:grpSpPr>
          <p:sp>
            <p:nvSpPr>
              <p:cNvPr id="49" name="矩形 48">
                <a:extLst>
                  <a:ext uri="{FF2B5EF4-FFF2-40B4-BE49-F238E27FC236}">
                    <a16:creationId xmlns="" xmlns:a16="http://schemas.microsoft.com/office/drawing/2014/main" id="{B1602A64-58A0-4E75-B4E1-54317C0C2470}"/>
                  </a:ext>
                </a:extLst>
              </p:cNvPr>
              <p:cNvSpPr/>
              <p:nvPr/>
            </p:nvSpPr>
            <p:spPr>
              <a:xfrm>
                <a:off x="874713" y="3641057"/>
                <a:ext cx="3240000" cy="611899"/>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50" name="矩形 49">
                <a:extLst>
                  <a:ext uri="{FF2B5EF4-FFF2-40B4-BE49-F238E27FC236}">
                    <a16:creationId xmlns="" xmlns:a16="http://schemas.microsoft.com/office/drawing/2014/main" id="{C8C36275-6870-414C-A750-2AE2D13A8ADB}"/>
                  </a:ext>
                </a:extLst>
              </p:cNvPr>
              <p:cNvSpPr/>
              <p:nvPr/>
            </p:nvSpPr>
            <p:spPr>
              <a:xfrm>
                <a:off x="874713" y="3137001"/>
                <a:ext cx="3240000" cy="369332"/>
              </a:xfrm>
              <a:prstGeom prst="rect">
                <a:avLst/>
              </a:prstGeom>
            </p:spPr>
            <p:txBody>
              <a:bodyPr wrap="square">
                <a:spAutoFit/>
                <a:scene3d>
                  <a:camera prst="orthographicFront"/>
                  <a:lightRig rig="threePt" dir="t"/>
                </a:scene3d>
                <a:sp3d contourW="12700"/>
              </a:bodyPr>
              <a:lstStyle/>
              <a:p>
                <a:pPr lvl="0" algn="just" defTabSz="914400"/>
                <a:r>
                  <a:rPr lang="en-US" altLang="zh-CN" sz="1800" b="1" dirty="0" smtClean="0">
                    <a:solidFill>
                      <a:srgbClr val="141735"/>
                    </a:solidFill>
                    <a:latin typeface="+mj-lt"/>
                    <a:ea typeface="微软雅黑"/>
                  </a:rPr>
                  <a:t>WEAKNESS</a:t>
                </a:r>
                <a:endParaRPr lang="zh-CN" altLang="zh-CN" sz="1800" b="1" dirty="0" smtClean="0">
                  <a:solidFill>
                    <a:srgbClr val="141735"/>
                  </a:solidFill>
                  <a:latin typeface="+mj-lt"/>
                  <a:ea typeface="微软雅黑"/>
                </a:endParaRPr>
              </a:p>
            </p:txBody>
          </p:sp>
        </p:grpSp>
        <p:cxnSp>
          <p:nvCxnSpPr>
            <p:cNvPr id="4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1433327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3">
            <a:extLst>
              <a:ext uri="{FF2B5EF4-FFF2-40B4-BE49-F238E27FC236}">
                <a16:creationId xmlns:a16="http://schemas.microsoft.com/office/drawing/2014/main" xmlns="" id="{14652595-C86E-4C7C-ACE7-8341572834DB}"/>
              </a:ext>
            </a:extLst>
          </p:cNvPr>
          <p:cNvSpPr>
            <a:spLocks noChangeArrowheads="1"/>
          </p:cNvSpPr>
          <p:nvPr/>
        </p:nvSpPr>
        <p:spPr bwMode="gray">
          <a:xfrm>
            <a:off x="4187602" y="1844824"/>
            <a:ext cx="3956050" cy="3881437"/>
          </a:xfrm>
          <a:prstGeom prst="ellipse">
            <a:avLst/>
          </a:prstGeom>
          <a:noFill/>
          <a:ln w="12700">
            <a:solidFill>
              <a:srgbClr val="C0C0C0"/>
            </a:solidFill>
            <a:prstDash val="sysDot"/>
            <a:round/>
            <a:headEnd/>
            <a:tailEnd/>
          </a:ln>
          <a:effectLst/>
        </p:spPr>
        <p:txBody>
          <a:bodyPr wrap="none" anchor="ctr"/>
          <a:lstStyle/>
          <a:p>
            <a:pPr fontAlgn="auto">
              <a:spcBef>
                <a:spcPts val="0"/>
              </a:spcBef>
              <a:spcAft>
                <a:spcPts val="0"/>
              </a:spcAft>
              <a:defRPr/>
            </a:pPr>
            <a:endParaRPr lang="zh-CN" altLang="en-US" sz="1800" kern="0">
              <a:solidFill>
                <a:sysClr val="windowText" lastClr="000000"/>
              </a:solidFill>
              <a:latin typeface="Arial" charset="0"/>
              <a:ea typeface="宋体" charset="-122"/>
            </a:endParaRPr>
          </a:p>
        </p:txBody>
      </p:sp>
      <p:sp>
        <p:nvSpPr>
          <p:cNvPr id="3" name="Oval 4">
            <a:extLst>
              <a:ext uri="{FF2B5EF4-FFF2-40B4-BE49-F238E27FC236}">
                <a16:creationId xmlns:a16="http://schemas.microsoft.com/office/drawing/2014/main" xmlns="" id="{15CA665C-207F-40DE-9B82-32EA577D4428}"/>
              </a:ext>
            </a:extLst>
          </p:cNvPr>
          <p:cNvSpPr>
            <a:spLocks noChangeArrowheads="1"/>
          </p:cNvSpPr>
          <p:nvPr/>
        </p:nvSpPr>
        <p:spPr bwMode="gray">
          <a:xfrm>
            <a:off x="4405090" y="2051199"/>
            <a:ext cx="3490912" cy="3490912"/>
          </a:xfrm>
          <a:prstGeom prst="ellipse">
            <a:avLst/>
          </a:prstGeom>
          <a:noFill/>
          <a:ln w="12700">
            <a:solidFill>
              <a:srgbClr val="C0C0C0"/>
            </a:solidFill>
            <a:prstDash val="sysDot"/>
            <a:round/>
            <a:headEnd/>
            <a:tailEnd/>
          </a:ln>
          <a:effectLst/>
        </p:spPr>
        <p:txBody>
          <a:bodyPr wrap="none" anchor="ctr"/>
          <a:lstStyle/>
          <a:p>
            <a:pPr fontAlgn="auto">
              <a:spcBef>
                <a:spcPts val="0"/>
              </a:spcBef>
              <a:spcAft>
                <a:spcPts val="0"/>
              </a:spcAft>
              <a:defRPr/>
            </a:pPr>
            <a:endParaRPr lang="zh-CN" altLang="en-US" sz="1800" kern="0">
              <a:solidFill>
                <a:sysClr val="windowText" lastClr="000000"/>
              </a:solidFill>
              <a:latin typeface="Arial" charset="0"/>
              <a:ea typeface="宋体" charset="-122"/>
            </a:endParaRPr>
          </a:p>
        </p:txBody>
      </p:sp>
      <p:sp>
        <p:nvSpPr>
          <p:cNvPr id="4" name="Oval 5">
            <a:extLst>
              <a:ext uri="{FF2B5EF4-FFF2-40B4-BE49-F238E27FC236}">
                <a16:creationId xmlns:a16="http://schemas.microsoft.com/office/drawing/2014/main" xmlns="" id="{B6E5E370-0250-4DAF-8D74-25F062D55848}"/>
              </a:ext>
            </a:extLst>
          </p:cNvPr>
          <p:cNvSpPr>
            <a:spLocks noChangeArrowheads="1"/>
          </p:cNvSpPr>
          <p:nvPr/>
        </p:nvSpPr>
        <p:spPr bwMode="gray">
          <a:xfrm>
            <a:off x="4620990" y="2378224"/>
            <a:ext cx="2973387" cy="2973387"/>
          </a:xfrm>
          <a:prstGeom prst="ellipse">
            <a:avLst/>
          </a:prstGeom>
          <a:noFill/>
          <a:ln w="12700">
            <a:solidFill>
              <a:srgbClr val="C0C0C0"/>
            </a:solidFill>
            <a:prstDash val="sysDot"/>
            <a:round/>
            <a:headEnd/>
            <a:tailEnd/>
          </a:ln>
          <a:effectLst/>
        </p:spPr>
        <p:txBody>
          <a:bodyPr wrap="none" anchor="ctr"/>
          <a:lstStyle/>
          <a:p>
            <a:pPr fontAlgn="auto">
              <a:spcBef>
                <a:spcPts val="0"/>
              </a:spcBef>
              <a:spcAft>
                <a:spcPts val="0"/>
              </a:spcAft>
              <a:defRPr/>
            </a:pPr>
            <a:endParaRPr lang="zh-CN" altLang="en-US" sz="1800" kern="0">
              <a:solidFill>
                <a:sysClr val="windowText" lastClr="000000"/>
              </a:solidFill>
              <a:latin typeface="Arial" charset="0"/>
              <a:ea typeface="宋体" charset="-122"/>
            </a:endParaRPr>
          </a:p>
        </p:txBody>
      </p:sp>
      <p:grpSp>
        <p:nvGrpSpPr>
          <p:cNvPr id="5" name="组合 46">
            <a:extLst>
              <a:ext uri="{FF2B5EF4-FFF2-40B4-BE49-F238E27FC236}">
                <a16:creationId xmlns:a16="http://schemas.microsoft.com/office/drawing/2014/main" xmlns="" id="{4FF24A12-6105-4424-8FAA-3002009CA7F7}"/>
              </a:ext>
            </a:extLst>
          </p:cNvPr>
          <p:cNvGrpSpPr>
            <a:grpSpLocks/>
          </p:cNvGrpSpPr>
          <p:nvPr/>
        </p:nvGrpSpPr>
        <p:grpSpPr bwMode="auto">
          <a:xfrm>
            <a:off x="5052790" y="1474936"/>
            <a:ext cx="2043112" cy="1871663"/>
            <a:chOff x="3294034" y="1222086"/>
            <a:chExt cx="2043112" cy="1871663"/>
          </a:xfrm>
          <a:solidFill>
            <a:srgbClr val="5059AC"/>
          </a:solidFill>
        </p:grpSpPr>
        <p:sp>
          <p:nvSpPr>
            <p:cNvPr id="6" name="AutoShape 7">
              <a:extLst>
                <a:ext uri="{FF2B5EF4-FFF2-40B4-BE49-F238E27FC236}">
                  <a16:creationId xmlns:a16="http://schemas.microsoft.com/office/drawing/2014/main" xmlns="" id="{A5947760-FEB6-4BBE-9107-5112F5BB6226}"/>
                </a:ext>
              </a:extLst>
            </p:cNvPr>
            <p:cNvSpPr>
              <a:spLocks noChangeArrowheads="1"/>
            </p:cNvSpPr>
            <p:nvPr/>
          </p:nvSpPr>
          <p:spPr bwMode="gray">
            <a:xfrm rot="16200000">
              <a:off x="3382933" y="1230024"/>
              <a:ext cx="1871663" cy="1855788"/>
            </a:xfrm>
            <a:prstGeom prst="chevron">
              <a:avLst>
                <a:gd name="adj" fmla="val 28655"/>
              </a:avLst>
            </a:prstGeom>
            <a:solidFill>
              <a:srgbClr val="4372C4"/>
            </a:solidFill>
            <a:ln>
              <a:headEnd/>
              <a:tailEnd/>
            </a:ln>
          </p:spPr>
          <p:style>
            <a:lnRef idx="3">
              <a:schemeClr val="lt1"/>
            </a:lnRef>
            <a:fillRef idx="1">
              <a:schemeClr val="accent1"/>
            </a:fillRef>
            <a:effectRef idx="1">
              <a:schemeClr val="accent1"/>
            </a:effectRef>
            <a:fontRef idx="minor">
              <a:schemeClr val="lt1"/>
            </a:fontRef>
          </p:style>
          <p:txBody>
            <a:bodyPr wrap="none" anchor="ctr">
              <a:flatTx/>
            </a:bodyPr>
            <a:lstStyle/>
            <a:p>
              <a:pPr fontAlgn="auto">
                <a:spcBef>
                  <a:spcPts val="0"/>
                </a:spcBef>
                <a:spcAft>
                  <a:spcPts val="0"/>
                </a:spcAft>
                <a:defRPr/>
              </a:pPr>
              <a:endParaRPr lang="zh-CN" altLang="en-US" sz="1800" kern="0">
                <a:solidFill>
                  <a:sysClr val="windowText" lastClr="000000"/>
                </a:solidFill>
              </a:endParaRPr>
            </a:p>
          </p:txBody>
        </p:sp>
        <p:sp>
          <p:nvSpPr>
            <p:cNvPr id="7" name="Rectangle 10">
              <a:extLst>
                <a:ext uri="{FF2B5EF4-FFF2-40B4-BE49-F238E27FC236}">
                  <a16:creationId xmlns:a16="http://schemas.microsoft.com/office/drawing/2014/main" xmlns="" id="{0A7A67EC-52E1-4ABD-9033-5115DB79FA2B}"/>
                </a:ext>
              </a:extLst>
            </p:cNvPr>
            <p:cNvSpPr>
              <a:spLocks noChangeArrowheads="1"/>
            </p:cNvSpPr>
            <p:nvPr/>
          </p:nvSpPr>
          <p:spPr bwMode="gray">
            <a:xfrm>
              <a:off x="3294034" y="1865024"/>
              <a:ext cx="2043112" cy="435632"/>
            </a:xfrm>
            <a:prstGeom prst="rect">
              <a:avLst/>
            </a:prstGeom>
            <a:noFill/>
            <a:ln w="9525" algn="ctr">
              <a:noFill/>
              <a:miter lim="800000"/>
              <a:headEnd/>
              <a:tailEnd/>
            </a:ln>
            <a:effectLst/>
          </p:spPr>
          <p:txBody>
            <a:bodyPr>
              <a:spAutoFit/>
            </a:bodyPr>
            <a:lstStyle/>
            <a:p>
              <a:pPr algn="ctr" defTabSz="914400">
                <a:lnSpc>
                  <a:spcPct val="120000"/>
                </a:lnSpc>
              </a:pPr>
              <a:r>
                <a:rPr lang="zh-CN" altLang="en-US" sz="2000" b="1" dirty="0">
                  <a:solidFill>
                    <a:schemeClr val="bg1"/>
                  </a:solidFill>
                  <a:latin typeface="Calibri"/>
                  <a:ea typeface="微软雅黑"/>
                </a:rPr>
                <a:t>关键字</a:t>
              </a:r>
            </a:p>
          </p:txBody>
        </p:sp>
      </p:grpSp>
      <p:grpSp>
        <p:nvGrpSpPr>
          <p:cNvPr id="8" name="组合 44">
            <a:extLst>
              <a:ext uri="{FF2B5EF4-FFF2-40B4-BE49-F238E27FC236}">
                <a16:creationId xmlns:a16="http://schemas.microsoft.com/office/drawing/2014/main" xmlns="" id="{5FD72CC6-8861-46F7-8CCF-F81E3A95BA7F}"/>
              </a:ext>
            </a:extLst>
          </p:cNvPr>
          <p:cNvGrpSpPr>
            <a:grpSpLocks/>
          </p:cNvGrpSpPr>
          <p:nvPr/>
        </p:nvGrpSpPr>
        <p:grpSpPr bwMode="auto">
          <a:xfrm>
            <a:off x="3863752" y="3676799"/>
            <a:ext cx="1871663" cy="1855787"/>
            <a:chOff x="2104996" y="3423949"/>
            <a:chExt cx="1871663" cy="1855787"/>
          </a:xfrm>
          <a:solidFill>
            <a:srgbClr val="5059AC"/>
          </a:solidFill>
        </p:grpSpPr>
        <p:sp>
          <p:nvSpPr>
            <p:cNvPr id="9" name="AutoShape 6">
              <a:extLst>
                <a:ext uri="{FF2B5EF4-FFF2-40B4-BE49-F238E27FC236}">
                  <a16:creationId xmlns:a16="http://schemas.microsoft.com/office/drawing/2014/main" xmlns="" id="{9EA14D41-C64E-49E9-A5FF-0A96F8D5FDE0}"/>
                </a:ext>
              </a:extLst>
            </p:cNvPr>
            <p:cNvSpPr>
              <a:spLocks noChangeArrowheads="1"/>
            </p:cNvSpPr>
            <p:nvPr/>
          </p:nvSpPr>
          <p:spPr bwMode="gray">
            <a:xfrm rot="9044363">
              <a:off x="2104996" y="3423949"/>
              <a:ext cx="1871663" cy="1855787"/>
            </a:xfrm>
            <a:prstGeom prst="chevron">
              <a:avLst>
                <a:gd name="adj" fmla="val 28655"/>
              </a:avLst>
            </a:prstGeom>
            <a:solidFill>
              <a:srgbClr val="4372C4"/>
            </a:solidFill>
            <a:ln>
              <a:headEnd/>
              <a:tailEnd/>
            </a:ln>
          </p:spPr>
          <p:style>
            <a:lnRef idx="3">
              <a:schemeClr val="lt1"/>
            </a:lnRef>
            <a:fillRef idx="1">
              <a:schemeClr val="accent1"/>
            </a:fillRef>
            <a:effectRef idx="1">
              <a:schemeClr val="accent1"/>
            </a:effectRef>
            <a:fontRef idx="minor">
              <a:schemeClr val="lt1"/>
            </a:fontRef>
          </p:style>
          <p:txBody>
            <a:bodyPr wrap="none" anchor="ctr">
              <a:flatTx/>
            </a:bodyPr>
            <a:lstStyle/>
            <a:p>
              <a:pPr fontAlgn="auto">
                <a:spcBef>
                  <a:spcPts val="0"/>
                </a:spcBef>
                <a:spcAft>
                  <a:spcPts val="0"/>
                </a:spcAft>
                <a:defRPr/>
              </a:pPr>
              <a:endParaRPr lang="zh-CN" altLang="en-US" sz="1800" kern="0">
                <a:solidFill>
                  <a:sysClr val="windowText" lastClr="000000"/>
                </a:solidFill>
              </a:endParaRPr>
            </a:p>
          </p:txBody>
        </p:sp>
        <p:sp>
          <p:nvSpPr>
            <p:cNvPr id="10" name="Rectangle 11">
              <a:extLst>
                <a:ext uri="{FF2B5EF4-FFF2-40B4-BE49-F238E27FC236}">
                  <a16:creationId xmlns:a16="http://schemas.microsoft.com/office/drawing/2014/main" xmlns="" id="{D78AEF50-30DA-4632-AC2F-A6A61856DCF7}"/>
                </a:ext>
              </a:extLst>
            </p:cNvPr>
            <p:cNvSpPr>
              <a:spLocks noChangeArrowheads="1"/>
            </p:cNvSpPr>
            <p:nvPr/>
          </p:nvSpPr>
          <p:spPr bwMode="gray">
            <a:xfrm>
              <a:off x="2284384" y="4222461"/>
              <a:ext cx="1358900" cy="437043"/>
            </a:xfrm>
            <a:prstGeom prst="rect">
              <a:avLst/>
            </a:prstGeom>
            <a:noFill/>
            <a:ln w="9525" algn="ctr">
              <a:noFill/>
              <a:miter lim="800000"/>
              <a:headEnd/>
              <a:tailEnd/>
            </a:ln>
            <a:effectLst/>
          </p:spPr>
          <p:txBody>
            <a:bodyPr>
              <a:spAutoFit/>
            </a:bodyPr>
            <a:lstStyle/>
            <a:p>
              <a:pPr algn="ctr" defTabSz="914400">
                <a:lnSpc>
                  <a:spcPct val="120000"/>
                </a:lnSpc>
              </a:pPr>
              <a:r>
                <a:rPr lang="zh-CN" altLang="en-US" sz="2000" b="1" dirty="0" smtClean="0">
                  <a:solidFill>
                    <a:schemeClr val="bg1"/>
                  </a:solidFill>
                  <a:latin typeface="Calibri"/>
                  <a:ea typeface="微软雅黑"/>
                </a:rPr>
                <a:t>关键字</a:t>
              </a:r>
              <a:endParaRPr lang="zh-CN" altLang="en-US" sz="2000" b="1" dirty="0">
                <a:solidFill>
                  <a:schemeClr val="bg1"/>
                </a:solidFill>
                <a:latin typeface="Calibri"/>
                <a:ea typeface="微软雅黑"/>
              </a:endParaRPr>
            </a:p>
          </p:txBody>
        </p:sp>
      </p:grpSp>
      <p:grpSp>
        <p:nvGrpSpPr>
          <p:cNvPr id="11" name="组合 45">
            <a:extLst>
              <a:ext uri="{FF2B5EF4-FFF2-40B4-BE49-F238E27FC236}">
                <a16:creationId xmlns:a16="http://schemas.microsoft.com/office/drawing/2014/main" xmlns="" id="{A46EA4DC-4C7A-4509-9FE8-6B24CAA70CB8}"/>
              </a:ext>
            </a:extLst>
          </p:cNvPr>
          <p:cNvGrpSpPr>
            <a:grpSpLocks/>
          </p:cNvGrpSpPr>
          <p:nvPr/>
        </p:nvGrpSpPr>
        <p:grpSpPr bwMode="auto">
          <a:xfrm>
            <a:off x="6410102" y="3689499"/>
            <a:ext cx="1871663" cy="1855787"/>
            <a:chOff x="4651346" y="3436649"/>
            <a:chExt cx="1871663" cy="1855787"/>
          </a:xfrm>
          <a:solidFill>
            <a:srgbClr val="5059AC"/>
          </a:solidFill>
        </p:grpSpPr>
        <p:sp>
          <p:nvSpPr>
            <p:cNvPr id="12" name="AutoShape 8">
              <a:extLst>
                <a:ext uri="{FF2B5EF4-FFF2-40B4-BE49-F238E27FC236}">
                  <a16:creationId xmlns:a16="http://schemas.microsoft.com/office/drawing/2014/main" xmlns="" id="{D9BF7D10-281B-480E-8066-7A4872040A0D}"/>
                </a:ext>
              </a:extLst>
            </p:cNvPr>
            <p:cNvSpPr>
              <a:spLocks noChangeArrowheads="1"/>
            </p:cNvSpPr>
            <p:nvPr/>
          </p:nvSpPr>
          <p:spPr bwMode="gray">
            <a:xfrm rot="1788254">
              <a:off x="4651346" y="3436649"/>
              <a:ext cx="1871663" cy="1855787"/>
            </a:xfrm>
            <a:prstGeom prst="chevron">
              <a:avLst>
                <a:gd name="adj" fmla="val 28655"/>
              </a:avLst>
            </a:prstGeom>
            <a:solidFill>
              <a:srgbClr val="4372C4"/>
            </a:solidFill>
            <a:ln>
              <a:headEnd/>
              <a:tailEnd/>
            </a:ln>
          </p:spPr>
          <p:style>
            <a:lnRef idx="3">
              <a:schemeClr val="lt1"/>
            </a:lnRef>
            <a:fillRef idx="1">
              <a:schemeClr val="accent1"/>
            </a:fillRef>
            <a:effectRef idx="1">
              <a:schemeClr val="accent1"/>
            </a:effectRef>
            <a:fontRef idx="minor">
              <a:schemeClr val="lt1"/>
            </a:fontRef>
          </p:style>
          <p:txBody>
            <a:bodyPr wrap="none" anchor="ctr">
              <a:flatTx/>
            </a:bodyPr>
            <a:lstStyle/>
            <a:p>
              <a:pPr fontAlgn="auto">
                <a:spcBef>
                  <a:spcPts val="0"/>
                </a:spcBef>
                <a:spcAft>
                  <a:spcPts val="0"/>
                </a:spcAft>
                <a:defRPr/>
              </a:pPr>
              <a:endParaRPr lang="zh-CN" altLang="en-US" sz="1800" kern="0">
                <a:solidFill>
                  <a:sysClr val="windowText" lastClr="000000"/>
                </a:solidFill>
              </a:endParaRPr>
            </a:p>
          </p:txBody>
        </p:sp>
        <p:sp>
          <p:nvSpPr>
            <p:cNvPr id="13" name="Rectangle 12">
              <a:extLst>
                <a:ext uri="{FF2B5EF4-FFF2-40B4-BE49-F238E27FC236}">
                  <a16:creationId xmlns:a16="http://schemas.microsoft.com/office/drawing/2014/main" xmlns="" id="{0723E956-176B-4573-B9A8-867251A03DB6}"/>
                </a:ext>
              </a:extLst>
            </p:cNvPr>
            <p:cNvSpPr>
              <a:spLocks noChangeArrowheads="1"/>
            </p:cNvSpPr>
            <p:nvPr/>
          </p:nvSpPr>
          <p:spPr bwMode="gray">
            <a:xfrm>
              <a:off x="4857721" y="4251036"/>
              <a:ext cx="1549400" cy="435632"/>
            </a:xfrm>
            <a:prstGeom prst="rect">
              <a:avLst/>
            </a:prstGeom>
            <a:noFill/>
            <a:ln w="9525" algn="ctr">
              <a:noFill/>
              <a:miter lim="800000"/>
              <a:headEnd/>
              <a:tailEnd/>
            </a:ln>
            <a:effectLst/>
          </p:spPr>
          <p:txBody>
            <a:bodyPr>
              <a:spAutoFit/>
            </a:bodyPr>
            <a:lstStyle/>
            <a:p>
              <a:pPr algn="ctr" defTabSz="914400">
                <a:lnSpc>
                  <a:spcPct val="120000"/>
                </a:lnSpc>
              </a:pPr>
              <a:r>
                <a:rPr lang="zh-CN" altLang="en-US" sz="2000" b="1" dirty="0">
                  <a:solidFill>
                    <a:schemeClr val="bg1"/>
                  </a:solidFill>
                  <a:latin typeface="Calibri"/>
                  <a:ea typeface="微软雅黑"/>
                </a:rPr>
                <a:t>关键字</a:t>
              </a:r>
            </a:p>
          </p:txBody>
        </p:sp>
      </p:grpSp>
      <p:sp>
        <p:nvSpPr>
          <p:cNvPr id="14" name="矩形 13">
            <a:extLst>
              <a:ext uri="{FF2B5EF4-FFF2-40B4-BE49-F238E27FC236}">
                <a16:creationId xmlns:a16="http://schemas.microsoft.com/office/drawing/2014/main" xmlns="" id="{8CB3EE12-97F8-4471-8190-D04BD4430A59}"/>
              </a:ext>
            </a:extLst>
          </p:cNvPr>
          <p:cNvSpPr/>
          <p:nvPr/>
        </p:nvSpPr>
        <p:spPr>
          <a:xfrm>
            <a:off x="5464132" y="3635217"/>
            <a:ext cx="1261885" cy="572914"/>
          </a:xfrm>
          <a:prstGeom prst="rect">
            <a:avLst/>
          </a:prstGeom>
        </p:spPr>
        <p:txBody>
          <a:bodyPr wrap="none">
            <a:spAutoFit/>
          </a:bodyPr>
          <a:lstStyle/>
          <a:p>
            <a:pPr algn="ctr" defTabSz="914400">
              <a:lnSpc>
                <a:spcPct val="120000"/>
              </a:lnSpc>
            </a:pPr>
            <a:r>
              <a:rPr lang="zh-CN" altLang="en-US" sz="2800" b="1">
                <a:solidFill>
                  <a:srgbClr val="141735"/>
                </a:solidFill>
                <a:latin typeface="Calibri"/>
                <a:ea typeface="微软雅黑"/>
              </a:rPr>
              <a:t>关键字</a:t>
            </a:r>
            <a:endParaRPr lang="zh-CN" altLang="en-US" sz="2800" b="1" dirty="0">
              <a:solidFill>
                <a:srgbClr val="141735"/>
              </a:solidFill>
              <a:latin typeface="Calibri"/>
              <a:ea typeface="微软雅黑"/>
            </a:endParaRPr>
          </a:p>
        </p:txBody>
      </p:sp>
      <p:sp>
        <p:nvSpPr>
          <p:cNvPr id="16" name="矩形 15">
            <a:extLst>
              <a:ext uri="{FF2B5EF4-FFF2-40B4-BE49-F238E27FC236}">
                <a16:creationId xmlns:a16="http://schemas.microsoft.com/office/drawing/2014/main" xmlns="" id="{DEA1455C-3581-447C-AE63-1E99D9498B45}"/>
              </a:ext>
            </a:extLst>
          </p:cNvPr>
          <p:cNvSpPr/>
          <p:nvPr/>
        </p:nvSpPr>
        <p:spPr bwMode="auto">
          <a:xfrm>
            <a:off x="12432706" y="-274552"/>
            <a:ext cx="1004888" cy="338138"/>
          </a:xfrm>
          <a:prstGeom prst="rect">
            <a:avLst/>
          </a:prstGeom>
        </p:spPr>
        <p:txBody>
          <a:bodyPr wrap="none">
            <a:spAutoFit/>
          </a:bodyPr>
          <a:lstStyle/>
          <a:p>
            <a:pPr>
              <a:defRPr/>
            </a:pPr>
            <a:r>
              <a:rPr lang="zh-CN" altLang="en-US" sz="1600" dirty="0">
                <a:solidFill>
                  <a:srgbClr val="B05E20"/>
                </a:solidFill>
                <a:effectLst>
                  <a:outerShdw blurRad="38100" dist="38100" dir="2700000" algn="tl">
                    <a:srgbClr val="000000">
                      <a:alpha val="43137"/>
                    </a:srgbClr>
                  </a:outerShdw>
                </a:effectLst>
                <a:latin typeface="黑体" pitchFamily="2" charset="-122"/>
                <a:ea typeface="黑体" pitchFamily="2" charset="-122"/>
              </a:rPr>
              <a:t>多用图表</a:t>
            </a:r>
          </a:p>
        </p:txBody>
      </p:sp>
      <p:sp>
        <p:nvSpPr>
          <p:cNvPr id="28" name="标题 27"/>
          <p:cNvSpPr>
            <a:spLocks noGrp="1"/>
          </p:cNvSpPr>
          <p:nvPr>
            <p:ph type="title"/>
          </p:nvPr>
        </p:nvSpPr>
        <p:spPr/>
        <p:txBody>
          <a:bodyPr/>
          <a:lstStyle/>
          <a:p>
            <a:r>
              <a:rPr lang="zh-CN" altLang="en-US" dirty="0"/>
              <a:t>让金融更简单 让金融更美好</a:t>
            </a:r>
            <a:endParaRPr kumimoji="1" lang="zh-CN" altLang="en-US" dirty="0"/>
          </a:p>
        </p:txBody>
      </p:sp>
      <p:grpSp>
        <p:nvGrpSpPr>
          <p:cNvPr id="34" name="组 33"/>
          <p:cNvGrpSpPr/>
          <p:nvPr/>
        </p:nvGrpSpPr>
        <p:grpSpPr>
          <a:xfrm>
            <a:off x="7594377" y="1913922"/>
            <a:ext cx="3202962" cy="1441390"/>
            <a:chOff x="7573558" y="1789204"/>
            <a:chExt cx="3202962" cy="1441390"/>
          </a:xfrm>
        </p:grpSpPr>
        <p:grpSp>
          <p:nvGrpSpPr>
            <p:cNvPr id="29" name="组合 31">
              <a:extLst>
                <a:ext uri="{FF2B5EF4-FFF2-40B4-BE49-F238E27FC236}">
                  <a16:creationId xmlns="" xmlns:a16="http://schemas.microsoft.com/office/drawing/2014/main" id="{CDC40244-A310-4C3D-9986-CA192517ACF7}"/>
                </a:ext>
              </a:extLst>
            </p:cNvPr>
            <p:cNvGrpSpPr/>
            <p:nvPr/>
          </p:nvGrpSpPr>
          <p:grpSpPr>
            <a:xfrm>
              <a:off x="7573558" y="1789204"/>
              <a:ext cx="3202962" cy="1441390"/>
              <a:chOff x="874713" y="3137001"/>
              <a:chExt cx="3202962" cy="1441390"/>
            </a:xfrm>
          </p:grpSpPr>
          <p:sp>
            <p:nvSpPr>
              <p:cNvPr id="30" name="矩形 29">
                <a:extLst>
                  <a:ext uri="{FF2B5EF4-FFF2-40B4-BE49-F238E27FC236}">
                    <a16:creationId xmlns="" xmlns:a16="http://schemas.microsoft.com/office/drawing/2014/main" id="{B1602A64-58A0-4E75-B4E1-54317C0C2470}"/>
                  </a:ext>
                </a:extLst>
              </p:cNvPr>
              <p:cNvSpPr/>
              <p:nvPr/>
            </p:nvSpPr>
            <p:spPr>
              <a:xfrm>
                <a:off x="874713" y="3821261"/>
                <a:ext cx="3202962" cy="757130"/>
              </a:xfrm>
              <a:prstGeom prst="rect">
                <a:avLst/>
              </a:prstGeom>
            </p:spPr>
            <p:txBody>
              <a:bodyPr wrap="square">
                <a:spAutoFit/>
                <a:scene3d>
                  <a:camera prst="orthographicFront"/>
                  <a:lightRig rig="threePt" dir="t"/>
                </a:scene3d>
                <a:sp3d contourW="12700"/>
              </a:bodyPr>
              <a:lstStyle/>
              <a:p>
                <a:pPr defTabSz="914400">
                  <a:lnSpc>
                    <a:spcPct val="120000"/>
                  </a:lnSpc>
                </a:pPr>
                <a:r>
                  <a:rPr lang="zh-CN" altLang="en-US" sz="1200" dirty="0">
                    <a:solidFill>
                      <a:srgbClr val="141735"/>
                    </a:solidFill>
                    <a:latin typeface="Calibri"/>
                    <a:ea typeface="微软雅黑"/>
                  </a:rPr>
                  <a:t>用户可以在投影仪或者计算机上进行演示也可以示文稿打印出来制作成胶片以便应用到更广泛的领域中</a:t>
                </a:r>
              </a:p>
            </p:txBody>
          </p:sp>
          <p:sp>
            <p:nvSpPr>
              <p:cNvPr id="31" name="矩形 30">
                <a:extLst>
                  <a:ext uri="{FF2B5EF4-FFF2-40B4-BE49-F238E27FC236}">
                    <a16:creationId xmlns="" xmlns:a16="http://schemas.microsoft.com/office/drawing/2014/main" id="{C8C36275-6870-414C-A750-2AE2D13A8ADB}"/>
                  </a:ext>
                </a:extLst>
              </p:cNvPr>
              <p:cNvSpPr/>
              <p:nvPr/>
            </p:nvSpPr>
            <p:spPr>
              <a:xfrm>
                <a:off x="874713" y="3137001"/>
                <a:ext cx="2241974" cy="401264"/>
              </a:xfrm>
              <a:prstGeom prst="rect">
                <a:avLst/>
              </a:prstGeom>
            </p:spPr>
            <p:txBody>
              <a:bodyPr wrap="square">
                <a:spAutoFit/>
                <a:scene3d>
                  <a:camera prst="orthographicFront"/>
                  <a:lightRig rig="threePt" dir="t"/>
                </a:scene3d>
                <a:sp3d contourW="12700"/>
              </a:bodyPr>
              <a:lstStyle/>
              <a:p>
                <a:pPr algn="just" defTabSz="914400">
                  <a:lnSpc>
                    <a:spcPct val="120000"/>
                  </a:lnSpc>
                </a:pPr>
                <a:r>
                  <a:rPr lang="zh-CN" altLang="en-US" sz="1800" b="1" dirty="0">
                    <a:solidFill>
                      <a:srgbClr val="141735"/>
                    </a:solidFill>
                    <a:latin typeface="Calibri"/>
                    <a:ea typeface="微软雅黑"/>
                  </a:rPr>
                  <a:t>标题文字添加</a:t>
                </a:r>
              </a:p>
            </p:txBody>
          </p:sp>
        </p:grpSp>
        <p:cxnSp>
          <p:nvCxnSpPr>
            <p:cNvPr id="32"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317899"/>
              <a:ext cx="623210" cy="0"/>
            </a:xfrm>
            <a:prstGeom prst="line">
              <a:avLst/>
            </a:prstGeom>
            <a:noFill/>
            <a:ln w="9525" algn="ctr">
              <a:solidFill>
                <a:srgbClr val="5059AC"/>
              </a:solidFill>
              <a:round/>
              <a:headEnd/>
              <a:tailEnd/>
            </a:ln>
            <a:extLst>
              <a:ext uri="{909E8E84-426E-40DD-AFC4-6F175D3DCCD1}">
                <a14:hiddenFill xmlns:a14="http://schemas.microsoft.com/office/drawing/2010/main">
                  <a:noFill/>
                </a14:hiddenFill>
              </a:ext>
            </a:extLst>
          </p:spPr>
        </p:cxnSp>
      </p:grpSp>
      <p:grpSp>
        <p:nvGrpSpPr>
          <p:cNvPr id="35" name="组 34"/>
          <p:cNvGrpSpPr/>
          <p:nvPr/>
        </p:nvGrpSpPr>
        <p:grpSpPr>
          <a:xfrm>
            <a:off x="8359552" y="4387999"/>
            <a:ext cx="3202962" cy="1441390"/>
            <a:chOff x="7573558" y="1789204"/>
            <a:chExt cx="3202962" cy="1441390"/>
          </a:xfrm>
        </p:grpSpPr>
        <p:grpSp>
          <p:nvGrpSpPr>
            <p:cNvPr id="36" name="组合 31">
              <a:extLst>
                <a:ext uri="{FF2B5EF4-FFF2-40B4-BE49-F238E27FC236}">
                  <a16:creationId xmlns="" xmlns:a16="http://schemas.microsoft.com/office/drawing/2014/main" id="{CDC40244-A310-4C3D-9986-CA192517ACF7}"/>
                </a:ext>
              </a:extLst>
            </p:cNvPr>
            <p:cNvGrpSpPr/>
            <p:nvPr/>
          </p:nvGrpSpPr>
          <p:grpSpPr>
            <a:xfrm>
              <a:off x="7573558" y="1789204"/>
              <a:ext cx="3202962" cy="1441390"/>
              <a:chOff x="874713" y="3137001"/>
              <a:chExt cx="3202962" cy="1441390"/>
            </a:xfrm>
          </p:grpSpPr>
          <p:sp>
            <p:nvSpPr>
              <p:cNvPr id="38" name="矩形 37">
                <a:extLst>
                  <a:ext uri="{FF2B5EF4-FFF2-40B4-BE49-F238E27FC236}">
                    <a16:creationId xmlns="" xmlns:a16="http://schemas.microsoft.com/office/drawing/2014/main" id="{B1602A64-58A0-4E75-B4E1-54317C0C2470}"/>
                  </a:ext>
                </a:extLst>
              </p:cNvPr>
              <p:cNvSpPr/>
              <p:nvPr/>
            </p:nvSpPr>
            <p:spPr>
              <a:xfrm>
                <a:off x="874713" y="3821261"/>
                <a:ext cx="3202962" cy="757130"/>
              </a:xfrm>
              <a:prstGeom prst="rect">
                <a:avLst/>
              </a:prstGeom>
            </p:spPr>
            <p:txBody>
              <a:bodyPr wrap="square">
                <a:spAutoFit/>
                <a:scene3d>
                  <a:camera prst="orthographicFront"/>
                  <a:lightRig rig="threePt" dir="t"/>
                </a:scene3d>
                <a:sp3d contourW="12700"/>
              </a:bodyPr>
              <a:lstStyle/>
              <a:p>
                <a:pPr defTabSz="914400">
                  <a:lnSpc>
                    <a:spcPct val="120000"/>
                  </a:lnSpc>
                </a:pPr>
                <a:r>
                  <a:rPr lang="zh-CN" altLang="en-US" sz="1200" dirty="0">
                    <a:solidFill>
                      <a:srgbClr val="141735"/>
                    </a:solidFill>
                    <a:latin typeface="Calibri"/>
                    <a:ea typeface="微软雅黑"/>
                  </a:rPr>
                  <a:t>用户可以在投影仪或者计算机上进行演示也可以示文稿打印出来制作成胶片以便应用到更广泛的领域中</a:t>
                </a:r>
              </a:p>
            </p:txBody>
          </p:sp>
          <p:sp>
            <p:nvSpPr>
              <p:cNvPr id="39" name="矩形 38">
                <a:extLst>
                  <a:ext uri="{FF2B5EF4-FFF2-40B4-BE49-F238E27FC236}">
                    <a16:creationId xmlns="" xmlns:a16="http://schemas.microsoft.com/office/drawing/2014/main" id="{C8C36275-6870-414C-A750-2AE2D13A8ADB}"/>
                  </a:ext>
                </a:extLst>
              </p:cNvPr>
              <p:cNvSpPr/>
              <p:nvPr/>
            </p:nvSpPr>
            <p:spPr>
              <a:xfrm>
                <a:off x="874713" y="3137001"/>
                <a:ext cx="2241974" cy="401264"/>
              </a:xfrm>
              <a:prstGeom prst="rect">
                <a:avLst/>
              </a:prstGeom>
            </p:spPr>
            <p:txBody>
              <a:bodyPr wrap="square">
                <a:spAutoFit/>
                <a:scene3d>
                  <a:camera prst="orthographicFront"/>
                  <a:lightRig rig="threePt" dir="t"/>
                </a:scene3d>
                <a:sp3d contourW="12700"/>
              </a:bodyPr>
              <a:lstStyle/>
              <a:p>
                <a:pPr algn="just" defTabSz="914400">
                  <a:lnSpc>
                    <a:spcPct val="120000"/>
                  </a:lnSpc>
                </a:pPr>
                <a:r>
                  <a:rPr lang="zh-CN" altLang="en-US" sz="1800" b="1" dirty="0">
                    <a:solidFill>
                      <a:srgbClr val="141735"/>
                    </a:solidFill>
                    <a:latin typeface="Calibri"/>
                    <a:ea typeface="微软雅黑"/>
                  </a:rPr>
                  <a:t>标题文字添加</a:t>
                </a:r>
              </a:p>
            </p:txBody>
          </p:sp>
        </p:grpSp>
        <p:cxnSp>
          <p:nvCxnSpPr>
            <p:cNvPr id="37"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317899"/>
              <a:ext cx="623210" cy="0"/>
            </a:xfrm>
            <a:prstGeom prst="line">
              <a:avLst/>
            </a:prstGeom>
            <a:noFill/>
            <a:ln w="9525" algn="ctr">
              <a:solidFill>
                <a:srgbClr val="5059AC"/>
              </a:solidFill>
              <a:round/>
              <a:headEnd/>
              <a:tailEnd/>
            </a:ln>
            <a:extLst>
              <a:ext uri="{909E8E84-426E-40DD-AFC4-6F175D3DCCD1}">
                <a14:hiddenFill xmlns:a14="http://schemas.microsoft.com/office/drawing/2010/main">
                  <a:noFill/>
                </a14:hiddenFill>
              </a:ext>
            </a:extLst>
          </p:spPr>
        </p:cxnSp>
      </p:grpSp>
      <p:grpSp>
        <p:nvGrpSpPr>
          <p:cNvPr id="45" name="组 44"/>
          <p:cNvGrpSpPr/>
          <p:nvPr/>
        </p:nvGrpSpPr>
        <p:grpSpPr>
          <a:xfrm>
            <a:off x="767947" y="4387999"/>
            <a:ext cx="3202962" cy="1441390"/>
            <a:chOff x="7573558" y="1789204"/>
            <a:chExt cx="3202962" cy="1441390"/>
          </a:xfrm>
        </p:grpSpPr>
        <p:grpSp>
          <p:nvGrpSpPr>
            <p:cNvPr id="46" name="组合 31">
              <a:extLst>
                <a:ext uri="{FF2B5EF4-FFF2-40B4-BE49-F238E27FC236}">
                  <a16:creationId xmlns="" xmlns:a16="http://schemas.microsoft.com/office/drawing/2014/main" id="{CDC40244-A310-4C3D-9986-CA192517ACF7}"/>
                </a:ext>
              </a:extLst>
            </p:cNvPr>
            <p:cNvGrpSpPr/>
            <p:nvPr/>
          </p:nvGrpSpPr>
          <p:grpSpPr>
            <a:xfrm>
              <a:off x="7573558" y="1789204"/>
              <a:ext cx="3202962" cy="1441390"/>
              <a:chOff x="874713" y="3137001"/>
              <a:chExt cx="3202962" cy="1441390"/>
            </a:xfrm>
          </p:grpSpPr>
          <p:sp>
            <p:nvSpPr>
              <p:cNvPr id="48" name="矩形 47">
                <a:extLst>
                  <a:ext uri="{FF2B5EF4-FFF2-40B4-BE49-F238E27FC236}">
                    <a16:creationId xmlns="" xmlns:a16="http://schemas.microsoft.com/office/drawing/2014/main" id="{B1602A64-58A0-4E75-B4E1-54317C0C2470}"/>
                  </a:ext>
                </a:extLst>
              </p:cNvPr>
              <p:cNvSpPr/>
              <p:nvPr/>
            </p:nvSpPr>
            <p:spPr>
              <a:xfrm>
                <a:off x="874713" y="3821261"/>
                <a:ext cx="3202962" cy="757130"/>
              </a:xfrm>
              <a:prstGeom prst="rect">
                <a:avLst/>
              </a:prstGeom>
            </p:spPr>
            <p:txBody>
              <a:bodyPr wrap="square">
                <a:spAutoFit/>
                <a:scene3d>
                  <a:camera prst="orthographicFront"/>
                  <a:lightRig rig="threePt" dir="t"/>
                </a:scene3d>
                <a:sp3d contourW="12700"/>
              </a:bodyPr>
              <a:lstStyle/>
              <a:p>
                <a:pPr defTabSz="914400">
                  <a:lnSpc>
                    <a:spcPct val="120000"/>
                  </a:lnSpc>
                </a:pPr>
                <a:r>
                  <a:rPr lang="zh-CN" altLang="en-US" sz="1200" dirty="0">
                    <a:solidFill>
                      <a:srgbClr val="141735"/>
                    </a:solidFill>
                    <a:latin typeface="Calibri"/>
                    <a:ea typeface="微软雅黑"/>
                  </a:rPr>
                  <a:t>用户可以在投影仪或者计算机上进行演示也可以示文稿打印出来制作成胶片以便应用到更广泛的领域中</a:t>
                </a:r>
              </a:p>
            </p:txBody>
          </p:sp>
          <p:sp>
            <p:nvSpPr>
              <p:cNvPr id="49" name="矩形 48">
                <a:extLst>
                  <a:ext uri="{FF2B5EF4-FFF2-40B4-BE49-F238E27FC236}">
                    <a16:creationId xmlns="" xmlns:a16="http://schemas.microsoft.com/office/drawing/2014/main" id="{C8C36275-6870-414C-A750-2AE2D13A8ADB}"/>
                  </a:ext>
                </a:extLst>
              </p:cNvPr>
              <p:cNvSpPr/>
              <p:nvPr/>
            </p:nvSpPr>
            <p:spPr>
              <a:xfrm>
                <a:off x="874713" y="3137001"/>
                <a:ext cx="2241974" cy="401264"/>
              </a:xfrm>
              <a:prstGeom prst="rect">
                <a:avLst/>
              </a:prstGeom>
            </p:spPr>
            <p:txBody>
              <a:bodyPr wrap="square">
                <a:spAutoFit/>
                <a:scene3d>
                  <a:camera prst="orthographicFront"/>
                  <a:lightRig rig="threePt" dir="t"/>
                </a:scene3d>
                <a:sp3d contourW="12700"/>
              </a:bodyPr>
              <a:lstStyle/>
              <a:p>
                <a:pPr algn="just" defTabSz="914400">
                  <a:lnSpc>
                    <a:spcPct val="120000"/>
                  </a:lnSpc>
                </a:pPr>
                <a:r>
                  <a:rPr lang="zh-CN" altLang="en-US" sz="1800" b="1" dirty="0">
                    <a:solidFill>
                      <a:srgbClr val="141735"/>
                    </a:solidFill>
                    <a:latin typeface="Calibri"/>
                    <a:ea typeface="微软雅黑"/>
                  </a:rPr>
                  <a:t>标题文字添加</a:t>
                </a:r>
              </a:p>
            </p:txBody>
          </p:sp>
        </p:grpSp>
        <p:cxnSp>
          <p:nvCxnSpPr>
            <p:cNvPr id="47"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317899"/>
              <a:ext cx="623210" cy="0"/>
            </a:xfrm>
            <a:prstGeom prst="line">
              <a:avLst/>
            </a:prstGeom>
            <a:noFill/>
            <a:ln w="9525" algn="ctr">
              <a:solidFill>
                <a:srgbClr val="5059AC"/>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50469354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21">
            <a:extLst>
              <a:ext uri="{FF2B5EF4-FFF2-40B4-BE49-F238E27FC236}">
                <a16:creationId xmlns="" xmlns:a16="http://schemas.microsoft.com/office/drawing/2014/main" id="{FF3001BA-5B1D-4CB9-A0D0-F562A8CD3DBF}"/>
              </a:ext>
            </a:extLst>
          </p:cNvPr>
          <p:cNvGrpSpPr/>
          <p:nvPr/>
        </p:nvGrpSpPr>
        <p:grpSpPr>
          <a:xfrm>
            <a:off x="1127448" y="1716780"/>
            <a:ext cx="3813882" cy="3582225"/>
            <a:chOff x="6581" y="980439"/>
            <a:chExt cx="6013003" cy="5647772"/>
          </a:xfrm>
        </p:grpSpPr>
        <p:sp>
          <p:nvSpPr>
            <p:cNvPr id="18" name="弧形 22">
              <a:extLst>
                <a:ext uri="{FF2B5EF4-FFF2-40B4-BE49-F238E27FC236}">
                  <a16:creationId xmlns="" xmlns:a16="http://schemas.microsoft.com/office/drawing/2014/main" id="{75403811-426F-4E0F-9813-37807772E46D}"/>
                </a:ext>
              </a:extLst>
            </p:cNvPr>
            <p:cNvSpPr/>
            <p:nvPr/>
          </p:nvSpPr>
          <p:spPr>
            <a:xfrm>
              <a:off x="1092572" y="2066431"/>
              <a:ext cx="3475787" cy="3475788"/>
            </a:xfrm>
            <a:prstGeom prst="arc">
              <a:avLst>
                <a:gd name="adj1" fmla="val 21244691"/>
                <a:gd name="adj2" fmla="val 15268458"/>
              </a:avLst>
            </a:prstGeom>
            <a:noFill/>
            <a:ln w="73025" cap="rnd" cmpd="sng" algn="ctr">
              <a:solidFill>
                <a:srgbClr val="5059AC">
                  <a:alpha val="20000"/>
                </a:srgb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微软雅黑"/>
                <a:cs typeface="+mn-cs"/>
              </a:endParaRPr>
            </a:p>
          </p:txBody>
        </p:sp>
        <p:sp>
          <p:nvSpPr>
            <p:cNvPr id="19" name="弧形 23">
              <a:extLst>
                <a:ext uri="{FF2B5EF4-FFF2-40B4-BE49-F238E27FC236}">
                  <a16:creationId xmlns="" xmlns:a16="http://schemas.microsoft.com/office/drawing/2014/main" id="{72C961EB-AA88-44BB-BE80-2DDFC852819D}"/>
                </a:ext>
              </a:extLst>
            </p:cNvPr>
            <p:cNvSpPr/>
            <p:nvPr/>
          </p:nvSpPr>
          <p:spPr>
            <a:xfrm>
              <a:off x="632483" y="1606343"/>
              <a:ext cx="4395965" cy="4395964"/>
            </a:xfrm>
            <a:prstGeom prst="arc">
              <a:avLst>
                <a:gd name="adj1" fmla="val 11926710"/>
                <a:gd name="adj2" fmla="val 1730256"/>
              </a:avLst>
            </a:prstGeom>
            <a:noFill/>
            <a:ln w="73025" cap="rnd" cmpd="sng" algn="ctr">
              <a:solidFill>
                <a:srgbClr val="5059AC">
                  <a:alpha val="20000"/>
                </a:srgb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微软雅黑"/>
                <a:cs typeface="+mn-cs"/>
              </a:endParaRPr>
            </a:p>
          </p:txBody>
        </p:sp>
        <p:sp>
          <p:nvSpPr>
            <p:cNvPr id="20" name="椭圆 19">
              <a:extLst>
                <a:ext uri="{FF2B5EF4-FFF2-40B4-BE49-F238E27FC236}">
                  <a16:creationId xmlns="" xmlns:a16="http://schemas.microsoft.com/office/drawing/2014/main" id="{973A52AA-97AC-4638-9123-06CB8AD1F17C}"/>
                </a:ext>
              </a:extLst>
            </p:cNvPr>
            <p:cNvSpPr/>
            <p:nvPr/>
          </p:nvSpPr>
          <p:spPr>
            <a:xfrm>
              <a:off x="4036201" y="1987192"/>
              <a:ext cx="695337" cy="695337"/>
            </a:xfrm>
            <a:prstGeom prst="ellipse">
              <a:avLst/>
            </a:prstGeom>
            <a:solidFill>
              <a:srgbClr val="4372C4"/>
            </a:solidFill>
            <a:ln w="635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1" name="任意多边形: 形状 36">
              <a:extLst>
                <a:ext uri="{FF2B5EF4-FFF2-40B4-BE49-F238E27FC236}">
                  <a16:creationId xmlns="" xmlns:a16="http://schemas.microsoft.com/office/drawing/2014/main" id="{4EF52F87-2684-45BF-B575-35FE4A398ADF}"/>
                </a:ext>
              </a:extLst>
            </p:cNvPr>
            <p:cNvSpPr>
              <a:spLocks/>
            </p:cNvSpPr>
            <p:nvPr/>
          </p:nvSpPr>
          <p:spPr bwMode="auto">
            <a:xfrm>
              <a:off x="4256136" y="2201638"/>
              <a:ext cx="255466" cy="255466"/>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微软雅黑"/>
              </a:endParaRPr>
            </a:p>
          </p:txBody>
        </p:sp>
        <p:sp>
          <p:nvSpPr>
            <p:cNvPr id="22" name="椭圆 21">
              <a:extLst>
                <a:ext uri="{FF2B5EF4-FFF2-40B4-BE49-F238E27FC236}">
                  <a16:creationId xmlns="" xmlns:a16="http://schemas.microsoft.com/office/drawing/2014/main" id="{BF3A06F8-719F-4E12-9562-75A1D1CD515D}"/>
                </a:ext>
              </a:extLst>
            </p:cNvPr>
            <p:cNvSpPr/>
            <p:nvPr/>
          </p:nvSpPr>
          <p:spPr>
            <a:xfrm>
              <a:off x="1131146" y="4589431"/>
              <a:ext cx="695337" cy="695337"/>
            </a:xfrm>
            <a:prstGeom prst="ellipse">
              <a:avLst/>
            </a:prstGeom>
            <a:solidFill>
              <a:srgbClr val="4372C4"/>
            </a:solidFill>
            <a:ln w="635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3" name="任意多边形: 形状 38">
              <a:extLst>
                <a:ext uri="{FF2B5EF4-FFF2-40B4-BE49-F238E27FC236}">
                  <a16:creationId xmlns="" xmlns:a16="http://schemas.microsoft.com/office/drawing/2014/main" id="{BC0FB956-982B-406E-A6A8-B24C15260CE5}"/>
                </a:ext>
              </a:extLst>
            </p:cNvPr>
            <p:cNvSpPr>
              <a:spLocks/>
            </p:cNvSpPr>
            <p:nvPr/>
          </p:nvSpPr>
          <p:spPr bwMode="auto">
            <a:xfrm>
              <a:off x="1351081" y="4803877"/>
              <a:ext cx="255466" cy="255466"/>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微软雅黑"/>
              </a:endParaRPr>
            </a:p>
          </p:txBody>
        </p:sp>
        <p:sp>
          <p:nvSpPr>
            <p:cNvPr id="24" name="弧形 28">
              <a:extLst>
                <a:ext uri="{FF2B5EF4-FFF2-40B4-BE49-F238E27FC236}">
                  <a16:creationId xmlns="" xmlns:a16="http://schemas.microsoft.com/office/drawing/2014/main" id="{5DC4F91D-886E-465D-826D-615FCB91374F}"/>
                </a:ext>
              </a:extLst>
            </p:cNvPr>
            <p:cNvSpPr/>
            <p:nvPr/>
          </p:nvSpPr>
          <p:spPr>
            <a:xfrm rot="5400000">
              <a:off x="6580" y="980440"/>
              <a:ext cx="5647772" cy="5647770"/>
            </a:xfrm>
            <a:prstGeom prst="arc">
              <a:avLst>
                <a:gd name="adj1" fmla="val 11926710"/>
                <a:gd name="adj2" fmla="val 1730256"/>
              </a:avLst>
            </a:prstGeom>
            <a:noFill/>
            <a:ln w="73025" cap="rnd" cmpd="sng" algn="ctr">
              <a:solidFill>
                <a:srgbClr val="5059AC">
                  <a:alpha val="20000"/>
                </a:srgbClr>
              </a:solidFill>
              <a:prstDash val="solid"/>
              <a:round/>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微软雅黑"/>
                <a:cs typeface="+mn-cs"/>
              </a:endParaRPr>
            </a:p>
          </p:txBody>
        </p:sp>
        <p:sp>
          <p:nvSpPr>
            <p:cNvPr id="25" name="椭圆 24">
              <a:extLst>
                <a:ext uri="{FF2B5EF4-FFF2-40B4-BE49-F238E27FC236}">
                  <a16:creationId xmlns="" xmlns:a16="http://schemas.microsoft.com/office/drawing/2014/main" id="{DFC034CF-7D9B-49F0-A814-EE2F8FBE0D02}"/>
                </a:ext>
              </a:extLst>
            </p:cNvPr>
            <p:cNvSpPr/>
            <p:nvPr/>
          </p:nvSpPr>
          <p:spPr>
            <a:xfrm>
              <a:off x="5324247" y="3456656"/>
              <a:ext cx="695337" cy="695337"/>
            </a:xfrm>
            <a:prstGeom prst="ellipse">
              <a:avLst/>
            </a:prstGeom>
            <a:solidFill>
              <a:srgbClr val="4372C4"/>
            </a:solidFill>
            <a:ln w="6350" cap="flat" cmpd="sng" algn="ctr">
              <a:noFill/>
              <a:prstDash val="solid"/>
              <a:miter lim="800000"/>
            </a:ln>
            <a:effectLst/>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26" name="任意多边形: 形状 41">
              <a:extLst>
                <a:ext uri="{FF2B5EF4-FFF2-40B4-BE49-F238E27FC236}">
                  <a16:creationId xmlns="" xmlns:a16="http://schemas.microsoft.com/office/drawing/2014/main" id="{A91595F6-D82E-4DCF-AAF4-5A80DB260D8D}"/>
                </a:ext>
              </a:extLst>
            </p:cNvPr>
            <p:cNvSpPr>
              <a:spLocks/>
            </p:cNvSpPr>
            <p:nvPr/>
          </p:nvSpPr>
          <p:spPr bwMode="auto">
            <a:xfrm>
              <a:off x="5544182" y="3671102"/>
              <a:ext cx="255466" cy="255466"/>
            </a:xfrm>
            <a:custGeom>
              <a:avLst/>
              <a:gdLst>
                <a:gd name="connsiteX0" fmla="*/ 221853 w 338138"/>
                <a:gd name="connsiteY0" fmla="*/ 169862 h 338138"/>
                <a:gd name="connsiteX1" fmla="*/ 243284 w 338138"/>
                <a:gd name="connsiteY1" fmla="*/ 169862 h 338138"/>
                <a:gd name="connsiteX2" fmla="*/ 254000 w 338138"/>
                <a:gd name="connsiteY2" fmla="*/ 180379 h 338138"/>
                <a:gd name="connsiteX3" fmla="*/ 254000 w 338138"/>
                <a:gd name="connsiteY3" fmla="*/ 243483 h 338138"/>
                <a:gd name="connsiteX4" fmla="*/ 243284 w 338138"/>
                <a:gd name="connsiteY4" fmla="*/ 254000 h 338138"/>
                <a:gd name="connsiteX5" fmla="*/ 221853 w 338138"/>
                <a:gd name="connsiteY5" fmla="*/ 254000 h 338138"/>
                <a:gd name="connsiteX6" fmla="*/ 211137 w 338138"/>
                <a:gd name="connsiteY6" fmla="*/ 243483 h 338138"/>
                <a:gd name="connsiteX7" fmla="*/ 211137 w 338138"/>
                <a:gd name="connsiteY7" fmla="*/ 180379 h 338138"/>
                <a:gd name="connsiteX8" fmla="*/ 221853 w 338138"/>
                <a:gd name="connsiteY8" fmla="*/ 169862 h 338138"/>
                <a:gd name="connsiteX9" fmla="*/ 94853 w 338138"/>
                <a:gd name="connsiteY9" fmla="*/ 127000 h 338138"/>
                <a:gd name="connsiteX10" fmla="*/ 116284 w 338138"/>
                <a:gd name="connsiteY10" fmla="*/ 127000 h 338138"/>
                <a:gd name="connsiteX11" fmla="*/ 127000 w 338138"/>
                <a:gd name="connsiteY11" fmla="*/ 137583 h 338138"/>
                <a:gd name="connsiteX12" fmla="*/ 127000 w 338138"/>
                <a:gd name="connsiteY12" fmla="*/ 243417 h 338138"/>
                <a:gd name="connsiteX13" fmla="*/ 116284 w 338138"/>
                <a:gd name="connsiteY13" fmla="*/ 254000 h 338138"/>
                <a:gd name="connsiteX14" fmla="*/ 94853 w 338138"/>
                <a:gd name="connsiteY14" fmla="*/ 254000 h 338138"/>
                <a:gd name="connsiteX15" fmla="*/ 84137 w 338138"/>
                <a:gd name="connsiteY15" fmla="*/ 243417 h 338138"/>
                <a:gd name="connsiteX16" fmla="*/ 84137 w 338138"/>
                <a:gd name="connsiteY16" fmla="*/ 137583 h 338138"/>
                <a:gd name="connsiteX17" fmla="*/ 94853 w 338138"/>
                <a:gd name="connsiteY17" fmla="*/ 127000 h 338138"/>
                <a:gd name="connsiteX18" fmla="*/ 285353 w 338138"/>
                <a:gd name="connsiteY18" fmla="*/ 85725 h 338138"/>
                <a:gd name="connsiteX19" fmla="*/ 306784 w 338138"/>
                <a:gd name="connsiteY19" fmla="*/ 85725 h 338138"/>
                <a:gd name="connsiteX20" fmla="*/ 317500 w 338138"/>
                <a:gd name="connsiteY20" fmla="*/ 96242 h 338138"/>
                <a:gd name="connsiteX21" fmla="*/ 317500 w 338138"/>
                <a:gd name="connsiteY21" fmla="*/ 243483 h 338138"/>
                <a:gd name="connsiteX22" fmla="*/ 306784 w 338138"/>
                <a:gd name="connsiteY22" fmla="*/ 254000 h 338138"/>
                <a:gd name="connsiteX23" fmla="*/ 285353 w 338138"/>
                <a:gd name="connsiteY23" fmla="*/ 254000 h 338138"/>
                <a:gd name="connsiteX24" fmla="*/ 274637 w 338138"/>
                <a:gd name="connsiteY24" fmla="*/ 243483 h 338138"/>
                <a:gd name="connsiteX25" fmla="*/ 274637 w 338138"/>
                <a:gd name="connsiteY25" fmla="*/ 96242 h 338138"/>
                <a:gd name="connsiteX26" fmla="*/ 285353 w 338138"/>
                <a:gd name="connsiteY26" fmla="*/ 85725 h 338138"/>
                <a:gd name="connsiteX27" fmla="*/ 158353 w 338138"/>
                <a:gd name="connsiteY27" fmla="*/ 42862 h 338138"/>
                <a:gd name="connsiteX28" fmla="*/ 179784 w 338138"/>
                <a:gd name="connsiteY28" fmla="*/ 42862 h 338138"/>
                <a:gd name="connsiteX29" fmla="*/ 190500 w 338138"/>
                <a:gd name="connsiteY29" fmla="*/ 53419 h 338138"/>
                <a:gd name="connsiteX30" fmla="*/ 190500 w 338138"/>
                <a:gd name="connsiteY30" fmla="*/ 243443 h 338138"/>
                <a:gd name="connsiteX31" fmla="*/ 179784 w 338138"/>
                <a:gd name="connsiteY31" fmla="*/ 254000 h 338138"/>
                <a:gd name="connsiteX32" fmla="*/ 158353 w 338138"/>
                <a:gd name="connsiteY32" fmla="*/ 254000 h 338138"/>
                <a:gd name="connsiteX33" fmla="*/ 147637 w 338138"/>
                <a:gd name="connsiteY33" fmla="*/ 243443 h 338138"/>
                <a:gd name="connsiteX34" fmla="*/ 147637 w 338138"/>
                <a:gd name="connsiteY34" fmla="*/ 53419 h 338138"/>
                <a:gd name="connsiteX35" fmla="*/ 158353 w 338138"/>
                <a:gd name="connsiteY35" fmla="*/ 42862 h 338138"/>
                <a:gd name="connsiteX36" fmla="*/ 0 w 338138"/>
                <a:gd name="connsiteY36" fmla="*/ 0 h 338138"/>
                <a:gd name="connsiteX37" fmla="*/ 42267 w 338138"/>
                <a:gd name="connsiteY37" fmla="*/ 0 h 338138"/>
                <a:gd name="connsiteX38" fmla="*/ 42267 w 338138"/>
                <a:gd name="connsiteY38" fmla="*/ 295871 h 338138"/>
                <a:gd name="connsiteX39" fmla="*/ 338138 w 338138"/>
                <a:gd name="connsiteY39" fmla="*/ 295871 h 338138"/>
                <a:gd name="connsiteX40" fmla="*/ 338138 w 338138"/>
                <a:gd name="connsiteY40" fmla="*/ 338138 h 338138"/>
                <a:gd name="connsiteX41" fmla="*/ 21133 w 338138"/>
                <a:gd name="connsiteY41" fmla="*/ 338138 h 338138"/>
                <a:gd name="connsiteX42" fmla="*/ 0 w 338138"/>
                <a:gd name="connsiteY42" fmla="*/ 317005 h 338138"/>
                <a:gd name="connsiteX43" fmla="*/ 0 w 338138"/>
                <a:gd name="connsiteY43"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38138" h="338138">
                  <a:moveTo>
                    <a:pt x="221853" y="169862"/>
                  </a:moveTo>
                  <a:cubicBezTo>
                    <a:pt x="221853" y="169862"/>
                    <a:pt x="221853" y="169862"/>
                    <a:pt x="243284" y="169862"/>
                  </a:cubicBezTo>
                  <a:cubicBezTo>
                    <a:pt x="248642" y="169862"/>
                    <a:pt x="254000" y="175121"/>
                    <a:pt x="254000" y="180379"/>
                  </a:cubicBezTo>
                  <a:cubicBezTo>
                    <a:pt x="254000" y="180379"/>
                    <a:pt x="254000" y="180379"/>
                    <a:pt x="254000" y="243483"/>
                  </a:cubicBezTo>
                  <a:cubicBezTo>
                    <a:pt x="254000" y="248742"/>
                    <a:pt x="248642" y="254000"/>
                    <a:pt x="243284" y="254000"/>
                  </a:cubicBezTo>
                  <a:cubicBezTo>
                    <a:pt x="243284" y="254000"/>
                    <a:pt x="243284" y="254000"/>
                    <a:pt x="221853" y="254000"/>
                  </a:cubicBezTo>
                  <a:cubicBezTo>
                    <a:pt x="216495" y="254000"/>
                    <a:pt x="211137" y="248742"/>
                    <a:pt x="211137" y="243483"/>
                  </a:cubicBezTo>
                  <a:cubicBezTo>
                    <a:pt x="211137" y="243483"/>
                    <a:pt x="211137" y="243483"/>
                    <a:pt x="211137" y="180379"/>
                  </a:cubicBezTo>
                  <a:cubicBezTo>
                    <a:pt x="211137" y="175121"/>
                    <a:pt x="216495" y="169862"/>
                    <a:pt x="221853" y="169862"/>
                  </a:cubicBezTo>
                  <a:close/>
                  <a:moveTo>
                    <a:pt x="94853" y="127000"/>
                  </a:moveTo>
                  <a:cubicBezTo>
                    <a:pt x="94853" y="127000"/>
                    <a:pt x="94853" y="127000"/>
                    <a:pt x="116284" y="127000"/>
                  </a:cubicBezTo>
                  <a:cubicBezTo>
                    <a:pt x="121642" y="127000"/>
                    <a:pt x="127000" y="132292"/>
                    <a:pt x="127000" y="137583"/>
                  </a:cubicBezTo>
                  <a:cubicBezTo>
                    <a:pt x="127000" y="137583"/>
                    <a:pt x="127000" y="137583"/>
                    <a:pt x="127000" y="243417"/>
                  </a:cubicBezTo>
                  <a:cubicBezTo>
                    <a:pt x="127000" y="248708"/>
                    <a:pt x="121642" y="254000"/>
                    <a:pt x="116284" y="254000"/>
                  </a:cubicBezTo>
                  <a:cubicBezTo>
                    <a:pt x="116284" y="254000"/>
                    <a:pt x="116284" y="254000"/>
                    <a:pt x="94853" y="254000"/>
                  </a:cubicBezTo>
                  <a:cubicBezTo>
                    <a:pt x="89495" y="254000"/>
                    <a:pt x="84137" y="248708"/>
                    <a:pt x="84137" y="243417"/>
                  </a:cubicBezTo>
                  <a:cubicBezTo>
                    <a:pt x="84137" y="243417"/>
                    <a:pt x="84137" y="243417"/>
                    <a:pt x="84137" y="137583"/>
                  </a:cubicBezTo>
                  <a:cubicBezTo>
                    <a:pt x="84137" y="132292"/>
                    <a:pt x="89495" y="127000"/>
                    <a:pt x="94853" y="127000"/>
                  </a:cubicBezTo>
                  <a:close/>
                  <a:moveTo>
                    <a:pt x="285353" y="85725"/>
                  </a:moveTo>
                  <a:cubicBezTo>
                    <a:pt x="285353" y="85725"/>
                    <a:pt x="285353" y="85725"/>
                    <a:pt x="306784" y="85725"/>
                  </a:cubicBezTo>
                  <a:cubicBezTo>
                    <a:pt x="312142" y="85725"/>
                    <a:pt x="317500" y="90984"/>
                    <a:pt x="317500" y="96242"/>
                  </a:cubicBezTo>
                  <a:cubicBezTo>
                    <a:pt x="317500" y="96242"/>
                    <a:pt x="317500" y="96242"/>
                    <a:pt x="317500" y="243483"/>
                  </a:cubicBezTo>
                  <a:cubicBezTo>
                    <a:pt x="317500" y="248742"/>
                    <a:pt x="312142" y="254000"/>
                    <a:pt x="306784" y="254000"/>
                  </a:cubicBezTo>
                  <a:cubicBezTo>
                    <a:pt x="306784" y="254000"/>
                    <a:pt x="306784" y="254000"/>
                    <a:pt x="285353" y="254000"/>
                  </a:cubicBezTo>
                  <a:cubicBezTo>
                    <a:pt x="279995" y="254000"/>
                    <a:pt x="274637" y="248742"/>
                    <a:pt x="274637" y="243483"/>
                  </a:cubicBezTo>
                  <a:cubicBezTo>
                    <a:pt x="274637" y="243483"/>
                    <a:pt x="274637" y="243483"/>
                    <a:pt x="274637" y="96242"/>
                  </a:cubicBezTo>
                  <a:cubicBezTo>
                    <a:pt x="274637" y="90984"/>
                    <a:pt x="279995" y="85725"/>
                    <a:pt x="285353" y="85725"/>
                  </a:cubicBezTo>
                  <a:close/>
                  <a:moveTo>
                    <a:pt x="158353" y="42862"/>
                  </a:moveTo>
                  <a:cubicBezTo>
                    <a:pt x="158353" y="42862"/>
                    <a:pt x="158353" y="42862"/>
                    <a:pt x="179784" y="42862"/>
                  </a:cubicBezTo>
                  <a:cubicBezTo>
                    <a:pt x="185142" y="42862"/>
                    <a:pt x="190500" y="48140"/>
                    <a:pt x="190500" y="53419"/>
                  </a:cubicBezTo>
                  <a:cubicBezTo>
                    <a:pt x="190500" y="53419"/>
                    <a:pt x="190500" y="53419"/>
                    <a:pt x="190500" y="243443"/>
                  </a:cubicBezTo>
                  <a:cubicBezTo>
                    <a:pt x="190500" y="248722"/>
                    <a:pt x="185142" y="254000"/>
                    <a:pt x="179784" y="254000"/>
                  </a:cubicBezTo>
                  <a:cubicBezTo>
                    <a:pt x="179784" y="254000"/>
                    <a:pt x="179784" y="254000"/>
                    <a:pt x="158353" y="254000"/>
                  </a:cubicBezTo>
                  <a:cubicBezTo>
                    <a:pt x="152995" y="254000"/>
                    <a:pt x="147637" y="248722"/>
                    <a:pt x="147637" y="243443"/>
                  </a:cubicBezTo>
                  <a:cubicBezTo>
                    <a:pt x="147637" y="243443"/>
                    <a:pt x="147637" y="243443"/>
                    <a:pt x="147637" y="53419"/>
                  </a:cubicBezTo>
                  <a:cubicBezTo>
                    <a:pt x="147637" y="48140"/>
                    <a:pt x="152995" y="42862"/>
                    <a:pt x="158353" y="42862"/>
                  </a:cubicBezTo>
                  <a:close/>
                  <a:moveTo>
                    <a:pt x="0" y="0"/>
                  </a:moveTo>
                  <a:cubicBezTo>
                    <a:pt x="0" y="0"/>
                    <a:pt x="0" y="0"/>
                    <a:pt x="42267" y="0"/>
                  </a:cubicBezTo>
                  <a:cubicBezTo>
                    <a:pt x="42267" y="0"/>
                    <a:pt x="42267" y="0"/>
                    <a:pt x="42267" y="295871"/>
                  </a:cubicBezTo>
                  <a:lnTo>
                    <a:pt x="338138" y="295871"/>
                  </a:lnTo>
                  <a:cubicBezTo>
                    <a:pt x="338138" y="295871"/>
                    <a:pt x="338138" y="295871"/>
                    <a:pt x="338138" y="338138"/>
                  </a:cubicBezTo>
                  <a:cubicBezTo>
                    <a:pt x="338138" y="338138"/>
                    <a:pt x="338138" y="338138"/>
                    <a:pt x="21133" y="338138"/>
                  </a:cubicBezTo>
                  <a:cubicBezTo>
                    <a:pt x="9246" y="338138"/>
                    <a:pt x="0" y="328892"/>
                    <a:pt x="0" y="317005"/>
                  </a:cubicBezTo>
                  <a:cubicBezTo>
                    <a:pt x="0" y="317005"/>
                    <a:pt x="0" y="317005"/>
                    <a:pt x="0" y="0"/>
                  </a:cubicBezTo>
                  <a:close/>
                </a:path>
              </a:pathLst>
            </a:custGeom>
            <a:solidFill>
              <a:srgbClr val="FFFFFF"/>
            </a:solidFill>
            <a:ln>
              <a:noFill/>
            </a:ln>
          </p:spPr>
          <p:txBody>
            <a:bodyPr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Calibri"/>
                <a:ea typeface="微软雅黑"/>
              </a:endParaRPr>
            </a:p>
          </p:txBody>
        </p:sp>
      </p:grpSp>
      <p:grpSp>
        <p:nvGrpSpPr>
          <p:cNvPr id="27" name="组合 31">
            <a:extLst>
              <a:ext uri="{FF2B5EF4-FFF2-40B4-BE49-F238E27FC236}">
                <a16:creationId xmlns="" xmlns:a16="http://schemas.microsoft.com/office/drawing/2014/main" id="{CDC40244-A310-4C3D-9986-CA192517ACF7}"/>
              </a:ext>
            </a:extLst>
          </p:cNvPr>
          <p:cNvGrpSpPr/>
          <p:nvPr/>
        </p:nvGrpSpPr>
        <p:grpSpPr>
          <a:xfrm>
            <a:off x="6105536" y="2059519"/>
            <a:ext cx="4717014" cy="888155"/>
            <a:chOff x="874713" y="3325188"/>
            <a:chExt cx="4717014" cy="888155"/>
          </a:xfrm>
        </p:grpSpPr>
        <p:sp>
          <p:nvSpPr>
            <p:cNvPr id="28" name="矩形 27">
              <a:extLst>
                <a:ext uri="{FF2B5EF4-FFF2-40B4-BE49-F238E27FC236}">
                  <a16:creationId xmlns="" xmlns:a16="http://schemas.microsoft.com/office/drawing/2014/main" id="{B1602A64-58A0-4E75-B4E1-54317C0C2470}"/>
                </a:ext>
              </a:extLst>
            </p:cNvPr>
            <p:cNvSpPr/>
            <p:nvPr/>
          </p:nvSpPr>
          <p:spPr>
            <a:xfrm>
              <a:off x="874713" y="3677812"/>
              <a:ext cx="4717014" cy="535531"/>
            </a:xfrm>
            <a:prstGeom prst="rect">
              <a:avLst/>
            </a:prstGeom>
          </p:spPr>
          <p:txBody>
            <a:bodyPr wrap="square">
              <a:spAutoFit/>
              <a:scene3d>
                <a:camera prst="orthographicFront"/>
                <a:lightRig rig="threePt" dir="t"/>
              </a:scene3d>
              <a:sp3d contourW="12700"/>
            </a:bodyPr>
            <a:lstStyle/>
            <a:p>
              <a:pPr defTabSz="914400">
                <a:lnSpc>
                  <a:spcPct val="120000"/>
                </a:lnSpc>
              </a:pPr>
              <a:r>
                <a:rPr lang="zh-CN" altLang="en-US" sz="1200" dirty="0">
                  <a:solidFill>
                    <a:srgbClr val="141735"/>
                  </a:solidFill>
                  <a:latin typeface="Calibri"/>
                  <a:ea typeface="微软雅黑"/>
                </a:rPr>
                <a:t>用户可以在投影仪或者计算机上进行演示也可以示文稿打印出来制作成胶片以便应用到更广泛的领域中</a:t>
              </a:r>
            </a:p>
          </p:txBody>
        </p:sp>
        <p:sp>
          <p:nvSpPr>
            <p:cNvPr id="29" name="矩形 28">
              <a:extLst>
                <a:ext uri="{FF2B5EF4-FFF2-40B4-BE49-F238E27FC236}">
                  <a16:creationId xmlns="" xmlns:a16="http://schemas.microsoft.com/office/drawing/2014/main" id="{C8C36275-6870-414C-A750-2AE2D13A8ADB}"/>
                </a:ext>
              </a:extLst>
            </p:cNvPr>
            <p:cNvSpPr/>
            <p:nvPr/>
          </p:nvSpPr>
          <p:spPr>
            <a:xfrm>
              <a:off x="874713" y="3325188"/>
              <a:ext cx="2241974" cy="401264"/>
            </a:xfrm>
            <a:prstGeom prst="rect">
              <a:avLst/>
            </a:prstGeom>
          </p:spPr>
          <p:txBody>
            <a:bodyPr wrap="square">
              <a:spAutoFit/>
              <a:scene3d>
                <a:camera prst="orthographicFront"/>
                <a:lightRig rig="threePt" dir="t"/>
              </a:scene3d>
              <a:sp3d contourW="12700"/>
            </a:bodyPr>
            <a:lstStyle/>
            <a:p>
              <a:pPr algn="just" defTabSz="914400">
                <a:lnSpc>
                  <a:spcPct val="120000"/>
                </a:lnSpc>
              </a:pPr>
              <a:r>
                <a:rPr lang="zh-CN" altLang="en-US" sz="1800" b="1" dirty="0">
                  <a:solidFill>
                    <a:srgbClr val="141735"/>
                  </a:solidFill>
                  <a:latin typeface="Calibri"/>
                  <a:ea typeface="微软雅黑"/>
                </a:rPr>
                <a:t>标题文字添加</a:t>
              </a:r>
            </a:p>
          </p:txBody>
        </p:sp>
      </p:grpSp>
      <p:grpSp>
        <p:nvGrpSpPr>
          <p:cNvPr id="30" name="组合 34">
            <a:extLst>
              <a:ext uri="{FF2B5EF4-FFF2-40B4-BE49-F238E27FC236}">
                <a16:creationId xmlns="" xmlns:a16="http://schemas.microsoft.com/office/drawing/2014/main" id="{FA17FF6F-4B1C-4C3F-8260-65743255A2CC}"/>
              </a:ext>
            </a:extLst>
          </p:cNvPr>
          <p:cNvGrpSpPr/>
          <p:nvPr/>
        </p:nvGrpSpPr>
        <p:grpSpPr>
          <a:xfrm>
            <a:off x="6105536" y="3307261"/>
            <a:ext cx="4717014" cy="872510"/>
            <a:chOff x="874713" y="3325188"/>
            <a:chExt cx="4717014" cy="872510"/>
          </a:xfrm>
        </p:grpSpPr>
        <p:sp>
          <p:nvSpPr>
            <p:cNvPr id="31" name="矩形 30">
              <a:extLst>
                <a:ext uri="{FF2B5EF4-FFF2-40B4-BE49-F238E27FC236}">
                  <a16:creationId xmlns="" xmlns:a16="http://schemas.microsoft.com/office/drawing/2014/main" id="{5C785DD6-F4FA-40DE-85C8-F477F462D320}"/>
                </a:ext>
              </a:extLst>
            </p:cNvPr>
            <p:cNvSpPr/>
            <p:nvPr/>
          </p:nvSpPr>
          <p:spPr>
            <a:xfrm>
              <a:off x="874713" y="3677812"/>
              <a:ext cx="4717014" cy="519886"/>
            </a:xfrm>
            <a:prstGeom prst="rect">
              <a:avLst/>
            </a:prstGeom>
          </p:spPr>
          <p:txBody>
            <a:bodyPr wrap="square">
              <a:spAutoFit/>
              <a:scene3d>
                <a:camera prst="orthographicFront"/>
                <a:lightRig rig="threePt" dir="t"/>
              </a:scene3d>
              <a:sp3d contourW="12700"/>
            </a:bodyPr>
            <a:lstStyle/>
            <a:p>
              <a:pPr defTabSz="914400">
                <a:lnSpc>
                  <a:spcPct val="120000"/>
                </a:lnSpc>
              </a:pPr>
              <a:r>
                <a:rPr lang="zh-CN" altLang="en-US" sz="1200" dirty="0">
                  <a:solidFill>
                    <a:srgbClr val="141735"/>
                  </a:solidFill>
                  <a:latin typeface="Calibri"/>
                  <a:ea typeface="微软雅黑"/>
                </a:rPr>
                <a:t>用户可以在投影仪或者计算机上进行演示也可以示文稿打印出来制作成胶片以便应用到更广泛的领域中</a:t>
              </a:r>
            </a:p>
          </p:txBody>
        </p:sp>
        <p:sp>
          <p:nvSpPr>
            <p:cNvPr id="32" name="矩形 31">
              <a:extLst>
                <a:ext uri="{FF2B5EF4-FFF2-40B4-BE49-F238E27FC236}">
                  <a16:creationId xmlns="" xmlns:a16="http://schemas.microsoft.com/office/drawing/2014/main" id="{1392DDE6-0EAA-4E94-95B2-D5B7E5722472}"/>
                </a:ext>
              </a:extLst>
            </p:cNvPr>
            <p:cNvSpPr/>
            <p:nvPr/>
          </p:nvSpPr>
          <p:spPr>
            <a:xfrm>
              <a:off x="874713" y="3325188"/>
              <a:ext cx="2241974" cy="401264"/>
            </a:xfrm>
            <a:prstGeom prst="rect">
              <a:avLst/>
            </a:prstGeom>
          </p:spPr>
          <p:txBody>
            <a:bodyPr wrap="square">
              <a:spAutoFit/>
              <a:scene3d>
                <a:camera prst="orthographicFront"/>
                <a:lightRig rig="threePt" dir="t"/>
              </a:scene3d>
              <a:sp3d contourW="12700"/>
            </a:bodyPr>
            <a:lstStyle/>
            <a:p>
              <a:pPr algn="just" defTabSz="914400">
                <a:lnSpc>
                  <a:spcPct val="120000"/>
                </a:lnSpc>
              </a:pPr>
              <a:r>
                <a:rPr lang="zh-CN" altLang="en-US" sz="1800" b="1" dirty="0">
                  <a:solidFill>
                    <a:srgbClr val="141735"/>
                  </a:solidFill>
                  <a:latin typeface="Calibri"/>
                  <a:ea typeface="微软雅黑"/>
                </a:rPr>
                <a:t>标题文字添加</a:t>
              </a:r>
            </a:p>
          </p:txBody>
        </p:sp>
      </p:grpSp>
      <p:grpSp>
        <p:nvGrpSpPr>
          <p:cNvPr id="33" name="组合 37">
            <a:extLst>
              <a:ext uri="{FF2B5EF4-FFF2-40B4-BE49-F238E27FC236}">
                <a16:creationId xmlns="" xmlns:a16="http://schemas.microsoft.com/office/drawing/2014/main" id="{89176823-9504-4359-930F-794CC5554480}"/>
              </a:ext>
            </a:extLst>
          </p:cNvPr>
          <p:cNvGrpSpPr/>
          <p:nvPr/>
        </p:nvGrpSpPr>
        <p:grpSpPr>
          <a:xfrm>
            <a:off x="6105536" y="4555003"/>
            <a:ext cx="4717014" cy="872510"/>
            <a:chOff x="874713" y="3325188"/>
            <a:chExt cx="4717014" cy="872510"/>
          </a:xfrm>
        </p:grpSpPr>
        <p:sp>
          <p:nvSpPr>
            <p:cNvPr id="34" name="矩形 33">
              <a:extLst>
                <a:ext uri="{FF2B5EF4-FFF2-40B4-BE49-F238E27FC236}">
                  <a16:creationId xmlns="" xmlns:a16="http://schemas.microsoft.com/office/drawing/2014/main" id="{D1114EF0-B2ED-440E-907E-CE7750677605}"/>
                </a:ext>
              </a:extLst>
            </p:cNvPr>
            <p:cNvSpPr/>
            <p:nvPr/>
          </p:nvSpPr>
          <p:spPr>
            <a:xfrm>
              <a:off x="874713" y="3677812"/>
              <a:ext cx="4717014" cy="519886"/>
            </a:xfrm>
            <a:prstGeom prst="rect">
              <a:avLst/>
            </a:prstGeom>
          </p:spPr>
          <p:txBody>
            <a:bodyPr wrap="square">
              <a:spAutoFit/>
              <a:scene3d>
                <a:camera prst="orthographicFront"/>
                <a:lightRig rig="threePt" dir="t"/>
              </a:scene3d>
              <a:sp3d contourW="12700"/>
            </a:bodyPr>
            <a:lstStyle/>
            <a:p>
              <a:pPr defTabSz="914400">
                <a:lnSpc>
                  <a:spcPct val="120000"/>
                </a:lnSpc>
              </a:pPr>
              <a:r>
                <a:rPr lang="zh-CN" altLang="en-US" sz="1200" dirty="0">
                  <a:solidFill>
                    <a:srgbClr val="141735"/>
                  </a:solidFill>
                  <a:latin typeface="Calibri"/>
                  <a:ea typeface="微软雅黑"/>
                </a:rPr>
                <a:t>用户可以在投影仪或者计算机上进行演示也可以示文稿打印出来制作成胶片以便应用到更广泛的领域中</a:t>
              </a:r>
            </a:p>
          </p:txBody>
        </p:sp>
        <p:sp>
          <p:nvSpPr>
            <p:cNvPr id="35" name="矩形 34">
              <a:extLst>
                <a:ext uri="{FF2B5EF4-FFF2-40B4-BE49-F238E27FC236}">
                  <a16:creationId xmlns="" xmlns:a16="http://schemas.microsoft.com/office/drawing/2014/main" id="{33069588-28EC-4D83-9F5C-E0EEFBB05AF7}"/>
                </a:ext>
              </a:extLst>
            </p:cNvPr>
            <p:cNvSpPr/>
            <p:nvPr/>
          </p:nvSpPr>
          <p:spPr>
            <a:xfrm>
              <a:off x="874713" y="3325188"/>
              <a:ext cx="2241974" cy="401264"/>
            </a:xfrm>
            <a:prstGeom prst="rect">
              <a:avLst/>
            </a:prstGeom>
          </p:spPr>
          <p:txBody>
            <a:bodyPr wrap="square">
              <a:spAutoFit/>
              <a:scene3d>
                <a:camera prst="orthographicFront"/>
                <a:lightRig rig="threePt" dir="t"/>
              </a:scene3d>
              <a:sp3d contourW="12700"/>
            </a:bodyPr>
            <a:lstStyle/>
            <a:p>
              <a:pPr algn="just" defTabSz="914400">
                <a:lnSpc>
                  <a:spcPct val="120000"/>
                </a:lnSpc>
              </a:pPr>
              <a:r>
                <a:rPr lang="zh-CN" altLang="en-US" sz="1800" b="1" dirty="0">
                  <a:solidFill>
                    <a:srgbClr val="141735"/>
                  </a:solidFill>
                  <a:latin typeface="Calibri"/>
                  <a:ea typeface="微软雅黑"/>
                </a:rPr>
                <a:t>标题文字添加</a:t>
              </a:r>
            </a:p>
          </p:txBody>
        </p:sp>
      </p:grpSp>
      <p:sp>
        <p:nvSpPr>
          <p:cNvPr id="37" name="标题 36"/>
          <p:cNvSpPr>
            <a:spLocks noGrp="1"/>
          </p:cNvSpPr>
          <p:nvPr>
            <p:ph type="title"/>
          </p:nvPr>
        </p:nvSpPr>
        <p:spPr/>
        <p:txBody>
          <a:bodyPr/>
          <a:lstStyle/>
          <a:p>
            <a:r>
              <a:rPr lang="zh-CN" altLang="en-US" dirty="0"/>
              <a:t>让金融更简单 让金融更美好</a:t>
            </a:r>
            <a:endParaRPr kumimoji="1" lang="zh-CN" altLang="en-US" dirty="0"/>
          </a:p>
        </p:txBody>
      </p:sp>
      <p:sp>
        <p:nvSpPr>
          <p:cNvPr id="38" name="Oval 92">
            <a:extLst>
              <a:ext uri="{FF2B5EF4-FFF2-40B4-BE49-F238E27FC236}">
                <a16:creationId xmlns="" xmlns:a16="http://schemas.microsoft.com/office/drawing/2014/main" id="{9E4E8750-4875-4725-85A6-FAFDFE7F51AF}"/>
              </a:ext>
            </a:extLst>
          </p:cNvPr>
          <p:cNvSpPr/>
          <p:nvPr/>
        </p:nvSpPr>
        <p:spPr>
          <a:xfrm>
            <a:off x="2164756" y="2688348"/>
            <a:ext cx="1573053" cy="1573050"/>
          </a:xfrm>
          <a:prstGeom prst="ellipse">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prstClr val="white"/>
                </a:solidFill>
                <a:effectLst/>
                <a:uLnTx/>
                <a:uFillTx/>
                <a:latin typeface="+mj-ea"/>
                <a:ea typeface="+mj-ea"/>
                <a:cs typeface="+mn-cs"/>
              </a:rPr>
              <a:t>插入</a:t>
            </a:r>
            <a:endParaRPr kumimoji="0" lang="en-US" altLang="zh-CN" sz="2400" b="1" i="0" u="none" strike="noStrike" kern="0" cap="none" spc="0" normalizeH="0" baseline="0" noProof="0" dirty="0" smtClean="0">
              <a:ln>
                <a:noFill/>
              </a:ln>
              <a:solidFill>
                <a:prstClr val="white"/>
              </a:solidFill>
              <a:effectLst/>
              <a:uLnTx/>
              <a:uFillTx/>
              <a:latin typeface="+mj-ea"/>
              <a:ea typeface="+mj-ea"/>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smtClean="0">
                <a:ln>
                  <a:noFill/>
                </a:ln>
                <a:solidFill>
                  <a:prstClr val="white"/>
                </a:solidFill>
                <a:effectLst/>
                <a:uLnTx/>
                <a:uFillTx/>
                <a:latin typeface="+mj-ea"/>
                <a:ea typeface="+mj-ea"/>
                <a:cs typeface="+mn-cs"/>
              </a:rPr>
              <a:t>关键字</a:t>
            </a:r>
            <a:endParaRPr kumimoji="0" lang="ko-KR" altLang="en-US" sz="2400" b="1" i="0" u="none" strike="noStrike" kern="0" cap="none" spc="0" normalizeH="0" baseline="0" noProof="0" dirty="0">
              <a:ln>
                <a:noFill/>
              </a:ln>
              <a:solidFill>
                <a:prstClr val="white"/>
              </a:solidFill>
              <a:effectLst/>
              <a:uLnTx/>
              <a:uFillTx/>
              <a:latin typeface="+mj-ea"/>
              <a:ea typeface="+mj-ea"/>
              <a:cs typeface="+mn-cs"/>
            </a:endParaRPr>
          </a:p>
        </p:txBody>
      </p:sp>
    </p:spTree>
    <p:extLst>
      <p:ext uri="{BB962C8B-B14F-4D97-AF65-F5344CB8AC3E}">
        <p14:creationId xmlns:p14="http://schemas.microsoft.com/office/powerpoint/2010/main" val="183267086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8">
            <a:extLst>
              <a:ext uri="{FF2B5EF4-FFF2-40B4-BE49-F238E27FC236}">
                <a16:creationId xmlns:a16="http://schemas.microsoft.com/office/drawing/2014/main" xmlns="" id="{DA96FD3C-6361-43AF-8A7E-57C5F6AD5701}"/>
              </a:ext>
            </a:extLst>
          </p:cNvPr>
          <p:cNvGrpSpPr/>
          <p:nvPr/>
        </p:nvGrpSpPr>
        <p:grpSpPr>
          <a:xfrm>
            <a:off x="3886448" y="1196380"/>
            <a:ext cx="4240174" cy="3723421"/>
            <a:chOff x="3541741" y="1344134"/>
            <a:chExt cx="4240174" cy="3723421"/>
          </a:xfrm>
        </p:grpSpPr>
        <p:sp>
          <p:nvSpPr>
            <p:cNvPr id="10" name="椭圆 9">
              <a:extLst>
                <a:ext uri="{FF2B5EF4-FFF2-40B4-BE49-F238E27FC236}">
                  <a16:creationId xmlns:a16="http://schemas.microsoft.com/office/drawing/2014/main" xmlns="" id="{D3E4393D-194E-4227-AE43-559E4B3B3B8C}"/>
                </a:ext>
              </a:extLst>
            </p:cNvPr>
            <p:cNvSpPr/>
            <p:nvPr/>
          </p:nvSpPr>
          <p:spPr bwMode="auto">
            <a:xfrm>
              <a:off x="5064938" y="1344134"/>
              <a:ext cx="1193780" cy="1193778"/>
            </a:xfrm>
            <a:prstGeom prst="ellipse">
              <a:avLst/>
            </a:prstGeom>
            <a:solidFill>
              <a:srgbClr val="4372C4"/>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prstClr val="white"/>
                  </a:solidFill>
                  <a:latin typeface="Arial" panose="020B0604020202020204" pitchFamily="34" charset="0"/>
                  <a:ea typeface="微软雅黑" panose="020B0503020204020204" pitchFamily="34" charset="-122"/>
                  <a:sym typeface="Arial" panose="020B0604020202020204" pitchFamily="34" charset="0"/>
                </a:rPr>
                <a:t>兴业</a:t>
              </a:r>
            </a:p>
          </p:txBody>
        </p:sp>
        <p:sp>
          <p:nvSpPr>
            <p:cNvPr id="11" name="椭圆 10">
              <a:extLst>
                <a:ext uri="{FF2B5EF4-FFF2-40B4-BE49-F238E27FC236}">
                  <a16:creationId xmlns:a16="http://schemas.microsoft.com/office/drawing/2014/main" xmlns="" id="{08A332F7-4983-49DB-BB84-C4A75C9886E2}"/>
                </a:ext>
              </a:extLst>
            </p:cNvPr>
            <p:cNvSpPr/>
            <p:nvPr/>
          </p:nvSpPr>
          <p:spPr bwMode="auto">
            <a:xfrm>
              <a:off x="3541741" y="3873777"/>
              <a:ext cx="1193780" cy="1193778"/>
            </a:xfrm>
            <a:prstGeom prst="ellipse">
              <a:avLst/>
            </a:prstGeom>
            <a:solidFill>
              <a:srgbClr val="4372C4"/>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prstClr val="white"/>
                  </a:solidFill>
                  <a:latin typeface="Arial" panose="020B0604020202020204" pitchFamily="34" charset="0"/>
                  <a:ea typeface="微软雅黑" panose="020B0503020204020204" pitchFamily="34" charset="-122"/>
                  <a:sym typeface="Arial" panose="020B0604020202020204" pitchFamily="34" charset="0"/>
                </a:rPr>
                <a:t>数金</a:t>
              </a:r>
            </a:p>
          </p:txBody>
        </p:sp>
        <p:sp>
          <p:nvSpPr>
            <p:cNvPr id="12" name="椭圆 11">
              <a:extLst>
                <a:ext uri="{FF2B5EF4-FFF2-40B4-BE49-F238E27FC236}">
                  <a16:creationId xmlns:a16="http://schemas.microsoft.com/office/drawing/2014/main" xmlns="" id="{B961A5CF-0CED-4372-801E-D4171C3B4413}"/>
                </a:ext>
              </a:extLst>
            </p:cNvPr>
            <p:cNvSpPr/>
            <p:nvPr/>
          </p:nvSpPr>
          <p:spPr bwMode="auto">
            <a:xfrm>
              <a:off x="6588135" y="3873777"/>
              <a:ext cx="1193780" cy="1193778"/>
            </a:xfrm>
            <a:prstGeom prst="ellipse">
              <a:avLst/>
            </a:prstGeom>
            <a:solidFill>
              <a:srgbClr val="4372C4"/>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prstClr val="white"/>
                  </a:solidFill>
                  <a:latin typeface="Arial" panose="020B0604020202020204" pitchFamily="34" charset="0"/>
                  <a:ea typeface="微软雅黑" panose="020B0503020204020204" pitchFamily="34" charset="-122"/>
                  <a:sym typeface="Arial" panose="020B0604020202020204" pitchFamily="34" charset="0"/>
                </a:rPr>
                <a:t>公司</a:t>
              </a:r>
            </a:p>
          </p:txBody>
        </p:sp>
        <p:cxnSp>
          <p:nvCxnSpPr>
            <p:cNvPr id="13" name="直接箭头连接符 12">
              <a:extLst>
                <a:ext uri="{FF2B5EF4-FFF2-40B4-BE49-F238E27FC236}">
                  <a16:creationId xmlns:a16="http://schemas.microsoft.com/office/drawing/2014/main" xmlns="" id="{2928BAF6-A552-46B3-A4ED-3309A270B54B}"/>
                </a:ext>
              </a:extLst>
            </p:cNvPr>
            <p:cNvCxnSpPr>
              <a:stCxn id="10" idx="3"/>
              <a:endCxn id="11" idx="0"/>
            </p:cNvCxnSpPr>
            <p:nvPr/>
          </p:nvCxnSpPr>
          <p:spPr>
            <a:xfrm flipH="1">
              <a:off x="4138631" y="2363087"/>
              <a:ext cx="1101132" cy="1510690"/>
            </a:xfrm>
            <a:prstGeom prst="straightConnector1">
              <a:avLst/>
            </a:prstGeom>
            <a:ln w="25400">
              <a:solidFill>
                <a:srgbClr val="C2C8D4"/>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xmlns="" id="{1B3B7199-5E8D-416A-8DC3-B7A434014A55}"/>
                </a:ext>
              </a:extLst>
            </p:cNvPr>
            <p:cNvCxnSpPr>
              <a:stCxn id="11" idx="6"/>
              <a:endCxn id="12" idx="2"/>
            </p:cNvCxnSpPr>
            <p:nvPr/>
          </p:nvCxnSpPr>
          <p:spPr>
            <a:xfrm>
              <a:off x="4735521" y="4470666"/>
              <a:ext cx="1852614" cy="0"/>
            </a:xfrm>
            <a:prstGeom prst="straightConnector1">
              <a:avLst/>
            </a:prstGeom>
            <a:ln w="25400">
              <a:solidFill>
                <a:srgbClr val="C2C8D4"/>
              </a:solidFill>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xmlns="" id="{C2F5F08A-9FBA-4567-839A-1ABA115E6FD5}"/>
                </a:ext>
              </a:extLst>
            </p:cNvPr>
            <p:cNvCxnSpPr>
              <a:stCxn id="12" idx="0"/>
              <a:endCxn id="10" idx="5"/>
            </p:cNvCxnSpPr>
            <p:nvPr/>
          </p:nvCxnSpPr>
          <p:spPr>
            <a:xfrm flipH="1" flipV="1">
              <a:off x="6083893" y="2363087"/>
              <a:ext cx="1101132" cy="1510690"/>
            </a:xfrm>
            <a:prstGeom prst="straightConnector1">
              <a:avLst/>
            </a:prstGeom>
            <a:ln w="25400">
              <a:solidFill>
                <a:srgbClr val="C2C8D4"/>
              </a:solidFill>
              <a:tailEnd type="arrow"/>
            </a:ln>
          </p:spPr>
          <p:style>
            <a:lnRef idx="1">
              <a:schemeClr val="accent1"/>
            </a:lnRef>
            <a:fillRef idx="0">
              <a:schemeClr val="accent1"/>
            </a:fillRef>
            <a:effectRef idx="0">
              <a:schemeClr val="accent1"/>
            </a:effectRef>
            <a:fontRef idx="minor">
              <a:schemeClr val="tx1"/>
            </a:fontRef>
          </p:style>
        </p:cxnSp>
      </p:grpSp>
      <p:sp>
        <p:nvSpPr>
          <p:cNvPr id="16" name="文本框 15">
            <a:extLst>
              <a:ext uri="{FF2B5EF4-FFF2-40B4-BE49-F238E27FC236}">
                <a16:creationId xmlns:a16="http://schemas.microsoft.com/office/drawing/2014/main" xmlns="" id="{F7E7058C-6276-4CE4-92C9-3CF1F3E8AC31}"/>
              </a:ext>
            </a:extLst>
          </p:cNvPr>
          <p:cNvSpPr txBox="1"/>
          <p:nvPr/>
        </p:nvSpPr>
        <p:spPr>
          <a:xfrm>
            <a:off x="3972082" y="2518597"/>
            <a:ext cx="1108146" cy="338554"/>
          </a:xfrm>
          <a:prstGeom prst="rect">
            <a:avLst/>
          </a:prstGeom>
          <a:noFill/>
        </p:spPr>
        <p:txBody>
          <a:bodyPr wrap="square" rtlCol="0">
            <a:spAutoFit/>
          </a:bodyPr>
          <a:lstStyle/>
          <a:p>
            <a:pPr algn="ctr" eaLnBrk="0" fontAlgn="base" hangingPunct="0">
              <a:spcBef>
                <a:spcPct val="0"/>
              </a:spcBef>
              <a:spcAft>
                <a:spcPct val="0"/>
              </a:spcAft>
            </a:pPr>
            <a:r>
              <a:rPr lang="zh-CN" altLang="en-US" sz="1600" b="1" dirty="0">
                <a:solidFill>
                  <a:prstClr val="black"/>
                </a:solidFill>
                <a:latin typeface="微软雅黑" panose="020B0503020204020204" pitchFamily="34" charset="-122"/>
                <a:ea typeface="微软雅黑" panose="020B0503020204020204" pitchFamily="34" charset="-122"/>
              </a:rPr>
              <a:t>输入文字</a:t>
            </a:r>
          </a:p>
        </p:txBody>
      </p:sp>
      <p:sp>
        <p:nvSpPr>
          <p:cNvPr id="17" name="文本框 16">
            <a:extLst>
              <a:ext uri="{FF2B5EF4-FFF2-40B4-BE49-F238E27FC236}">
                <a16:creationId xmlns:a16="http://schemas.microsoft.com/office/drawing/2014/main" xmlns="" id="{38815684-C095-498F-8A76-960E5EA9B315}"/>
              </a:ext>
            </a:extLst>
          </p:cNvPr>
          <p:cNvSpPr txBox="1"/>
          <p:nvPr/>
        </p:nvSpPr>
        <p:spPr>
          <a:xfrm>
            <a:off x="6951140" y="2518597"/>
            <a:ext cx="1108146" cy="338554"/>
          </a:xfrm>
          <a:prstGeom prst="rect">
            <a:avLst/>
          </a:prstGeom>
          <a:noFill/>
        </p:spPr>
        <p:txBody>
          <a:bodyPr wrap="square" rtlCol="0">
            <a:spAutoFit/>
          </a:bodyPr>
          <a:lstStyle/>
          <a:p>
            <a:pPr algn="ctr" eaLnBrk="0" fontAlgn="base" hangingPunct="0">
              <a:spcBef>
                <a:spcPct val="0"/>
              </a:spcBef>
              <a:spcAft>
                <a:spcPct val="0"/>
              </a:spcAft>
            </a:pPr>
            <a:r>
              <a:rPr lang="zh-CN" altLang="en-US" sz="1600" b="1" dirty="0">
                <a:solidFill>
                  <a:prstClr val="black"/>
                </a:solidFill>
                <a:latin typeface="微软雅黑" panose="020B0503020204020204" pitchFamily="34" charset="-122"/>
                <a:ea typeface="微软雅黑" panose="020B0503020204020204" pitchFamily="34" charset="-122"/>
              </a:rPr>
              <a:t>输入文字</a:t>
            </a:r>
          </a:p>
        </p:txBody>
      </p:sp>
      <p:sp>
        <p:nvSpPr>
          <p:cNvPr id="18" name="文本框 17">
            <a:extLst>
              <a:ext uri="{FF2B5EF4-FFF2-40B4-BE49-F238E27FC236}">
                <a16:creationId xmlns:a16="http://schemas.microsoft.com/office/drawing/2014/main" xmlns="" id="{3973DA95-32B8-4BD5-9AEC-DF1EA2855147}"/>
              </a:ext>
            </a:extLst>
          </p:cNvPr>
          <p:cNvSpPr txBox="1"/>
          <p:nvPr/>
        </p:nvSpPr>
        <p:spPr>
          <a:xfrm>
            <a:off x="5442134" y="4399249"/>
            <a:ext cx="1108146" cy="338554"/>
          </a:xfrm>
          <a:prstGeom prst="rect">
            <a:avLst/>
          </a:prstGeom>
          <a:noFill/>
        </p:spPr>
        <p:txBody>
          <a:bodyPr wrap="square" rtlCol="0">
            <a:spAutoFit/>
          </a:bodyPr>
          <a:lstStyle/>
          <a:p>
            <a:pPr algn="ctr" eaLnBrk="0" fontAlgn="base" hangingPunct="0">
              <a:spcBef>
                <a:spcPct val="0"/>
              </a:spcBef>
              <a:spcAft>
                <a:spcPct val="0"/>
              </a:spcAft>
            </a:pPr>
            <a:r>
              <a:rPr lang="zh-CN" altLang="en-US" sz="1600" b="1" dirty="0">
                <a:solidFill>
                  <a:prstClr val="black"/>
                </a:solidFill>
                <a:latin typeface="微软雅黑" panose="020B0503020204020204" pitchFamily="34" charset="-122"/>
                <a:ea typeface="微软雅黑" panose="020B0503020204020204" pitchFamily="34" charset="-122"/>
              </a:rPr>
              <a:t>输入文字</a:t>
            </a:r>
          </a:p>
        </p:txBody>
      </p:sp>
      <p:sp>
        <p:nvSpPr>
          <p:cNvPr id="19" name="文本框 18">
            <a:extLst>
              <a:ext uri="{FF2B5EF4-FFF2-40B4-BE49-F238E27FC236}">
                <a16:creationId xmlns:a16="http://schemas.microsoft.com/office/drawing/2014/main" xmlns="" id="{5E74BC0B-A7C3-4EC8-99E0-B9CFFD7EC841}"/>
              </a:ext>
            </a:extLst>
          </p:cNvPr>
          <p:cNvSpPr txBox="1"/>
          <p:nvPr/>
        </p:nvSpPr>
        <p:spPr>
          <a:xfrm>
            <a:off x="1244639" y="5106733"/>
            <a:ext cx="9447561" cy="987578"/>
          </a:xfrm>
          <a:prstGeom prst="rect">
            <a:avLst/>
          </a:prstGeom>
          <a:noFill/>
        </p:spPr>
        <p:txBody>
          <a:bodyPr wrap="square" rtlCol="0">
            <a:spAutoFit/>
          </a:bodyPr>
          <a:lstStyle/>
          <a:p>
            <a:pPr indent="457200" eaLnBrk="0" fontAlgn="base" hangingPunct="0">
              <a:lnSpc>
                <a:spcPct val="125000"/>
              </a:lnSpc>
              <a:spcBef>
                <a:spcPct val="0"/>
              </a:spcBef>
              <a:spcAft>
                <a:spcPct val="0"/>
              </a:spcAft>
            </a:pPr>
            <a:r>
              <a:rPr lang="zh-CN" altLang="en-US" sz="1600" dirty="0" smtClean="0">
                <a:solidFill>
                  <a:prstClr val="black"/>
                </a:solidFill>
                <a:latin typeface="微软雅黑" panose="020B0503020204020204" pitchFamily="34" charset="-122"/>
                <a:ea typeface="微软雅黑" panose="020B0503020204020204" pitchFamily="34" charset="-122"/>
              </a:rPr>
              <a:t>兴业数字金融服务（上海）股份有限公司，让金融更简单，让金融更</a:t>
            </a:r>
            <a:r>
              <a:rPr lang="zh-CN" altLang="en-US" sz="1600" dirty="0">
                <a:solidFill>
                  <a:prstClr val="black"/>
                </a:solidFill>
                <a:latin typeface="微软雅黑" panose="020B0503020204020204" pitchFamily="34" charset="-122"/>
                <a:ea typeface="微软雅黑" panose="020B0503020204020204" pitchFamily="34" charset="-122"/>
              </a:rPr>
              <a:t>美好。兴业数字金融服务（上海）股份有限公司，让金融更简单，让金融更美好。</a:t>
            </a:r>
          </a:p>
          <a:p>
            <a:pPr indent="457200" eaLnBrk="0" fontAlgn="base" hangingPunct="0">
              <a:lnSpc>
                <a:spcPct val="125000"/>
              </a:lnSpc>
              <a:spcBef>
                <a:spcPct val="0"/>
              </a:spcBef>
              <a:spcAft>
                <a:spcPct val="0"/>
              </a:spcAft>
            </a:pPr>
            <a:endParaRPr lang="zh-CN" altLang="en-US" sz="1600" dirty="0">
              <a:solidFill>
                <a:prstClr val="black"/>
              </a:solidFill>
              <a:latin typeface="微软雅黑" panose="020B0503020204020204" pitchFamily="34" charset="-122"/>
              <a:ea typeface="微软雅黑" panose="020B0503020204020204" pitchFamily="34" charset="-122"/>
            </a:endParaRPr>
          </a:p>
        </p:txBody>
      </p:sp>
      <p:sp>
        <p:nvSpPr>
          <p:cNvPr id="21" name="标题 20">
            <a:extLst>
              <a:ext uri="{FF2B5EF4-FFF2-40B4-BE49-F238E27FC236}">
                <a16:creationId xmlns:a16="http://schemas.microsoft.com/office/drawing/2014/main" xmlns="" id="{7528DD47-3DD0-47F5-B62B-64FD9A93B4EA}"/>
              </a:ext>
            </a:extLst>
          </p:cNvPr>
          <p:cNvSpPr>
            <a:spLocks noGrp="1"/>
          </p:cNvSpPr>
          <p:nvPr>
            <p:ph type="title" idx="4294967295"/>
          </p:nvPr>
        </p:nvSpPr>
        <p:spPr>
          <a:xfrm>
            <a:off x="0" y="548680"/>
            <a:ext cx="10658475" cy="647700"/>
          </a:xfrm>
          <a:prstGeom prst="rect">
            <a:avLst/>
          </a:prstGeom>
        </p:spPr>
        <p:txBody>
          <a:bodyPr/>
          <a:lstStyle/>
          <a:p>
            <a:r>
              <a:rPr lang="zh-CN" altLang="en-US" dirty="0">
                <a:latin typeface="微软雅黑 Light" panose="020B0502040204020203" pitchFamily="34" charset="-122"/>
                <a:ea typeface="微软雅黑 Light" panose="020B0502040204020203" pitchFamily="34" charset="-122"/>
              </a:rPr>
              <a:t>此处输入标题</a:t>
            </a:r>
          </a:p>
        </p:txBody>
      </p:sp>
    </p:spTree>
    <p:extLst>
      <p:ext uri="{BB962C8B-B14F-4D97-AF65-F5344CB8AC3E}">
        <p14:creationId xmlns:p14="http://schemas.microsoft.com/office/powerpoint/2010/main" val="417602715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让金融更简单 让金融更美好</a:t>
            </a:r>
            <a:endParaRPr kumimoji="1" lang="zh-CN" altLang="en-US" dirty="0"/>
          </a:p>
        </p:txBody>
      </p:sp>
      <p:sp>
        <p:nvSpPr>
          <p:cNvPr id="4" name="AutoShape 4">
            <a:extLst>
              <a:ext uri="{FF2B5EF4-FFF2-40B4-BE49-F238E27FC236}">
                <a16:creationId xmlns:a16="http://schemas.microsoft.com/office/drawing/2014/main" xmlns="" id="{D91C7A7D-5439-496D-8DBB-B2F61CC36A54}"/>
              </a:ext>
            </a:extLst>
          </p:cNvPr>
          <p:cNvSpPr>
            <a:spLocks noChangeArrowheads="1"/>
          </p:cNvSpPr>
          <p:nvPr/>
        </p:nvSpPr>
        <p:spPr bwMode="gray">
          <a:xfrm>
            <a:off x="4362450" y="1449389"/>
            <a:ext cx="3435350" cy="536575"/>
          </a:xfrm>
          <a:prstGeom prst="roundRect">
            <a:avLst>
              <a:gd name="adj" fmla="val 16667"/>
            </a:avLst>
          </a:prstGeom>
          <a:solidFill>
            <a:schemeClr val="bg1">
              <a:lumMod val="95000"/>
            </a:schemeClr>
          </a:solidFill>
          <a:ln w="28575">
            <a:solidFill>
              <a:schemeClr val="accent1"/>
            </a:solidFill>
            <a:round/>
            <a:headEnd/>
            <a:tailEnd/>
          </a:ln>
          <a:effectLst/>
        </p:spPr>
        <p:txBody>
          <a:bodyPr wrap="none" anchor="ctr"/>
          <a:lstStyle/>
          <a:p>
            <a:endParaRPr lang="zh-CN" altLang="en-US"/>
          </a:p>
        </p:txBody>
      </p:sp>
      <p:cxnSp>
        <p:nvCxnSpPr>
          <p:cNvPr id="6" name="AutoShape 6">
            <a:extLst>
              <a:ext uri="{FF2B5EF4-FFF2-40B4-BE49-F238E27FC236}">
                <a16:creationId xmlns:a16="http://schemas.microsoft.com/office/drawing/2014/main" xmlns="" id="{FE21DD03-6E44-4481-A637-D645B8B3B1D7}"/>
              </a:ext>
            </a:extLst>
          </p:cNvPr>
          <p:cNvCxnSpPr>
            <a:cxnSpLocks noChangeShapeType="1"/>
          </p:cNvCxnSpPr>
          <p:nvPr/>
        </p:nvCxnSpPr>
        <p:spPr bwMode="auto">
          <a:xfrm rot="16200000" flipH="1">
            <a:off x="3287713" y="4400550"/>
            <a:ext cx="1130300" cy="1047750"/>
          </a:xfrm>
          <a:prstGeom prst="bentConnector2">
            <a:avLst/>
          </a:prstGeom>
          <a:noFill/>
          <a:ln w="38100" cap="rnd">
            <a:solidFill>
              <a:schemeClr val="accent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 name="AutoShape 7">
            <a:extLst>
              <a:ext uri="{FF2B5EF4-FFF2-40B4-BE49-F238E27FC236}">
                <a16:creationId xmlns:a16="http://schemas.microsoft.com/office/drawing/2014/main" xmlns="" id="{EC337FFF-FE76-470B-9E02-89E271B3E013}"/>
              </a:ext>
            </a:extLst>
          </p:cNvPr>
          <p:cNvCxnSpPr>
            <a:cxnSpLocks noChangeShapeType="1"/>
          </p:cNvCxnSpPr>
          <p:nvPr/>
        </p:nvCxnSpPr>
        <p:spPr bwMode="auto">
          <a:xfrm rot="5400000">
            <a:off x="7800976" y="4357688"/>
            <a:ext cx="1130300" cy="1133475"/>
          </a:xfrm>
          <a:prstGeom prst="bentConnector2">
            <a:avLst/>
          </a:prstGeom>
          <a:noFill/>
          <a:ln w="38100" cap="rnd">
            <a:solidFill>
              <a:schemeClr val="accent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8" name="AutoShape 8">
            <a:extLst>
              <a:ext uri="{FF2B5EF4-FFF2-40B4-BE49-F238E27FC236}">
                <a16:creationId xmlns:a16="http://schemas.microsoft.com/office/drawing/2014/main" xmlns="" id="{4CD569EA-8230-490E-86F5-DC4D307DBE6C}"/>
              </a:ext>
            </a:extLst>
          </p:cNvPr>
          <p:cNvCxnSpPr>
            <a:cxnSpLocks noChangeShapeType="1"/>
          </p:cNvCxnSpPr>
          <p:nvPr/>
        </p:nvCxnSpPr>
        <p:spPr bwMode="auto">
          <a:xfrm rot="16200000">
            <a:off x="3317876" y="1714501"/>
            <a:ext cx="1060450" cy="1057275"/>
          </a:xfrm>
          <a:prstGeom prst="bentConnector2">
            <a:avLst/>
          </a:prstGeom>
          <a:noFill/>
          <a:ln w="38100" cap="rnd">
            <a:solidFill>
              <a:schemeClr val="accent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 name="AutoShape 9">
            <a:extLst>
              <a:ext uri="{FF2B5EF4-FFF2-40B4-BE49-F238E27FC236}">
                <a16:creationId xmlns:a16="http://schemas.microsoft.com/office/drawing/2014/main" xmlns="" id="{26A420C7-912A-49C5-9D76-E5C4A92139DE}"/>
              </a:ext>
            </a:extLst>
          </p:cNvPr>
          <p:cNvCxnSpPr>
            <a:cxnSpLocks noChangeShapeType="1"/>
          </p:cNvCxnSpPr>
          <p:nvPr/>
        </p:nvCxnSpPr>
        <p:spPr bwMode="auto">
          <a:xfrm rot="5400000" flipH="1">
            <a:off x="7853364" y="1658939"/>
            <a:ext cx="1025525" cy="1133475"/>
          </a:xfrm>
          <a:prstGeom prst="bentConnector2">
            <a:avLst/>
          </a:prstGeom>
          <a:noFill/>
          <a:ln w="38100" cap="rnd">
            <a:solidFill>
              <a:schemeClr val="accent1"/>
            </a:solidFill>
            <a:prstDash val="sysDot"/>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2" name="Freeform 12">
            <a:extLst>
              <a:ext uri="{FF2B5EF4-FFF2-40B4-BE49-F238E27FC236}">
                <a16:creationId xmlns:a16="http://schemas.microsoft.com/office/drawing/2014/main" xmlns="" id="{60E20D23-643B-4E31-9B9E-4881AF58467F}"/>
              </a:ext>
            </a:extLst>
          </p:cNvPr>
          <p:cNvSpPr>
            <a:spLocks/>
          </p:cNvSpPr>
          <p:nvPr/>
        </p:nvSpPr>
        <p:spPr bwMode="gray">
          <a:xfrm>
            <a:off x="4214813" y="3084513"/>
            <a:ext cx="3814762" cy="476250"/>
          </a:xfrm>
          <a:custGeom>
            <a:avLst/>
            <a:gdLst>
              <a:gd name="T0" fmla="*/ 0 w 2347"/>
              <a:gd name="T1" fmla="*/ 188 h 336"/>
              <a:gd name="T2" fmla="*/ 0 w 2347"/>
              <a:gd name="T3" fmla="*/ 336 h 336"/>
              <a:gd name="T4" fmla="*/ 2347 w 2347"/>
              <a:gd name="T5" fmla="*/ 336 h 336"/>
              <a:gd name="T6" fmla="*/ 2005 w 2347"/>
              <a:gd name="T7" fmla="*/ 0 h 336"/>
              <a:gd name="T8" fmla="*/ 2005 w 2347"/>
              <a:gd name="T9" fmla="*/ 189 h 336"/>
              <a:gd name="T10" fmla="*/ 0 w 2347"/>
              <a:gd name="T11" fmla="*/ 188 h 336"/>
            </a:gdLst>
            <a:ahLst/>
            <a:cxnLst>
              <a:cxn ang="0">
                <a:pos x="T0" y="T1"/>
              </a:cxn>
              <a:cxn ang="0">
                <a:pos x="T2" y="T3"/>
              </a:cxn>
              <a:cxn ang="0">
                <a:pos x="T4" y="T5"/>
              </a:cxn>
              <a:cxn ang="0">
                <a:pos x="T6" y="T7"/>
              </a:cxn>
              <a:cxn ang="0">
                <a:pos x="T8" y="T9"/>
              </a:cxn>
              <a:cxn ang="0">
                <a:pos x="T10" y="T11"/>
              </a:cxn>
            </a:cxnLst>
            <a:rect l="0" t="0" r="r" b="b"/>
            <a:pathLst>
              <a:path w="2347" h="336">
                <a:moveTo>
                  <a:pt x="0" y="188"/>
                </a:moveTo>
                <a:lnTo>
                  <a:pt x="0" y="336"/>
                </a:lnTo>
                <a:lnTo>
                  <a:pt x="2347" y="336"/>
                </a:lnTo>
                <a:lnTo>
                  <a:pt x="2005" y="0"/>
                </a:lnTo>
                <a:lnTo>
                  <a:pt x="2005" y="189"/>
                </a:lnTo>
                <a:lnTo>
                  <a:pt x="0" y="188"/>
                </a:lnTo>
                <a:close/>
              </a:path>
            </a:pathLst>
          </a:custGeom>
          <a:gradFill rotWithShape="1">
            <a:gsLst>
              <a:gs pos="0">
                <a:srgbClr val="CCCC00">
                  <a:gamma/>
                  <a:tint val="0"/>
                  <a:invGamma/>
                </a:srgbClr>
              </a:gs>
              <a:gs pos="100000">
                <a:srgbClr val="4372C4"/>
              </a:gs>
            </a:gsLst>
            <a:lin ang="0" scaled="1"/>
          </a:gradFill>
          <a:ln>
            <a:noFill/>
          </a:ln>
          <a:effectLst/>
        </p:spPr>
        <p:txBody>
          <a:bodyPr wrap="none" anchor="ctr"/>
          <a:lstStyle/>
          <a:p>
            <a:endParaRPr lang="zh-CN" altLang="en-US" dirty="0"/>
          </a:p>
        </p:txBody>
      </p:sp>
      <p:sp>
        <p:nvSpPr>
          <p:cNvPr id="13" name="AutoShape 13">
            <a:extLst>
              <a:ext uri="{FF2B5EF4-FFF2-40B4-BE49-F238E27FC236}">
                <a16:creationId xmlns:a16="http://schemas.microsoft.com/office/drawing/2014/main" xmlns="" id="{19D18280-A84A-4576-A481-85051C58EDAA}"/>
              </a:ext>
            </a:extLst>
          </p:cNvPr>
          <p:cNvSpPr>
            <a:spLocks noChangeArrowheads="1"/>
          </p:cNvSpPr>
          <p:nvPr/>
        </p:nvSpPr>
        <p:spPr bwMode="gray">
          <a:xfrm>
            <a:off x="5383214" y="2106613"/>
            <a:ext cx="1443037" cy="768350"/>
          </a:xfrm>
          <a:prstGeom prst="upArrow">
            <a:avLst>
              <a:gd name="adj1" fmla="val 65157"/>
              <a:gd name="adj2" fmla="val 48347"/>
            </a:avLst>
          </a:prstGeom>
          <a:gradFill rotWithShape="1">
            <a:gsLst>
              <a:gs pos="0">
                <a:srgbClr val="C3C8D3"/>
              </a:gs>
              <a:gs pos="100000">
                <a:srgbClr val="C3C8D3">
                  <a:alpha val="30000"/>
                </a:srgbClr>
              </a:gs>
            </a:gsLst>
            <a:lin ang="5400000" scaled="1"/>
          </a:gradFill>
          <a:ln>
            <a:noFill/>
          </a:ln>
          <a:effectLst/>
        </p:spPr>
        <p:txBody>
          <a:bodyPr wrap="none" anchor="ctr"/>
          <a:lstStyle/>
          <a:p>
            <a:endParaRPr lang="zh-CN" altLang="en-US"/>
          </a:p>
        </p:txBody>
      </p:sp>
      <p:sp>
        <p:nvSpPr>
          <p:cNvPr id="14" name="AutoShape 14">
            <a:extLst>
              <a:ext uri="{FF2B5EF4-FFF2-40B4-BE49-F238E27FC236}">
                <a16:creationId xmlns:a16="http://schemas.microsoft.com/office/drawing/2014/main" xmlns="" id="{381BDA40-213C-4B18-85EC-211CAA78ED78}"/>
              </a:ext>
            </a:extLst>
          </p:cNvPr>
          <p:cNvSpPr>
            <a:spLocks noChangeArrowheads="1"/>
          </p:cNvSpPr>
          <p:nvPr/>
        </p:nvSpPr>
        <p:spPr bwMode="gray">
          <a:xfrm flipV="1">
            <a:off x="5383214" y="4325938"/>
            <a:ext cx="1443037" cy="768350"/>
          </a:xfrm>
          <a:prstGeom prst="upArrow">
            <a:avLst>
              <a:gd name="adj1" fmla="val 65157"/>
              <a:gd name="adj2" fmla="val 48347"/>
            </a:avLst>
          </a:prstGeom>
          <a:gradFill rotWithShape="1">
            <a:gsLst>
              <a:gs pos="0">
                <a:srgbClr val="C3C8D3"/>
              </a:gs>
              <a:gs pos="100000">
                <a:srgbClr val="C3C8D3">
                  <a:alpha val="0"/>
                </a:srgbClr>
              </a:gs>
            </a:gsLst>
            <a:lin ang="5400000" scaled="1"/>
          </a:gradFill>
          <a:ln>
            <a:noFill/>
          </a:ln>
          <a:effectLst/>
        </p:spPr>
        <p:txBody>
          <a:bodyPr wrap="none" anchor="ctr"/>
          <a:lstStyle/>
          <a:p>
            <a:endParaRPr lang="zh-CN" altLang="en-US" dirty="0"/>
          </a:p>
        </p:txBody>
      </p:sp>
      <p:sp>
        <p:nvSpPr>
          <p:cNvPr id="15" name="Freeform 15">
            <a:extLst>
              <a:ext uri="{FF2B5EF4-FFF2-40B4-BE49-F238E27FC236}">
                <a16:creationId xmlns:a16="http://schemas.microsoft.com/office/drawing/2014/main" xmlns="" id="{6C8BE5AC-533E-4DC6-84EA-004C7B6FD603}"/>
              </a:ext>
            </a:extLst>
          </p:cNvPr>
          <p:cNvSpPr>
            <a:spLocks/>
          </p:cNvSpPr>
          <p:nvPr/>
        </p:nvSpPr>
        <p:spPr bwMode="gray">
          <a:xfrm flipH="1" flipV="1">
            <a:off x="4214813" y="3592514"/>
            <a:ext cx="3814762" cy="477837"/>
          </a:xfrm>
          <a:custGeom>
            <a:avLst/>
            <a:gdLst>
              <a:gd name="T0" fmla="*/ 0 w 2347"/>
              <a:gd name="T1" fmla="*/ 188 h 336"/>
              <a:gd name="T2" fmla="*/ 0 w 2347"/>
              <a:gd name="T3" fmla="*/ 336 h 336"/>
              <a:gd name="T4" fmla="*/ 2347 w 2347"/>
              <a:gd name="T5" fmla="*/ 336 h 336"/>
              <a:gd name="T6" fmla="*/ 2005 w 2347"/>
              <a:gd name="T7" fmla="*/ 0 h 336"/>
              <a:gd name="T8" fmla="*/ 2005 w 2347"/>
              <a:gd name="T9" fmla="*/ 189 h 336"/>
              <a:gd name="T10" fmla="*/ 0 w 2347"/>
              <a:gd name="T11" fmla="*/ 188 h 336"/>
            </a:gdLst>
            <a:ahLst/>
            <a:cxnLst>
              <a:cxn ang="0">
                <a:pos x="T0" y="T1"/>
              </a:cxn>
              <a:cxn ang="0">
                <a:pos x="T2" y="T3"/>
              </a:cxn>
              <a:cxn ang="0">
                <a:pos x="T4" y="T5"/>
              </a:cxn>
              <a:cxn ang="0">
                <a:pos x="T6" y="T7"/>
              </a:cxn>
              <a:cxn ang="0">
                <a:pos x="T8" y="T9"/>
              </a:cxn>
              <a:cxn ang="0">
                <a:pos x="T10" y="T11"/>
              </a:cxn>
            </a:cxnLst>
            <a:rect l="0" t="0" r="r" b="b"/>
            <a:pathLst>
              <a:path w="2347" h="336">
                <a:moveTo>
                  <a:pt x="0" y="188"/>
                </a:moveTo>
                <a:lnTo>
                  <a:pt x="0" y="336"/>
                </a:lnTo>
                <a:lnTo>
                  <a:pt x="2347" y="336"/>
                </a:lnTo>
                <a:lnTo>
                  <a:pt x="2005" y="0"/>
                </a:lnTo>
                <a:lnTo>
                  <a:pt x="2005" y="189"/>
                </a:lnTo>
                <a:lnTo>
                  <a:pt x="0" y="188"/>
                </a:lnTo>
                <a:close/>
              </a:path>
            </a:pathLst>
          </a:custGeom>
          <a:gradFill rotWithShape="1">
            <a:gsLst>
              <a:gs pos="0">
                <a:srgbClr val="CCCC00">
                  <a:gamma/>
                  <a:tint val="0"/>
                  <a:invGamma/>
                </a:srgbClr>
              </a:gs>
              <a:gs pos="100000">
                <a:srgbClr val="4372C4"/>
              </a:gs>
            </a:gsLst>
            <a:lin ang="0" scaled="1"/>
          </a:gradFill>
          <a:ln>
            <a:noFill/>
          </a:ln>
          <a:effectLst/>
        </p:spPr>
        <p:txBody>
          <a:bodyPr wrap="none" anchor="ctr"/>
          <a:lstStyle/>
          <a:p>
            <a:endParaRPr lang="zh-CN" altLang="en-US"/>
          </a:p>
        </p:txBody>
      </p:sp>
      <p:sp>
        <p:nvSpPr>
          <p:cNvPr id="19" name="Text Box 19">
            <a:extLst>
              <a:ext uri="{FF2B5EF4-FFF2-40B4-BE49-F238E27FC236}">
                <a16:creationId xmlns:a16="http://schemas.microsoft.com/office/drawing/2014/main" xmlns="" id="{DEAF5796-3464-4FF8-AE2D-D2D0454BC3AF}"/>
              </a:ext>
            </a:extLst>
          </p:cNvPr>
          <p:cNvSpPr txBox="1">
            <a:spLocks noChangeArrowheads="1"/>
          </p:cNvSpPr>
          <p:nvPr/>
        </p:nvSpPr>
        <p:spPr bwMode="auto">
          <a:xfrm>
            <a:off x="5246689" y="2941853"/>
            <a:ext cx="1743075" cy="336550"/>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lang="zh-CN" altLang="en-US" sz="1600" smtClean="0">
                <a:solidFill>
                  <a:srgbClr val="000000"/>
                </a:solidFill>
                <a:latin typeface="Microsoft YaHei Light" charset="-122"/>
                <a:ea typeface="Microsoft YaHei Light" charset="-122"/>
                <a:cs typeface="Microsoft YaHei Light" charset="-122"/>
              </a:rPr>
              <a:t>文本</a:t>
            </a:r>
            <a:endParaRPr lang="en-US" altLang="zh-CN" sz="1600" dirty="0">
              <a:solidFill>
                <a:srgbClr val="000000"/>
              </a:solidFill>
              <a:latin typeface="Microsoft YaHei Light" charset="-122"/>
              <a:ea typeface="Microsoft YaHei Light" charset="-122"/>
              <a:cs typeface="Microsoft YaHei Light" charset="-122"/>
            </a:endParaRPr>
          </a:p>
        </p:txBody>
      </p:sp>
      <p:sp>
        <p:nvSpPr>
          <p:cNvPr id="20" name="Rectangle 20">
            <a:extLst>
              <a:ext uri="{FF2B5EF4-FFF2-40B4-BE49-F238E27FC236}">
                <a16:creationId xmlns:a16="http://schemas.microsoft.com/office/drawing/2014/main" xmlns="" id="{BE65B276-D701-4D7E-8BE1-F4288E02CFEA}"/>
              </a:ext>
            </a:extLst>
          </p:cNvPr>
          <p:cNvSpPr>
            <a:spLocks noChangeArrowheads="1"/>
          </p:cNvSpPr>
          <p:nvPr/>
        </p:nvSpPr>
        <p:spPr bwMode="auto">
          <a:xfrm>
            <a:off x="4359077" y="1532393"/>
            <a:ext cx="3438723" cy="369332"/>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r>
              <a:rPr lang="zh-CN" altLang="en-US" sz="1800" b="1" dirty="0" smtClean="0">
                <a:solidFill>
                  <a:srgbClr val="4372C4"/>
                </a:solidFill>
                <a:latin typeface="Microsoft YaHei Light" charset="-122"/>
                <a:ea typeface="Microsoft YaHei Light" charset="-122"/>
                <a:cs typeface="Microsoft YaHei Light" charset="-122"/>
              </a:rPr>
              <a:t>兴业数字金融服务股份有限公司</a:t>
            </a:r>
            <a:endParaRPr lang="en-US" altLang="zh-CN" sz="1800" b="1" dirty="0">
              <a:solidFill>
                <a:srgbClr val="4372C4"/>
              </a:solidFill>
              <a:latin typeface="Microsoft YaHei Light" charset="-122"/>
              <a:ea typeface="Microsoft YaHei Light" charset="-122"/>
              <a:cs typeface="Microsoft YaHei Light" charset="-122"/>
            </a:endParaRPr>
          </a:p>
        </p:txBody>
      </p:sp>
      <p:sp>
        <p:nvSpPr>
          <p:cNvPr id="25" name="椭圆 24">
            <a:extLst>
              <a:ext uri="{FF2B5EF4-FFF2-40B4-BE49-F238E27FC236}">
                <a16:creationId xmlns:a16="http://schemas.microsoft.com/office/drawing/2014/main" xmlns="" id="{7648DD72-1EE9-40C9-8B3E-42F18D0BB2ED}"/>
              </a:ext>
            </a:extLst>
          </p:cNvPr>
          <p:cNvSpPr/>
          <p:nvPr/>
        </p:nvSpPr>
        <p:spPr bwMode="auto">
          <a:xfrm>
            <a:off x="2539025" y="2874963"/>
            <a:ext cx="1579926" cy="1579923"/>
          </a:xfrm>
          <a:prstGeom prst="ellipse">
            <a:avLst/>
          </a:prstGeom>
          <a:solidFill>
            <a:srgbClr val="4372C4"/>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prstClr val="white"/>
                </a:solidFill>
                <a:latin typeface="Arial" panose="020B0604020202020204" pitchFamily="34" charset="0"/>
                <a:ea typeface="微软雅黑" panose="020B0503020204020204" pitchFamily="34" charset="-122"/>
                <a:sym typeface="Arial" panose="020B0604020202020204" pitchFamily="34" charset="0"/>
              </a:rPr>
              <a:t>兴业</a:t>
            </a:r>
          </a:p>
        </p:txBody>
      </p:sp>
      <p:sp>
        <p:nvSpPr>
          <p:cNvPr id="26" name="AutoShape 4">
            <a:extLst>
              <a:ext uri="{FF2B5EF4-FFF2-40B4-BE49-F238E27FC236}">
                <a16:creationId xmlns:a16="http://schemas.microsoft.com/office/drawing/2014/main" xmlns="" id="{66C8DBE3-5B6E-4B60-9172-67851A876C1F}"/>
              </a:ext>
            </a:extLst>
          </p:cNvPr>
          <p:cNvSpPr>
            <a:spLocks noChangeArrowheads="1"/>
          </p:cNvSpPr>
          <p:nvPr/>
        </p:nvSpPr>
        <p:spPr bwMode="gray">
          <a:xfrm>
            <a:off x="4392613" y="5178426"/>
            <a:ext cx="3435350" cy="536575"/>
          </a:xfrm>
          <a:prstGeom prst="roundRect">
            <a:avLst>
              <a:gd name="adj" fmla="val 16667"/>
            </a:avLst>
          </a:prstGeom>
          <a:solidFill>
            <a:schemeClr val="bg1">
              <a:lumMod val="95000"/>
            </a:schemeClr>
          </a:solidFill>
          <a:ln w="28575">
            <a:solidFill>
              <a:schemeClr val="accent1"/>
            </a:solidFill>
            <a:round/>
            <a:headEnd/>
            <a:tailEnd/>
          </a:ln>
          <a:effectLst/>
        </p:spPr>
        <p:txBody>
          <a:bodyPr wrap="none" anchor="ctr"/>
          <a:lstStyle/>
          <a:p>
            <a:endParaRPr lang="zh-CN" altLang="en-US"/>
          </a:p>
        </p:txBody>
      </p:sp>
      <p:sp>
        <p:nvSpPr>
          <p:cNvPr id="28" name="椭圆 27">
            <a:extLst>
              <a:ext uri="{FF2B5EF4-FFF2-40B4-BE49-F238E27FC236}">
                <a16:creationId xmlns:a16="http://schemas.microsoft.com/office/drawing/2014/main" xmlns="" id="{B12E1EE3-8CF5-4072-91B9-FC7D9249E6F4}"/>
              </a:ext>
            </a:extLst>
          </p:cNvPr>
          <p:cNvSpPr/>
          <p:nvPr/>
        </p:nvSpPr>
        <p:spPr bwMode="auto">
          <a:xfrm>
            <a:off x="8103854" y="2773364"/>
            <a:ext cx="1579926" cy="1579923"/>
          </a:xfrm>
          <a:prstGeom prst="ellipse">
            <a:avLst/>
          </a:prstGeom>
          <a:solidFill>
            <a:srgbClr val="4372C4"/>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2400" b="1" dirty="0">
                <a:solidFill>
                  <a:prstClr val="white"/>
                </a:solidFill>
                <a:latin typeface="Arial" panose="020B0604020202020204" pitchFamily="34" charset="0"/>
                <a:ea typeface="微软雅黑" panose="020B0503020204020204" pitchFamily="34" charset="-122"/>
                <a:sym typeface="Arial" panose="020B0604020202020204" pitchFamily="34" charset="0"/>
              </a:rPr>
              <a:t>兴业</a:t>
            </a:r>
          </a:p>
        </p:txBody>
      </p:sp>
      <p:sp>
        <p:nvSpPr>
          <p:cNvPr id="21" name="Rectangle 20">
            <a:extLst>
              <a:ext uri="{FF2B5EF4-FFF2-40B4-BE49-F238E27FC236}">
                <a16:creationId xmlns:a16="http://schemas.microsoft.com/office/drawing/2014/main" xmlns="" id="{BE65B276-D701-4D7E-8BE1-F4288E02CFEA}"/>
              </a:ext>
            </a:extLst>
          </p:cNvPr>
          <p:cNvSpPr>
            <a:spLocks noChangeArrowheads="1"/>
          </p:cNvSpPr>
          <p:nvPr/>
        </p:nvSpPr>
        <p:spPr bwMode="auto">
          <a:xfrm>
            <a:off x="4359077" y="5285797"/>
            <a:ext cx="3438723" cy="369332"/>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pPr algn="ctr"/>
            <a:r>
              <a:rPr lang="zh-CN" altLang="en-US" sz="1800" b="1" dirty="0">
                <a:solidFill>
                  <a:srgbClr val="4372C4"/>
                </a:solidFill>
                <a:latin typeface="Microsoft YaHei Light" charset="-122"/>
                <a:ea typeface="Microsoft YaHei Light" charset="-122"/>
                <a:cs typeface="Microsoft YaHei Light" charset="-122"/>
              </a:rPr>
              <a:t>兴业数字金融服务股份有限公司</a:t>
            </a:r>
            <a:endParaRPr lang="en-US" altLang="zh-CN" sz="1800" b="1" dirty="0">
              <a:solidFill>
                <a:srgbClr val="4372C4"/>
              </a:solidFill>
              <a:latin typeface="Microsoft YaHei Light" charset="-122"/>
              <a:ea typeface="Microsoft YaHei Light" charset="-122"/>
              <a:cs typeface="Microsoft YaHei Light" charset="-122"/>
            </a:endParaRPr>
          </a:p>
        </p:txBody>
      </p:sp>
      <p:sp>
        <p:nvSpPr>
          <p:cNvPr id="22" name="Text Box 19">
            <a:extLst>
              <a:ext uri="{FF2B5EF4-FFF2-40B4-BE49-F238E27FC236}">
                <a16:creationId xmlns:a16="http://schemas.microsoft.com/office/drawing/2014/main" xmlns="" id="{DEAF5796-3464-4FF8-AE2D-D2D0454BC3AF}"/>
              </a:ext>
            </a:extLst>
          </p:cNvPr>
          <p:cNvSpPr txBox="1">
            <a:spLocks noChangeArrowheads="1"/>
          </p:cNvSpPr>
          <p:nvPr/>
        </p:nvSpPr>
        <p:spPr bwMode="auto">
          <a:xfrm>
            <a:off x="5246689" y="3841966"/>
            <a:ext cx="1743075" cy="336550"/>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lang="zh-CN" altLang="en-US" sz="1600" smtClean="0">
                <a:solidFill>
                  <a:srgbClr val="000000"/>
                </a:solidFill>
                <a:latin typeface="Microsoft YaHei Light" charset="-122"/>
                <a:ea typeface="Microsoft YaHei Light" charset="-122"/>
                <a:cs typeface="Microsoft YaHei Light" charset="-122"/>
              </a:rPr>
              <a:t>文本</a:t>
            </a:r>
            <a:endParaRPr lang="en-US" altLang="zh-CN" sz="1600" dirty="0">
              <a:solidFill>
                <a:srgbClr val="000000"/>
              </a:solidFill>
              <a:latin typeface="Microsoft YaHei Light" charset="-122"/>
              <a:ea typeface="Microsoft YaHei Light" charset="-122"/>
              <a:cs typeface="Microsoft YaHei Light" charset="-122"/>
            </a:endParaRPr>
          </a:p>
        </p:txBody>
      </p:sp>
    </p:spTree>
    <p:extLst>
      <p:ext uri="{BB962C8B-B14F-4D97-AF65-F5344CB8AC3E}">
        <p14:creationId xmlns:p14="http://schemas.microsoft.com/office/powerpoint/2010/main" val="241127885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r>
              <a:rPr lang="zh-CN" altLang="en-US" dirty="0"/>
              <a:t>让金融更简单 让金融更美好</a:t>
            </a:r>
            <a:endParaRPr kumimoji="1" lang="zh-CN" altLang="en-US" dirty="0"/>
          </a:p>
        </p:txBody>
      </p:sp>
      <p:sp>
        <p:nvSpPr>
          <p:cNvPr id="3" name="Oval 2">
            <a:extLst>
              <a:ext uri="{FF2B5EF4-FFF2-40B4-BE49-F238E27FC236}">
                <a16:creationId xmlns:a16="http://schemas.microsoft.com/office/drawing/2014/main" xmlns="" id="{4666C5F4-FB0B-4B13-B2B6-E65B0842BF25}"/>
              </a:ext>
            </a:extLst>
          </p:cNvPr>
          <p:cNvSpPr>
            <a:spLocks noChangeArrowheads="1"/>
          </p:cNvSpPr>
          <p:nvPr/>
        </p:nvSpPr>
        <p:spPr bwMode="gray">
          <a:xfrm>
            <a:off x="4881564" y="2665414"/>
            <a:ext cx="2211387" cy="2211387"/>
          </a:xfrm>
          <a:prstGeom prst="ellipse">
            <a:avLst/>
          </a:prstGeom>
          <a:solidFill>
            <a:srgbClr val="4372C4"/>
          </a:solidFill>
          <a:ln>
            <a:noFill/>
          </a:ln>
          <a:effectLst/>
        </p:spPr>
        <p:txBody>
          <a:bodyPr wrap="none" anchor="ctr"/>
          <a:lstStyle/>
          <a:p>
            <a:pPr algn="ctr"/>
            <a:r>
              <a:rPr lang="zh-CN" altLang="en-US" sz="2800" b="1" dirty="0" smtClean="0">
                <a:solidFill>
                  <a:schemeClr val="bg1"/>
                </a:solidFill>
                <a:latin typeface="+mj-ea"/>
                <a:ea typeface="+mj-ea"/>
              </a:rPr>
              <a:t>关键字</a:t>
            </a:r>
            <a:endParaRPr lang="en-US" altLang="zh-CN" sz="2800" b="1" dirty="0">
              <a:solidFill>
                <a:schemeClr val="bg1"/>
              </a:solidFill>
              <a:latin typeface="+mj-ea"/>
              <a:ea typeface="+mj-ea"/>
            </a:endParaRPr>
          </a:p>
        </p:txBody>
      </p:sp>
      <p:sp>
        <p:nvSpPr>
          <p:cNvPr id="6" name="Oval 5">
            <a:extLst>
              <a:ext uri="{FF2B5EF4-FFF2-40B4-BE49-F238E27FC236}">
                <a16:creationId xmlns:a16="http://schemas.microsoft.com/office/drawing/2014/main" xmlns="" id="{1FFD94EC-171F-4BAD-B9A4-D9DDD8315B9F}"/>
              </a:ext>
            </a:extLst>
          </p:cNvPr>
          <p:cNvSpPr>
            <a:spLocks noChangeArrowheads="1"/>
          </p:cNvSpPr>
          <p:nvPr/>
        </p:nvSpPr>
        <p:spPr bwMode="gray">
          <a:xfrm>
            <a:off x="7581901" y="4383089"/>
            <a:ext cx="1439863" cy="1425575"/>
          </a:xfrm>
          <a:prstGeom prst="ellipse">
            <a:avLst/>
          </a:prstGeom>
          <a:solidFill>
            <a:srgbClr val="4372C4"/>
          </a:solidFill>
          <a:ln w="38100">
            <a:noFill/>
            <a:round/>
            <a:headEnd/>
            <a:tailEnd/>
          </a:ln>
          <a:effectLst/>
        </p:spPr>
        <p:txBody>
          <a:bodyPr wrap="none" anchor="ctr"/>
          <a:lstStyle/>
          <a:p>
            <a:pPr algn="ctr"/>
            <a:r>
              <a:rPr lang="zh-CN" altLang="en-US" sz="2000" dirty="0">
                <a:solidFill>
                  <a:schemeClr val="bg1"/>
                </a:solidFill>
                <a:latin typeface="+mj-ea"/>
                <a:ea typeface="+mj-ea"/>
              </a:rPr>
              <a:t>关键字</a:t>
            </a:r>
            <a:endParaRPr lang="en-US" altLang="zh-CN" sz="2000" dirty="0">
              <a:solidFill>
                <a:schemeClr val="bg1"/>
              </a:solidFill>
              <a:latin typeface="+mj-ea"/>
              <a:ea typeface="+mj-ea"/>
            </a:endParaRPr>
          </a:p>
        </p:txBody>
      </p:sp>
      <p:sp>
        <p:nvSpPr>
          <p:cNvPr id="9" name="Oval 8">
            <a:extLst>
              <a:ext uri="{FF2B5EF4-FFF2-40B4-BE49-F238E27FC236}">
                <a16:creationId xmlns:a16="http://schemas.microsoft.com/office/drawing/2014/main" xmlns="" id="{4A50DDC8-9141-4FC6-95C5-C2F2F275EC75}"/>
              </a:ext>
            </a:extLst>
          </p:cNvPr>
          <p:cNvSpPr>
            <a:spLocks noChangeArrowheads="1"/>
          </p:cNvSpPr>
          <p:nvPr/>
        </p:nvSpPr>
        <p:spPr bwMode="gray">
          <a:xfrm>
            <a:off x="7478713" y="4265614"/>
            <a:ext cx="1649412" cy="1647825"/>
          </a:xfrm>
          <a:prstGeom prst="ellipse">
            <a:avLst/>
          </a:prstGeom>
          <a:noFill/>
          <a:ln w="127000">
            <a:solidFill>
              <a:srgbClr val="EAEAEA">
                <a:alpha val="80000"/>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0" name="Oval 9">
            <a:extLst>
              <a:ext uri="{FF2B5EF4-FFF2-40B4-BE49-F238E27FC236}">
                <a16:creationId xmlns:a16="http://schemas.microsoft.com/office/drawing/2014/main" xmlns="" id="{0D8790CE-1AE5-4B94-AD0A-C472FFFA8744}"/>
              </a:ext>
            </a:extLst>
          </p:cNvPr>
          <p:cNvSpPr>
            <a:spLocks noChangeArrowheads="1"/>
          </p:cNvSpPr>
          <p:nvPr/>
        </p:nvSpPr>
        <p:spPr bwMode="gray">
          <a:xfrm>
            <a:off x="4738688" y="2525713"/>
            <a:ext cx="2481262" cy="2482850"/>
          </a:xfrm>
          <a:prstGeom prst="ellipse">
            <a:avLst/>
          </a:prstGeom>
          <a:noFill/>
          <a:ln w="127000">
            <a:solidFill>
              <a:srgbClr val="EAEAEA">
                <a:alpha val="80000"/>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1" name="Line 10">
            <a:extLst>
              <a:ext uri="{FF2B5EF4-FFF2-40B4-BE49-F238E27FC236}">
                <a16:creationId xmlns:a16="http://schemas.microsoft.com/office/drawing/2014/main" xmlns="" id="{3B688FDF-BDC6-4E30-918E-7616437C0849}"/>
              </a:ext>
            </a:extLst>
          </p:cNvPr>
          <p:cNvSpPr>
            <a:spLocks noChangeShapeType="1"/>
          </p:cNvSpPr>
          <p:nvPr/>
        </p:nvSpPr>
        <p:spPr bwMode="gray">
          <a:xfrm flipV="1">
            <a:off x="4484688" y="4492625"/>
            <a:ext cx="487362" cy="304800"/>
          </a:xfrm>
          <a:prstGeom prst="line">
            <a:avLst/>
          </a:prstGeom>
          <a:noFill/>
          <a:ln w="127000">
            <a:solidFill>
              <a:srgbClr val="EAEAEA">
                <a:alpha val="80000"/>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2" name="Line 11">
            <a:extLst>
              <a:ext uri="{FF2B5EF4-FFF2-40B4-BE49-F238E27FC236}">
                <a16:creationId xmlns:a16="http://schemas.microsoft.com/office/drawing/2014/main" xmlns="" id="{35AAB999-7C6E-4AE7-AB30-9FAB2AB0B923}"/>
              </a:ext>
            </a:extLst>
          </p:cNvPr>
          <p:cNvSpPr>
            <a:spLocks noChangeShapeType="1"/>
          </p:cNvSpPr>
          <p:nvPr/>
        </p:nvSpPr>
        <p:spPr bwMode="gray">
          <a:xfrm flipV="1">
            <a:off x="4400551" y="4341813"/>
            <a:ext cx="485775" cy="304800"/>
          </a:xfrm>
          <a:prstGeom prst="line">
            <a:avLst/>
          </a:prstGeom>
          <a:noFill/>
          <a:ln w="127000">
            <a:solidFill>
              <a:srgbClr val="EAEAEA">
                <a:alpha val="80000"/>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3" name="Line 12">
            <a:extLst>
              <a:ext uri="{FF2B5EF4-FFF2-40B4-BE49-F238E27FC236}">
                <a16:creationId xmlns:a16="http://schemas.microsoft.com/office/drawing/2014/main" xmlns="" id="{84DEE907-7D2B-4A59-AF94-384D8668B560}"/>
              </a:ext>
            </a:extLst>
          </p:cNvPr>
          <p:cNvSpPr>
            <a:spLocks noChangeShapeType="1"/>
          </p:cNvSpPr>
          <p:nvPr/>
        </p:nvSpPr>
        <p:spPr bwMode="gray">
          <a:xfrm flipV="1">
            <a:off x="7051676" y="2852738"/>
            <a:ext cx="487363" cy="304800"/>
          </a:xfrm>
          <a:prstGeom prst="line">
            <a:avLst/>
          </a:prstGeom>
          <a:noFill/>
          <a:ln w="127000">
            <a:solidFill>
              <a:srgbClr val="EAEAEA">
                <a:alpha val="80000"/>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4" name="Line 13">
            <a:extLst>
              <a:ext uri="{FF2B5EF4-FFF2-40B4-BE49-F238E27FC236}">
                <a16:creationId xmlns:a16="http://schemas.microsoft.com/office/drawing/2014/main" xmlns="" id="{45CCF98D-A6D1-46E3-8CC6-DADB4ACADB7D}"/>
              </a:ext>
            </a:extLst>
          </p:cNvPr>
          <p:cNvSpPr>
            <a:spLocks noChangeShapeType="1"/>
          </p:cNvSpPr>
          <p:nvPr/>
        </p:nvSpPr>
        <p:spPr bwMode="gray">
          <a:xfrm flipV="1">
            <a:off x="6965950" y="2701925"/>
            <a:ext cx="488950" cy="304800"/>
          </a:xfrm>
          <a:prstGeom prst="line">
            <a:avLst/>
          </a:prstGeom>
          <a:noFill/>
          <a:ln w="127000">
            <a:solidFill>
              <a:srgbClr val="EAEAEA">
                <a:alpha val="80000"/>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15" name="Oval 14">
            <a:extLst>
              <a:ext uri="{FF2B5EF4-FFF2-40B4-BE49-F238E27FC236}">
                <a16:creationId xmlns:a16="http://schemas.microsoft.com/office/drawing/2014/main" xmlns="" id="{91F120BC-E064-46FD-9539-ACCC7BA8EE80}"/>
              </a:ext>
            </a:extLst>
          </p:cNvPr>
          <p:cNvSpPr>
            <a:spLocks noChangeArrowheads="1"/>
          </p:cNvSpPr>
          <p:nvPr/>
        </p:nvSpPr>
        <p:spPr bwMode="gray">
          <a:xfrm>
            <a:off x="3008313" y="4506914"/>
            <a:ext cx="1441450" cy="1425575"/>
          </a:xfrm>
          <a:prstGeom prst="ellipse">
            <a:avLst/>
          </a:prstGeom>
          <a:solidFill>
            <a:srgbClr val="4372C4"/>
          </a:solidFill>
          <a:ln w="38100">
            <a:noFill/>
            <a:round/>
            <a:headEnd/>
            <a:tailEnd/>
          </a:ln>
          <a:effectLst/>
        </p:spPr>
        <p:txBody>
          <a:bodyPr wrap="none" anchor="ctr"/>
          <a:lstStyle/>
          <a:p>
            <a:pPr algn="ctr"/>
            <a:r>
              <a:rPr lang="zh-CN" altLang="en-US" sz="2000" dirty="0" smtClean="0">
                <a:solidFill>
                  <a:schemeClr val="bg1"/>
                </a:solidFill>
                <a:latin typeface="+mj-ea"/>
                <a:ea typeface="+mj-ea"/>
              </a:rPr>
              <a:t>关键字</a:t>
            </a:r>
            <a:endParaRPr lang="en-US" altLang="zh-CN" sz="2000" dirty="0">
              <a:solidFill>
                <a:schemeClr val="bg1"/>
              </a:solidFill>
              <a:latin typeface="+mj-ea"/>
              <a:ea typeface="+mj-ea"/>
            </a:endParaRPr>
          </a:p>
        </p:txBody>
      </p:sp>
      <p:sp>
        <p:nvSpPr>
          <p:cNvPr id="18" name="Oval 17">
            <a:extLst>
              <a:ext uri="{FF2B5EF4-FFF2-40B4-BE49-F238E27FC236}">
                <a16:creationId xmlns:a16="http://schemas.microsoft.com/office/drawing/2014/main" xmlns="" id="{A88C078A-03D6-4548-9BDC-B2C1BAF228D3}"/>
              </a:ext>
            </a:extLst>
          </p:cNvPr>
          <p:cNvSpPr>
            <a:spLocks noChangeArrowheads="1"/>
          </p:cNvSpPr>
          <p:nvPr/>
        </p:nvSpPr>
        <p:spPr bwMode="gray">
          <a:xfrm>
            <a:off x="2906714" y="4389439"/>
            <a:ext cx="1647825" cy="1646237"/>
          </a:xfrm>
          <a:prstGeom prst="ellipse">
            <a:avLst/>
          </a:prstGeom>
          <a:noFill/>
          <a:ln w="127000">
            <a:solidFill>
              <a:srgbClr val="EAEAEA">
                <a:alpha val="80000"/>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19" name="Oval 18">
            <a:extLst>
              <a:ext uri="{FF2B5EF4-FFF2-40B4-BE49-F238E27FC236}">
                <a16:creationId xmlns:a16="http://schemas.microsoft.com/office/drawing/2014/main" xmlns="" id="{419872F9-CB8C-42FE-AC8B-EFAFBF0053CA}"/>
              </a:ext>
            </a:extLst>
          </p:cNvPr>
          <p:cNvSpPr>
            <a:spLocks noChangeArrowheads="1"/>
          </p:cNvSpPr>
          <p:nvPr/>
        </p:nvSpPr>
        <p:spPr bwMode="gray">
          <a:xfrm>
            <a:off x="2951163" y="1643064"/>
            <a:ext cx="1439862" cy="1423987"/>
          </a:xfrm>
          <a:prstGeom prst="ellipse">
            <a:avLst/>
          </a:prstGeom>
          <a:solidFill>
            <a:srgbClr val="4372C4"/>
          </a:solidFill>
          <a:ln w="38100">
            <a:noFill/>
            <a:round/>
            <a:headEnd/>
            <a:tailEnd/>
          </a:ln>
          <a:effectLst/>
        </p:spPr>
        <p:txBody>
          <a:bodyPr wrap="none" anchor="ctr"/>
          <a:lstStyle/>
          <a:p>
            <a:pPr algn="ctr"/>
            <a:r>
              <a:rPr lang="zh-CN" altLang="en-US" sz="2000" dirty="0">
                <a:solidFill>
                  <a:schemeClr val="bg1"/>
                </a:solidFill>
                <a:latin typeface="+mj-ea"/>
                <a:ea typeface="+mj-ea"/>
              </a:rPr>
              <a:t>关键字</a:t>
            </a:r>
          </a:p>
        </p:txBody>
      </p:sp>
      <p:sp>
        <p:nvSpPr>
          <p:cNvPr id="22" name="Oval 21">
            <a:extLst>
              <a:ext uri="{FF2B5EF4-FFF2-40B4-BE49-F238E27FC236}">
                <a16:creationId xmlns:a16="http://schemas.microsoft.com/office/drawing/2014/main" xmlns="" id="{918832B7-A13D-4CED-894D-DE65C6070301}"/>
              </a:ext>
            </a:extLst>
          </p:cNvPr>
          <p:cNvSpPr>
            <a:spLocks noChangeArrowheads="1"/>
          </p:cNvSpPr>
          <p:nvPr/>
        </p:nvSpPr>
        <p:spPr bwMode="gray">
          <a:xfrm>
            <a:off x="2847976" y="1524000"/>
            <a:ext cx="1649413" cy="1646238"/>
          </a:xfrm>
          <a:prstGeom prst="ellipse">
            <a:avLst/>
          </a:prstGeom>
          <a:noFill/>
          <a:ln w="127000">
            <a:solidFill>
              <a:srgbClr val="EAEAEA">
                <a:alpha val="80000"/>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3" name="Line 22">
            <a:extLst>
              <a:ext uri="{FF2B5EF4-FFF2-40B4-BE49-F238E27FC236}">
                <a16:creationId xmlns:a16="http://schemas.microsoft.com/office/drawing/2014/main" xmlns="" id="{30D663F7-4CA7-4227-97F4-FE1A57871540}"/>
              </a:ext>
            </a:extLst>
          </p:cNvPr>
          <p:cNvSpPr>
            <a:spLocks noChangeShapeType="1"/>
          </p:cNvSpPr>
          <p:nvPr/>
        </p:nvSpPr>
        <p:spPr bwMode="gray">
          <a:xfrm>
            <a:off x="4371976" y="2744788"/>
            <a:ext cx="561975" cy="342900"/>
          </a:xfrm>
          <a:prstGeom prst="line">
            <a:avLst/>
          </a:prstGeom>
          <a:noFill/>
          <a:ln w="127000">
            <a:solidFill>
              <a:srgbClr val="EAEAEA">
                <a:alpha val="80000"/>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24" name="Line 23">
            <a:extLst>
              <a:ext uri="{FF2B5EF4-FFF2-40B4-BE49-F238E27FC236}">
                <a16:creationId xmlns:a16="http://schemas.microsoft.com/office/drawing/2014/main" xmlns="" id="{140AB4AF-C1A3-4532-8324-B0E4E522A946}"/>
              </a:ext>
            </a:extLst>
          </p:cNvPr>
          <p:cNvSpPr>
            <a:spLocks noChangeShapeType="1"/>
          </p:cNvSpPr>
          <p:nvPr/>
        </p:nvSpPr>
        <p:spPr bwMode="gray">
          <a:xfrm>
            <a:off x="4286251" y="2889250"/>
            <a:ext cx="563563" cy="342900"/>
          </a:xfrm>
          <a:prstGeom prst="line">
            <a:avLst/>
          </a:prstGeom>
          <a:noFill/>
          <a:ln w="127000">
            <a:solidFill>
              <a:srgbClr val="EAEAEA">
                <a:alpha val="80000"/>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25" name="Oval 24">
            <a:extLst>
              <a:ext uri="{FF2B5EF4-FFF2-40B4-BE49-F238E27FC236}">
                <a16:creationId xmlns:a16="http://schemas.microsoft.com/office/drawing/2014/main" xmlns="" id="{97670354-3813-4D2C-974B-4176D0FC38BD}"/>
              </a:ext>
            </a:extLst>
          </p:cNvPr>
          <p:cNvSpPr>
            <a:spLocks noChangeArrowheads="1"/>
          </p:cNvSpPr>
          <p:nvPr/>
        </p:nvSpPr>
        <p:spPr bwMode="gray">
          <a:xfrm>
            <a:off x="7458076" y="1643064"/>
            <a:ext cx="1439863" cy="1423987"/>
          </a:xfrm>
          <a:prstGeom prst="ellipse">
            <a:avLst/>
          </a:prstGeom>
          <a:solidFill>
            <a:srgbClr val="4372C4"/>
          </a:solidFill>
          <a:ln w="38100">
            <a:noFill/>
            <a:round/>
            <a:headEnd/>
            <a:tailEnd/>
          </a:ln>
          <a:effectLst/>
        </p:spPr>
        <p:txBody>
          <a:bodyPr wrap="none" anchor="ctr"/>
          <a:lstStyle/>
          <a:p>
            <a:pPr algn="ctr"/>
            <a:r>
              <a:rPr lang="zh-CN" altLang="en-US" sz="2000" dirty="0">
                <a:solidFill>
                  <a:schemeClr val="bg1"/>
                </a:solidFill>
                <a:latin typeface="+mj-ea"/>
                <a:ea typeface="+mj-ea"/>
              </a:rPr>
              <a:t>关键字</a:t>
            </a:r>
            <a:endParaRPr lang="en-US" altLang="zh-CN" sz="2000" dirty="0">
              <a:solidFill>
                <a:schemeClr val="bg1"/>
              </a:solidFill>
              <a:latin typeface="+mj-ea"/>
              <a:ea typeface="+mj-ea"/>
            </a:endParaRPr>
          </a:p>
        </p:txBody>
      </p:sp>
      <p:sp>
        <p:nvSpPr>
          <p:cNvPr id="28" name="Oval 27">
            <a:extLst>
              <a:ext uri="{FF2B5EF4-FFF2-40B4-BE49-F238E27FC236}">
                <a16:creationId xmlns:a16="http://schemas.microsoft.com/office/drawing/2014/main" xmlns="" id="{2F8C015C-48A9-4238-9FA1-88BBA6309202}"/>
              </a:ext>
            </a:extLst>
          </p:cNvPr>
          <p:cNvSpPr>
            <a:spLocks noChangeArrowheads="1"/>
          </p:cNvSpPr>
          <p:nvPr/>
        </p:nvSpPr>
        <p:spPr bwMode="gray">
          <a:xfrm>
            <a:off x="7354889" y="1524000"/>
            <a:ext cx="1647825" cy="1646238"/>
          </a:xfrm>
          <a:prstGeom prst="ellipse">
            <a:avLst/>
          </a:prstGeom>
          <a:noFill/>
          <a:ln w="127000">
            <a:solidFill>
              <a:srgbClr val="EAEAEA">
                <a:alpha val="80000"/>
              </a:srgbClr>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29" name="Line 28">
            <a:extLst>
              <a:ext uri="{FF2B5EF4-FFF2-40B4-BE49-F238E27FC236}">
                <a16:creationId xmlns:a16="http://schemas.microsoft.com/office/drawing/2014/main" xmlns="" id="{8387CC6A-0C1F-4C87-894A-4A5D3629325A}"/>
              </a:ext>
            </a:extLst>
          </p:cNvPr>
          <p:cNvSpPr>
            <a:spLocks noChangeShapeType="1"/>
          </p:cNvSpPr>
          <p:nvPr/>
        </p:nvSpPr>
        <p:spPr bwMode="gray">
          <a:xfrm>
            <a:off x="7135814" y="4206875"/>
            <a:ext cx="561975" cy="342900"/>
          </a:xfrm>
          <a:prstGeom prst="line">
            <a:avLst/>
          </a:prstGeom>
          <a:noFill/>
          <a:ln w="127000">
            <a:solidFill>
              <a:srgbClr val="EAEAEA">
                <a:alpha val="80000"/>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0" name="Line 29">
            <a:extLst>
              <a:ext uri="{FF2B5EF4-FFF2-40B4-BE49-F238E27FC236}">
                <a16:creationId xmlns:a16="http://schemas.microsoft.com/office/drawing/2014/main" xmlns="" id="{B9915800-78F0-4CF3-86A6-E99DC958F1B8}"/>
              </a:ext>
            </a:extLst>
          </p:cNvPr>
          <p:cNvSpPr>
            <a:spLocks noChangeShapeType="1"/>
          </p:cNvSpPr>
          <p:nvPr/>
        </p:nvSpPr>
        <p:spPr bwMode="gray">
          <a:xfrm>
            <a:off x="7050088" y="4351339"/>
            <a:ext cx="563562" cy="344487"/>
          </a:xfrm>
          <a:prstGeom prst="line">
            <a:avLst/>
          </a:prstGeom>
          <a:noFill/>
          <a:ln w="127000">
            <a:solidFill>
              <a:srgbClr val="EAEAEA">
                <a:alpha val="80000"/>
              </a:srgbClr>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lstStyle/>
          <a:p>
            <a:endParaRPr lang="zh-CN" altLang="en-US"/>
          </a:p>
        </p:txBody>
      </p:sp>
      <p:sp>
        <p:nvSpPr>
          <p:cNvPr id="31" name="Text Box 30">
            <a:extLst>
              <a:ext uri="{FF2B5EF4-FFF2-40B4-BE49-F238E27FC236}">
                <a16:creationId xmlns:a16="http://schemas.microsoft.com/office/drawing/2014/main" xmlns="" id="{62B0CDDB-5D56-40E7-85E8-829886FFE0E6}"/>
              </a:ext>
            </a:extLst>
          </p:cNvPr>
          <p:cNvSpPr txBox="1">
            <a:spLocks noChangeArrowheads="1"/>
          </p:cNvSpPr>
          <p:nvPr/>
        </p:nvSpPr>
        <p:spPr bwMode="auto">
          <a:xfrm>
            <a:off x="5051426" y="1809750"/>
            <a:ext cx="17319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1600" b="1"/>
              <a:t>Add Your Text</a:t>
            </a:r>
            <a:endParaRPr lang="en-US" altLang="zh-CN" sz="1600"/>
          </a:p>
        </p:txBody>
      </p:sp>
      <p:sp>
        <p:nvSpPr>
          <p:cNvPr id="32" name="Text Box 31">
            <a:extLst>
              <a:ext uri="{FF2B5EF4-FFF2-40B4-BE49-F238E27FC236}">
                <a16:creationId xmlns:a16="http://schemas.microsoft.com/office/drawing/2014/main" xmlns="" id="{FB0B6280-2FCE-40D6-93A2-1A970B04B21E}"/>
              </a:ext>
            </a:extLst>
          </p:cNvPr>
          <p:cNvSpPr txBox="1">
            <a:spLocks noChangeArrowheads="1"/>
          </p:cNvSpPr>
          <p:nvPr/>
        </p:nvSpPr>
        <p:spPr bwMode="auto">
          <a:xfrm>
            <a:off x="2711451" y="3579813"/>
            <a:ext cx="17319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1600" b="1"/>
              <a:t>Add Your Text</a:t>
            </a:r>
            <a:endParaRPr lang="en-US" altLang="zh-CN" sz="1600"/>
          </a:p>
        </p:txBody>
      </p:sp>
      <p:sp>
        <p:nvSpPr>
          <p:cNvPr id="33" name="Text Box 32">
            <a:extLst>
              <a:ext uri="{FF2B5EF4-FFF2-40B4-BE49-F238E27FC236}">
                <a16:creationId xmlns:a16="http://schemas.microsoft.com/office/drawing/2014/main" xmlns="" id="{3853A8F3-76D7-46BA-9A20-16C7DB6DAD89}"/>
              </a:ext>
            </a:extLst>
          </p:cNvPr>
          <p:cNvSpPr txBox="1">
            <a:spLocks noChangeArrowheads="1"/>
          </p:cNvSpPr>
          <p:nvPr/>
        </p:nvSpPr>
        <p:spPr bwMode="auto">
          <a:xfrm>
            <a:off x="7564438" y="3579813"/>
            <a:ext cx="17319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1600" b="1"/>
              <a:t>Add Your Text</a:t>
            </a:r>
            <a:endParaRPr lang="en-US" altLang="zh-CN" sz="1600"/>
          </a:p>
        </p:txBody>
      </p:sp>
      <p:sp>
        <p:nvSpPr>
          <p:cNvPr id="34" name="Text Box 33">
            <a:extLst>
              <a:ext uri="{FF2B5EF4-FFF2-40B4-BE49-F238E27FC236}">
                <a16:creationId xmlns:a16="http://schemas.microsoft.com/office/drawing/2014/main" xmlns="" id="{33983020-6F93-4335-9D59-AA5FC4017A3C}"/>
              </a:ext>
            </a:extLst>
          </p:cNvPr>
          <p:cNvSpPr txBox="1">
            <a:spLocks noChangeArrowheads="1"/>
          </p:cNvSpPr>
          <p:nvPr/>
        </p:nvSpPr>
        <p:spPr bwMode="auto">
          <a:xfrm>
            <a:off x="5051426" y="5492750"/>
            <a:ext cx="17319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r>
              <a:rPr lang="en-US" altLang="zh-CN" sz="1600" b="1"/>
              <a:t>Add Your Text</a:t>
            </a:r>
            <a:endParaRPr lang="en-US" altLang="zh-CN" sz="1600"/>
          </a:p>
        </p:txBody>
      </p:sp>
    </p:spTree>
    <p:extLst>
      <p:ext uri="{BB962C8B-B14F-4D97-AF65-F5344CB8AC3E}">
        <p14:creationId xmlns:p14="http://schemas.microsoft.com/office/powerpoint/2010/main" val="656184817"/>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让金融更简单 让金融更美好</a:t>
            </a:r>
            <a:endParaRPr kumimoji="1" lang="zh-CN" altLang="en-US" dirty="0"/>
          </a:p>
        </p:txBody>
      </p:sp>
      <p:grpSp>
        <p:nvGrpSpPr>
          <p:cNvPr id="2" name="组 1"/>
          <p:cNvGrpSpPr/>
          <p:nvPr/>
        </p:nvGrpSpPr>
        <p:grpSpPr>
          <a:xfrm>
            <a:off x="4088504" y="1988840"/>
            <a:ext cx="4148042" cy="3502338"/>
            <a:chOff x="3700463" y="1447800"/>
            <a:chExt cx="4833937" cy="4081463"/>
          </a:xfrm>
        </p:grpSpPr>
        <p:sp>
          <p:nvSpPr>
            <p:cNvPr id="4" name="Freeform 3">
              <a:extLst>
                <a:ext uri="{FF2B5EF4-FFF2-40B4-BE49-F238E27FC236}">
                  <a16:creationId xmlns:a16="http://schemas.microsoft.com/office/drawing/2014/main" xmlns="" id="{23A516D8-6360-4557-A99B-771A485B4C8A}"/>
                </a:ext>
              </a:extLst>
            </p:cNvPr>
            <p:cNvSpPr>
              <a:spLocks/>
            </p:cNvSpPr>
            <p:nvPr/>
          </p:nvSpPr>
          <p:spPr bwMode="gray">
            <a:xfrm flipH="1">
              <a:off x="3700463" y="1447800"/>
              <a:ext cx="2341562" cy="1962150"/>
            </a:xfrm>
            <a:custGeom>
              <a:avLst/>
              <a:gdLst>
                <a:gd name="T0" fmla="*/ 303 w 1299"/>
                <a:gd name="T1" fmla="*/ 1008 h 1008"/>
                <a:gd name="T2" fmla="*/ 1299 w 1299"/>
                <a:gd name="T3" fmla="*/ 1008 h 1008"/>
                <a:gd name="T4" fmla="*/ 1296 w 1299"/>
                <a:gd name="T5" fmla="*/ 315 h 1008"/>
                <a:gd name="T6" fmla="*/ 942 w 1299"/>
                <a:gd name="T7" fmla="*/ 0 h 1008"/>
                <a:gd name="T8" fmla="*/ 3 w 1299"/>
                <a:gd name="T9" fmla="*/ 0 h 1008"/>
                <a:gd name="T10" fmla="*/ 0 w 1299"/>
                <a:gd name="T11" fmla="*/ 723 h 1008"/>
                <a:gd name="T12" fmla="*/ 303 w 1299"/>
                <a:gd name="T13" fmla="*/ 1008 h 1008"/>
              </a:gdLst>
              <a:ahLst/>
              <a:cxnLst>
                <a:cxn ang="0">
                  <a:pos x="T0" y="T1"/>
                </a:cxn>
                <a:cxn ang="0">
                  <a:pos x="T2" y="T3"/>
                </a:cxn>
                <a:cxn ang="0">
                  <a:pos x="T4" y="T5"/>
                </a:cxn>
                <a:cxn ang="0">
                  <a:pos x="T6" y="T7"/>
                </a:cxn>
                <a:cxn ang="0">
                  <a:pos x="T8" y="T9"/>
                </a:cxn>
                <a:cxn ang="0">
                  <a:pos x="T10" y="T11"/>
                </a:cxn>
                <a:cxn ang="0">
                  <a:pos x="T12" y="T13"/>
                </a:cxn>
              </a:cxnLst>
              <a:rect l="0" t="0" r="r" b="b"/>
              <a:pathLst>
                <a:path w="1299" h="1008">
                  <a:moveTo>
                    <a:pt x="303" y="1008"/>
                  </a:moveTo>
                  <a:cubicBezTo>
                    <a:pt x="801" y="1008"/>
                    <a:pt x="1299" y="1008"/>
                    <a:pt x="1299" y="1008"/>
                  </a:cubicBezTo>
                  <a:cubicBezTo>
                    <a:pt x="1299" y="1008"/>
                    <a:pt x="1297" y="661"/>
                    <a:pt x="1296" y="315"/>
                  </a:cubicBezTo>
                  <a:cubicBezTo>
                    <a:pt x="1290" y="150"/>
                    <a:pt x="1161" y="0"/>
                    <a:pt x="942" y="0"/>
                  </a:cubicBezTo>
                  <a:cubicBezTo>
                    <a:pt x="472" y="0"/>
                    <a:pt x="3" y="0"/>
                    <a:pt x="3" y="0"/>
                  </a:cubicBezTo>
                  <a:cubicBezTo>
                    <a:pt x="3" y="0"/>
                    <a:pt x="1" y="361"/>
                    <a:pt x="0" y="723"/>
                  </a:cubicBezTo>
                  <a:cubicBezTo>
                    <a:pt x="0" y="915"/>
                    <a:pt x="144" y="1002"/>
                    <a:pt x="303" y="1008"/>
                  </a:cubicBezTo>
                  <a:close/>
                </a:path>
              </a:pathLst>
            </a:custGeom>
            <a:solidFill>
              <a:srgbClr val="4372C4"/>
            </a:solidFill>
            <a:ln>
              <a:noFill/>
            </a:ln>
            <a:effectLst/>
          </p:spPr>
          <p:txBody>
            <a:bodyPr/>
            <a:lstStyle/>
            <a:p>
              <a:endParaRPr lang="zh-CN" altLang="en-US"/>
            </a:p>
          </p:txBody>
        </p:sp>
        <p:sp>
          <p:nvSpPr>
            <p:cNvPr id="5" name="Freeform 4">
              <a:extLst>
                <a:ext uri="{FF2B5EF4-FFF2-40B4-BE49-F238E27FC236}">
                  <a16:creationId xmlns:a16="http://schemas.microsoft.com/office/drawing/2014/main" xmlns="" id="{2D585DC6-1DA4-4D18-ADD5-5DC8EC6CEE6F}"/>
                </a:ext>
              </a:extLst>
            </p:cNvPr>
            <p:cNvSpPr>
              <a:spLocks/>
            </p:cNvSpPr>
            <p:nvPr/>
          </p:nvSpPr>
          <p:spPr bwMode="gray">
            <a:xfrm>
              <a:off x="6192838" y="1447800"/>
              <a:ext cx="2341562" cy="1962150"/>
            </a:xfrm>
            <a:custGeom>
              <a:avLst/>
              <a:gdLst>
                <a:gd name="T0" fmla="*/ 303 w 1299"/>
                <a:gd name="T1" fmla="*/ 1008 h 1008"/>
                <a:gd name="T2" fmla="*/ 1299 w 1299"/>
                <a:gd name="T3" fmla="*/ 1008 h 1008"/>
                <a:gd name="T4" fmla="*/ 1296 w 1299"/>
                <a:gd name="T5" fmla="*/ 315 h 1008"/>
                <a:gd name="T6" fmla="*/ 942 w 1299"/>
                <a:gd name="T7" fmla="*/ 0 h 1008"/>
                <a:gd name="T8" fmla="*/ 3 w 1299"/>
                <a:gd name="T9" fmla="*/ 0 h 1008"/>
                <a:gd name="T10" fmla="*/ 0 w 1299"/>
                <a:gd name="T11" fmla="*/ 723 h 1008"/>
                <a:gd name="T12" fmla="*/ 303 w 1299"/>
                <a:gd name="T13" fmla="*/ 1008 h 1008"/>
              </a:gdLst>
              <a:ahLst/>
              <a:cxnLst>
                <a:cxn ang="0">
                  <a:pos x="T0" y="T1"/>
                </a:cxn>
                <a:cxn ang="0">
                  <a:pos x="T2" y="T3"/>
                </a:cxn>
                <a:cxn ang="0">
                  <a:pos x="T4" y="T5"/>
                </a:cxn>
                <a:cxn ang="0">
                  <a:pos x="T6" y="T7"/>
                </a:cxn>
                <a:cxn ang="0">
                  <a:pos x="T8" y="T9"/>
                </a:cxn>
                <a:cxn ang="0">
                  <a:pos x="T10" y="T11"/>
                </a:cxn>
                <a:cxn ang="0">
                  <a:pos x="T12" y="T13"/>
                </a:cxn>
              </a:cxnLst>
              <a:rect l="0" t="0" r="r" b="b"/>
              <a:pathLst>
                <a:path w="1299" h="1008">
                  <a:moveTo>
                    <a:pt x="303" y="1008"/>
                  </a:moveTo>
                  <a:cubicBezTo>
                    <a:pt x="801" y="1008"/>
                    <a:pt x="1299" y="1008"/>
                    <a:pt x="1299" y="1008"/>
                  </a:cubicBezTo>
                  <a:cubicBezTo>
                    <a:pt x="1299" y="1008"/>
                    <a:pt x="1297" y="661"/>
                    <a:pt x="1296" y="315"/>
                  </a:cubicBezTo>
                  <a:cubicBezTo>
                    <a:pt x="1290" y="150"/>
                    <a:pt x="1161" y="0"/>
                    <a:pt x="942" y="0"/>
                  </a:cubicBezTo>
                  <a:cubicBezTo>
                    <a:pt x="472" y="0"/>
                    <a:pt x="3" y="0"/>
                    <a:pt x="3" y="0"/>
                  </a:cubicBezTo>
                  <a:cubicBezTo>
                    <a:pt x="3" y="0"/>
                    <a:pt x="1" y="361"/>
                    <a:pt x="0" y="723"/>
                  </a:cubicBezTo>
                  <a:cubicBezTo>
                    <a:pt x="0" y="915"/>
                    <a:pt x="144" y="1002"/>
                    <a:pt x="303" y="1008"/>
                  </a:cubicBezTo>
                  <a:close/>
                </a:path>
              </a:pathLst>
            </a:custGeom>
            <a:solidFill>
              <a:srgbClr val="4372C4"/>
            </a:solidFill>
            <a:ln>
              <a:noFill/>
            </a:ln>
            <a:effectLst/>
          </p:spPr>
          <p:txBody>
            <a:bodyPr/>
            <a:lstStyle/>
            <a:p>
              <a:endParaRPr lang="zh-CN" altLang="en-US"/>
            </a:p>
          </p:txBody>
        </p:sp>
        <p:sp>
          <p:nvSpPr>
            <p:cNvPr id="6" name="Freeform 5">
              <a:extLst>
                <a:ext uri="{FF2B5EF4-FFF2-40B4-BE49-F238E27FC236}">
                  <a16:creationId xmlns:a16="http://schemas.microsoft.com/office/drawing/2014/main" xmlns="" id="{18F52525-D0B0-4BC1-9969-ED54ECF84DC4}"/>
                </a:ext>
              </a:extLst>
            </p:cNvPr>
            <p:cNvSpPr>
              <a:spLocks/>
            </p:cNvSpPr>
            <p:nvPr/>
          </p:nvSpPr>
          <p:spPr bwMode="gray">
            <a:xfrm>
              <a:off x="3700463" y="3567113"/>
              <a:ext cx="2341562" cy="1962150"/>
            </a:xfrm>
            <a:custGeom>
              <a:avLst/>
              <a:gdLst>
                <a:gd name="T0" fmla="*/ 303 w 1299"/>
                <a:gd name="T1" fmla="*/ 1008 h 1008"/>
                <a:gd name="T2" fmla="*/ 1299 w 1299"/>
                <a:gd name="T3" fmla="*/ 1008 h 1008"/>
                <a:gd name="T4" fmla="*/ 1296 w 1299"/>
                <a:gd name="T5" fmla="*/ 315 h 1008"/>
                <a:gd name="T6" fmla="*/ 942 w 1299"/>
                <a:gd name="T7" fmla="*/ 0 h 1008"/>
                <a:gd name="T8" fmla="*/ 3 w 1299"/>
                <a:gd name="T9" fmla="*/ 0 h 1008"/>
                <a:gd name="T10" fmla="*/ 0 w 1299"/>
                <a:gd name="T11" fmla="*/ 723 h 1008"/>
                <a:gd name="T12" fmla="*/ 303 w 1299"/>
                <a:gd name="T13" fmla="*/ 1008 h 1008"/>
              </a:gdLst>
              <a:ahLst/>
              <a:cxnLst>
                <a:cxn ang="0">
                  <a:pos x="T0" y="T1"/>
                </a:cxn>
                <a:cxn ang="0">
                  <a:pos x="T2" y="T3"/>
                </a:cxn>
                <a:cxn ang="0">
                  <a:pos x="T4" y="T5"/>
                </a:cxn>
                <a:cxn ang="0">
                  <a:pos x="T6" y="T7"/>
                </a:cxn>
                <a:cxn ang="0">
                  <a:pos x="T8" y="T9"/>
                </a:cxn>
                <a:cxn ang="0">
                  <a:pos x="T10" y="T11"/>
                </a:cxn>
                <a:cxn ang="0">
                  <a:pos x="T12" y="T13"/>
                </a:cxn>
              </a:cxnLst>
              <a:rect l="0" t="0" r="r" b="b"/>
              <a:pathLst>
                <a:path w="1299" h="1008">
                  <a:moveTo>
                    <a:pt x="303" y="1008"/>
                  </a:moveTo>
                  <a:cubicBezTo>
                    <a:pt x="801" y="1008"/>
                    <a:pt x="1299" y="1008"/>
                    <a:pt x="1299" y="1008"/>
                  </a:cubicBezTo>
                  <a:cubicBezTo>
                    <a:pt x="1299" y="1008"/>
                    <a:pt x="1297" y="661"/>
                    <a:pt x="1296" y="315"/>
                  </a:cubicBezTo>
                  <a:cubicBezTo>
                    <a:pt x="1290" y="150"/>
                    <a:pt x="1161" y="0"/>
                    <a:pt x="942" y="0"/>
                  </a:cubicBezTo>
                  <a:cubicBezTo>
                    <a:pt x="472" y="0"/>
                    <a:pt x="3" y="0"/>
                    <a:pt x="3" y="0"/>
                  </a:cubicBezTo>
                  <a:cubicBezTo>
                    <a:pt x="3" y="0"/>
                    <a:pt x="1" y="361"/>
                    <a:pt x="0" y="723"/>
                  </a:cubicBezTo>
                  <a:cubicBezTo>
                    <a:pt x="0" y="915"/>
                    <a:pt x="144" y="1002"/>
                    <a:pt x="303" y="1008"/>
                  </a:cubicBezTo>
                  <a:close/>
                </a:path>
              </a:pathLst>
            </a:custGeom>
            <a:solidFill>
              <a:srgbClr val="4372C4"/>
            </a:solidFill>
            <a:ln>
              <a:noFill/>
            </a:ln>
            <a:effectLst/>
          </p:spPr>
          <p:txBody>
            <a:bodyPr/>
            <a:lstStyle/>
            <a:p>
              <a:endParaRPr lang="zh-CN" altLang="en-US"/>
            </a:p>
          </p:txBody>
        </p:sp>
        <p:sp>
          <p:nvSpPr>
            <p:cNvPr id="7" name="Freeform 6">
              <a:extLst>
                <a:ext uri="{FF2B5EF4-FFF2-40B4-BE49-F238E27FC236}">
                  <a16:creationId xmlns:a16="http://schemas.microsoft.com/office/drawing/2014/main" xmlns="" id="{84094C4C-A85B-45C0-8912-CF230122C385}"/>
                </a:ext>
              </a:extLst>
            </p:cNvPr>
            <p:cNvSpPr>
              <a:spLocks/>
            </p:cNvSpPr>
            <p:nvPr/>
          </p:nvSpPr>
          <p:spPr bwMode="gray">
            <a:xfrm flipH="1">
              <a:off x="6192838" y="3567113"/>
              <a:ext cx="2341562" cy="1962150"/>
            </a:xfrm>
            <a:custGeom>
              <a:avLst/>
              <a:gdLst>
                <a:gd name="T0" fmla="*/ 303 w 1299"/>
                <a:gd name="T1" fmla="*/ 1008 h 1008"/>
                <a:gd name="T2" fmla="*/ 1299 w 1299"/>
                <a:gd name="T3" fmla="*/ 1008 h 1008"/>
                <a:gd name="T4" fmla="*/ 1296 w 1299"/>
                <a:gd name="T5" fmla="*/ 315 h 1008"/>
                <a:gd name="T6" fmla="*/ 942 w 1299"/>
                <a:gd name="T7" fmla="*/ 0 h 1008"/>
                <a:gd name="T8" fmla="*/ 3 w 1299"/>
                <a:gd name="T9" fmla="*/ 0 h 1008"/>
                <a:gd name="T10" fmla="*/ 0 w 1299"/>
                <a:gd name="T11" fmla="*/ 723 h 1008"/>
                <a:gd name="T12" fmla="*/ 303 w 1299"/>
                <a:gd name="T13" fmla="*/ 1008 h 1008"/>
              </a:gdLst>
              <a:ahLst/>
              <a:cxnLst>
                <a:cxn ang="0">
                  <a:pos x="T0" y="T1"/>
                </a:cxn>
                <a:cxn ang="0">
                  <a:pos x="T2" y="T3"/>
                </a:cxn>
                <a:cxn ang="0">
                  <a:pos x="T4" y="T5"/>
                </a:cxn>
                <a:cxn ang="0">
                  <a:pos x="T6" y="T7"/>
                </a:cxn>
                <a:cxn ang="0">
                  <a:pos x="T8" y="T9"/>
                </a:cxn>
                <a:cxn ang="0">
                  <a:pos x="T10" y="T11"/>
                </a:cxn>
                <a:cxn ang="0">
                  <a:pos x="T12" y="T13"/>
                </a:cxn>
              </a:cxnLst>
              <a:rect l="0" t="0" r="r" b="b"/>
              <a:pathLst>
                <a:path w="1299" h="1008">
                  <a:moveTo>
                    <a:pt x="303" y="1008"/>
                  </a:moveTo>
                  <a:cubicBezTo>
                    <a:pt x="801" y="1008"/>
                    <a:pt x="1299" y="1008"/>
                    <a:pt x="1299" y="1008"/>
                  </a:cubicBezTo>
                  <a:cubicBezTo>
                    <a:pt x="1299" y="1008"/>
                    <a:pt x="1297" y="661"/>
                    <a:pt x="1296" y="315"/>
                  </a:cubicBezTo>
                  <a:cubicBezTo>
                    <a:pt x="1290" y="150"/>
                    <a:pt x="1161" y="0"/>
                    <a:pt x="942" y="0"/>
                  </a:cubicBezTo>
                  <a:cubicBezTo>
                    <a:pt x="472" y="0"/>
                    <a:pt x="3" y="0"/>
                    <a:pt x="3" y="0"/>
                  </a:cubicBezTo>
                  <a:cubicBezTo>
                    <a:pt x="3" y="0"/>
                    <a:pt x="1" y="361"/>
                    <a:pt x="0" y="723"/>
                  </a:cubicBezTo>
                  <a:cubicBezTo>
                    <a:pt x="0" y="915"/>
                    <a:pt x="144" y="1002"/>
                    <a:pt x="303" y="1008"/>
                  </a:cubicBezTo>
                  <a:close/>
                </a:path>
              </a:pathLst>
            </a:custGeom>
            <a:solidFill>
              <a:srgbClr val="4372C4"/>
            </a:solidFill>
            <a:ln>
              <a:noFill/>
            </a:ln>
            <a:effectLst/>
          </p:spPr>
          <p:txBody>
            <a:bodyPr/>
            <a:lstStyle/>
            <a:p>
              <a:endParaRPr lang="zh-CN" altLang="en-US"/>
            </a:p>
          </p:txBody>
        </p:sp>
        <p:sp>
          <p:nvSpPr>
            <p:cNvPr id="8" name="Oval 7">
              <a:extLst>
                <a:ext uri="{FF2B5EF4-FFF2-40B4-BE49-F238E27FC236}">
                  <a16:creationId xmlns:a16="http://schemas.microsoft.com/office/drawing/2014/main" xmlns="" id="{2B26AE3F-7B71-4FE1-AFB8-04EDFA9B4315}"/>
                </a:ext>
              </a:extLst>
            </p:cNvPr>
            <p:cNvSpPr>
              <a:spLocks noChangeArrowheads="1"/>
            </p:cNvSpPr>
            <p:nvPr/>
          </p:nvSpPr>
          <p:spPr bwMode="gray">
            <a:xfrm>
              <a:off x="4867275" y="2286000"/>
              <a:ext cx="2362200" cy="2362200"/>
            </a:xfrm>
            <a:prstGeom prst="ellipse">
              <a:avLst/>
            </a:prstGeom>
            <a:solidFill>
              <a:srgbClr val="FFFFFF">
                <a:alpha val="50000"/>
              </a:srgbClr>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9" name="Text Box 8">
              <a:extLst>
                <a:ext uri="{FF2B5EF4-FFF2-40B4-BE49-F238E27FC236}">
                  <a16:creationId xmlns:a16="http://schemas.microsoft.com/office/drawing/2014/main" xmlns="" id="{4A059C66-AFB8-4BC3-94E6-2CC2516C6FA5}"/>
                </a:ext>
              </a:extLst>
            </p:cNvPr>
            <p:cNvSpPr txBox="1">
              <a:spLocks noChangeArrowheads="1"/>
            </p:cNvSpPr>
            <p:nvPr/>
          </p:nvSpPr>
          <p:spPr bwMode="gray">
            <a:xfrm>
              <a:off x="3929063" y="1905001"/>
              <a:ext cx="1792288" cy="609736"/>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lang="en-US" altLang="zh-CN" sz="1400" b="1">
                  <a:solidFill>
                    <a:srgbClr val="FFFFFF"/>
                  </a:solidFill>
                </a:rPr>
                <a:t>Description of the contents</a:t>
              </a:r>
            </a:p>
          </p:txBody>
        </p:sp>
        <p:sp>
          <p:nvSpPr>
            <p:cNvPr id="11" name="Text Box 10">
              <a:extLst>
                <a:ext uri="{FF2B5EF4-FFF2-40B4-BE49-F238E27FC236}">
                  <a16:creationId xmlns:a16="http://schemas.microsoft.com/office/drawing/2014/main" xmlns="" id="{C5C15037-DE58-4495-9F6C-4ADE3E00E643}"/>
                </a:ext>
              </a:extLst>
            </p:cNvPr>
            <p:cNvSpPr txBox="1">
              <a:spLocks noChangeArrowheads="1"/>
            </p:cNvSpPr>
            <p:nvPr/>
          </p:nvSpPr>
          <p:spPr bwMode="gray">
            <a:xfrm>
              <a:off x="6477000" y="1905001"/>
              <a:ext cx="1792288" cy="609736"/>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lang="en-US" altLang="zh-CN" sz="1400" b="1" dirty="0">
                  <a:solidFill>
                    <a:srgbClr val="FFFFFF"/>
                  </a:solidFill>
                </a:rPr>
                <a:t>Description of the contents</a:t>
              </a:r>
            </a:p>
          </p:txBody>
        </p:sp>
        <p:sp>
          <p:nvSpPr>
            <p:cNvPr id="12" name="Text Box 11">
              <a:extLst>
                <a:ext uri="{FF2B5EF4-FFF2-40B4-BE49-F238E27FC236}">
                  <a16:creationId xmlns:a16="http://schemas.microsoft.com/office/drawing/2014/main" xmlns="" id="{2471FF6A-8045-4FBF-A5CF-72F1ED7E9648}"/>
                </a:ext>
              </a:extLst>
            </p:cNvPr>
            <p:cNvSpPr txBox="1">
              <a:spLocks noChangeArrowheads="1"/>
            </p:cNvSpPr>
            <p:nvPr/>
          </p:nvSpPr>
          <p:spPr bwMode="gray">
            <a:xfrm>
              <a:off x="3938589" y="4578351"/>
              <a:ext cx="1792288" cy="609736"/>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lang="en-US" altLang="zh-CN" sz="1400" b="1" dirty="0">
                  <a:solidFill>
                    <a:srgbClr val="FFFFFF"/>
                  </a:solidFill>
                </a:rPr>
                <a:t>Description of the contents</a:t>
              </a:r>
            </a:p>
          </p:txBody>
        </p:sp>
        <p:sp>
          <p:nvSpPr>
            <p:cNvPr id="13" name="Text Box 12">
              <a:extLst>
                <a:ext uri="{FF2B5EF4-FFF2-40B4-BE49-F238E27FC236}">
                  <a16:creationId xmlns:a16="http://schemas.microsoft.com/office/drawing/2014/main" xmlns="" id="{B2DB71D4-3CE1-485E-926A-088DF9F843E9}"/>
                </a:ext>
              </a:extLst>
            </p:cNvPr>
            <p:cNvSpPr txBox="1">
              <a:spLocks noChangeArrowheads="1"/>
            </p:cNvSpPr>
            <p:nvPr/>
          </p:nvSpPr>
          <p:spPr bwMode="gray">
            <a:xfrm>
              <a:off x="6477000" y="4578351"/>
              <a:ext cx="1792288" cy="609736"/>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lang="en-US" altLang="zh-CN" sz="1400" b="1">
                  <a:solidFill>
                    <a:srgbClr val="FFFFFF"/>
                  </a:solidFill>
                </a:rPr>
                <a:t>Description of the contents</a:t>
              </a:r>
            </a:p>
          </p:txBody>
        </p:sp>
        <p:sp>
          <p:nvSpPr>
            <p:cNvPr id="14" name="Rectangle 13">
              <a:extLst>
                <a:ext uri="{FF2B5EF4-FFF2-40B4-BE49-F238E27FC236}">
                  <a16:creationId xmlns:a16="http://schemas.microsoft.com/office/drawing/2014/main" xmlns="" id="{E8A5E3E6-27AB-4D56-916E-023229300AEB}"/>
                </a:ext>
              </a:extLst>
            </p:cNvPr>
            <p:cNvSpPr>
              <a:spLocks noChangeArrowheads="1"/>
            </p:cNvSpPr>
            <p:nvPr/>
          </p:nvSpPr>
          <p:spPr bwMode="auto">
            <a:xfrm>
              <a:off x="5300663" y="2895601"/>
              <a:ext cx="501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rgbClr val="FFFFFF">
                        <a:alpha val="50000"/>
                      </a:srgbClr>
                    </a:outerShdw>
                  </a:effectLst>
                </a14:hiddenEffects>
              </a:ext>
            </a:extLst>
          </p:spPr>
          <p:txBody>
            <a:bodyPr wrap="none">
              <a:spAutoFit/>
            </a:bodyPr>
            <a:lstStyle/>
            <a:p>
              <a:r>
                <a:rPr lang="en-US" altLang="zh-CN" b="1">
                  <a:effectLst>
                    <a:outerShdw blurRad="38100" dist="38100" dir="2700000" algn="tl">
                      <a:srgbClr val="C0C0C0"/>
                    </a:outerShdw>
                  </a:effectLst>
                </a:rPr>
                <a:t>M1</a:t>
              </a:r>
            </a:p>
          </p:txBody>
        </p:sp>
        <p:sp>
          <p:nvSpPr>
            <p:cNvPr id="15" name="Rectangle 14">
              <a:extLst>
                <a:ext uri="{FF2B5EF4-FFF2-40B4-BE49-F238E27FC236}">
                  <a16:creationId xmlns:a16="http://schemas.microsoft.com/office/drawing/2014/main" xmlns="" id="{956AE670-43C3-4E2B-AC84-0D0736672F9E}"/>
                </a:ext>
              </a:extLst>
            </p:cNvPr>
            <p:cNvSpPr>
              <a:spLocks noChangeArrowheads="1"/>
            </p:cNvSpPr>
            <p:nvPr/>
          </p:nvSpPr>
          <p:spPr bwMode="auto">
            <a:xfrm>
              <a:off x="6432550" y="2895601"/>
              <a:ext cx="501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rgbClr val="FFFFFF">
                        <a:alpha val="50000"/>
                      </a:srgbClr>
                    </a:outerShdw>
                  </a:effectLst>
                </a14:hiddenEffects>
              </a:ext>
            </a:extLst>
          </p:spPr>
          <p:txBody>
            <a:bodyPr wrap="none">
              <a:spAutoFit/>
            </a:bodyPr>
            <a:lstStyle/>
            <a:p>
              <a:r>
                <a:rPr lang="en-US" altLang="zh-CN" b="1">
                  <a:effectLst>
                    <a:outerShdw blurRad="38100" dist="38100" dir="2700000" algn="tl">
                      <a:srgbClr val="C0C0C0"/>
                    </a:outerShdw>
                  </a:effectLst>
                </a:rPr>
                <a:t>M2</a:t>
              </a:r>
            </a:p>
          </p:txBody>
        </p:sp>
        <p:sp>
          <p:nvSpPr>
            <p:cNvPr id="16" name="Rectangle 15">
              <a:extLst>
                <a:ext uri="{FF2B5EF4-FFF2-40B4-BE49-F238E27FC236}">
                  <a16:creationId xmlns:a16="http://schemas.microsoft.com/office/drawing/2014/main" xmlns="" id="{46F47451-C19A-4DFD-9AC4-8B483085A926}"/>
                </a:ext>
              </a:extLst>
            </p:cNvPr>
            <p:cNvSpPr>
              <a:spLocks noChangeArrowheads="1"/>
            </p:cNvSpPr>
            <p:nvPr/>
          </p:nvSpPr>
          <p:spPr bwMode="auto">
            <a:xfrm>
              <a:off x="5300663" y="3800476"/>
              <a:ext cx="501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rgbClr val="FFFFFF">
                        <a:alpha val="50000"/>
                      </a:srgbClr>
                    </a:outerShdw>
                  </a:effectLst>
                </a14:hiddenEffects>
              </a:ext>
            </a:extLst>
          </p:spPr>
          <p:txBody>
            <a:bodyPr wrap="none">
              <a:spAutoFit/>
            </a:bodyPr>
            <a:lstStyle/>
            <a:p>
              <a:r>
                <a:rPr lang="en-US" altLang="zh-CN" b="1">
                  <a:effectLst>
                    <a:outerShdw blurRad="38100" dist="38100" dir="2700000" algn="tl">
                      <a:srgbClr val="C0C0C0"/>
                    </a:outerShdw>
                  </a:effectLst>
                </a:rPr>
                <a:t>M4</a:t>
              </a:r>
            </a:p>
          </p:txBody>
        </p:sp>
        <p:sp>
          <p:nvSpPr>
            <p:cNvPr id="17" name="Rectangle 16">
              <a:extLst>
                <a:ext uri="{FF2B5EF4-FFF2-40B4-BE49-F238E27FC236}">
                  <a16:creationId xmlns:a16="http://schemas.microsoft.com/office/drawing/2014/main" xmlns="" id="{876C98B0-83B2-4A7C-AB05-AFC5CA864F6B}"/>
                </a:ext>
              </a:extLst>
            </p:cNvPr>
            <p:cNvSpPr>
              <a:spLocks noChangeArrowheads="1"/>
            </p:cNvSpPr>
            <p:nvPr/>
          </p:nvSpPr>
          <p:spPr bwMode="auto">
            <a:xfrm>
              <a:off x="6432550" y="3800476"/>
              <a:ext cx="5016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rgbClr val="FFFFFF">
                        <a:alpha val="50000"/>
                      </a:srgbClr>
                    </a:outerShdw>
                  </a:effectLst>
                </a14:hiddenEffects>
              </a:ext>
            </a:extLst>
          </p:spPr>
          <p:txBody>
            <a:bodyPr wrap="none">
              <a:spAutoFit/>
            </a:bodyPr>
            <a:lstStyle/>
            <a:p>
              <a:r>
                <a:rPr lang="en-US" altLang="zh-CN" b="1">
                  <a:effectLst>
                    <a:outerShdw blurRad="38100" dist="38100" dir="2700000" algn="tl">
                      <a:srgbClr val="C0C0C0"/>
                    </a:outerShdw>
                  </a:effectLst>
                </a:rPr>
                <a:t>M3</a:t>
              </a:r>
            </a:p>
          </p:txBody>
        </p:sp>
      </p:grpSp>
      <p:grpSp>
        <p:nvGrpSpPr>
          <p:cNvPr id="18" name="组 17"/>
          <p:cNvGrpSpPr/>
          <p:nvPr/>
        </p:nvGrpSpPr>
        <p:grpSpPr>
          <a:xfrm>
            <a:off x="731695" y="1854454"/>
            <a:ext cx="2976189" cy="1397890"/>
            <a:chOff x="7573558" y="1789204"/>
            <a:chExt cx="3240000" cy="1397890"/>
          </a:xfrm>
        </p:grpSpPr>
        <p:grpSp>
          <p:nvGrpSpPr>
            <p:cNvPr id="19"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1" name="矩形 2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2" name="矩形 2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3" name="组 22"/>
          <p:cNvGrpSpPr/>
          <p:nvPr/>
        </p:nvGrpSpPr>
        <p:grpSpPr>
          <a:xfrm>
            <a:off x="8308498" y="1988840"/>
            <a:ext cx="2899709" cy="1397890"/>
            <a:chOff x="7573558" y="1789204"/>
            <a:chExt cx="3240000" cy="1397890"/>
          </a:xfrm>
        </p:grpSpPr>
        <p:grpSp>
          <p:nvGrpSpPr>
            <p:cNvPr id="24"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6" name="矩形 25">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7" name="矩形 2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2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8" name="组 27"/>
          <p:cNvGrpSpPr/>
          <p:nvPr/>
        </p:nvGrpSpPr>
        <p:grpSpPr>
          <a:xfrm>
            <a:off x="731695" y="4117323"/>
            <a:ext cx="2976189" cy="1397890"/>
            <a:chOff x="7573558" y="1789204"/>
            <a:chExt cx="3240000" cy="1397890"/>
          </a:xfrm>
        </p:grpSpPr>
        <p:grpSp>
          <p:nvGrpSpPr>
            <p:cNvPr id="29"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1" name="矩形 3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2" name="矩形 3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3" name="组 32"/>
          <p:cNvGrpSpPr/>
          <p:nvPr/>
        </p:nvGrpSpPr>
        <p:grpSpPr>
          <a:xfrm>
            <a:off x="8308498" y="4125225"/>
            <a:ext cx="2899709" cy="1397890"/>
            <a:chOff x="7573558" y="1789204"/>
            <a:chExt cx="3240000" cy="1397890"/>
          </a:xfrm>
        </p:grpSpPr>
        <p:grpSp>
          <p:nvGrpSpPr>
            <p:cNvPr id="34"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6" name="矩形 35">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7" name="矩形 3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3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32059240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25">
            <a:extLst>
              <a:ext uri="{FF2B5EF4-FFF2-40B4-BE49-F238E27FC236}">
                <a16:creationId xmlns:a16="http://schemas.microsoft.com/office/drawing/2014/main" xmlns="" id="{0B546443-C11E-48CA-8C83-9C03F4565396}"/>
              </a:ext>
            </a:extLst>
          </p:cNvPr>
          <p:cNvSpPr/>
          <p:nvPr/>
        </p:nvSpPr>
        <p:spPr>
          <a:xfrm>
            <a:off x="5397815" y="2924944"/>
            <a:ext cx="1439167" cy="1439167"/>
          </a:xfrm>
          <a:custGeom>
            <a:avLst/>
            <a:gdLst>
              <a:gd name="connsiteX0" fmla="*/ 0 w 1439167"/>
              <a:gd name="connsiteY0" fmla="*/ 719584 h 1439167"/>
              <a:gd name="connsiteX1" fmla="*/ 719584 w 1439167"/>
              <a:gd name="connsiteY1" fmla="*/ 0 h 1439167"/>
              <a:gd name="connsiteX2" fmla="*/ 1439168 w 1439167"/>
              <a:gd name="connsiteY2" fmla="*/ 719584 h 1439167"/>
              <a:gd name="connsiteX3" fmla="*/ 719584 w 1439167"/>
              <a:gd name="connsiteY3" fmla="*/ 1439168 h 1439167"/>
              <a:gd name="connsiteX4" fmla="*/ 0 w 1439167"/>
              <a:gd name="connsiteY4" fmla="*/ 719584 h 1439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9167" h="1439167">
                <a:moveTo>
                  <a:pt x="0" y="719584"/>
                </a:moveTo>
                <a:cubicBezTo>
                  <a:pt x="0" y="322169"/>
                  <a:pt x="322169" y="0"/>
                  <a:pt x="719584" y="0"/>
                </a:cubicBezTo>
                <a:cubicBezTo>
                  <a:pt x="1116999" y="0"/>
                  <a:pt x="1439168" y="322169"/>
                  <a:pt x="1439168" y="719584"/>
                </a:cubicBezTo>
                <a:cubicBezTo>
                  <a:pt x="1439168" y="1116999"/>
                  <a:pt x="1116999" y="1439168"/>
                  <a:pt x="719584" y="1439168"/>
                </a:cubicBezTo>
                <a:cubicBezTo>
                  <a:pt x="322169" y="1439168"/>
                  <a:pt x="0" y="1116999"/>
                  <a:pt x="0" y="719584"/>
                </a:cubicBezTo>
                <a:close/>
              </a:path>
            </a:pathLst>
          </a:custGeom>
          <a:solidFill>
            <a:srgbClr val="4372C4"/>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50131" tIns="250131" rIns="250131" bIns="250131" numCol="1" spcCol="1270" anchor="ctr" anchorCtr="0">
            <a:noAutofit/>
          </a:bodyPr>
          <a:lstStyle/>
          <a:p>
            <a:pPr algn="ctr" defTabSz="1377950" eaLnBrk="0" fontAlgn="base" hangingPunct="0">
              <a:spcBef>
                <a:spcPct val="0"/>
              </a:spcBef>
              <a:spcAft>
                <a:spcPct val="35000"/>
              </a:spcAft>
            </a:pPr>
            <a:r>
              <a:rPr lang="zh-CN" altLang="en-US" sz="2400" b="1" dirty="0" smtClean="0">
                <a:solidFill>
                  <a:prstClr val="white"/>
                </a:solidFill>
                <a:latin typeface="微软雅黑" panose="020B0503020204020204" pitchFamily="34" charset="-122"/>
                <a:ea typeface="微软雅黑" panose="020B0503020204020204" pitchFamily="34" charset="-122"/>
              </a:rPr>
              <a:t>期间</a:t>
            </a:r>
            <a:endParaRPr lang="en-US" altLang="zh-CN" sz="2400" b="1" dirty="0" smtClean="0">
              <a:solidFill>
                <a:prstClr val="white"/>
              </a:solidFill>
              <a:latin typeface="微软雅黑" panose="020B0503020204020204" pitchFamily="34" charset="-122"/>
              <a:ea typeface="微软雅黑" panose="020B0503020204020204" pitchFamily="34" charset="-122"/>
            </a:endParaRPr>
          </a:p>
          <a:p>
            <a:pPr algn="ctr" defTabSz="1377950" eaLnBrk="0" fontAlgn="base" hangingPunct="0">
              <a:spcBef>
                <a:spcPct val="0"/>
              </a:spcBef>
              <a:spcAft>
                <a:spcPct val="35000"/>
              </a:spcAft>
            </a:pPr>
            <a:r>
              <a:rPr lang="zh-CN" altLang="en-US" sz="2400" b="1" dirty="0" smtClean="0">
                <a:solidFill>
                  <a:prstClr val="white"/>
                </a:solidFill>
                <a:latin typeface="微软雅黑" panose="020B0503020204020204" pitchFamily="34" charset="-122"/>
                <a:ea typeface="微软雅黑" panose="020B0503020204020204" pitchFamily="34" charset="-122"/>
              </a:rPr>
              <a:t>活动</a:t>
            </a:r>
            <a:endParaRPr lang="zh-CN" altLang="en-US" sz="2400" b="1" dirty="0">
              <a:solidFill>
                <a:prstClr val="white"/>
              </a:solidFill>
              <a:latin typeface="微软雅黑" panose="020B0503020204020204" pitchFamily="34" charset="-122"/>
              <a:ea typeface="微软雅黑" panose="020B0503020204020204" pitchFamily="34" charset="-122"/>
            </a:endParaRPr>
          </a:p>
        </p:txBody>
      </p:sp>
      <p:sp>
        <p:nvSpPr>
          <p:cNvPr id="3" name="文本框 2">
            <a:extLst>
              <a:ext uri="{FF2B5EF4-FFF2-40B4-BE49-F238E27FC236}">
                <a16:creationId xmlns:a16="http://schemas.microsoft.com/office/drawing/2014/main" xmlns="" id="{3F57F46C-3632-4C3A-ADBC-BCE01F8391E8}"/>
              </a:ext>
            </a:extLst>
          </p:cNvPr>
          <p:cNvSpPr txBox="1"/>
          <p:nvPr/>
        </p:nvSpPr>
        <p:spPr>
          <a:xfrm>
            <a:off x="4042527" y="1385781"/>
            <a:ext cx="4276302" cy="338554"/>
          </a:xfrm>
          <a:prstGeom prst="rect">
            <a:avLst/>
          </a:prstGeom>
          <a:noFill/>
        </p:spPr>
        <p:txBody>
          <a:bodyPr wrap="square" rtlCol="0">
            <a:spAutoFit/>
          </a:bodyPr>
          <a:lstStyle/>
          <a:p>
            <a:pPr algn="ctr" eaLnBrk="0" fontAlgn="base" hangingPunct="0">
              <a:spcBef>
                <a:spcPct val="0"/>
              </a:spcBef>
              <a:spcAft>
                <a:spcPct val="0"/>
              </a:spcAft>
            </a:pPr>
            <a:r>
              <a:rPr lang="zh-CN" altLang="en-US" sz="1600" dirty="0">
                <a:latin typeface="微软雅黑" panose="020B0503020204020204" pitchFamily="34" charset="-122"/>
                <a:ea typeface="微软雅黑" panose="020B0503020204020204" pitchFamily="34" charset="-122"/>
                <a:cs typeface="Microsoft YaHei Light" charset="-122"/>
              </a:rPr>
              <a:t>兴</a:t>
            </a:r>
            <a:r>
              <a:rPr lang="zh-CN" altLang="en-US" sz="1600" dirty="0" smtClean="0">
                <a:latin typeface="微软雅黑" panose="020B0503020204020204" pitchFamily="34" charset="-122"/>
                <a:ea typeface="微软雅黑" panose="020B0503020204020204" pitchFamily="34" charset="-122"/>
                <a:cs typeface="Microsoft YaHei Light" charset="-122"/>
              </a:rPr>
              <a:t>业数字金融服务股份有限公司</a:t>
            </a:r>
            <a:endParaRPr lang="zh-CN" altLang="en-US" sz="1600" dirty="0">
              <a:solidFill>
                <a:srgbClr val="141735"/>
              </a:solidFill>
              <a:latin typeface="微软雅黑" panose="020B0503020204020204" pitchFamily="34" charset="-122"/>
              <a:ea typeface="微软雅黑" panose="020B0503020204020204" pitchFamily="34" charset="-122"/>
              <a:cs typeface="Microsoft YaHei Light" charset="-122"/>
            </a:endParaRPr>
          </a:p>
        </p:txBody>
      </p:sp>
      <p:sp>
        <p:nvSpPr>
          <p:cNvPr id="4" name="文本框 3">
            <a:extLst>
              <a:ext uri="{FF2B5EF4-FFF2-40B4-BE49-F238E27FC236}">
                <a16:creationId xmlns:a16="http://schemas.microsoft.com/office/drawing/2014/main" xmlns="" id="{C8BE584A-550A-4BD6-9E30-0466E7F4E177}"/>
              </a:ext>
            </a:extLst>
          </p:cNvPr>
          <p:cNvSpPr txBox="1"/>
          <p:nvPr/>
        </p:nvSpPr>
        <p:spPr>
          <a:xfrm>
            <a:off x="4056193" y="5658435"/>
            <a:ext cx="4248970" cy="338554"/>
          </a:xfrm>
          <a:prstGeom prst="rect">
            <a:avLst/>
          </a:prstGeom>
          <a:noFill/>
        </p:spPr>
        <p:txBody>
          <a:bodyPr wrap="square" rtlCol="0">
            <a:spAutoFit/>
          </a:bodyPr>
          <a:lstStyle/>
          <a:p>
            <a:pPr algn="ctr" eaLnBrk="0" fontAlgn="base" hangingPunct="0">
              <a:spcBef>
                <a:spcPct val="0"/>
              </a:spcBef>
              <a:spcAft>
                <a:spcPct val="0"/>
              </a:spcAft>
            </a:pPr>
            <a:r>
              <a:rPr lang="zh-CN" altLang="en-US" sz="1600" dirty="0">
                <a:latin typeface="微软雅黑" panose="020B0503020204020204" pitchFamily="34" charset="-122"/>
                <a:ea typeface="微软雅黑" panose="020B0503020204020204" pitchFamily="34" charset="-122"/>
                <a:cs typeface="Microsoft YaHei Light" charset="-122"/>
              </a:rPr>
              <a:t>兴业数字金融服务股份有限公司</a:t>
            </a:r>
            <a:endParaRPr lang="zh-CN" altLang="en-US" sz="1600" dirty="0">
              <a:solidFill>
                <a:srgbClr val="141735"/>
              </a:solidFill>
              <a:latin typeface="微软雅黑" panose="020B0503020204020204" pitchFamily="34" charset="-122"/>
              <a:ea typeface="微软雅黑" panose="020B0503020204020204" pitchFamily="34" charset="-122"/>
              <a:cs typeface="Microsoft YaHei Light" charset="-122"/>
            </a:endParaRPr>
          </a:p>
        </p:txBody>
      </p:sp>
      <p:sp>
        <p:nvSpPr>
          <p:cNvPr id="5" name="文本框 4">
            <a:extLst>
              <a:ext uri="{FF2B5EF4-FFF2-40B4-BE49-F238E27FC236}">
                <a16:creationId xmlns:a16="http://schemas.microsoft.com/office/drawing/2014/main" xmlns="" id="{2D35323E-0B38-451A-AE93-530C361C78C0}"/>
              </a:ext>
            </a:extLst>
          </p:cNvPr>
          <p:cNvSpPr txBox="1"/>
          <p:nvPr/>
        </p:nvSpPr>
        <p:spPr>
          <a:xfrm>
            <a:off x="8204595" y="3459248"/>
            <a:ext cx="3258097" cy="338554"/>
          </a:xfrm>
          <a:prstGeom prst="rect">
            <a:avLst/>
          </a:prstGeom>
          <a:noFill/>
        </p:spPr>
        <p:txBody>
          <a:bodyPr wrap="square" rtlCol="0">
            <a:spAutoFit/>
          </a:bodyPr>
          <a:lstStyle/>
          <a:p>
            <a:pPr algn="ctr" eaLnBrk="0" fontAlgn="base" hangingPunct="0">
              <a:spcBef>
                <a:spcPct val="0"/>
              </a:spcBef>
              <a:spcAft>
                <a:spcPct val="0"/>
              </a:spcAft>
            </a:pPr>
            <a:r>
              <a:rPr lang="zh-CN" altLang="en-US" sz="1600" dirty="0">
                <a:latin typeface="微软雅黑" panose="020B0503020204020204" pitchFamily="34" charset="-122"/>
                <a:ea typeface="微软雅黑" panose="020B0503020204020204" pitchFamily="34" charset="-122"/>
                <a:cs typeface="Microsoft YaHei Light" charset="-122"/>
              </a:rPr>
              <a:t>兴业数字金融服务股份有限公司</a:t>
            </a:r>
            <a:endParaRPr lang="zh-CN" altLang="en-US" sz="1600" dirty="0">
              <a:solidFill>
                <a:srgbClr val="141735"/>
              </a:solidFill>
              <a:latin typeface="微软雅黑" panose="020B0503020204020204" pitchFamily="34" charset="-122"/>
              <a:ea typeface="微软雅黑" panose="020B0503020204020204" pitchFamily="34" charset="-122"/>
              <a:cs typeface="Microsoft YaHei Light" charset="-122"/>
            </a:endParaRPr>
          </a:p>
        </p:txBody>
      </p:sp>
      <p:sp>
        <p:nvSpPr>
          <p:cNvPr id="6" name="文本框 5">
            <a:extLst>
              <a:ext uri="{FF2B5EF4-FFF2-40B4-BE49-F238E27FC236}">
                <a16:creationId xmlns:a16="http://schemas.microsoft.com/office/drawing/2014/main" xmlns="" id="{6EC38608-E3B5-415C-AF1F-21EDDFEA135C}"/>
              </a:ext>
            </a:extLst>
          </p:cNvPr>
          <p:cNvSpPr txBox="1"/>
          <p:nvPr/>
        </p:nvSpPr>
        <p:spPr>
          <a:xfrm>
            <a:off x="1055440" y="3458381"/>
            <a:ext cx="3074203" cy="338554"/>
          </a:xfrm>
          <a:prstGeom prst="rect">
            <a:avLst/>
          </a:prstGeom>
          <a:noFill/>
        </p:spPr>
        <p:txBody>
          <a:bodyPr wrap="square" rtlCol="0">
            <a:spAutoFit/>
          </a:bodyPr>
          <a:lstStyle/>
          <a:p>
            <a:pPr algn="ctr" eaLnBrk="0" fontAlgn="base" hangingPunct="0">
              <a:spcBef>
                <a:spcPct val="0"/>
              </a:spcBef>
              <a:spcAft>
                <a:spcPct val="0"/>
              </a:spcAft>
            </a:pPr>
            <a:r>
              <a:rPr lang="zh-CN" altLang="en-US" sz="1600" dirty="0">
                <a:latin typeface="微软雅黑" panose="020B0503020204020204" pitchFamily="34" charset="-122"/>
                <a:ea typeface="微软雅黑" panose="020B0503020204020204" pitchFamily="34" charset="-122"/>
                <a:cs typeface="Microsoft YaHei Light" charset="-122"/>
              </a:rPr>
              <a:t>兴业数字金融服务股份有限公司</a:t>
            </a:r>
            <a:endParaRPr lang="zh-CN" altLang="en-US" sz="1600" dirty="0">
              <a:solidFill>
                <a:srgbClr val="141735"/>
              </a:solidFill>
              <a:latin typeface="微软雅黑" panose="020B0503020204020204" pitchFamily="34" charset="-122"/>
              <a:ea typeface="微软雅黑" panose="020B0503020204020204" pitchFamily="34" charset="-122"/>
              <a:cs typeface="Microsoft YaHei Light" charset="-122"/>
            </a:endParaRPr>
          </a:p>
        </p:txBody>
      </p:sp>
      <p:grpSp>
        <p:nvGrpSpPr>
          <p:cNvPr id="7" name="组合 6">
            <a:extLst>
              <a:ext uri="{FF2B5EF4-FFF2-40B4-BE49-F238E27FC236}">
                <a16:creationId xmlns:a16="http://schemas.microsoft.com/office/drawing/2014/main" xmlns="" id="{6CF92ED4-1A6C-4923-A6E1-38E33A669235}"/>
              </a:ext>
            </a:extLst>
          </p:cNvPr>
          <p:cNvGrpSpPr/>
          <p:nvPr/>
        </p:nvGrpSpPr>
        <p:grpSpPr>
          <a:xfrm>
            <a:off x="4245687" y="1772816"/>
            <a:ext cx="3783007" cy="3785086"/>
            <a:chOff x="3621344" y="1881950"/>
            <a:chExt cx="4060312" cy="4062543"/>
          </a:xfrm>
        </p:grpSpPr>
        <p:sp>
          <p:nvSpPr>
            <p:cNvPr id="8" name="空心弧 7">
              <a:extLst>
                <a:ext uri="{FF2B5EF4-FFF2-40B4-BE49-F238E27FC236}">
                  <a16:creationId xmlns:a16="http://schemas.microsoft.com/office/drawing/2014/main" xmlns="" id="{F7B4AD9D-8E8F-4B30-ADCD-3FA662D29938}"/>
                </a:ext>
              </a:extLst>
            </p:cNvPr>
            <p:cNvSpPr/>
            <p:nvPr/>
          </p:nvSpPr>
          <p:spPr>
            <a:xfrm>
              <a:off x="4088786" y="2349392"/>
              <a:ext cx="3125428" cy="3125428"/>
            </a:xfrm>
            <a:prstGeom prst="blockArc">
              <a:avLst>
                <a:gd name="adj1" fmla="val 10800000"/>
                <a:gd name="adj2" fmla="val 16200000"/>
                <a:gd name="adj3" fmla="val 4642"/>
              </a:avLst>
            </a:prstGeom>
            <a:solidFill>
              <a:srgbClr val="C3C8D3"/>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9" name="空心弧 8">
              <a:extLst>
                <a:ext uri="{FF2B5EF4-FFF2-40B4-BE49-F238E27FC236}">
                  <a16:creationId xmlns:a16="http://schemas.microsoft.com/office/drawing/2014/main" xmlns="" id="{541C91F8-DCF9-4774-BBD8-0F33D33D7173}"/>
                </a:ext>
              </a:extLst>
            </p:cNvPr>
            <p:cNvSpPr/>
            <p:nvPr/>
          </p:nvSpPr>
          <p:spPr>
            <a:xfrm>
              <a:off x="4088786" y="2349392"/>
              <a:ext cx="3125428" cy="3125428"/>
            </a:xfrm>
            <a:prstGeom prst="blockArc">
              <a:avLst>
                <a:gd name="adj1" fmla="val 5400000"/>
                <a:gd name="adj2" fmla="val 10800000"/>
                <a:gd name="adj3" fmla="val 4642"/>
              </a:avLst>
            </a:prstGeom>
            <a:solidFill>
              <a:srgbClr val="C3C8D3"/>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0" name="空心弧 9">
              <a:extLst>
                <a:ext uri="{FF2B5EF4-FFF2-40B4-BE49-F238E27FC236}">
                  <a16:creationId xmlns:a16="http://schemas.microsoft.com/office/drawing/2014/main" xmlns="" id="{E94EEBA1-56E6-4472-8A0F-31FF5B6C5110}"/>
                </a:ext>
              </a:extLst>
            </p:cNvPr>
            <p:cNvSpPr/>
            <p:nvPr/>
          </p:nvSpPr>
          <p:spPr>
            <a:xfrm>
              <a:off x="4088786" y="2349392"/>
              <a:ext cx="3125428" cy="3125428"/>
            </a:xfrm>
            <a:prstGeom prst="blockArc">
              <a:avLst>
                <a:gd name="adj1" fmla="val 0"/>
                <a:gd name="adj2" fmla="val 5400000"/>
                <a:gd name="adj3" fmla="val 4642"/>
              </a:avLst>
            </a:prstGeom>
            <a:solidFill>
              <a:srgbClr val="C3C8D3"/>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sp>
          <p:nvSpPr>
            <p:cNvPr id="11" name="空心弧 10">
              <a:extLst>
                <a:ext uri="{FF2B5EF4-FFF2-40B4-BE49-F238E27FC236}">
                  <a16:creationId xmlns:a16="http://schemas.microsoft.com/office/drawing/2014/main" xmlns="" id="{95C979E3-75B4-4774-9CEA-7C1A156C40B6}"/>
                </a:ext>
              </a:extLst>
            </p:cNvPr>
            <p:cNvSpPr/>
            <p:nvPr/>
          </p:nvSpPr>
          <p:spPr>
            <a:xfrm>
              <a:off x="4088786" y="2349392"/>
              <a:ext cx="3125428" cy="3125428"/>
            </a:xfrm>
            <a:prstGeom prst="blockArc">
              <a:avLst>
                <a:gd name="adj1" fmla="val 16200000"/>
                <a:gd name="adj2" fmla="val 0"/>
                <a:gd name="adj3" fmla="val 4642"/>
              </a:avLst>
            </a:prstGeom>
            <a:solidFill>
              <a:srgbClr val="C3C8D3"/>
            </a:solidFill>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sp>
        <p:grpSp>
          <p:nvGrpSpPr>
            <p:cNvPr id="12" name="组合 11">
              <a:extLst>
                <a:ext uri="{FF2B5EF4-FFF2-40B4-BE49-F238E27FC236}">
                  <a16:creationId xmlns:a16="http://schemas.microsoft.com/office/drawing/2014/main" xmlns="" id="{E719DE68-C412-4C54-814A-2D15D34924AD}"/>
                </a:ext>
              </a:extLst>
            </p:cNvPr>
            <p:cNvGrpSpPr/>
            <p:nvPr/>
          </p:nvGrpSpPr>
          <p:grpSpPr>
            <a:xfrm>
              <a:off x="5144584" y="4937076"/>
              <a:ext cx="1007417" cy="1007417"/>
              <a:chOff x="5144584" y="4937076"/>
              <a:chExt cx="1007417" cy="1007417"/>
            </a:xfrm>
          </p:grpSpPr>
          <p:sp>
            <p:nvSpPr>
              <p:cNvPr id="37" name="任意多边形 74">
                <a:extLst>
                  <a:ext uri="{FF2B5EF4-FFF2-40B4-BE49-F238E27FC236}">
                    <a16:creationId xmlns:a16="http://schemas.microsoft.com/office/drawing/2014/main" xmlns="" id="{3CBAC127-5A8A-4FAD-8C16-07A11BB6363B}"/>
                  </a:ext>
                </a:extLst>
              </p:cNvPr>
              <p:cNvSpPr/>
              <p:nvPr/>
            </p:nvSpPr>
            <p:spPr>
              <a:xfrm>
                <a:off x="5144584" y="4937076"/>
                <a:ext cx="1007417" cy="1007417"/>
              </a:xfrm>
              <a:custGeom>
                <a:avLst/>
                <a:gdLst>
                  <a:gd name="connsiteX0" fmla="*/ 0 w 1007417"/>
                  <a:gd name="connsiteY0" fmla="*/ 503709 h 1007417"/>
                  <a:gd name="connsiteX1" fmla="*/ 503709 w 1007417"/>
                  <a:gd name="connsiteY1" fmla="*/ 0 h 1007417"/>
                  <a:gd name="connsiteX2" fmla="*/ 1007418 w 1007417"/>
                  <a:gd name="connsiteY2" fmla="*/ 503709 h 1007417"/>
                  <a:gd name="connsiteX3" fmla="*/ 503709 w 1007417"/>
                  <a:gd name="connsiteY3" fmla="*/ 1007418 h 1007417"/>
                  <a:gd name="connsiteX4" fmla="*/ 0 w 1007417"/>
                  <a:gd name="connsiteY4" fmla="*/ 503709 h 1007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417" h="1007417">
                    <a:moveTo>
                      <a:pt x="0" y="503709"/>
                    </a:moveTo>
                    <a:cubicBezTo>
                      <a:pt x="0" y="225518"/>
                      <a:pt x="225518" y="0"/>
                      <a:pt x="503709" y="0"/>
                    </a:cubicBezTo>
                    <a:cubicBezTo>
                      <a:pt x="781900" y="0"/>
                      <a:pt x="1007418" y="225518"/>
                      <a:pt x="1007418" y="503709"/>
                    </a:cubicBezTo>
                    <a:cubicBezTo>
                      <a:pt x="1007418" y="781900"/>
                      <a:pt x="781900" y="1007418"/>
                      <a:pt x="503709" y="1007418"/>
                    </a:cubicBezTo>
                    <a:cubicBezTo>
                      <a:pt x="225518" y="1007418"/>
                      <a:pt x="0" y="781900"/>
                      <a:pt x="0" y="503709"/>
                    </a:cubicBezTo>
                    <a:close/>
                  </a:path>
                </a:pathLst>
              </a:custGeom>
              <a:solidFill>
                <a:srgbClr val="4372C4"/>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5473" tIns="175473" rIns="175473" bIns="175473" numCol="1" spcCol="1270" anchor="ctr" anchorCtr="0">
                <a:noAutofit/>
              </a:bodyPr>
              <a:lstStyle/>
              <a:p>
                <a:pPr algn="ctr" defTabSz="977900" eaLnBrk="0" fontAlgn="base" hangingPunct="0">
                  <a:lnSpc>
                    <a:spcPct val="90000"/>
                  </a:lnSpc>
                  <a:spcBef>
                    <a:spcPct val="0"/>
                  </a:spcBef>
                  <a:spcAft>
                    <a:spcPct val="35000"/>
                  </a:spcAft>
                </a:pPr>
                <a:endParaRPr lang="zh-CN" altLang="en-US" sz="2200">
                  <a:solidFill>
                    <a:prstClr val="white"/>
                  </a:solidFill>
                </a:endParaRPr>
              </a:p>
            </p:txBody>
          </p:sp>
          <p:grpSp>
            <p:nvGrpSpPr>
              <p:cNvPr id="38" name="Group 4">
                <a:extLst>
                  <a:ext uri="{FF2B5EF4-FFF2-40B4-BE49-F238E27FC236}">
                    <a16:creationId xmlns:a16="http://schemas.microsoft.com/office/drawing/2014/main" xmlns="" id="{4DA95C55-26A4-4AB7-8E65-ACF977C396E6}"/>
                  </a:ext>
                </a:extLst>
              </p:cNvPr>
              <p:cNvGrpSpPr>
                <a:grpSpLocks noChangeAspect="1"/>
              </p:cNvGrpSpPr>
              <p:nvPr/>
            </p:nvGrpSpPr>
            <p:grpSpPr bwMode="auto">
              <a:xfrm>
                <a:off x="5418313" y="5176357"/>
                <a:ext cx="466374" cy="524392"/>
                <a:chOff x="3313" y="3205"/>
                <a:chExt cx="418" cy="470"/>
              </a:xfrm>
              <a:solidFill>
                <a:schemeClr val="bg1"/>
              </a:solidFill>
            </p:grpSpPr>
            <p:sp>
              <p:nvSpPr>
                <p:cNvPr id="39" name="Freeform 5">
                  <a:extLst>
                    <a:ext uri="{FF2B5EF4-FFF2-40B4-BE49-F238E27FC236}">
                      <a16:creationId xmlns:a16="http://schemas.microsoft.com/office/drawing/2014/main" xmlns="" id="{3F558FF1-6E00-4562-BFD9-7974770CD731}"/>
                    </a:ext>
                  </a:extLst>
                </p:cNvPr>
                <p:cNvSpPr>
                  <a:spLocks/>
                </p:cNvSpPr>
                <p:nvPr/>
              </p:nvSpPr>
              <p:spPr bwMode="auto">
                <a:xfrm>
                  <a:off x="3392" y="3507"/>
                  <a:ext cx="206" cy="12"/>
                </a:xfrm>
                <a:custGeom>
                  <a:avLst/>
                  <a:gdLst>
                    <a:gd name="T0" fmla="*/ 84 w 86"/>
                    <a:gd name="T1" fmla="*/ 0 h 5"/>
                    <a:gd name="T2" fmla="*/ 3 w 86"/>
                    <a:gd name="T3" fmla="*/ 0 h 5"/>
                    <a:gd name="T4" fmla="*/ 0 w 86"/>
                    <a:gd name="T5" fmla="*/ 3 h 5"/>
                    <a:gd name="T6" fmla="*/ 3 w 86"/>
                    <a:gd name="T7" fmla="*/ 5 h 5"/>
                    <a:gd name="T8" fmla="*/ 84 w 86"/>
                    <a:gd name="T9" fmla="*/ 5 h 5"/>
                    <a:gd name="T10" fmla="*/ 86 w 86"/>
                    <a:gd name="T11" fmla="*/ 3 h 5"/>
                    <a:gd name="T12" fmla="*/ 84 w 86"/>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6" h="5">
                      <a:moveTo>
                        <a:pt x="84" y="0"/>
                      </a:moveTo>
                      <a:cubicBezTo>
                        <a:pt x="3" y="0"/>
                        <a:pt x="3" y="0"/>
                        <a:pt x="3" y="0"/>
                      </a:cubicBezTo>
                      <a:cubicBezTo>
                        <a:pt x="1" y="0"/>
                        <a:pt x="0" y="1"/>
                        <a:pt x="0" y="3"/>
                      </a:cubicBezTo>
                      <a:cubicBezTo>
                        <a:pt x="0" y="4"/>
                        <a:pt x="1" y="5"/>
                        <a:pt x="3" y="5"/>
                      </a:cubicBezTo>
                      <a:cubicBezTo>
                        <a:pt x="84" y="5"/>
                        <a:pt x="84" y="5"/>
                        <a:pt x="84" y="5"/>
                      </a:cubicBezTo>
                      <a:cubicBezTo>
                        <a:pt x="85" y="5"/>
                        <a:pt x="86" y="4"/>
                        <a:pt x="86" y="3"/>
                      </a:cubicBezTo>
                      <a:cubicBezTo>
                        <a:pt x="86" y="1"/>
                        <a:pt x="85" y="0"/>
                        <a:pt x="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40" name="Freeform 6">
                  <a:extLst>
                    <a:ext uri="{FF2B5EF4-FFF2-40B4-BE49-F238E27FC236}">
                      <a16:creationId xmlns:a16="http://schemas.microsoft.com/office/drawing/2014/main" xmlns="" id="{9B6966F6-ADA0-49B3-9CEB-569E2829CE23}"/>
                    </a:ext>
                  </a:extLst>
                </p:cNvPr>
                <p:cNvSpPr>
                  <a:spLocks/>
                </p:cNvSpPr>
                <p:nvPr/>
              </p:nvSpPr>
              <p:spPr bwMode="auto">
                <a:xfrm>
                  <a:off x="3392" y="3442"/>
                  <a:ext cx="206" cy="12"/>
                </a:xfrm>
                <a:custGeom>
                  <a:avLst/>
                  <a:gdLst>
                    <a:gd name="T0" fmla="*/ 84 w 86"/>
                    <a:gd name="T1" fmla="*/ 0 h 5"/>
                    <a:gd name="T2" fmla="*/ 3 w 86"/>
                    <a:gd name="T3" fmla="*/ 0 h 5"/>
                    <a:gd name="T4" fmla="*/ 0 w 86"/>
                    <a:gd name="T5" fmla="*/ 2 h 5"/>
                    <a:gd name="T6" fmla="*/ 3 w 86"/>
                    <a:gd name="T7" fmla="*/ 5 h 5"/>
                    <a:gd name="T8" fmla="*/ 84 w 86"/>
                    <a:gd name="T9" fmla="*/ 5 h 5"/>
                    <a:gd name="T10" fmla="*/ 86 w 86"/>
                    <a:gd name="T11" fmla="*/ 2 h 5"/>
                    <a:gd name="T12" fmla="*/ 84 w 86"/>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6" h="5">
                      <a:moveTo>
                        <a:pt x="84" y="0"/>
                      </a:moveTo>
                      <a:cubicBezTo>
                        <a:pt x="3" y="0"/>
                        <a:pt x="3" y="0"/>
                        <a:pt x="3" y="0"/>
                      </a:cubicBezTo>
                      <a:cubicBezTo>
                        <a:pt x="1" y="0"/>
                        <a:pt x="0" y="1"/>
                        <a:pt x="0" y="2"/>
                      </a:cubicBezTo>
                      <a:cubicBezTo>
                        <a:pt x="0" y="4"/>
                        <a:pt x="1" y="5"/>
                        <a:pt x="3" y="5"/>
                      </a:cubicBezTo>
                      <a:cubicBezTo>
                        <a:pt x="84" y="5"/>
                        <a:pt x="84" y="5"/>
                        <a:pt x="84" y="5"/>
                      </a:cubicBezTo>
                      <a:cubicBezTo>
                        <a:pt x="85" y="5"/>
                        <a:pt x="86" y="4"/>
                        <a:pt x="86" y="2"/>
                      </a:cubicBezTo>
                      <a:cubicBezTo>
                        <a:pt x="86" y="1"/>
                        <a:pt x="85" y="0"/>
                        <a:pt x="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41" name="Freeform 7">
                  <a:extLst>
                    <a:ext uri="{FF2B5EF4-FFF2-40B4-BE49-F238E27FC236}">
                      <a16:creationId xmlns:a16="http://schemas.microsoft.com/office/drawing/2014/main" xmlns="" id="{7A7E9401-D298-4876-ADB7-C96CFAFFF9D5}"/>
                    </a:ext>
                  </a:extLst>
                </p:cNvPr>
                <p:cNvSpPr>
                  <a:spLocks/>
                </p:cNvSpPr>
                <p:nvPr/>
              </p:nvSpPr>
              <p:spPr bwMode="auto">
                <a:xfrm>
                  <a:off x="3392" y="3375"/>
                  <a:ext cx="206" cy="14"/>
                </a:xfrm>
                <a:custGeom>
                  <a:avLst/>
                  <a:gdLst>
                    <a:gd name="T0" fmla="*/ 84 w 86"/>
                    <a:gd name="T1" fmla="*/ 0 h 6"/>
                    <a:gd name="T2" fmla="*/ 3 w 86"/>
                    <a:gd name="T3" fmla="*/ 0 h 6"/>
                    <a:gd name="T4" fmla="*/ 0 w 86"/>
                    <a:gd name="T5" fmla="*/ 3 h 6"/>
                    <a:gd name="T6" fmla="*/ 3 w 86"/>
                    <a:gd name="T7" fmla="*/ 6 h 6"/>
                    <a:gd name="T8" fmla="*/ 84 w 86"/>
                    <a:gd name="T9" fmla="*/ 6 h 6"/>
                    <a:gd name="T10" fmla="*/ 86 w 86"/>
                    <a:gd name="T11" fmla="*/ 3 h 6"/>
                    <a:gd name="T12" fmla="*/ 84 w 86"/>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86" h="6">
                      <a:moveTo>
                        <a:pt x="84" y="0"/>
                      </a:moveTo>
                      <a:cubicBezTo>
                        <a:pt x="3" y="0"/>
                        <a:pt x="3" y="0"/>
                        <a:pt x="3" y="0"/>
                      </a:cubicBezTo>
                      <a:cubicBezTo>
                        <a:pt x="1" y="0"/>
                        <a:pt x="0" y="2"/>
                        <a:pt x="0" y="3"/>
                      </a:cubicBezTo>
                      <a:cubicBezTo>
                        <a:pt x="0" y="5"/>
                        <a:pt x="1" y="6"/>
                        <a:pt x="3" y="6"/>
                      </a:cubicBezTo>
                      <a:cubicBezTo>
                        <a:pt x="84" y="6"/>
                        <a:pt x="84" y="6"/>
                        <a:pt x="84" y="6"/>
                      </a:cubicBezTo>
                      <a:cubicBezTo>
                        <a:pt x="85" y="6"/>
                        <a:pt x="86" y="5"/>
                        <a:pt x="86" y="3"/>
                      </a:cubicBezTo>
                      <a:cubicBezTo>
                        <a:pt x="86" y="2"/>
                        <a:pt x="85" y="0"/>
                        <a:pt x="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42" name="Freeform 8">
                  <a:extLst>
                    <a:ext uri="{FF2B5EF4-FFF2-40B4-BE49-F238E27FC236}">
                      <a16:creationId xmlns:a16="http://schemas.microsoft.com/office/drawing/2014/main" xmlns="" id="{9F1B3477-35A8-425C-B917-610ED338A067}"/>
                    </a:ext>
                  </a:extLst>
                </p:cNvPr>
                <p:cNvSpPr>
                  <a:spLocks noEditPoints="1"/>
                </p:cNvSpPr>
                <p:nvPr/>
              </p:nvSpPr>
              <p:spPr bwMode="auto">
                <a:xfrm>
                  <a:off x="3313" y="3205"/>
                  <a:ext cx="418" cy="470"/>
                </a:xfrm>
                <a:custGeom>
                  <a:avLst/>
                  <a:gdLst>
                    <a:gd name="T0" fmla="*/ 174 w 174"/>
                    <a:gd name="T1" fmla="*/ 25 h 196"/>
                    <a:gd name="T2" fmla="*/ 149 w 174"/>
                    <a:gd name="T3" fmla="*/ 0 h 196"/>
                    <a:gd name="T4" fmla="*/ 25 w 174"/>
                    <a:gd name="T5" fmla="*/ 0 h 196"/>
                    <a:gd name="T6" fmla="*/ 25 w 174"/>
                    <a:gd name="T7" fmla="*/ 0 h 196"/>
                    <a:gd name="T8" fmla="*/ 25 w 174"/>
                    <a:gd name="T9" fmla="*/ 0 h 196"/>
                    <a:gd name="T10" fmla="*/ 0 w 174"/>
                    <a:gd name="T11" fmla="*/ 25 h 196"/>
                    <a:gd name="T12" fmla="*/ 0 w 174"/>
                    <a:gd name="T13" fmla="*/ 169 h 196"/>
                    <a:gd name="T14" fmla="*/ 2 w 174"/>
                    <a:gd name="T15" fmla="*/ 174 h 196"/>
                    <a:gd name="T16" fmla="*/ 22 w 174"/>
                    <a:gd name="T17" fmla="*/ 193 h 196"/>
                    <a:gd name="T18" fmla="*/ 31 w 174"/>
                    <a:gd name="T19" fmla="*/ 193 h 196"/>
                    <a:gd name="T20" fmla="*/ 52 w 174"/>
                    <a:gd name="T21" fmla="*/ 173 h 196"/>
                    <a:gd name="T22" fmla="*/ 73 w 174"/>
                    <a:gd name="T23" fmla="*/ 194 h 196"/>
                    <a:gd name="T24" fmla="*/ 82 w 174"/>
                    <a:gd name="T25" fmla="*/ 194 h 196"/>
                    <a:gd name="T26" fmla="*/ 104 w 174"/>
                    <a:gd name="T27" fmla="*/ 173 h 196"/>
                    <a:gd name="T28" fmla="*/ 125 w 174"/>
                    <a:gd name="T29" fmla="*/ 194 h 196"/>
                    <a:gd name="T30" fmla="*/ 130 w 174"/>
                    <a:gd name="T31" fmla="*/ 196 h 196"/>
                    <a:gd name="T32" fmla="*/ 134 w 174"/>
                    <a:gd name="T33" fmla="*/ 194 h 196"/>
                    <a:gd name="T34" fmla="*/ 153 w 174"/>
                    <a:gd name="T35" fmla="*/ 175 h 196"/>
                    <a:gd name="T36" fmla="*/ 155 w 174"/>
                    <a:gd name="T37" fmla="*/ 170 h 196"/>
                    <a:gd name="T38" fmla="*/ 155 w 174"/>
                    <a:gd name="T39" fmla="*/ 49 h 196"/>
                    <a:gd name="T40" fmla="*/ 174 w 174"/>
                    <a:gd name="T41" fmla="*/ 25 h 196"/>
                    <a:gd name="T42" fmla="*/ 130 w 174"/>
                    <a:gd name="T43" fmla="*/ 180 h 196"/>
                    <a:gd name="T44" fmla="*/ 108 w 174"/>
                    <a:gd name="T45" fmla="*/ 159 h 196"/>
                    <a:gd name="T46" fmla="*/ 99 w 174"/>
                    <a:gd name="T47" fmla="*/ 159 h 196"/>
                    <a:gd name="T48" fmla="*/ 78 w 174"/>
                    <a:gd name="T49" fmla="*/ 180 h 196"/>
                    <a:gd name="T50" fmla="*/ 57 w 174"/>
                    <a:gd name="T51" fmla="*/ 159 h 196"/>
                    <a:gd name="T52" fmla="*/ 47 w 174"/>
                    <a:gd name="T53" fmla="*/ 159 h 196"/>
                    <a:gd name="T54" fmla="*/ 27 w 174"/>
                    <a:gd name="T55" fmla="*/ 179 h 196"/>
                    <a:gd name="T56" fmla="*/ 13 w 174"/>
                    <a:gd name="T57" fmla="*/ 166 h 196"/>
                    <a:gd name="T58" fmla="*/ 13 w 174"/>
                    <a:gd name="T59" fmla="*/ 25 h 196"/>
                    <a:gd name="T60" fmla="*/ 25 w 174"/>
                    <a:gd name="T61" fmla="*/ 14 h 196"/>
                    <a:gd name="T62" fmla="*/ 25 w 174"/>
                    <a:gd name="T63" fmla="*/ 14 h 196"/>
                    <a:gd name="T64" fmla="*/ 25 w 174"/>
                    <a:gd name="T65" fmla="*/ 14 h 196"/>
                    <a:gd name="T66" fmla="*/ 25 w 174"/>
                    <a:gd name="T67" fmla="*/ 14 h 196"/>
                    <a:gd name="T68" fmla="*/ 37 w 174"/>
                    <a:gd name="T69" fmla="*/ 25 h 196"/>
                    <a:gd name="T70" fmla="*/ 25 w 174"/>
                    <a:gd name="T71" fmla="*/ 36 h 196"/>
                    <a:gd name="T72" fmla="*/ 18 w 174"/>
                    <a:gd name="T73" fmla="*/ 43 h 196"/>
                    <a:gd name="T74" fmla="*/ 25 w 174"/>
                    <a:gd name="T75" fmla="*/ 50 h 196"/>
                    <a:gd name="T76" fmla="*/ 142 w 174"/>
                    <a:gd name="T77" fmla="*/ 50 h 196"/>
                    <a:gd name="T78" fmla="*/ 142 w 174"/>
                    <a:gd name="T79" fmla="*/ 168 h 196"/>
                    <a:gd name="T80" fmla="*/ 130 w 174"/>
                    <a:gd name="T81" fmla="*/ 180 h 196"/>
                    <a:gd name="T82" fmla="*/ 149 w 174"/>
                    <a:gd name="T83" fmla="*/ 36 h 196"/>
                    <a:gd name="T84" fmla="*/ 47 w 174"/>
                    <a:gd name="T85" fmla="*/ 36 h 196"/>
                    <a:gd name="T86" fmla="*/ 50 w 174"/>
                    <a:gd name="T87" fmla="*/ 25 h 196"/>
                    <a:gd name="T88" fmla="*/ 47 w 174"/>
                    <a:gd name="T89" fmla="*/ 14 h 196"/>
                    <a:gd name="T90" fmla="*/ 149 w 174"/>
                    <a:gd name="T91" fmla="*/ 14 h 196"/>
                    <a:gd name="T92" fmla="*/ 161 w 174"/>
                    <a:gd name="T93" fmla="*/ 25 h 196"/>
                    <a:gd name="T94" fmla="*/ 149 w 174"/>
                    <a:gd name="T95" fmla="*/ 36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74" h="196">
                      <a:moveTo>
                        <a:pt x="174" y="25"/>
                      </a:moveTo>
                      <a:cubicBezTo>
                        <a:pt x="174" y="11"/>
                        <a:pt x="163" y="0"/>
                        <a:pt x="149" y="0"/>
                      </a:cubicBezTo>
                      <a:cubicBezTo>
                        <a:pt x="25" y="0"/>
                        <a:pt x="25" y="0"/>
                        <a:pt x="25" y="0"/>
                      </a:cubicBezTo>
                      <a:cubicBezTo>
                        <a:pt x="25" y="0"/>
                        <a:pt x="25" y="0"/>
                        <a:pt x="25" y="0"/>
                      </a:cubicBezTo>
                      <a:cubicBezTo>
                        <a:pt x="25" y="0"/>
                        <a:pt x="25" y="0"/>
                        <a:pt x="25" y="0"/>
                      </a:cubicBezTo>
                      <a:cubicBezTo>
                        <a:pt x="11" y="0"/>
                        <a:pt x="0" y="11"/>
                        <a:pt x="0" y="25"/>
                      </a:cubicBezTo>
                      <a:cubicBezTo>
                        <a:pt x="0" y="169"/>
                        <a:pt x="0" y="169"/>
                        <a:pt x="0" y="169"/>
                      </a:cubicBezTo>
                      <a:cubicBezTo>
                        <a:pt x="0" y="171"/>
                        <a:pt x="1" y="172"/>
                        <a:pt x="2" y="174"/>
                      </a:cubicBezTo>
                      <a:cubicBezTo>
                        <a:pt x="22" y="193"/>
                        <a:pt x="22" y="193"/>
                        <a:pt x="22" y="193"/>
                      </a:cubicBezTo>
                      <a:cubicBezTo>
                        <a:pt x="25" y="196"/>
                        <a:pt x="29" y="196"/>
                        <a:pt x="31" y="193"/>
                      </a:cubicBezTo>
                      <a:cubicBezTo>
                        <a:pt x="52" y="173"/>
                        <a:pt x="52" y="173"/>
                        <a:pt x="52" y="173"/>
                      </a:cubicBezTo>
                      <a:cubicBezTo>
                        <a:pt x="73" y="194"/>
                        <a:pt x="73" y="194"/>
                        <a:pt x="73" y="194"/>
                      </a:cubicBezTo>
                      <a:cubicBezTo>
                        <a:pt x="76" y="196"/>
                        <a:pt x="80" y="196"/>
                        <a:pt x="82" y="194"/>
                      </a:cubicBezTo>
                      <a:cubicBezTo>
                        <a:pt x="104" y="173"/>
                        <a:pt x="104" y="173"/>
                        <a:pt x="104" y="173"/>
                      </a:cubicBezTo>
                      <a:cubicBezTo>
                        <a:pt x="125" y="194"/>
                        <a:pt x="125" y="194"/>
                        <a:pt x="125" y="194"/>
                      </a:cubicBezTo>
                      <a:cubicBezTo>
                        <a:pt x="126" y="195"/>
                        <a:pt x="128" y="196"/>
                        <a:pt x="130" y="196"/>
                      </a:cubicBezTo>
                      <a:cubicBezTo>
                        <a:pt x="131" y="196"/>
                        <a:pt x="133" y="195"/>
                        <a:pt x="134" y="194"/>
                      </a:cubicBezTo>
                      <a:cubicBezTo>
                        <a:pt x="153" y="175"/>
                        <a:pt x="153" y="175"/>
                        <a:pt x="153" y="175"/>
                      </a:cubicBezTo>
                      <a:cubicBezTo>
                        <a:pt x="155" y="174"/>
                        <a:pt x="155" y="172"/>
                        <a:pt x="155" y="170"/>
                      </a:cubicBezTo>
                      <a:cubicBezTo>
                        <a:pt x="155" y="49"/>
                        <a:pt x="155" y="49"/>
                        <a:pt x="155" y="49"/>
                      </a:cubicBezTo>
                      <a:cubicBezTo>
                        <a:pt x="166" y="46"/>
                        <a:pt x="174" y="36"/>
                        <a:pt x="174" y="25"/>
                      </a:cubicBezTo>
                      <a:close/>
                      <a:moveTo>
                        <a:pt x="130" y="180"/>
                      </a:moveTo>
                      <a:cubicBezTo>
                        <a:pt x="108" y="159"/>
                        <a:pt x="108" y="159"/>
                        <a:pt x="108" y="159"/>
                      </a:cubicBezTo>
                      <a:cubicBezTo>
                        <a:pt x="106" y="157"/>
                        <a:pt x="102" y="157"/>
                        <a:pt x="99" y="159"/>
                      </a:cubicBezTo>
                      <a:cubicBezTo>
                        <a:pt x="78" y="180"/>
                        <a:pt x="78" y="180"/>
                        <a:pt x="78" y="180"/>
                      </a:cubicBezTo>
                      <a:cubicBezTo>
                        <a:pt x="57" y="159"/>
                        <a:pt x="57" y="159"/>
                        <a:pt x="57" y="159"/>
                      </a:cubicBezTo>
                      <a:cubicBezTo>
                        <a:pt x="54" y="157"/>
                        <a:pt x="50" y="157"/>
                        <a:pt x="47" y="159"/>
                      </a:cubicBezTo>
                      <a:cubicBezTo>
                        <a:pt x="27" y="179"/>
                        <a:pt x="27" y="179"/>
                        <a:pt x="27" y="179"/>
                      </a:cubicBezTo>
                      <a:cubicBezTo>
                        <a:pt x="13" y="166"/>
                        <a:pt x="13" y="166"/>
                        <a:pt x="13" y="166"/>
                      </a:cubicBezTo>
                      <a:cubicBezTo>
                        <a:pt x="13" y="25"/>
                        <a:pt x="13" y="25"/>
                        <a:pt x="13" y="25"/>
                      </a:cubicBezTo>
                      <a:cubicBezTo>
                        <a:pt x="13" y="19"/>
                        <a:pt x="18" y="14"/>
                        <a:pt x="25" y="14"/>
                      </a:cubicBezTo>
                      <a:cubicBezTo>
                        <a:pt x="25" y="14"/>
                        <a:pt x="25" y="14"/>
                        <a:pt x="25" y="14"/>
                      </a:cubicBezTo>
                      <a:cubicBezTo>
                        <a:pt x="25" y="14"/>
                        <a:pt x="25" y="14"/>
                        <a:pt x="25" y="14"/>
                      </a:cubicBezTo>
                      <a:cubicBezTo>
                        <a:pt x="25" y="14"/>
                        <a:pt x="25" y="14"/>
                        <a:pt x="25" y="14"/>
                      </a:cubicBezTo>
                      <a:cubicBezTo>
                        <a:pt x="32" y="14"/>
                        <a:pt x="37" y="19"/>
                        <a:pt x="37" y="25"/>
                      </a:cubicBezTo>
                      <a:cubicBezTo>
                        <a:pt x="37" y="31"/>
                        <a:pt x="32" y="36"/>
                        <a:pt x="25" y="36"/>
                      </a:cubicBezTo>
                      <a:cubicBezTo>
                        <a:pt x="21" y="36"/>
                        <a:pt x="18" y="39"/>
                        <a:pt x="18" y="43"/>
                      </a:cubicBezTo>
                      <a:cubicBezTo>
                        <a:pt x="18" y="47"/>
                        <a:pt x="21" y="50"/>
                        <a:pt x="25" y="50"/>
                      </a:cubicBezTo>
                      <a:cubicBezTo>
                        <a:pt x="142" y="50"/>
                        <a:pt x="142" y="50"/>
                        <a:pt x="142" y="50"/>
                      </a:cubicBezTo>
                      <a:cubicBezTo>
                        <a:pt x="142" y="168"/>
                        <a:pt x="142" y="168"/>
                        <a:pt x="142" y="168"/>
                      </a:cubicBezTo>
                      <a:lnTo>
                        <a:pt x="130" y="180"/>
                      </a:lnTo>
                      <a:close/>
                      <a:moveTo>
                        <a:pt x="149" y="36"/>
                      </a:moveTo>
                      <a:cubicBezTo>
                        <a:pt x="47" y="36"/>
                        <a:pt x="47" y="36"/>
                        <a:pt x="47" y="36"/>
                      </a:cubicBezTo>
                      <a:cubicBezTo>
                        <a:pt x="49" y="33"/>
                        <a:pt x="50" y="29"/>
                        <a:pt x="50" y="25"/>
                      </a:cubicBezTo>
                      <a:cubicBezTo>
                        <a:pt x="50" y="21"/>
                        <a:pt x="49" y="17"/>
                        <a:pt x="47" y="14"/>
                      </a:cubicBezTo>
                      <a:cubicBezTo>
                        <a:pt x="149" y="14"/>
                        <a:pt x="149" y="14"/>
                        <a:pt x="149" y="14"/>
                      </a:cubicBezTo>
                      <a:cubicBezTo>
                        <a:pt x="155" y="14"/>
                        <a:pt x="161" y="19"/>
                        <a:pt x="161" y="25"/>
                      </a:cubicBezTo>
                      <a:cubicBezTo>
                        <a:pt x="161" y="31"/>
                        <a:pt x="155" y="36"/>
                        <a:pt x="149"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grpSp>
        </p:grpSp>
        <p:grpSp>
          <p:nvGrpSpPr>
            <p:cNvPr id="13" name="组合 12">
              <a:extLst>
                <a:ext uri="{FF2B5EF4-FFF2-40B4-BE49-F238E27FC236}">
                  <a16:creationId xmlns:a16="http://schemas.microsoft.com/office/drawing/2014/main" xmlns="" id="{7F4E4B83-79BA-45B2-A94F-E066C4E8C26E}"/>
                </a:ext>
              </a:extLst>
            </p:cNvPr>
            <p:cNvGrpSpPr/>
            <p:nvPr/>
          </p:nvGrpSpPr>
          <p:grpSpPr>
            <a:xfrm>
              <a:off x="3621344" y="3408398"/>
              <a:ext cx="1007417" cy="1007417"/>
              <a:chOff x="3621344" y="3408398"/>
              <a:chExt cx="1007417" cy="1007417"/>
            </a:xfrm>
          </p:grpSpPr>
          <p:sp>
            <p:nvSpPr>
              <p:cNvPr id="30" name="任意多边形 67">
                <a:extLst>
                  <a:ext uri="{FF2B5EF4-FFF2-40B4-BE49-F238E27FC236}">
                    <a16:creationId xmlns:a16="http://schemas.microsoft.com/office/drawing/2014/main" xmlns="" id="{1B4FBB0F-040D-40E8-87E3-7DBC74358A75}"/>
                  </a:ext>
                </a:extLst>
              </p:cNvPr>
              <p:cNvSpPr/>
              <p:nvPr/>
            </p:nvSpPr>
            <p:spPr>
              <a:xfrm>
                <a:off x="3621344" y="3408398"/>
                <a:ext cx="1007417" cy="1007417"/>
              </a:xfrm>
              <a:custGeom>
                <a:avLst/>
                <a:gdLst>
                  <a:gd name="connsiteX0" fmla="*/ 0 w 1007417"/>
                  <a:gd name="connsiteY0" fmla="*/ 503709 h 1007417"/>
                  <a:gd name="connsiteX1" fmla="*/ 503709 w 1007417"/>
                  <a:gd name="connsiteY1" fmla="*/ 0 h 1007417"/>
                  <a:gd name="connsiteX2" fmla="*/ 1007418 w 1007417"/>
                  <a:gd name="connsiteY2" fmla="*/ 503709 h 1007417"/>
                  <a:gd name="connsiteX3" fmla="*/ 503709 w 1007417"/>
                  <a:gd name="connsiteY3" fmla="*/ 1007418 h 1007417"/>
                  <a:gd name="connsiteX4" fmla="*/ 0 w 1007417"/>
                  <a:gd name="connsiteY4" fmla="*/ 503709 h 1007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417" h="1007417">
                    <a:moveTo>
                      <a:pt x="0" y="503709"/>
                    </a:moveTo>
                    <a:cubicBezTo>
                      <a:pt x="0" y="225518"/>
                      <a:pt x="225518" y="0"/>
                      <a:pt x="503709" y="0"/>
                    </a:cubicBezTo>
                    <a:cubicBezTo>
                      <a:pt x="781900" y="0"/>
                      <a:pt x="1007418" y="225518"/>
                      <a:pt x="1007418" y="503709"/>
                    </a:cubicBezTo>
                    <a:cubicBezTo>
                      <a:pt x="1007418" y="781900"/>
                      <a:pt x="781900" y="1007418"/>
                      <a:pt x="503709" y="1007418"/>
                    </a:cubicBezTo>
                    <a:cubicBezTo>
                      <a:pt x="225518" y="1007418"/>
                      <a:pt x="0" y="781900"/>
                      <a:pt x="0" y="503709"/>
                    </a:cubicBezTo>
                    <a:close/>
                  </a:path>
                </a:pathLst>
              </a:custGeom>
              <a:solidFill>
                <a:srgbClr val="4372C4"/>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5473" tIns="175473" rIns="175473" bIns="175473" numCol="1" spcCol="1270" anchor="ctr" anchorCtr="0">
                <a:noAutofit/>
              </a:bodyPr>
              <a:lstStyle/>
              <a:p>
                <a:pPr algn="ctr" defTabSz="977900" eaLnBrk="0" fontAlgn="base" hangingPunct="0">
                  <a:lnSpc>
                    <a:spcPct val="90000"/>
                  </a:lnSpc>
                  <a:spcBef>
                    <a:spcPct val="0"/>
                  </a:spcBef>
                  <a:spcAft>
                    <a:spcPct val="35000"/>
                  </a:spcAft>
                </a:pPr>
                <a:endParaRPr lang="zh-CN" altLang="en-US" sz="2200">
                  <a:solidFill>
                    <a:prstClr val="white"/>
                  </a:solidFill>
                </a:endParaRPr>
              </a:p>
            </p:txBody>
          </p:sp>
          <p:grpSp>
            <p:nvGrpSpPr>
              <p:cNvPr id="31" name="Group 11">
                <a:extLst>
                  <a:ext uri="{FF2B5EF4-FFF2-40B4-BE49-F238E27FC236}">
                    <a16:creationId xmlns:a16="http://schemas.microsoft.com/office/drawing/2014/main" xmlns="" id="{92D7B311-BE6C-4F22-942F-8E1AA9A51617}"/>
                  </a:ext>
                </a:extLst>
              </p:cNvPr>
              <p:cNvGrpSpPr>
                <a:grpSpLocks noChangeAspect="1"/>
              </p:cNvGrpSpPr>
              <p:nvPr/>
            </p:nvGrpSpPr>
            <p:grpSpPr bwMode="auto">
              <a:xfrm>
                <a:off x="3916411" y="3654071"/>
                <a:ext cx="417282" cy="524391"/>
                <a:chOff x="2398" y="2256"/>
                <a:chExt cx="374" cy="470"/>
              </a:xfrm>
              <a:solidFill>
                <a:schemeClr val="bg1"/>
              </a:solidFill>
            </p:grpSpPr>
            <p:sp>
              <p:nvSpPr>
                <p:cNvPr id="32" name="Freeform 12">
                  <a:extLst>
                    <a:ext uri="{FF2B5EF4-FFF2-40B4-BE49-F238E27FC236}">
                      <a16:creationId xmlns:a16="http://schemas.microsoft.com/office/drawing/2014/main" xmlns="" id="{13155980-1ED7-4CEF-9116-68B548BEBB89}"/>
                    </a:ext>
                  </a:extLst>
                </p:cNvPr>
                <p:cNvSpPr>
                  <a:spLocks/>
                </p:cNvSpPr>
                <p:nvPr/>
              </p:nvSpPr>
              <p:spPr bwMode="auto">
                <a:xfrm>
                  <a:off x="2478" y="2558"/>
                  <a:ext cx="207" cy="12"/>
                </a:xfrm>
                <a:custGeom>
                  <a:avLst/>
                  <a:gdLst>
                    <a:gd name="T0" fmla="*/ 83 w 86"/>
                    <a:gd name="T1" fmla="*/ 0 h 5"/>
                    <a:gd name="T2" fmla="*/ 2 w 86"/>
                    <a:gd name="T3" fmla="*/ 0 h 5"/>
                    <a:gd name="T4" fmla="*/ 0 w 86"/>
                    <a:gd name="T5" fmla="*/ 3 h 5"/>
                    <a:gd name="T6" fmla="*/ 2 w 86"/>
                    <a:gd name="T7" fmla="*/ 5 h 5"/>
                    <a:gd name="T8" fmla="*/ 83 w 86"/>
                    <a:gd name="T9" fmla="*/ 5 h 5"/>
                    <a:gd name="T10" fmla="*/ 86 w 86"/>
                    <a:gd name="T11" fmla="*/ 3 h 5"/>
                    <a:gd name="T12" fmla="*/ 83 w 86"/>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6" h="5">
                      <a:moveTo>
                        <a:pt x="83" y="0"/>
                      </a:moveTo>
                      <a:cubicBezTo>
                        <a:pt x="2" y="0"/>
                        <a:pt x="2" y="0"/>
                        <a:pt x="2" y="0"/>
                      </a:cubicBezTo>
                      <a:cubicBezTo>
                        <a:pt x="1" y="0"/>
                        <a:pt x="0" y="1"/>
                        <a:pt x="0" y="3"/>
                      </a:cubicBezTo>
                      <a:cubicBezTo>
                        <a:pt x="0" y="4"/>
                        <a:pt x="1" y="5"/>
                        <a:pt x="2" y="5"/>
                      </a:cubicBezTo>
                      <a:cubicBezTo>
                        <a:pt x="83" y="5"/>
                        <a:pt x="83" y="5"/>
                        <a:pt x="83" y="5"/>
                      </a:cubicBezTo>
                      <a:cubicBezTo>
                        <a:pt x="85" y="5"/>
                        <a:pt x="86" y="4"/>
                        <a:pt x="86" y="3"/>
                      </a:cubicBezTo>
                      <a:cubicBezTo>
                        <a:pt x="86" y="1"/>
                        <a:pt x="85" y="0"/>
                        <a:pt x="8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33" name="Freeform 13">
                  <a:extLst>
                    <a:ext uri="{FF2B5EF4-FFF2-40B4-BE49-F238E27FC236}">
                      <a16:creationId xmlns:a16="http://schemas.microsoft.com/office/drawing/2014/main" xmlns="" id="{37850C53-0EF3-40E3-8DDA-1608485C0048}"/>
                    </a:ext>
                  </a:extLst>
                </p:cNvPr>
                <p:cNvSpPr>
                  <a:spLocks/>
                </p:cNvSpPr>
                <p:nvPr/>
              </p:nvSpPr>
              <p:spPr bwMode="auto">
                <a:xfrm>
                  <a:off x="2478" y="2505"/>
                  <a:ext cx="207" cy="12"/>
                </a:xfrm>
                <a:custGeom>
                  <a:avLst/>
                  <a:gdLst>
                    <a:gd name="T0" fmla="*/ 83 w 86"/>
                    <a:gd name="T1" fmla="*/ 0 h 5"/>
                    <a:gd name="T2" fmla="*/ 2 w 86"/>
                    <a:gd name="T3" fmla="*/ 0 h 5"/>
                    <a:gd name="T4" fmla="*/ 0 w 86"/>
                    <a:gd name="T5" fmla="*/ 3 h 5"/>
                    <a:gd name="T6" fmla="*/ 2 w 86"/>
                    <a:gd name="T7" fmla="*/ 5 h 5"/>
                    <a:gd name="T8" fmla="*/ 83 w 86"/>
                    <a:gd name="T9" fmla="*/ 5 h 5"/>
                    <a:gd name="T10" fmla="*/ 86 w 86"/>
                    <a:gd name="T11" fmla="*/ 3 h 5"/>
                    <a:gd name="T12" fmla="*/ 83 w 86"/>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6" h="5">
                      <a:moveTo>
                        <a:pt x="83" y="0"/>
                      </a:moveTo>
                      <a:cubicBezTo>
                        <a:pt x="2" y="0"/>
                        <a:pt x="2" y="0"/>
                        <a:pt x="2" y="0"/>
                      </a:cubicBezTo>
                      <a:cubicBezTo>
                        <a:pt x="1" y="0"/>
                        <a:pt x="0" y="1"/>
                        <a:pt x="0" y="3"/>
                      </a:cubicBezTo>
                      <a:cubicBezTo>
                        <a:pt x="0" y="4"/>
                        <a:pt x="1" y="5"/>
                        <a:pt x="2" y="5"/>
                      </a:cubicBezTo>
                      <a:cubicBezTo>
                        <a:pt x="83" y="5"/>
                        <a:pt x="83" y="5"/>
                        <a:pt x="83" y="5"/>
                      </a:cubicBezTo>
                      <a:cubicBezTo>
                        <a:pt x="85" y="5"/>
                        <a:pt x="86" y="4"/>
                        <a:pt x="86" y="3"/>
                      </a:cubicBezTo>
                      <a:cubicBezTo>
                        <a:pt x="86" y="1"/>
                        <a:pt x="85" y="0"/>
                        <a:pt x="8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34" name="Freeform 14">
                  <a:extLst>
                    <a:ext uri="{FF2B5EF4-FFF2-40B4-BE49-F238E27FC236}">
                      <a16:creationId xmlns:a16="http://schemas.microsoft.com/office/drawing/2014/main" xmlns="" id="{1C0C2C76-5832-4BC6-81B9-5A2C7269AF6D}"/>
                    </a:ext>
                  </a:extLst>
                </p:cNvPr>
                <p:cNvSpPr>
                  <a:spLocks/>
                </p:cNvSpPr>
                <p:nvPr/>
              </p:nvSpPr>
              <p:spPr bwMode="auto">
                <a:xfrm>
                  <a:off x="2478" y="2452"/>
                  <a:ext cx="207" cy="12"/>
                </a:xfrm>
                <a:custGeom>
                  <a:avLst/>
                  <a:gdLst>
                    <a:gd name="T0" fmla="*/ 83 w 86"/>
                    <a:gd name="T1" fmla="*/ 0 h 5"/>
                    <a:gd name="T2" fmla="*/ 2 w 86"/>
                    <a:gd name="T3" fmla="*/ 0 h 5"/>
                    <a:gd name="T4" fmla="*/ 0 w 86"/>
                    <a:gd name="T5" fmla="*/ 3 h 5"/>
                    <a:gd name="T6" fmla="*/ 2 w 86"/>
                    <a:gd name="T7" fmla="*/ 5 h 5"/>
                    <a:gd name="T8" fmla="*/ 83 w 86"/>
                    <a:gd name="T9" fmla="*/ 5 h 5"/>
                    <a:gd name="T10" fmla="*/ 86 w 86"/>
                    <a:gd name="T11" fmla="*/ 3 h 5"/>
                    <a:gd name="T12" fmla="*/ 83 w 86"/>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6" h="5">
                      <a:moveTo>
                        <a:pt x="83" y="0"/>
                      </a:moveTo>
                      <a:cubicBezTo>
                        <a:pt x="2" y="0"/>
                        <a:pt x="2" y="0"/>
                        <a:pt x="2" y="0"/>
                      </a:cubicBezTo>
                      <a:cubicBezTo>
                        <a:pt x="1" y="0"/>
                        <a:pt x="0" y="1"/>
                        <a:pt x="0" y="3"/>
                      </a:cubicBezTo>
                      <a:cubicBezTo>
                        <a:pt x="0" y="4"/>
                        <a:pt x="1" y="5"/>
                        <a:pt x="2" y="5"/>
                      </a:cubicBezTo>
                      <a:cubicBezTo>
                        <a:pt x="83" y="5"/>
                        <a:pt x="83" y="5"/>
                        <a:pt x="83" y="5"/>
                      </a:cubicBezTo>
                      <a:cubicBezTo>
                        <a:pt x="85" y="5"/>
                        <a:pt x="86" y="4"/>
                        <a:pt x="86" y="3"/>
                      </a:cubicBezTo>
                      <a:cubicBezTo>
                        <a:pt x="86" y="1"/>
                        <a:pt x="85" y="0"/>
                        <a:pt x="8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35" name="Freeform 15">
                  <a:extLst>
                    <a:ext uri="{FF2B5EF4-FFF2-40B4-BE49-F238E27FC236}">
                      <a16:creationId xmlns:a16="http://schemas.microsoft.com/office/drawing/2014/main" xmlns="" id="{483FD485-06DF-45DF-A867-BD4BB8C90EC3}"/>
                    </a:ext>
                  </a:extLst>
                </p:cNvPr>
                <p:cNvSpPr>
                  <a:spLocks/>
                </p:cNvSpPr>
                <p:nvPr/>
              </p:nvSpPr>
              <p:spPr bwMode="auto">
                <a:xfrm>
                  <a:off x="2478" y="2402"/>
                  <a:ext cx="101" cy="12"/>
                </a:xfrm>
                <a:custGeom>
                  <a:avLst/>
                  <a:gdLst>
                    <a:gd name="T0" fmla="*/ 2 w 42"/>
                    <a:gd name="T1" fmla="*/ 5 h 5"/>
                    <a:gd name="T2" fmla="*/ 39 w 42"/>
                    <a:gd name="T3" fmla="*/ 5 h 5"/>
                    <a:gd name="T4" fmla="*/ 42 w 42"/>
                    <a:gd name="T5" fmla="*/ 2 h 5"/>
                    <a:gd name="T6" fmla="*/ 39 w 42"/>
                    <a:gd name="T7" fmla="*/ 0 h 5"/>
                    <a:gd name="T8" fmla="*/ 2 w 42"/>
                    <a:gd name="T9" fmla="*/ 0 h 5"/>
                    <a:gd name="T10" fmla="*/ 0 w 42"/>
                    <a:gd name="T11" fmla="*/ 2 h 5"/>
                    <a:gd name="T12" fmla="*/ 2 w 42"/>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42" h="5">
                      <a:moveTo>
                        <a:pt x="2" y="5"/>
                      </a:moveTo>
                      <a:cubicBezTo>
                        <a:pt x="39" y="5"/>
                        <a:pt x="39" y="5"/>
                        <a:pt x="39" y="5"/>
                      </a:cubicBezTo>
                      <a:cubicBezTo>
                        <a:pt x="41" y="5"/>
                        <a:pt x="42" y="4"/>
                        <a:pt x="42" y="2"/>
                      </a:cubicBezTo>
                      <a:cubicBezTo>
                        <a:pt x="42" y="1"/>
                        <a:pt x="41" y="0"/>
                        <a:pt x="39" y="0"/>
                      </a:cubicBezTo>
                      <a:cubicBezTo>
                        <a:pt x="2" y="0"/>
                        <a:pt x="2" y="0"/>
                        <a:pt x="2" y="0"/>
                      </a:cubicBezTo>
                      <a:cubicBezTo>
                        <a:pt x="1" y="0"/>
                        <a:pt x="0" y="1"/>
                        <a:pt x="0" y="2"/>
                      </a:cubicBezTo>
                      <a:cubicBezTo>
                        <a:pt x="0" y="4"/>
                        <a:pt x="1" y="5"/>
                        <a:pt x="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36" name="Freeform 16">
                  <a:extLst>
                    <a:ext uri="{FF2B5EF4-FFF2-40B4-BE49-F238E27FC236}">
                      <a16:creationId xmlns:a16="http://schemas.microsoft.com/office/drawing/2014/main" xmlns="" id="{F402F325-DF6F-4B06-9AB2-ABB8C0FE33A7}"/>
                    </a:ext>
                  </a:extLst>
                </p:cNvPr>
                <p:cNvSpPr>
                  <a:spLocks noEditPoints="1"/>
                </p:cNvSpPr>
                <p:nvPr/>
              </p:nvSpPr>
              <p:spPr bwMode="auto">
                <a:xfrm>
                  <a:off x="2398" y="2256"/>
                  <a:ext cx="374" cy="470"/>
                </a:xfrm>
                <a:custGeom>
                  <a:avLst/>
                  <a:gdLst>
                    <a:gd name="T0" fmla="*/ 153 w 155"/>
                    <a:gd name="T1" fmla="*/ 31 h 196"/>
                    <a:gd name="T2" fmla="*/ 125 w 155"/>
                    <a:gd name="T3" fmla="*/ 2 h 196"/>
                    <a:gd name="T4" fmla="*/ 120 w 155"/>
                    <a:gd name="T5" fmla="*/ 0 h 196"/>
                    <a:gd name="T6" fmla="*/ 6 w 155"/>
                    <a:gd name="T7" fmla="*/ 0 h 196"/>
                    <a:gd name="T8" fmla="*/ 0 w 155"/>
                    <a:gd name="T9" fmla="*/ 7 h 196"/>
                    <a:gd name="T10" fmla="*/ 0 w 155"/>
                    <a:gd name="T11" fmla="*/ 169 h 196"/>
                    <a:gd name="T12" fmla="*/ 2 w 155"/>
                    <a:gd name="T13" fmla="*/ 174 h 196"/>
                    <a:gd name="T14" fmla="*/ 22 w 155"/>
                    <a:gd name="T15" fmla="*/ 193 h 196"/>
                    <a:gd name="T16" fmla="*/ 31 w 155"/>
                    <a:gd name="T17" fmla="*/ 193 h 196"/>
                    <a:gd name="T18" fmla="*/ 52 w 155"/>
                    <a:gd name="T19" fmla="*/ 173 h 196"/>
                    <a:gd name="T20" fmla="*/ 73 w 155"/>
                    <a:gd name="T21" fmla="*/ 194 h 196"/>
                    <a:gd name="T22" fmla="*/ 82 w 155"/>
                    <a:gd name="T23" fmla="*/ 194 h 196"/>
                    <a:gd name="T24" fmla="*/ 103 w 155"/>
                    <a:gd name="T25" fmla="*/ 173 h 196"/>
                    <a:gd name="T26" fmla="*/ 125 w 155"/>
                    <a:gd name="T27" fmla="*/ 194 h 196"/>
                    <a:gd name="T28" fmla="*/ 129 w 155"/>
                    <a:gd name="T29" fmla="*/ 196 h 196"/>
                    <a:gd name="T30" fmla="*/ 134 w 155"/>
                    <a:gd name="T31" fmla="*/ 194 h 196"/>
                    <a:gd name="T32" fmla="*/ 153 w 155"/>
                    <a:gd name="T33" fmla="*/ 175 h 196"/>
                    <a:gd name="T34" fmla="*/ 155 w 155"/>
                    <a:gd name="T35" fmla="*/ 170 h 196"/>
                    <a:gd name="T36" fmla="*/ 155 w 155"/>
                    <a:gd name="T37" fmla="*/ 35 h 196"/>
                    <a:gd name="T38" fmla="*/ 153 w 155"/>
                    <a:gd name="T39" fmla="*/ 31 h 196"/>
                    <a:gd name="T40" fmla="*/ 129 w 155"/>
                    <a:gd name="T41" fmla="*/ 180 h 196"/>
                    <a:gd name="T42" fmla="*/ 108 w 155"/>
                    <a:gd name="T43" fmla="*/ 159 h 196"/>
                    <a:gd name="T44" fmla="*/ 99 w 155"/>
                    <a:gd name="T45" fmla="*/ 159 h 196"/>
                    <a:gd name="T46" fmla="*/ 77 w 155"/>
                    <a:gd name="T47" fmla="*/ 180 h 196"/>
                    <a:gd name="T48" fmla="*/ 56 w 155"/>
                    <a:gd name="T49" fmla="*/ 159 h 196"/>
                    <a:gd name="T50" fmla="*/ 52 w 155"/>
                    <a:gd name="T51" fmla="*/ 157 h 196"/>
                    <a:gd name="T52" fmla="*/ 47 w 155"/>
                    <a:gd name="T53" fmla="*/ 159 h 196"/>
                    <a:gd name="T54" fmla="*/ 26 w 155"/>
                    <a:gd name="T55" fmla="*/ 179 h 196"/>
                    <a:gd name="T56" fmla="*/ 13 w 155"/>
                    <a:gd name="T57" fmla="*/ 166 h 196"/>
                    <a:gd name="T58" fmla="*/ 13 w 155"/>
                    <a:gd name="T59" fmla="*/ 14 h 196"/>
                    <a:gd name="T60" fmla="*/ 116 w 155"/>
                    <a:gd name="T61" fmla="*/ 14 h 196"/>
                    <a:gd name="T62" fmla="*/ 116 w 155"/>
                    <a:gd name="T63" fmla="*/ 35 h 196"/>
                    <a:gd name="T64" fmla="*/ 120 w 155"/>
                    <a:gd name="T65" fmla="*/ 39 h 196"/>
                    <a:gd name="T66" fmla="*/ 142 w 155"/>
                    <a:gd name="T67" fmla="*/ 39 h 196"/>
                    <a:gd name="T68" fmla="*/ 142 w 155"/>
                    <a:gd name="T69" fmla="*/ 168 h 196"/>
                    <a:gd name="T70" fmla="*/ 129 w 155"/>
                    <a:gd name="T71" fmla="*/ 180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55" h="196">
                      <a:moveTo>
                        <a:pt x="153" y="31"/>
                      </a:moveTo>
                      <a:cubicBezTo>
                        <a:pt x="125" y="2"/>
                        <a:pt x="125" y="2"/>
                        <a:pt x="125" y="2"/>
                      </a:cubicBezTo>
                      <a:cubicBezTo>
                        <a:pt x="123" y="1"/>
                        <a:pt x="122" y="0"/>
                        <a:pt x="120" y="0"/>
                      </a:cubicBezTo>
                      <a:cubicBezTo>
                        <a:pt x="6" y="0"/>
                        <a:pt x="6" y="0"/>
                        <a:pt x="6" y="0"/>
                      </a:cubicBezTo>
                      <a:cubicBezTo>
                        <a:pt x="3" y="0"/>
                        <a:pt x="0" y="3"/>
                        <a:pt x="0" y="7"/>
                      </a:cubicBezTo>
                      <a:cubicBezTo>
                        <a:pt x="0" y="169"/>
                        <a:pt x="0" y="169"/>
                        <a:pt x="0" y="169"/>
                      </a:cubicBezTo>
                      <a:cubicBezTo>
                        <a:pt x="0" y="171"/>
                        <a:pt x="0" y="172"/>
                        <a:pt x="2" y="174"/>
                      </a:cubicBezTo>
                      <a:cubicBezTo>
                        <a:pt x="22" y="193"/>
                        <a:pt x="22" y="193"/>
                        <a:pt x="22" y="193"/>
                      </a:cubicBezTo>
                      <a:cubicBezTo>
                        <a:pt x="24" y="196"/>
                        <a:pt x="28" y="196"/>
                        <a:pt x="31" y="193"/>
                      </a:cubicBezTo>
                      <a:cubicBezTo>
                        <a:pt x="52" y="173"/>
                        <a:pt x="52" y="173"/>
                        <a:pt x="52" y="173"/>
                      </a:cubicBezTo>
                      <a:cubicBezTo>
                        <a:pt x="73" y="194"/>
                        <a:pt x="73" y="194"/>
                        <a:pt x="73" y="194"/>
                      </a:cubicBezTo>
                      <a:cubicBezTo>
                        <a:pt x="75" y="196"/>
                        <a:pt x="80" y="196"/>
                        <a:pt x="82" y="194"/>
                      </a:cubicBezTo>
                      <a:cubicBezTo>
                        <a:pt x="103" y="173"/>
                        <a:pt x="103" y="173"/>
                        <a:pt x="103" y="173"/>
                      </a:cubicBezTo>
                      <a:cubicBezTo>
                        <a:pt x="125" y="194"/>
                        <a:pt x="125" y="194"/>
                        <a:pt x="125" y="194"/>
                      </a:cubicBezTo>
                      <a:cubicBezTo>
                        <a:pt x="126" y="195"/>
                        <a:pt x="128" y="196"/>
                        <a:pt x="129" y="196"/>
                      </a:cubicBezTo>
                      <a:cubicBezTo>
                        <a:pt x="131" y="196"/>
                        <a:pt x="133" y="195"/>
                        <a:pt x="134" y="194"/>
                      </a:cubicBezTo>
                      <a:cubicBezTo>
                        <a:pt x="153" y="175"/>
                        <a:pt x="153" y="175"/>
                        <a:pt x="153" y="175"/>
                      </a:cubicBezTo>
                      <a:cubicBezTo>
                        <a:pt x="154" y="174"/>
                        <a:pt x="155" y="172"/>
                        <a:pt x="155" y="170"/>
                      </a:cubicBezTo>
                      <a:cubicBezTo>
                        <a:pt x="155" y="35"/>
                        <a:pt x="155" y="35"/>
                        <a:pt x="155" y="35"/>
                      </a:cubicBezTo>
                      <a:cubicBezTo>
                        <a:pt x="155" y="34"/>
                        <a:pt x="155" y="32"/>
                        <a:pt x="153" y="31"/>
                      </a:cubicBezTo>
                      <a:close/>
                      <a:moveTo>
                        <a:pt x="129" y="180"/>
                      </a:moveTo>
                      <a:cubicBezTo>
                        <a:pt x="108" y="159"/>
                        <a:pt x="108" y="159"/>
                        <a:pt x="108" y="159"/>
                      </a:cubicBezTo>
                      <a:cubicBezTo>
                        <a:pt x="105" y="157"/>
                        <a:pt x="101" y="157"/>
                        <a:pt x="99" y="159"/>
                      </a:cubicBezTo>
                      <a:cubicBezTo>
                        <a:pt x="77" y="180"/>
                        <a:pt x="77" y="180"/>
                        <a:pt x="77" y="180"/>
                      </a:cubicBezTo>
                      <a:cubicBezTo>
                        <a:pt x="56" y="159"/>
                        <a:pt x="56" y="159"/>
                        <a:pt x="56" y="159"/>
                      </a:cubicBezTo>
                      <a:cubicBezTo>
                        <a:pt x="55" y="158"/>
                        <a:pt x="53" y="157"/>
                        <a:pt x="52" y="157"/>
                      </a:cubicBezTo>
                      <a:cubicBezTo>
                        <a:pt x="50" y="157"/>
                        <a:pt x="48" y="158"/>
                        <a:pt x="47" y="159"/>
                      </a:cubicBezTo>
                      <a:cubicBezTo>
                        <a:pt x="26" y="179"/>
                        <a:pt x="26" y="179"/>
                        <a:pt x="26" y="179"/>
                      </a:cubicBezTo>
                      <a:cubicBezTo>
                        <a:pt x="13" y="166"/>
                        <a:pt x="13" y="166"/>
                        <a:pt x="13" y="166"/>
                      </a:cubicBezTo>
                      <a:cubicBezTo>
                        <a:pt x="13" y="14"/>
                        <a:pt x="13" y="14"/>
                        <a:pt x="13" y="14"/>
                      </a:cubicBezTo>
                      <a:cubicBezTo>
                        <a:pt x="116" y="14"/>
                        <a:pt x="116" y="14"/>
                        <a:pt x="116" y="14"/>
                      </a:cubicBezTo>
                      <a:cubicBezTo>
                        <a:pt x="116" y="35"/>
                        <a:pt x="116" y="35"/>
                        <a:pt x="116" y="35"/>
                      </a:cubicBezTo>
                      <a:cubicBezTo>
                        <a:pt x="116" y="38"/>
                        <a:pt x="118" y="39"/>
                        <a:pt x="120" y="39"/>
                      </a:cubicBezTo>
                      <a:cubicBezTo>
                        <a:pt x="142" y="39"/>
                        <a:pt x="142" y="39"/>
                        <a:pt x="142" y="39"/>
                      </a:cubicBezTo>
                      <a:cubicBezTo>
                        <a:pt x="142" y="168"/>
                        <a:pt x="142" y="168"/>
                        <a:pt x="142" y="168"/>
                      </a:cubicBezTo>
                      <a:lnTo>
                        <a:pt x="129" y="1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grpSp>
        </p:grpSp>
        <p:grpSp>
          <p:nvGrpSpPr>
            <p:cNvPr id="14" name="组合 13">
              <a:extLst>
                <a:ext uri="{FF2B5EF4-FFF2-40B4-BE49-F238E27FC236}">
                  <a16:creationId xmlns:a16="http://schemas.microsoft.com/office/drawing/2014/main" xmlns="" id="{AC2E4EFA-26C7-47A3-BE98-F4F56C19F8BB}"/>
                </a:ext>
              </a:extLst>
            </p:cNvPr>
            <p:cNvGrpSpPr/>
            <p:nvPr/>
          </p:nvGrpSpPr>
          <p:grpSpPr>
            <a:xfrm>
              <a:off x="5147792" y="1881950"/>
              <a:ext cx="1007417" cy="1007417"/>
              <a:chOff x="5147792" y="1881950"/>
              <a:chExt cx="1007417" cy="1007417"/>
            </a:xfrm>
          </p:grpSpPr>
          <p:sp>
            <p:nvSpPr>
              <p:cNvPr id="22" name="任意多边形 59">
                <a:extLst>
                  <a:ext uri="{FF2B5EF4-FFF2-40B4-BE49-F238E27FC236}">
                    <a16:creationId xmlns:a16="http://schemas.microsoft.com/office/drawing/2014/main" xmlns="" id="{C7D5B3C4-EDBF-47FC-BE8D-ECE5DD996177}"/>
                  </a:ext>
                </a:extLst>
              </p:cNvPr>
              <p:cNvSpPr/>
              <p:nvPr/>
            </p:nvSpPr>
            <p:spPr>
              <a:xfrm>
                <a:off x="5147792" y="1881950"/>
                <a:ext cx="1007417" cy="1007417"/>
              </a:xfrm>
              <a:custGeom>
                <a:avLst/>
                <a:gdLst>
                  <a:gd name="connsiteX0" fmla="*/ 0 w 1007417"/>
                  <a:gd name="connsiteY0" fmla="*/ 503709 h 1007417"/>
                  <a:gd name="connsiteX1" fmla="*/ 503709 w 1007417"/>
                  <a:gd name="connsiteY1" fmla="*/ 0 h 1007417"/>
                  <a:gd name="connsiteX2" fmla="*/ 1007418 w 1007417"/>
                  <a:gd name="connsiteY2" fmla="*/ 503709 h 1007417"/>
                  <a:gd name="connsiteX3" fmla="*/ 503709 w 1007417"/>
                  <a:gd name="connsiteY3" fmla="*/ 1007418 h 1007417"/>
                  <a:gd name="connsiteX4" fmla="*/ 0 w 1007417"/>
                  <a:gd name="connsiteY4" fmla="*/ 503709 h 1007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417" h="1007417">
                    <a:moveTo>
                      <a:pt x="0" y="503709"/>
                    </a:moveTo>
                    <a:cubicBezTo>
                      <a:pt x="0" y="225518"/>
                      <a:pt x="225518" y="0"/>
                      <a:pt x="503709" y="0"/>
                    </a:cubicBezTo>
                    <a:cubicBezTo>
                      <a:pt x="781900" y="0"/>
                      <a:pt x="1007418" y="225518"/>
                      <a:pt x="1007418" y="503709"/>
                    </a:cubicBezTo>
                    <a:cubicBezTo>
                      <a:pt x="1007418" y="781900"/>
                      <a:pt x="781900" y="1007418"/>
                      <a:pt x="503709" y="1007418"/>
                    </a:cubicBezTo>
                    <a:cubicBezTo>
                      <a:pt x="225518" y="1007418"/>
                      <a:pt x="0" y="781900"/>
                      <a:pt x="0" y="503709"/>
                    </a:cubicBezTo>
                    <a:close/>
                  </a:path>
                </a:pathLst>
              </a:custGeom>
              <a:solidFill>
                <a:srgbClr val="4372C4"/>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5473" tIns="175473" rIns="175473" bIns="175473" numCol="1" spcCol="1270" anchor="ctr" anchorCtr="0">
                <a:noAutofit/>
              </a:bodyPr>
              <a:lstStyle/>
              <a:p>
                <a:pPr algn="ctr" defTabSz="977900" eaLnBrk="0" fontAlgn="base" hangingPunct="0">
                  <a:lnSpc>
                    <a:spcPct val="90000"/>
                  </a:lnSpc>
                  <a:spcBef>
                    <a:spcPct val="0"/>
                  </a:spcBef>
                  <a:spcAft>
                    <a:spcPct val="35000"/>
                  </a:spcAft>
                </a:pPr>
                <a:endParaRPr lang="zh-CN" altLang="en-US" sz="2200">
                  <a:solidFill>
                    <a:prstClr val="white"/>
                  </a:solidFill>
                </a:endParaRPr>
              </a:p>
            </p:txBody>
          </p:sp>
          <p:grpSp>
            <p:nvGrpSpPr>
              <p:cNvPr id="23" name="Group 19">
                <a:extLst>
                  <a:ext uri="{FF2B5EF4-FFF2-40B4-BE49-F238E27FC236}">
                    <a16:creationId xmlns:a16="http://schemas.microsoft.com/office/drawing/2014/main" xmlns="" id="{D5D03269-2368-4DCD-A4E9-701D9F8CDFD7}"/>
                  </a:ext>
                </a:extLst>
              </p:cNvPr>
              <p:cNvGrpSpPr>
                <a:grpSpLocks noChangeAspect="1"/>
              </p:cNvGrpSpPr>
              <p:nvPr/>
            </p:nvGrpSpPr>
            <p:grpSpPr bwMode="auto">
              <a:xfrm>
                <a:off x="5388004" y="2104695"/>
                <a:ext cx="532201" cy="524391"/>
                <a:chOff x="3869" y="1065"/>
                <a:chExt cx="477" cy="470"/>
              </a:xfrm>
              <a:solidFill>
                <a:schemeClr val="bg1"/>
              </a:solidFill>
            </p:grpSpPr>
            <p:sp>
              <p:nvSpPr>
                <p:cNvPr id="24" name="Freeform 20">
                  <a:extLst>
                    <a:ext uri="{FF2B5EF4-FFF2-40B4-BE49-F238E27FC236}">
                      <a16:creationId xmlns:a16="http://schemas.microsoft.com/office/drawing/2014/main" xmlns="" id="{6E65652D-4630-4088-A6DF-2561B9D272C2}"/>
                    </a:ext>
                  </a:extLst>
                </p:cNvPr>
                <p:cNvSpPr>
                  <a:spLocks/>
                </p:cNvSpPr>
                <p:nvPr/>
              </p:nvSpPr>
              <p:spPr bwMode="auto">
                <a:xfrm>
                  <a:off x="3936" y="1411"/>
                  <a:ext cx="211" cy="14"/>
                </a:xfrm>
                <a:custGeom>
                  <a:avLst/>
                  <a:gdLst>
                    <a:gd name="T0" fmla="*/ 86 w 88"/>
                    <a:gd name="T1" fmla="*/ 0 h 6"/>
                    <a:gd name="T2" fmla="*/ 3 w 88"/>
                    <a:gd name="T3" fmla="*/ 0 h 6"/>
                    <a:gd name="T4" fmla="*/ 0 w 88"/>
                    <a:gd name="T5" fmla="*/ 3 h 6"/>
                    <a:gd name="T6" fmla="*/ 3 w 88"/>
                    <a:gd name="T7" fmla="*/ 6 h 6"/>
                    <a:gd name="T8" fmla="*/ 86 w 88"/>
                    <a:gd name="T9" fmla="*/ 6 h 6"/>
                    <a:gd name="T10" fmla="*/ 88 w 88"/>
                    <a:gd name="T11" fmla="*/ 3 h 6"/>
                    <a:gd name="T12" fmla="*/ 86 w 88"/>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88" h="6">
                      <a:moveTo>
                        <a:pt x="86" y="0"/>
                      </a:moveTo>
                      <a:cubicBezTo>
                        <a:pt x="3" y="0"/>
                        <a:pt x="3" y="0"/>
                        <a:pt x="3" y="0"/>
                      </a:cubicBezTo>
                      <a:cubicBezTo>
                        <a:pt x="1" y="0"/>
                        <a:pt x="0" y="2"/>
                        <a:pt x="0" y="3"/>
                      </a:cubicBezTo>
                      <a:cubicBezTo>
                        <a:pt x="0" y="5"/>
                        <a:pt x="1" y="6"/>
                        <a:pt x="3" y="6"/>
                      </a:cubicBezTo>
                      <a:cubicBezTo>
                        <a:pt x="86" y="6"/>
                        <a:pt x="86" y="6"/>
                        <a:pt x="86" y="6"/>
                      </a:cubicBezTo>
                      <a:cubicBezTo>
                        <a:pt x="87" y="6"/>
                        <a:pt x="88" y="5"/>
                        <a:pt x="88" y="3"/>
                      </a:cubicBezTo>
                      <a:cubicBezTo>
                        <a:pt x="88" y="2"/>
                        <a:pt x="87" y="0"/>
                        <a:pt x="8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5" name="Freeform 21">
                  <a:extLst>
                    <a:ext uri="{FF2B5EF4-FFF2-40B4-BE49-F238E27FC236}">
                      <a16:creationId xmlns:a16="http://schemas.microsoft.com/office/drawing/2014/main" xmlns="" id="{B5C5A834-DC8A-4DAE-8005-05595BBA91A3}"/>
                    </a:ext>
                  </a:extLst>
                </p:cNvPr>
                <p:cNvSpPr>
                  <a:spLocks/>
                </p:cNvSpPr>
                <p:nvPr/>
              </p:nvSpPr>
              <p:spPr bwMode="auto">
                <a:xfrm>
                  <a:off x="3936" y="1358"/>
                  <a:ext cx="211" cy="12"/>
                </a:xfrm>
                <a:custGeom>
                  <a:avLst/>
                  <a:gdLst>
                    <a:gd name="T0" fmla="*/ 86 w 88"/>
                    <a:gd name="T1" fmla="*/ 0 h 5"/>
                    <a:gd name="T2" fmla="*/ 3 w 88"/>
                    <a:gd name="T3" fmla="*/ 0 h 5"/>
                    <a:gd name="T4" fmla="*/ 0 w 88"/>
                    <a:gd name="T5" fmla="*/ 3 h 5"/>
                    <a:gd name="T6" fmla="*/ 3 w 88"/>
                    <a:gd name="T7" fmla="*/ 5 h 5"/>
                    <a:gd name="T8" fmla="*/ 86 w 88"/>
                    <a:gd name="T9" fmla="*/ 5 h 5"/>
                    <a:gd name="T10" fmla="*/ 88 w 88"/>
                    <a:gd name="T11" fmla="*/ 3 h 5"/>
                    <a:gd name="T12" fmla="*/ 86 w 8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8" h="5">
                      <a:moveTo>
                        <a:pt x="86" y="0"/>
                      </a:moveTo>
                      <a:cubicBezTo>
                        <a:pt x="3" y="0"/>
                        <a:pt x="3" y="0"/>
                        <a:pt x="3" y="0"/>
                      </a:cubicBezTo>
                      <a:cubicBezTo>
                        <a:pt x="1" y="0"/>
                        <a:pt x="0" y="1"/>
                        <a:pt x="0" y="3"/>
                      </a:cubicBezTo>
                      <a:cubicBezTo>
                        <a:pt x="0" y="4"/>
                        <a:pt x="1" y="5"/>
                        <a:pt x="3" y="5"/>
                      </a:cubicBezTo>
                      <a:cubicBezTo>
                        <a:pt x="86" y="5"/>
                        <a:pt x="86" y="5"/>
                        <a:pt x="86" y="5"/>
                      </a:cubicBezTo>
                      <a:cubicBezTo>
                        <a:pt x="87" y="5"/>
                        <a:pt x="88" y="4"/>
                        <a:pt x="88" y="3"/>
                      </a:cubicBezTo>
                      <a:cubicBezTo>
                        <a:pt x="88" y="1"/>
                        <a:pt x="87" y="0"/>
                        <a:pt x="8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6" name="Freeform 22">
                  <a:extLst>
                    <a:ext uri="{FF2B5EF4-FFF2-40B4-BE49-F238E27FC236}">
                      <a16:creationId xmlns:a16="http://schemas.microsoft.com/office/drawing/2014/main" xmlns="" id="{9F2D1301-9E91-44C4-A60A-CACB74DD852A}"/>
                    </a:ext>
                  </a:extLst>
                </p:cNvPr>
                <p:cNvSpPr>
                  <a:spLocks/>
                </p:cNvSpPr>
                <p:nvPr/>
              </p:nvSpPr>
              <p:spPr bwMode="auto">
                <a:xfrm>
                  <a:off x="3936" y="1303"/>
                  <a:ext cx="211" cy="14"/>
                </a:xfrm>
                <a:custGeom>
                  <a:avLst/>
                  <a:gdLst>
                    <a:gd name="T0" fmla="*/ 86 w 88"/>
                    <a:gd name="T1" fmla="*/ 0 h 6"/>
                    <a:gd name="T2" fmla="*/ 3 w 88"/>
                    <a:gd name="T3" fmla="*/ 0 h 6"/>
                    <a:gd name="T4" fmla="*/ 0 w 88"/>
                    <a:gd name="T5" fmla="*/ 3 h 6"/>
                    <a:gd name="T6" fmla="*/ 3 w 88"/>
                    <a:gd name="T7" fmla="*/ 6 h 6"/>
                    <a:gd name="T8" fmla="*/ 86 w 88"/>
                    <a:gd name="T9" fmla="*/ 6 h 6"/>
                    <a:gd name="T10" fmla="*/ 88 w 88"/>
                    <a:gd name="T11" fmla="*/ 3 h 6"/>
                    <a:gd name="T12" fmla="*/ 86 w 88"/>
                    <a:gd name="T13" fmla="*/ 0 h 6"/>
                  </a:gdLst>
                  <a:ahLst/>
                  <a:cxnLst>
                    <a:cxn ang="0">
                      <a:pos x="T0" y="T1"/>
                    </a:cxn>
                    <a:cxn ang="0">
                      <a:pos x="T2" y="T3"/>
                    </a:cxn>
                    <a:cxn ang="0">
                      <a:pos x="T4" y="T5"/>
                    </a:cxn>
                    <a:cxn ang="0">
                      <a:pos x="T6" y="T7"/>
                    </a:cxn>
                    <a:cxn ang="0">
                      <a:pos x="T8" y="T9"/>
                    </a:cxn>
                    <a:cxn ang="0">
                      <a:pos x="T10" y="T11"/>
                    </a:cxn>
                    <a:cxn ang="0">
                      <a:pos x="T12" y="T13"/>
                    </a:cxn>
                  </a:cxnLst>
                  <a:rect l="0" t="0" r="r" b="b"/>
                  <a:pathLst>
                    <a:path w="88" h="6">
                      <a:moveTo>
                        <a:pt x="86" y="0"/>
                      </a:moveTo>
                      <a:cubicBezTo>
                        <a:pt x="3" y="0"/>
                        <a:pt x="3" y="0"/>
                        <a:pt x="3" y="0"/>
                      </a:cubicBezTo>
                      <a:cubicBezTo>
                        <a:pt x="1" y="0"/>
                        <a:pt x="0" y="1"/>
                        <a:pt x="0" y="3"/>
                      </a:cubicBezTo>
                      <a:cubicBezTo>
                        <a:pt x="0" y="4"/>
                        <a:pt x="1" y="6"/>
                        <a:pt x="3" y="6"/>
                      </a:cubicBezTo>
                      <a:cubicBezTo>
                        <a:pt x="86" y="6"/>
                        <a:pt x="86" y="6"/>
                        <a:pt x="86" y="6"/>
                      </a:cubicBezTo>
                      <a:cubicBezTo>
                        <a:pt x="87" y="6"/>
                        <a:pt x="88" y="4"/>
                        <a:pt x="88" y="3"/>
                      </a:cubicBezTo>
                      <a:cubicBezTo>
                        <a:pt x="88" y="1"/>
                        <a:pt x="87" y="0"/>
                        <a:pt x="8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7" name="Freeform 23">
                  <a:extLst>
                    <a:ext uri="{FF2B5EF4-FFF2-40B4-BE49-F238E27FC236}">
                      <a16:creationId xmlns:a16="http://schemas.microsoft.com/office/drawing/2014/main" xmlns="" id="{159ACFA9-2DE9-474C-AB2E-AA0ECB4F309A}"/>
                    </a:ext>
                  </a:extLst>
                </p:cNvPr>
                <p:cNvSpPr>
                  <a:spLocks/>
                </p:cNvSpPr>
                <p:nvPr/>
              </p:nvSpPr>
              <p:spPr bwMode="auto">
                <a:xfrm>
                  <a:off x="3936" y="1250"/>
                  <a:ext cx="103" cy="14"/>
                </a:xfrm>
                <a:custGeom>
                  <a:avLst/>
                  <a:gdLst>
                    <a:gd name="T0" fmla="*/ 3 w 43"/>
                    <a:gd name="T1" fmla="*/ 6 h 6"/>
                    <a:gd name="T2" fmla="*/ 41 w 43"/>
                    <a:gd name="T3" fmla="*/ 6 h 6"/>
                    <a:gd name="T4" fmla="*/ 43 w 43"/>
                    <a:gd name="T5" fmla="*/ 3 h 6"/>
                    <a:gd name="T6" fmla="*/ 41 w 43"/>
                    <a:gd name="T7" fmla="*/ 0 h 6"/>
                    <a:gd name="T8" fmla="*/ 3 w 43"/>
                    <a:gd name="T9" fmla="*/ 0 h 6"/>
                    <a:gd name="T10" fmla="*/ 0 w 43"/>
                    <a:gd name="T11" fmla="*/ 3 h 6"/>
                    <a:gd name="T12" fmla="*/ 3 w 43"/>
                    <a:gd name="T13" fmla="*/ 6 h 6"/>
                  </a:gdLst>
                  <a:ahLst/>
                  <a:cxnLst>
                    <a:cxn ang="0">
                      <a:pos x="T0" y="T1"/>
                    </a:cxn>
                    <a:cxn ang="0">
                      <a:pos x="T2" y="T3"/>
                    </a:cxn>
                    <a:cxn ang="0">
                      <a:pos x="T4" y="T5"/>
                    </a:cxn>
                    <a:cxn ang="0">
                      <a:pos x="T6" y="T7"/>
                    </a:cxn>
                    <a:cxn ang="0">
                      <a:pos x="T8" y="T9"/>
                    </a:cxn>
                    <a:cxn ang="0">
                      <a:pos x="T10" y="T11"/>
                    </a:cxn>
                    <a:cxn ang="0">
                      <a:pos x="T12" y="T13"/>
                    </a:cxn>
                  </a:cxnLst>
                  <a:rect l="0" t="0" r="r" b="b"/>
                  <a:pathLst>
                    <a:path w="43" h="6">
                      <a:moveTo>
                        <a:pt x="3" y="6"/>
                      </a:moveTo>
                      <a:cubicBezTo>
                        <a:pt x="41" y="6"/>
                        <a:pt x="41" y="6"/>
                        <a:pt x="41" y="6"/>
                      </a:cubicBezTo>
                      <a:cubicBezTo>
                        <a:pt x="42" y="6"/>
                        <a:pt x="43" y="4"/>
                        <a:pt x="43" y="3"/>
                      </a:cubicBezTo>
                      <a:cubicBezTo>
                        <a:pt x="43" y="1"/>
                        <a:pt x="42" y="0"/>
                        <a:pt x="41" y="0"/>
                      </a:cubicBezTo>
                      <a:cubicBezTo>
                        <a:pt x="3" y="0"/>
                        <a:pt x="3" y="0"/>
                        <a:pt x="3" y="0"/>
                      </a:cubicBezTo>
                      <a:cubicBezTo>
                        <a:pt x="1" y="0"/>
                        <a:pt x="0" y="1"/>
                        <a:pt x="0" y="3"/>
                      </a:cubicBezTo>
                      <a:cubicBezTo>
                        <a:pt x="0" y="4"/>
                        <a:pt x="1" y="6"/>
                        <a:pt x="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8" name="Freeform 24">
                  <a:extLst>
                    <a:ext uri="{FF2B5EF4-FFF2-40B4-BE49-F238E27FC236}">
                      <a16:creationId xmlns:a16="http://schemas.microsoft.com/office/drawing/2014/main" xmlns="" id="{149465E7-BB85-46CD-BC2F-1A02D983A7BE}"/>
                    </a:ext>
                  </a:extLst>
                </p:cNvPr>
                <p:cNvSpPr>
                  <a:spLocks noEditPoints="1"/>
                </p:cNvSpPr>
                <p:nvPr/>
              </p:nvSpPr>
              <p:spPr bwMode="auto">
                <a:xfrm>
                  <a:off x="3869" y="1065"/>
                  <a:ext cx="345" cy="470"/>
                </a:xfrm>
                <a:custGeom>
                  <a:avLst/>
                  <a:gdLst>
                    <a:gd name="T0" fmla="*/ 116 w 144"/>
                    <a:gd name="T1" fmla="*/ 2 h 196"/>
                    <a:gd name="T2" fmla="*/ 111 w 144"/>
                    <a:gd name="T3" fmla="*/ 0 h 196"/>
                    <a:gd name="T4" fmla="*/ 7 w 144"/>
                    <a:gd name="T5" fmla="*/ 0 h 196"/>
                    <a:gd name="T6" fmla="*/ 0 w 144"/>
                    <a:gd name="T7" fmla="*/ 7 h 196"/>
                    <a:gd name="T8" fmla="*/ 0 w 144"/>
                    <a:gd name="T9" fmla="*/ 189 h 196"/>
                    <a:gd name="T10" fmla="*/ 7 w 144"/>
                    <a:gd name="T11" fmla="*/ 196 h 196"/>
                    <a:gd name="T12" fmla="*/ 138 w 144"/>
                    <a:gd name="T13" fmla="*/ 196 h 196"/>
                    <a:gd name="T14" fmla="*/ 144 w 144"/>
                    <a:gd name="T15" fmla="*/ 189 h 196"/>
                    <a:gd name="T16" fmla="*/ 144 w 144"/>
                    <a:gd name="T17" fmla="*/ 33 h 196"/>
                    <a:gd name="T18" fmla="*/ 142 w 144"/>
                    <a:gd name="T19" fmla="*/ 28 h 196"/>
                    <a:gd name="T20" fmla="*/ 116 w 144"/>
                    <a:gd name="T21" fmla="*/ 2 h 196"/>
                    <a:gd name="T22" fmla="*/ 13 w 144"/>
                    <a:gd name="T23" fmla="*/ 182 h 196"/>
                    <a:gd name="T24" fmla="*/ 13 w 144"/>
                    <a:gd name="T25" fmla="*/ 13 h 196"/>
                    <a:gd name="T26" fmla="*/ 104 w 144"/>
                    <a:gd name="T27" fmla="*/ 13 h 196"/>
                    <a:gd name="T28" fmla="*/ 104 w 144"/>
                    <a:gd name="T29" fmla="*/ 36 h 196"/>
                    <a:gd name="T30" fmla="*/ 108 w 144"/>
                    <a:gd name="T31" fmla="*/ 40 h 196"/>
                    <a:gd name="T32" fmla="*/ 131 w 144"/>
                    <a:gd name="T33" fmla="*/ 40 h 196"/>
                    <a:gd name="T34" fmla="*/ 131 w 144"/>
                    <a:gd name="T35" fmla="*/ 182 h 196"/>
                    <a:gd name="T36" fmla="*/ 13 w 144"/>
                    <a:gd name="T37" fmla="*/ 182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4" h="196">
                      <a:moveTo>
                        <a:pt x="116" y="2"/>
                      </a:moveTo>
                      <a:cubicBezTo>
                        <a:pt x="115" y="1"/>
                        <a:pt x="113" y="0"/>
                        <a:pt x="111" y="0"/>
                      </a:cubicBezTo>
                      <a:cubicBezTo>
                        <a:pt x="7" y="0"/>
                        <a:pt x="7" y="0"/>
                        <a:pt x="7" y="0"/>
                      </a:cubicBezTo>
                      <a:cubicBezTo>
                        <a:pt x="3" y="0"/>
                        <a:pt x="0" y="3"/>
                        <a:pt x="0" y="7"/>
                      </a:cubicBezTo>
                      <a:cubicBezTo>
                        <a:pt x="0" y="189"/>
                        <a:pt x="0" y="189"/>
                        <a:pt x="0" y="189"/>
                      </a:cubicBezTo>
                      <a:cubicBezTo>
                        <a:pt x="0" y="193"/>
                        <a:pt x="3" y="196"/>
                        <a:pt x="7" y="196"/>
                      </a:cubicBezTo>
                      <a:cubicBezTo>
                        <a:pt x="138" y="196"/>
                        <a:pt x="138" y="196"/>
                        <a:pt x="138" y="196"/>
                      </a:cubicBezTo>
                      <a:cubicBezTo>
                        <a:pt x="141" y="196"/>
                        <a:pt x="144" y="193"/>
                        <a:pt x="144" y="189"/>
                      </a:cubicBezTo>
                      <a:cubicBezTo>
                        <a:pt x="144" y="33"/>
                        <a:pt x="144" y="33"/>
                        <a:pt x="144" y="33"/>
                      </a:cubicBezTo>
                      <a:cubicBezTo>
                        <a:pt x="144" y="31"/>
                        <a:pt x="144" y="29"/>
                        <a:pt x="142" y="28"/>
                      </a:cubicBezTo>
                      <a:lnTo>
                        <a:pt x="116" y="2"/>
                      </a:lnTo>
                      <a:close/>
                      <a:moveTo>
                        <a:pt x="13" y="182"/>
                      </a:moveTo>
                      <a:cubicBezTo>
                        <a:pt x="13" y="13"/>
                        <a:pt x="13" y="13"/>
                        <a:pt x="13" y="13"/>
                      </a:cubicBezTo>
                      <a:cubicBezTo>
                        <a:pt x="104" y="13"/>
                        <a:pt x="104" y="13"/>
                        <a:pt x="104" y="13"/>
                      </a:cubicBezTo>
                      <a:cubicBezTo>
                        <a:pt x="104" y="36"/>
                        <a:pt x="104" y="36"/>
                        <a:pt x="104" y="36"/>
                      </a:cubicBezTo>
                      <a:cubicBezTo>
                        <a:pt x="104" y="38"/>
                        <a:pt x="106" y="40"/>
                        <a:pt x="108" y="40"/>
                      </a:cubicBezTo>
                      <a:cubicBezTo>
                        <a:pt x="131" y="40"/>
                        <a:pt x="131" y="40"/>
                        <a:pt x="131" y="40"/>
                      </a:cubicBezTo>
                      <a:cubicBezTo>
                        <a:pt x="131" y="182"/>
                        <a:pt x="131" y="182"/>
                        <a:pt x="131" y="182"/>
                      </a:cubicBezTo>
                      <a:lnTo>
                        <a:pt x="13" y="1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9" name="Freeform 25">
                  <a:extLst>
                    <a:ext uri="{FF2B5EF4-FFF2-40B4-BE49-F238E27FC236}">
                      <a16:creationId xmlns:a16="http://schemas.microsoft.com/office/drawing/2014/main" xmlns="" id="{8DF15D18-A1FB-4E63-9294-D67BDB02A05F}"/>
                    </a:ext>
                  </a:extLst>
                </p:cNvPr>
                <p:cNvSpPr>
                  <a:spLocks noEditPoints="1"/>
                </p:cNvSpPr>
                <p:nvPr/>
              </p:nvSpPr>
              <p:spPr bwMode="auto">
                <a:xfrm>
                  <a:off x="4252" y="1087"/>
                  <a:ext cx="94" cy="444"/>
                </a:xfrm>
                <a:custGeom>
                  <a:avLst/>
                  <a:gdLst>
                    <a:gd name="T0" fmla="*/ 35 w 39"/>
                    <a:gd name="T1" fmla="*/ 0 h 185"/>
                    <a:gd name="T2" fmla="*/ 4 w 39"/>
                    <a:gd name="T3" fmla="*/ 0 h 185"/>
                    <a:gd name="T4" fmla="*/ 0 w 39"/>
                    <a:gd name="T5" fmla="*/ 4 h 185"/>
                    <a:gd name="T6" fmla="*/ 0 w 39"/>
                    <a:gd name="T7" fmla="*/ 144 h 185"/>
                    <a:gd name="T8" fmla="*/ 0 w 39"/>
                    <a:gd name="T9" fmla="*/ 146 h 185"/>
                    <a:gd name="T10" fmla="*/ 16 w 39"/>
                    <a:gd name="T11" fmla="*/ 182 h 185"/>
                    <a:gd name="T12" fmla="*/ 20 w 39"/>
                    <a:gd name="T13" fmla="*/ 185 h 185"/>
                    <a:gd name="T14" fmla="*/ 23 w 39"/>
                    <a:gd name="T15" fmla="*/ 182 h 185"/>
                    <a:gd name="T16" fmla="*/ 39 w 39"/>
                    <a:gd name="T17" fmla="*/ 146 h 185"/>
                    <a:gd name="T18" fmla="*/ 39 w 39"/>
                    <a:gd name="T19" fmla="*/ 144 h 185"/>
                    <a:gd name="T20" fmla="*/ 39 w 39"/>
                    <a:gd name="T21" fmla="*/ 4 h 185"/>
                    <a:gd name="T22" fmla="*/ 35 w 39"/>
                    <a:gd name="T23" fmla="*/ 0 h 185"/>
                    <a:gd name="T24" fmla="*/ 31 w 39"/>
                    <a:gd name="T25" fmla="*/ 143 h 185"/>
                    <a:gd name="T26" fmla="*/ 25 w 39"/>
                    <a:gd name="T27" fmla="*/ 157 h 185"/>
                    <a:gd name="T28" fmla="*/ 14 w 39"/>
                    <a:gd name="T29" fmla="*/ 157 h 185"/>
                    <a:gd name="T30" fmla="*/ 8 w 39"/>
                    <a:gd name="T31" fmla="*/ 143 h 185"/>
                    <a:gd name="T32" fmla="*/ 8 w 39"/>
                    <a:gd name="T33" fmla="*/ 8 h 185"/>
                    <a:gd name="T34" fmla="*/ 18 w 39"/>
                    <a:gd name="T35" fmla="*/ 8 h 185"/>
                    <a:gd name="T36" fmla="*/ 18 w 39"/>
                    <a:gd name="T37" fmla="*/ 8 h 185"/>
                    <a:gd name="T38" fmla="*/ 18 w 39"/>
                    <a:gd name="T39" fmla="*/ 137 h 185"/>
                    <a:gd name="T40" fmla="*/ 21 w 39"/>
                    <a:gd name="T41" fmla="*/ 139 h 185"/>
                    <a:gd name="T42" fmla="*/ 24 w 39"/>
                    <a:gd name="T43" fmla="*/ 137 h 185"/>
                    <a:gd name="T44" fmla="*/ 24 w 39"/>
                    <a:gd name="T45" fmla="*/ 8 h 185"/>
                    <a:gd name="T46" fmla="*/ 24 w 39"/>
                    <a:gd name="T47" fmla="*/ 8 h 185"/>
                    <a:gd name="T48" fmla="*/ 31 w 39"/>
                    <a:gd name="T49" fmla="*/ 8 h 185"/>
                    <a:gd name="T50" fmla="*/ 31 w 39"/>
                    <a:gd name="T51" fmla="*/ 143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9" h="185">
                      <a:moveTo>
                        <a:pt x="35" y="0"/>
                      </a:moveTo>
                      <a:cubicBezTo>
                        <a:pt x="4" y="0"/>
                        <a:pt x="4" y="0"/>
                        <a:pt x="4" y="0"/>
                      </a:cubicBezTo>
                      <a:cubicBezTo>
                        <a:pt x="2" y="0"/>
                        <a:pt x="0" y="1"/>
                        <a:pt x="0" y="4"/>
                      </a:cubicBezTo>
                      <a:cubicBezTo>
                        <a:pt x="0" y="144"/>
                        <a:pt x="0" y="144"/>
                        <a:pt x="0" y="144"/>
                      </a:cubicBezTo>
                      <a:cubicBezTo>
                        <a:pt x="0" y="145"/>
                        <a:pt x="0" y="145"/>
                        <a:pt x="0" y="146"/>
                      </a:cubicBezTo>
                      <a:cubicBezTo>
                        <a:pt x="16" y="182"/>
                        <a:pt x="16" y="182"/>
                        <a:pt x="16" y="182"/>
                      </a:cubicBezTo>
                      <a:cubicBezTo>
                        <a:pt x="17" y="184"/>
                        <a:pt x="18" y="185"/>
                        <a:pt x="20" y="185"/>
                      </a:cubicBezTo>
                      <a:cubicBezTo>
                        <a:pt x="21" y="185"/>
                        <a:pt x="23" y="184"/>
                        <a:pt x="23" y="182"/>
                      </a:cubicBezTo>
                      <a:cubicBezTo>
                        <a:pt x="39" y="146"/>
                        <a:pt x="39" y="146"/>
                        <a:pt x="39" y="146"/>
                      </a:cubicBezTo>
                      <a:cubicBezTo>
                        <a:pt x="39" y="145"/>
                        <a:pt x="39" y="145"/>
                        <a:pt x="39" y="144"/>
                      </a:cubicBezTo>
                      <a:cubicBezTo>
                        <a:pt x="39" y="4"/>
                        <a:pt x="39" y="4"/>
                        <a:pt x="39" y="4"/>
                      </a:cubicBezTo>
                      <a:cubicBezTo>
                        <a:pt x="39" y="1"/>
                        <a:pt x="37" y="0"/>
                        <a:pt x="35" y="0"/>
                      </a:cubicBezTo>
                      <a:close/>
                      <a:moveTo>
                        <a:pt x="31" y="143"/>
                      </a:moveTo>
                      <a:cubicBezTo>
                        <a:pt x="25" y="157"/>
                        <a:pt x="25" y="157"/>
                        <a:pt x="25" y="157"/>
                      </a:cubicBezTo>
                      <a:cubicBezTo>
                        <a:pt x="14" y="157"/>
                        <a:pt x="14" y="157"/>
                        <a:pt x="14" y="157"/>
                      </a:cubicBezTo>
                      <a:cubicBezTo>
                        <a:pt x="8" y="143"/>
                        <a:pt x="8" y="143"/>
                        <a:pt x="8" y="143"/>
                      </a:cubicBezTo>
                      <a:cubicBezTo>
                        <a:pt x="8" y="8"/>
                        <a:pt x="8" y="8"/>
                        <a:pt x="8" y="8"/>
                      </a:cubicBezTo>
                      <a:cubicBezTo>
                        <a:pt x="18" y="8"/>
                        <a:pt x="18" y="8"/>
                        <a:pt x="18" y="8"/>
                      </a:cubicBezTo>
                      <a:cubicBezTo>
                        <a:pt x="18" y="8"/>
                        <a:pt x="18" y="8"/>
                        <a:pt x="18" y="8"/>
                      </a:cubicBezTo>
                      <a:cubicBezTo>
                        <a:pt x="18" y="137"/>
                        <a:pt x="18" y="137"/>
                        <a:pt x="18" y="137"/>
                      </a:cubicBezTo>
                      <a:cubicBezTo>
                        <a:pt x="18" y="138"/>
                        <a:pt x="19" y="139"/>
                        <a:pt x="21" y="139"/>
                      </a:cubicBezTo>
                      <a:cubicBezTo>
                        <a:pt x="22" y="139"/>
                        <a:pt x="24" y="138"/>
                        <a:pt x="24" y="137"/>
                      </a:cubicBezTo>
                      <a:cubicBezTo>
                        <a:pt x="24" y="8"/>
                        <a:pt x="24" y="8"/>
                        <a:pt x="24" y="8"/>
                      </a:cubicBezTo>
                      <a:cubicBezTo>
                        <a:pt x="24" y="8"/>
                        <a:pt x="24" y="8"/>
                        <a:pt x="24" y="8"/>
                      </a:cubicBezTo>
                      <a:cubicBezTo>
                        <a:pt x="31" y="8"/>
                        <a:pt x="31" y="8"/>
                        <a:pt x="31" y="8"/>
                      </a:cubicBezTo>
                      <a:lnTo>
                        <a:pt x="31" y="1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grpSp>
        </p:grpSp>
        <p:grpSp>
          <p:nvGrpSpPr>
            <p:cNvPr id="15" name="组合 14">
              <a:extLst>
                <a:ext uri="{FF2B5EF4-FFF2-40B4-BE49-F238E27FC236}">
                  <a16:creationId xmlns:a16="http://schemas.microsoft.com/office/drawing/2014/main" xmlns="" id="{C709B45D-06F0-4D2D-A303-9B784A88388F}"/>
                </a:ext>
              </a:extLst>
            </p:cNvPr>
            <p:cNvGrpSpPr/>
            <p:nvPr/>
          </p:nvGrpSpPr>
          <p:grpSpPr>
            <a:xfrm>
              <a:off x="6674239" y="3408398"/>
              <a:ext cx="1007417" cy="1007417"/>
              <a:chOff x="6674239" y="3408398"/>
              <a:chExt cx="1007417" cy="1007417"/>
            </a:xfrm>
          </p:grpSpPr>
          <p:sp>
            <p:nvSpPr>
              <p:cNvPr id="16" name="任意多边形 44">
                <a:extLst>
                  <a:ext uri="{FF2B5EF4-FFF2-40B4-BE49-F238E27FC236}">
                    <a16:creationId xmlns:a16="http://schemas.microsoft.com/office/drawing/2014/main" xmlns="" id="{CD9676D1-E62B-4486-A85C-37D09671DD5A}"/>
                  </a:ext>
                </a:extLst>
              </p:cNvPr>
              <p:cNvSpPr/>
              <p:nvPr/>
            </p:nvSpPr>
            <p:spPr>
              <a:xfrm>
                <a:off x="6674239" y="3408398"/>
                <a:ext cx="1007417" cy="1007417"/>
              </a:xfrm>
              <a:custGeom>
                <a:avLst/>
                <a:gdLst>
                  <a:gd name="connsiteX0" fmla="*/ 0 w 1007417"/>
                  <a:gd name="connsiteY0" fmla="*/ 503709 h 1007417"/>
                  <a:gd name="connsiteX1" fmla="*/ 503709 w 1007417"/>
                  <a:gd name="connsiteY1" fmla="*/ 0 h 1007417"/>
                  <a:gd name="connsiteX2" fmla="*/ 1007418 w 1007417"/>
                  <a:gd name="connsiteY2" fmla="*/ 503709 h 1007417"/>
                  <a:gd name="connsiteX3" fmla="*/ 503709 w 1007417"/>
                  <a:gd name="connsiteY3" fmla="*/ 1007418 h 1007417"/>
                  <a:gd name="connsiteX4" fmla="*/ 0 w 1007417"/>
                  <a:gd name="connsiteY4" fmla="*/ 503709 h 10074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7417" h="1007417">
                    <a:moveTo>
                      <a:pt x="0" y="503709"/>
                    </a:moveTo>
                    <a:cubicBezTo>
                      <a:pt x="0" y="225518"/>
                      <a:pt x="225518" y="0"/>
                      <a:pt x="503709" y="0"/>
                    </a:cubicBezTo>
                    <a:cubicBezTo>
                      <a:pt x="781900" y="0"/>
                      <a:pt x="1007418" y="225518"/>
                      <a:pt x="1007418" y="503709"/>
                    </a:cubicBezTo>
                    <a:cubicBezTo>
                      <a:pt x="1007418" y="781900"/>
                      <a:pt x="781900" y="1007418"/>
                      <a:pt x="503709" y="1007418"/>
                    </a:cubicBezTo>
                    <a:cubicBezTo>
                      <a:pt x="225518" y="1007418"/>
                      <a:pt x="0" y="781900"/>
                      <a:pt x="0" y="503709"/>
                    </a:cubicBezTo>
                    <a:close/>
                  </a:path>
                </a:pathLst>
              </a:custGeom>
              <a:solidFill>
                <a:srgbClr val="4372C4"/>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75473" tIns="175473" rIns="175473" bIns="175473" numCol="1" spcCol="1270" anchor="ctr" anchorCtr="0">
                <a:noAutofit/>
              </a:bodyPr>
              <a:lstStyle/>
              <a:p>
                <a:pPr algn="ctr" defTabSz="977900" eaLnBrk="0" fontAlgn="base" hangingPunct="0">
                  <a:lnSpc>
                    <a:spcPct val="90000"/>
                  </a:lnSpc>
                  <a:spcBef>
                    <a:spcPct val="0"/>
                  </a:spcBef>
                  <a:spcAft>
                    <a:spcPct val="35000"/>
                  </a:spcAft>
                </a:pPr>
                <a:endParaRPr lang="zh-CN" altLang="en-US" sz="2200">
                  <a:ln>
                    <a:solidFill>
                      <a:srgbClr val="4372C4"/>
                    </a:solidFill>
                  </a:ln>
                  <a:solidFill>
                    <a:prstClr val="white"/>
                  </a:solidFill>
                </a:endParaRPr>
              </a:p>
            </p:txBody>
          </p:sp>
          <p:grpSp>
            <p:nvGrpSpPr>
              <p:cNvPr id="17" name="Group 28">
                <a:extLst>
                  <a:ext uri="{FF2B5EF4-FFF2-40B4-BE49-F238E27FC236}">
                    <a16:creationId xmlns:a16="http://schemas.microsoft.com/office/drawing/2014/main" xmlns="" id="{B5C9E092-B73C-4870-B1C2-F0994BEE73BF}"/>
                  </a:ext>
                </a:extLst>
              </p:cNvPr>
              <p:cNvGrpSpPr>
                <a:grpSpLocks noChangeAspect="1"/>
              </p:cNvGrpSpPr>
              <p:nvPr/>
            </p:nvGrpSpPr>
            <p:grpSpPr bwMode="auto">
              <a:xfrm>
                <a:off x="6969306" y="3649352"/>
                <a:ext cx="417282" cy="525508"/>
                <a:chOff x="4401" y="2266"/>
                <a:chExt cx="374" cy="471"/>
              </a:xfrm>
              <a:solidFill>
                <a:schemeClr val="bg1"/>
              </a:solidFill>
            </p:grpSpPr>
            <p:sp>
              <p:nvSpPr>
                <p:cNvPr id="18" name="Freeform 29">
                  <a:extLst>
                    <a:ext uri="{FF2B5EF4-FFF2-40B4-BE49-F238E27FC236}">
                      <a16:creationId xmlns:a16="http://schemas.microsoft.com/office/drawing/2014/main" xmlns="" id="{1CA63CC4-D002-47FC-BA8F-FD67A7661FF7}"/>
                    </a:ext>
                  </a:extLst>
                </p:cNvPr>
                <p:cNvSpPr>
                  <a:spLocks/>
                </p:cNvSpPr>
                <p:nvPr/>
              </p:nvSpPr>
              <p:spPr bwMode="auto">
                <a:xfrm>
                  <a:off x="4538" y="2390"/>
                  <a:ext cx="85" cy="108"/>
                </a:xfrm>
                <a:custGeom>
                  <a:avLst/>
                  <a:gdLst>
                    <a:gd name="T0" fmla="*/ 0 w 35"/>
                    <a:gd name="T1" fmla="*/ 26 h 45"/>
                    <a:gd name="T2" fmla="*/ 3 w 35"/>
                    <a:gd name="T3" fmla="*/ 29 h 45"/>
                    <a:gd name="T4" fmla="*/ 3 w 35"/>
                    <a:gd name="T5" fmla="*/ 29 h 45"/>
                    <a:gd name="T6" fmla="*/ 17 w 35"/>
                    <a:gd name="T7" fmla="*/ 45 h 45"/>
                    <a:gd name="T8" fmla="*/ 32 w 35"/>
                    <a:gd name="T9" fmla="*/ 29 h 45"/>
                    <a:gd name="T10" fmla="*/ 32 w 35"/>
                    <a:gd name="T11" fmla="*/ 29 h 45"/>
                    <a:gd name="T12" fmla="*/ 35 w 35"/>
                    <a:gd name="T13" fmla="*/ 26 h 45"/>
                    <a:gd name="T14" fmla="*/ 33 w 35"/>
                    <a:gd name="T15" fmla="*/ 23 h 45"/>
                    <a:gd name="T16" fmla="*/ 34 w 35"/>
                    <a:gd name="T17" fmla="*/ 17 h 45"/>
                    <a:gd name="T18" fmla="*/ 17 w 35"/>
                    <a:gd name="T19" fmla="*/ 0 h 45"/>
                    <a:gd name="T20" fmla="*/ 1 w 35"/>
                    <a:gd name="T21" fmla="*/ 17 h 45"/>
                    <a:gd name="T22" fmla="*/ 2 w 35"/>
                    <a:gd name="T23" fmla="*/ 23 h 45"/>
                    <a:gd name="T24" fmla="*/ 0 w 35"/>
                    <a:gd name="T25" fmla="*/ 2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45">
                      <a:moveTo>
                        <a:pt x="0" y="26"/>
                      </a:moveTo>
                      <a:cubicBezTo>
                        <a:pt x="0" y="28"/>
                        <a:pt x="1" y="29"/>
                        <a:pt x="3" y="29"/>
                      </a:cubicBezTo>
                      <a:cubicBezTo>
                        <a:pt x="3" y="29"/>
                        <a:pt x="3" y="29"/>
                        <a:pt x="3" y="29"/>
                      </a:cubicBezTo>
                      <a:cubicBezTo>
                        <a:pt x="3" y="37"/>
                        <a:pt x="10" y="45"/>
                        <a:pt x="17" y="45"/>
                      </a:cubicBezTo>
                      <a:cubicBezTo>
                        <a:pt x="25" y="45"/>
                        <a:pt x="31" y="37"/>
                        <a:pt x="32" y="29"/>
                      </a:cubicBezTo>
                      <a:cubicBezTo>
                        <a:pt x="32" y="29"/>
                        <a:pt x="32" y="29"/>
                        <a:pt x="32" y="29"/>
                      </a:cubicBezTo>
                      <a:cubicBezTo>
                        <a:pt x="33" y="29"/>
                        <a:pt x="35" y="28"/>
                        <a:pt x="35" y="26"/>
                      </a:cubicBezTo>
                      <a:cubicBezTo>
                        <a:pt x="35" y="25"/>
                        <a:pt x="34" y="24"/>
                        <a:pt x="33" y="23"/>
                      </a:cubicBezTo>
                      <a:cubicBezTo>
                        <a:pt x="34" y="21"/>
                        <a:pt x="34" y="19"/>
                        <a:pt x="34" y="17"/>
                      </a:cubicBezTo>
                      <a:cubicBezTo>
                        <a:pt x="34" y="8"/>
                        <a:pt x="26" y="0"/>
                        <a:pt x="17" y="0"/>
                      </a:cubicBezTo>
                      <a:cubicBezTo>
                        <a:pt x="8" y="0"/>
                        <a:pt x="1" y="8"/>
                        <a:pt x="1" y="17"/>
                      </a:cubicBezTo>
                      <a:cubicBezTo>
                        <a:pt x="1" y="19"/>
                        <a:pt x="1" y="21"/>
                        <a:pt x="2" y="23"/>
                      </a:cubicBezTo>
                      <a:cubicBezTo>
                        <a:pt x="1" y="24"/>
                        <a:pt x="0" y="25"/>
                        <a:pt x="0"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19" name="Freeform 30">
                  <a:extLst>
                    <a:ext uri="{FF2B5EF4-FFF2-40B4-BE49-F238E27FC236}">
                      <a16:creationId xmlns:a16="http://schemas.microsoft.com/office/drawing/2014/main" xmlns="" id="{A959A0E8-2616-492E-846C-7D75544DB0E7}"/>
                    </a:ext>
                  </a:extLst>
                </p:cNvPr>
                <p:cNvSpPr>
                  <a:spLocks/>
                </p:cNvSpPr>
                <p:nvPr/>
              </p:nvSpPr>
              <p:spPr bwMode="auto">
                <a:xfrm>
                  <a:off x="4490" y="2512"/>
                  <a:ext cx="178" cy="53"/>
                </a:xfrm>
                <a:custGeom>
                  <a:avLst/>
                  <a:gdLst>
                    <a:gd name="T0" fmla="*/ 2 w 74"/>
                    <a:gd name="T1" fmla="*/ 22 h 22"/>
                    <a:gd name="T2" fmla="*/ 73 w 74"/>
                    <a:gd name="T3" fmla="*/ 22 h 22"/>
                    <a:gd name="T4" fmla="*/ 74 w 74"/>
                    <a:gd name="T5" fmla="*/ 21 h 22"/>
                    <a:gd name="T6" fmla="*/ 74 w 74"/>
                    <a:gd name="T7" fmla="*/ 15 h 22"/>
                    <a:gd name="T8" fmla="*/ 74 w 74"/>
                    <a:gd name="T9" fmla="*/ 14 h 22"/>
                    <a:gd name="T10" fmla="*/ 50 w 74"/>
                    <a:gd name="T11" fmla="*/ 0 h 22"/>
                    <a:gd name="T12" fmla="*/ 49 w 74"/>
                    <a:gd name="T13" fmla="*/ 0 h 22"/>
                    <a:gd name="T14" fmla="*/ 48 w 74"/>
                    <a:gd name="T15" fmla="*/ 0 h 22"/>
                    <a:gd name="T16" fmla="*/ 47 w 74"/>
                    <a:gd name="T17" fmla="*/ 0 h 22"/>
                    <a:gd name="T18" fmla="*/ 37 w 74"/>
                    <a:gd name="T19" fmla="*/ 3 h 22"/>
                    <a:gd name="T20" fmla="*/ 27 w 74"/>
                    <a:gd name="T21" fmla="*/ 0 h 22"/>
                    <a:gd name="T22" fmla="*/ 26 w 74"/>
                    <a:gd name="T23" fmla="*/ 0 h 22"/>
                    <a:gd name="T24" fmla="*/ 26 w 74"/>
                    <a:gd name="T25" fmla="*/ 0 h 22"/>
                    <a:gd name="T26" fmla="*/ 25 w 74"/>
                    <a:gd name="T27" fmla="*/ 0 h 22"/>
                    <a:gd name="T28" fmla="*/ 1 w 74"/>
                    <a:gd name="T29" fmla="*/ 14 h 22"/>
                    <a:gd name="T30" fmla="*/ 0 w 74"/>
                    <a:gd name="T31" fmla="*/ 15 h 22"/>
                    <a:gd name="T32" fmla="*/ 0 w 74"/>
                    <a:gd name="T33" fmla="*/ 21 h 22"/>
                    <a:gd name="T34" fmla="*/ 2 w 74"/>
                    <a:gd name="T3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4" h="22">
                      <a:moveTo>
                        <a:pt x="2" y="22"/>
                      </a:moveTo>
                      <a:cubicBezTo>
                        <a:pt x="73" y="22"/>
                        <a:pt x="73" y="22"/>
                        <a:pt x="73" y="22"/>
                      </a:cubicBezTo>
                      <a:cubicBezTo>
                        <a:pt x="73" y="22"/>
                        <a:pt x="74" y="21"/>
                        <a:pt x="74" y="21"/>
                      </a:cubicBezTo>
                      <a:cubicBezTo>
                        <a:pt x="74" y="15"/>
                        <a:pt x="74" y="15"/>
                        <a:pt x="74" y="15"/>
                      </a:cubicBezTo>
                      <a:cubicBezTo>
                        <a:pt x="74" y="15"/>
                        <a:pt x="74" y="14"/>
                        <a:pt x="74" y="14"/>
                      </a:cubicBezTo>
                      <a:cubicBezTo>
                        <a:pt x="67" y="7"/>
                        <a:pt x="59" y="3"/>
                        <a:pt x="50" y="0"/>
                      </a:cubicBezTo>
                      <a:cubicBezTo>
                        <a:pt x="49" y="0"/>
                        <a:pt x="49" y="0"/>
                        <a:pt x="49" y="0"/>
                      </a:cubicBezTo>
                      <a:cubicBezTo>
                        <a:pt x="48" y="0"/>
                        <a:pt x="48" y="0"/>
                        <a:pt x="48" y="0"/>
                      </a:cubicBezTo>
                      <a:cubicBezTo>
                        <a:pt x="48" y="0"/>
                        <a:pt x="48" y="0"/>
                        <a:pt x="47" y="0"/>
                      </a:cubicBezTo>
                      <a:cubicBezTo>
                        <a:pt x="45" y="2"/>
                        <a:pt x="41" y="3"/>
                        <a:pt x="37" y="3"/>
                      </a:cubicBezTo>
                      <a:cubicBezTo>
                        <a:pt x="34" y="3"/>
                        <a:pt x="30" y="2"/>
                        <a:pt x="27" y="0"/>
                      </a:cubicBezTo>
                      <a:cubicBezTo>
                        <a:pt x="27" y="0"/>
                        <a:pt x="27" y="0"/>
                        <a:pt x="26" y="0"/>
                      </a:cubicBezTo>
                      <a:cubicBezTo>
                        <a:pt x="26" y="0"/>
                        <a:pt x="26" y="0"/>
                        <a:pt x="26" y="0"/>
                      </a:cubicBezTo>
                      <a:cubicBezTo>
                        <a:pt x="26" y="0"/>
                        <a:pt x="26" y="0"/>
                        <a:pt x="25" y="0"/>
                      </a:cubicBezTo>
                      <a:cubicBezTo>
                        <a:pt x="16" y="2"/>
                        <a:pt x="8" y="7"/>
                        <a:pt x="1" y="14"/>
                      </a:cubicBezTo>
                      <a:cubicBezTo>
                        <a:pt x="1" y="14"/>
                        <a:pt x="0" y="15"/>
                        <a:pt x="0" y="15"/>
                      </a:cubicBezTo>
                      <a:cubicBezTo>
                        <a:pt x="0" y="21"/>
                        <a:pt x="0" y="21"/>
                        <a:pt x="0" y="21"/>
                      </a:cubicBezTo>
                      <a:cubicBezTo>
                        <a:pt x="0" y="21"/>
                        <a:pt x="1" y="22"/>
                        <a:pt x="2"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0" name="Freeform 31">
                  <a:extLst>
                    <a:ext uri="{FF2B5EF4-FFF2-40B4-BE49-F238E27FC236}">
                      <a16:creationId xmlns:a16="http://schemas.microsoft.com/office/drawing/2014/main" xmlns="" id="{42246033-D2C8-4BDA-9591-2D57098FA8EC}"/>
                    </a:ext>
                  </a:extLst>
                </p:cNvPr>
                <p:cNvSpPr>
                  <a:spLocks/>
                </p:cNvSpPr>
                <p:nvPr/>
              </p:nvSpPr>
              <p:spPr bwMode="auto">
                <a:xfrm>
                  <a:off x="4476" y="2613"/>
                  <a:ext cx="207" cy="12"/>
                </a:xfrm>
                <a:custGeom>
                  <a:avLst/>
                  <a:gdLst>
                    <a:gd name="T0" fmla="*/ 84 w 86"/>
                    <a:gd name="T1" fmla="*/ 0 h 5"/>
                    <a:gd name="T2" fmla="*/ 3 w 86"/>
                    <a:gd name="T3" fmla="*/ 0 h 5"/>
                    <a:gd name="T4" fmla="*/ 0 w 86"/>
                    <a:gd name="T5" fmla="*/ 2 h 5"/>
                    <a:gd name="T6" fmla="*/ 3 w 86"/>
                    <a:gd name="T7" fmla="*/ 5 h 5"/>
                    <a:gd name="T8" fmla="*/ 84 w 86"/>
                    <a:gd name="T9" fmla="*/ 5 h 5"/>
                    <a:gd name="T10" fmla="*/ 86 w 86"/>
                    <a:gd name="T11" fmla="*/ 2 h 5"/>
                    <a:gd name="T12" fmla="*/ 84 w 86"/>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6" h="5">
                      <a:moveTo>
                        <a:pt x="84" y="0"/>
                      </a:moveTo>
                      <a:cubicBezTo>
                        <a:pt x="3" y="0"/>
                        <a:pt x="3" y="0"/>
                        <a:pt x="3" y="0"/>
                      </a:cubicBezTo>
                      <a:cubicBezTo>
                        <a:pt x="1" y="0"/>
                        <a:pt x="0" y="1"/>
                        <a:pt x="0" y="2"/>
                      </a:cubicBezTo>
                      <a:cubicBezTo>
                        <a:pt x="0" y="4"/>
                        <a:pt x="1" y="5"/>
                        <a:pt x="3" y="5"/>
                      </a:cubicBezTo>
                      <a:cubicBezTo>
                        <a:pt x="84" y="5"/>
                        <a:pt x="84" y="5"/>
                        <a:pt x="84" y="5"/>
                      </a:cubicBezTo>
                      <a:cubicBezTo>
                        <a:pt x="85" y="5"/>
                        <a:pt x="86" y="4"/>
                        <a:pt x="86" y="2"/>
                      </a:cubicBezTo>
                      <a:cubicBezTo>
                        <a:pt x="86" y="1"/>
                        <a:pt x="85" y="0"/>
                        <a:pt x="8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sp>
              <p:nvSpPr>
                <p:cNvPr id="21" name="Freeform 32">
                  <a:extLst>
                    <a:ext uri="{FF2B5EF4-FFF2-40B4-BE49-F238E27FC236}">
                      <a16:creationId xmlns:a16="http://schemas.microsoft.com/office/drawing/2014/main" xmlns="" id="{BDB04123-F6AA-4F38-8AA2-BAA2CEC496E9}"/>
                    </a:ext>
                  </a:extLst>
                </p:cNvPr>
                <p:cNvSpPr>
                  <a:spLocks noEditPoints="1"/>
                </p:cNvSpPr>
                <p:nvPr/>
              </p:nvSpPr>
              <p:spPr bwMode="auto">
                <a:xfrm>
                  <a:off x="4401" y="2266"/>
                  <a:ext cx="374" cy="471"/>
                </a:xfrm>
                <a:custGeom>
                  <a:avLst/>
                  <a:gdLst>
                    <a:gd name="T0" fmla="*/ 153 w 155"/>
                    <a:gd name="T1" fmla="*/ 31 h 197"/>
                    <a:gd name="T2" fmla="*/ 124 w 155"/>
                    <a:gd name="T3" fmla="*/ 2 h 197"/>
                    <a:gd name="T4" fmla="*/ 120 w 155"/>
                    <a:gd name="T5" fmla="*/ 0 h 197"/>
                    <a:gd name="T6" fmla="*/ 6 w 155"/>
                    <a:gd name="T7" fmla="*/ 0 h 197"/>
                    <a:gd name="T8" fmla="*/ 0 w 155"/>
                    <a:gd name="T9" fmla="*/ 7 h 197"/>
                    <a:gd name="T10" fmla="*/ 0 w 155"/>
                    <a:gd name="T11" fmla="*/ 190 h 197"/>
                    <a:gd name="T12" fmla="*/ 6 w 155"/>
                    <a:gd name="T13" fmla="*/ 197 h 197"/>
                    <a:gd name="T14" fmla="*/ 148 w 155"/>
                    <a:gd name="T15" fmla="*/ 197 h 197"/>
                    <a:gd name="T16" fmla="*/ 155 w 155"/>
                    <a:gd name="T17" fmla="*/ 190 h 197"/>
                    <a:gd name="T18" fmla="*/ 155 w 155"/>
                    <a:gd name="T19" fmla="*/ 35 h 197"/>
                    <a:gd name="T20" fmla="*/ 153 w 155"/>
                    <a:gd name="T21" fmla="*/ 31 h 197"/>
                    <a:gd name="T22" fmla="*/ 13 w 155"/>
                    <a:gd name="T23" fmla="*/ 183 h 197"/>
                    <a:gd name="T24" fmla="*/ 13 w 155"/>
                    <a:gd name="T25" fmla="*/ 14 h 197"/>
                    <a:gd name="T26" fmla="*/ 116 w 155"/>
                    <a:gd name="T27" fmla="*/ 14 h 197"/>
                    <a:gd name="T28" fmla="*/ 116 w 155"/>
                    <a:gd name="T29" fmla="*/ 35 h 197"/>
                    <a:gd name="T30" fmla="*/ 120 w 155"/>
                    <a:gd name="T31" fmla="*/ 39 h 197"/>
                    <a:gd name="T32" fmla="*/ 142 w 155"/>
                    <a:gd name="T33" fmla="*/ 39 h 197"/>
                    <a:gd name="T34" fmla="*/ 142 w 155"/>
                    <a:gd name="T35" fmla="*/ 183 h 197"/>
                    <a:gd name="T36" fmla="*/ 13 w 155"/>
                    <a:gd name="T37" fmla="*/ 183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55" h="197">
                      <a:moveTo>
                        <a:pt x="153" y="31"/>
                      </a:moveTo>
                      <a:cubicBezTo>
                        <a:pt x="124" y="2"/>
                        <a:pt x="124" y="2"/>
                        <a:pt x="124" y="2"/>
                      </a:cubicBezTo>
                      <a:cubicBezTo>
                        <a:pt x="123" y="1"/>
                        <a:pt x="121" y="0"/>
                        <a:pt x="120" y="0"/>
                      </a:cubicBezTo>
                      <a:cubicBezTo>
                        <a:pt x="6" y="0"/>
                        <a:pt x="6" y="0"/>
                        <a:pt x="6" y="0"/>
                      </a:cubicBezTo>
                      <a:cubicBezTo>
                        <a:pt x="3" y="0"/>
                        <a:pt x="0" y="3"/>
                        <a:pt x="0" y="7"/>
                      </a:cubicBezTo>
                      <a:cubicBezTo>
                        <a:pt x="0" y="190"/>
                        <a:pt x="0" y="190"/>
                        <a:pt x="0" y="190"/>
                      </a:cubicBezTo>
                      <a:cubicBezTo>
                        <a:pt x="0" y="194"/>
                        <a:pt x="3" y="197"/>
                        <a:pt x="6" y="197"/>
                      </a:cubicBezTo>
                      <a:cubicBezTo>
                        <a:pt x="148" y="197"/>
                        <a:pt x="148" y="197"/>
                        <a:pt x="148" y="197"/>
                      </a:cubicBezTo>
                      <a:cubicBezTo>
                        <a:pt x="152" y="197"/>
                        <a:pt x="155" y="194"/>
                        <a:pt x="155" y="190"/>
                      </a:cubicBezTo>
                      <a:cubicBezTo>
                        <a:pt x="155" y="35"/>
                        <a:pt x="155" y="35"/>
                        <a:pt x="155" y="35"/>
                      </a:cubicBezTo>
                      <a:cubicBezTo>
                        <a:pt x="155" y="34"/>
                        <a:pt x="154" y="32"/>
                        <a:pt x="153" y="31"/>
                      </a:cubicBezTo>
                      <a:close/>
                      <a:moveTo>
                        <a:pt x="13" y="183"/>
                      </a:moveTo>
                      <a:cubicBezTo>
                        <a:pt x="13" y="14"/>
                        <a:pt x="13" y="14"/>
                        <a:pt x="13" y="14"/>
                      </a:cubicBezTo>
                      <a:cubicBezTo>
                        <a:pt x="116" y="14"/>
                        <a:pt x="116" y="14"/>
                        <a:pt x="116" y="14"/>
                      </a:cubicBezTo>
                      <a:cubicBezTo>
                        <a:pt x="116" y="35"/>
                        <a:pt x="116" y="35"/>
                        <a:pt x="116" y="35"/>
                      </a:cubicBezTo>
                      <a:cubicBezTo>
                        <a:pt x="116" y="38"/>
                        <a:pt x="118" y="39"/>
                        <a:pt x="120" y="39"/>
                      </a:cubicBezTo>
                      <a:cubicBezTo>
                        <a:pt x="142" y="39"/>
                        <a:pt x="142" y="39"/>
                        <a:pt x="142" y="39"/>
                      </a:cubicBezTo>
                      <a:cubicBezTo>
                        <a:pt x="142" y="183"/>
                        <a:pt x="142" y="183"/>
                        <a:pt x="142" y="183"/>
                      </a:cubicBezTo>
                      <a:lnTo>
                        <a:pt x="13" y="18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eaLnBrk="0" fontAlgn="base" hangingPunct="0">
                    <a:spcBef>
                      <a:spcPct val="0"/>
                    </a:spcBef>
                    <a:spcAft>
                      <a:spcPct val="0"/>
                    </a:spcAft>
                  </a:pPr>
                  <a:endParaRPr lang="zh-CN" altLang="en-US">
                    <a:solidFill>
                      <a:prstClr val="black"/>
                    </a:solidFill>
                  </a:endParaRPr>
                </a:p>
              </p:txBody>
            </p:sp>
          </p:grpSp>
        </p:grpSp>
      </p:grpSp>
      <p:sp>
        <p:nvSpPr>
          <p:cNvPr id="43" name="标题 42"/>
          <p:cNvSpPr>
            <a:spLocks noGrp="1"/>
          </p:cNvSpPr>
          <p:nvPr>
            <p:ph type="title"/>
          </p:nvPr>
        </p:nvSpPr>
        <p:spPr/>
        <p:txBody>
          <a:bodyPr/>
          <a:lstStyle/>
          <a:p>
            <a:r>
              <a:rPr lang="zh-CN" altLang="en-US" dirty="0"/>
              <a:t>让金融更简单 让金融更美好</a:t>
            </a:r>
            <a:endParaRPr kumimoji="1" lang="zh-CN" altLang="en-US" dirty="0"/>
          </a:p>
        </p:txBody>
      </p:sp>
    </p:spTree>
    <p:extLst>
      <p:ext uri="{BB962C8B-B14F-4D97-AF65-F5344CB8AC3E}">
        <p14:creationId xmlns:p14="http://schemas.microsoft.com/office/powerpoint/2010/main" val="331316908"/>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3">
            <a:extLst>
              <a:ext uri="{FF2B5EF4-FFF2-40B4-BE49-F238E27FC236}">
                <a16:creationId xmlns:a16="http://schemas.microsoft.com/office/drawing/2014/main" xmlns="" id="{DFADB8A5-6904-4CC6-AE85-EA754512C934}"/>
              </a:ext>
            </a:extLst>
          </p:cNvPr>
          <p:cNvSpPr>
            <a:spLocks noChangeArrowheads="1"/>
          </p:cNvSpPr>
          <p:nvPr/>
        </p:nvSpPr>
        <p:spPr bwMode="gray">
          <a:xfrm flipV="1">
            <a:off x="4541168" y="3355095"/>
            <a:ext cx="2262188" cy="912949"/>
          </a:xfrm>
          <a:prstGeom prst="upArrow">
            <a:avLst>
              <a:gd name="adj1" fmla="val 66602"/>
              <a:gd name="adj2" fmla="val 48259"/>
            </a:avLst>
          </a:prstGeom>
          <a:gradFill rotWithShape="1">
            <a:gsLst>
              <a:gs pos="0">
                <a:srgbClr val="5059AC"/>
              </a:gs>
              <a:gs pos="100000">
                <a:srgbClr val="336699">
                  <a:gamma/>
                  <a:tint val="0"/>
                  <a:invGamma/>
                  <a:alpha val="0"/>
                </a:srgbClr>
              </a:gs>
            </a:gsLst>
            <a:lin ang="5400000" scaled="1"/>
          </a:gradFill>
          <a:ln>
            <a:noFill/>
          </a:ln>
          <a:effectLst/>
        </p:spPr>
        <p:txBody>
          <a:bodyPr vert="eaVert" wrap="none" anchor="ctr"/>
          <a:lstStyle/>
          <a:p>
            <a:endParaRPr lang="zh-CN" altLang="en-US"/>
          </a:p>
        </p:txBody>
      </p:sp>
      <p:sp>
        <p:nvSpPr>
          <p:cNvPr id="3" name="AutoShape 4">
            <a:extLst>
              <a:ext uri="{FF2B5EF4-FFF2-40B4-BE49-F238E27FC236}">
                <a16:creationId xmlns:a16="http://schemas.microsoft.com/office/drawing/2014/main" xmlns="" id="{11744BBA-9286-4956-B3AC-8EC3469298AD}"/>
              </a:ext>
            </a:extLst>
          </p:cNvPr>
          <p:cNvSpPr>
            <a:spLocks noChangeArrowheads="1"/>
          </p:cNvSpPr>
          <p:nvPr/>
        </p:nvSpPr>
        <p:spPr bwMode="gray">
          <a:xfrm>
            <a:off x="1737643" y="2837705"/>
            <a:ext cx="1658938" cy="762000"/>
          </a:xfrm>
          <a:prstGeom prst="roundRect">
            <a:avLst>
              <a:gd name="adj" fmla="val 16667"/>
            </a:avLst>
          </a:prstGeom>
          <a:solidFill>
            <a:srgbClr val="4372C4"/>
          </a:solidFill>
          <a:ln w="38100">
            <a:noFill/>
            <a:round/>
            <a:headEnd/>
            <a:tailEnd/>
          </a:ln>
          <a:effectLst/>
        </p:spPr>
        <p:txBody>
          <a:bodyPr wrap="none" anchor="ctr"/>
          <a:lstStyle/>
          <a:p>
            <a:endParaRPr lang="zh-CN" altLang="en-US"/>
          </a:p>
        </p:txBody>
      </p:sp>
      <p:sp>
        <p:nvSpPr>
          <p:cNvPr id="4" name="AutoShape 5">
            <a:extLst>
              <a:ext uri="{FF2B5EF4-FFF2-40B4-BE49-F238E27FC236}">
                <a16:creationId xmlns:a16="http://schemas.microsoft.com/office/drawing/2014/main" xmlns="" id="{D0A82056-8FB4-4269-ADCB-C12CF42CF19F}"/>
              </a:ext>
            </a:extLst>
          </p:cNvPr>
          <p:cNvSpPr>
            <a:spLocks noChangeArrowheads="1"/>
          </p:cNvSpPr>
          <p:nvPr/>
        </p:nvSpPr>
        <p:spPr bwMode="gray">
          <a:xfrm>
            <a:off x="4007768" y="2132856"/>
            <a:ext cx="3379788" cy="1133475"/>
          </a:xfrm>
          <a:prstGeom prst="roundRect">
            <a:avLst>
              <a:gd name="adj" fmla="val 16667"/>
            </a:avLst>
          </a:prstGeom>
          <a:solidFill>
            <a:srgbClr val="4372C4"/>
          </a:solidFill>
          <a:ln w="12700">
            <a:noFill/>
            <a:round/>
            <a:headEnd/>
            <a:tailEnd/>
          </a:ln>
          <a:effectLst/>
        </p:spPr>
        <p:txBody>
          <a:bodyPr wrap="none" anchor="ctr"/>
          <a:lstStyle/>
          <a:p>
            <a:endParaRPr lang="zh-CN" altLang="en-US" dirty="0"/>
          </a:p>
        </p:txBody>
      </p:sp>
      <p:sp>
        <p:nvSpPr>
          <p:cNvPr id="6" name="Oval 7">
            <a:extLst>
              <a:ext uri="{FF2B5EF4-FFF2-40B4-BE49-F238E27FC236}">
                <a16:creationId xmlns:a16="http://schemas.microsoft.com/office/drawing/2014/main" xmlns="" id="{B52E4A75-7A63-45BF-85CC-152C05D0BFD1}"/>
              </a:ext>
            </a:extLst>
          </p:cNvPr>
          <p:cNvSpPr>
            <a:spLocks noChangeArrowheads="1"/>
          </p:cNvSpPr>
          <p:nvPr/>
        </p:nvSpPr>
        <p:spPr bwMode="gray">
          <a:xfrm>
            <a:off x="2528218" y="4388498"/>
            <a:ext cx="6294438" cy="1452563"/>
          </a:xfrm>
          <a:prstGeom prst="ellipse">
            <a:avLst/>
          </a:prstGeom>
          <a:solidFill>
            <a:srgbClr val="4372C4"/>
          </a:solidFill>
          <a:ln>
            <a:noFill/>
          </a:ln>
          <a:effectLst/>
        </p:spPr>
        <p:txBody>
          <a:bodyPr wrap="none" anchor="ctr"/>
          <a:lstStyle/>
          <a:p>
            <a:endParaRPr lang="zh-CN" altLang="en-US" dirty="0"/>
          </a:p>
        </p:txBody>
      </p:sp>
      <p:sp>
        <p:nvSpPr>
          <p:cNvPr id="7" name="AutoShape 8">
            <a:extLst>
              <a:ext uri="{FF2B5EF4-FFF2-40B4-BE49-F238E27FC236}">
                <a16:creationId xmlns:a16="http://schemas.microsoft.com/office/drawing/2014/main" xmlns="" id="{F6F05EDF-3306-4651-AFC7-F45C07091EDE}"/>
              </a:ext>
            </a:extLst>
          </p:cNvPr>
          <p:cNvSpPr>
            <a:spLocks noChangeArrowheads="1"/>
          </p:cNvSpPr>
          <p:nvPr/>
        </p:nvSpPr>
        <p:spPr bwMode="gray">
          <a:xfrm rot="5400000">
            <a:off x="3252912" y="2465436"/>
            <a:ext cx="865188" cy="431800"/>
          </a:xfrm>
          <a:prstGeom prst="upArrow">
            <a:avLst>
              <a:gd name="adj1" fmla="val 50093"/>
              <a:gd name="adj2" fmla="val 54046"/>
            </a:avLst>
          </a:prstGeom>
          <a:gradFill rotWithShape="1">
            <a:gsLst>
              <a:gs pos="0">
                <a:srgbClr val="5059AC"/>
              </a:gs>
              <a:gs pos="100000">
                <a:srgbClr val="336699">
                  <a:gamma/>
                  <a:tint val="0"/>
                  <a:invGamma/>
                  <a:alpha val="0"/>
                </a:srgbClr>
              </a:gs>
            </a:gsLst>
            <a:lin ang="5400000" scaled="1"/>
          </a:gradFill>
          <a:ln>
            <a:noFill/>
          </a:ln>
          <a:effectLst/>
        </p:spPr>
        <p:txBody>
          <a:bodyPr vert="eaVert" wrap="none" anchor="ctr"/>
          <a:lstStyle/>
          <a:p>
            <a:endParaRPr lang="zh-CN" altLang="en-US"/>
          </a:p>
        </p:txBody>
      </p:sp>
      <p:sp>
        <p:nvSpPr>
          <p:cNvPr id="8" name="AutoShape 9">
            <a:extLst>
              <a:ext uri="{FF2B5EF4-FFF2-40B4-BE49-F238E27FC236}">
                <a16:creationId xmlns:a16="http://schemas.microsoft.com/office/drawing/2014/main" xmlns="" id="{7339665C-0EF7-4F03-9EF5-E7FC8970A3DC}"/>
              </a:ext>
            </a:extLst>
          </p:cNvPr>
          <p:cNvSpPr>
            <a:spLocks noChangeArrowheads="1"/>
          </p:cNvSpPr>
          <p:nvPr/>
        </p:nvSpPr>
        <p:spPr bwMode="gray">
          <a:xfrm rot="-5400000">
            <a:off x="7275638" y="2511474"/>
            <a:ext cx="865187" cy="431800"/>
          </a:xfrm>
          <a:prstGeom prst="upArrow">
            <a:avLst>
              <a:gd name="adj1" fmla="val 50093"/>
              <a:gd name="adj2" fmla="val 54046"/>
            </a:avLst>
          </a:prstGeom>
          <a:gradFill rotWithShape="1">
            <a:gsLst>
              <a:gs pos="0">
                <a:srgbClr val="5059AC"/>
              </a:gs>
              <a:gs pos="100000">
                <a:srgbClr val="336699">
                  <a:gamma/>
                  <a:tint val="0"/>
                  <a:invGamma/>
                  <a:alpha val="0"/>
                </a:srgbClr>
              </a:gs>
            </a:gsLst>
            <a:lin ang="5400000" scaled="1"/>
          </a:gradFill>
          <a:ln>
            <a:noFill/>
          </a:ln>
          <a:effectLst/>
        </p:spPr>
        <p:txBody>
          <a:bodyPr vert="eaVert" wrap="none" anchor="ctr"/>
          <a:lstStyle/>
          <a:p>
            <a:endParaRPr lang="zh-CN" altLang="en-US"/>
          </a:p>
        </p:txBody>
      </p:sp>
      <p:sp>
        <p:nvSpPr>
          <p:cNvPr id="9" name="Rectangle 10">
            <a:extLst>
              <a:ext uri="{FF2B5EF4-FFF2-40B4-BE49-F238E27FC236}">
                <a16:creationId xmlns:a16="http://schemas.microsoft.com/office/drawing/2014/main" xmlns="" id="{9E82BAA6-7428-46F0-9FD0-59DA8ECFD6AE}"/>
              </a:ext>
            </a:extLst>
          </p:cNvPr>
          <p:cNvSpPr>
            <a:spLocks noChangeArrowheads="1"/>
          </p:cNvSpPr>
          <p:nvPr/>
        </p:nvSpPr>
        <p:spPr bwMode="black">
          <a:xfrm>
            <a:off x="4997327" y="2166192"/>
            <a:ext cx="1456232" cy="400110"/>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zh-CN" sz="2000" b="1" dirty="0">
                <a:solidFill>
                  <a:schemeClr val="bg1"/>
                </a:solidFill>
              </a:rPr>
              <a:t>Title in here</a:t>
            </a:r>
          </a:p>
        </p:txBody>
      </p:sp>
      <p:sp>
        <p:nvSpPr>
          <p:cNvPr id="10" name="Rectangle 11">
            <a:extLst>
              <a:ext uri="{FF2B5EF4-FFF2-40B4-BE49-F238E27FC236}">
                <a16:creationId xmlns:a16="http://schemas.microsoft.com/office/drawing/2014/main" xmlns="" id="{37CA00E8-1CE5-491F-BBDD-F7917359F648}"/>
              </a:ext>
            </a:extLst>
          </p:cNvPr>
          <p:cNvSpPr>
            <a:spLocks noChangeArrowheads="1"/>
          </p:cNvSpPr>
          <p:nvPr/>
        </p:nvSpPr>
        <p:spPr bwMode="black">
          <a:xfrm>
            <a:off x="4074004" y="2740867"/>
            <a:ext cx="3242554" cy="385490"/>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algn="ctr"/>
            <a:r>
              <a:rPr lang="en-US" altLang="zh-CN" dirty="0">
                <a:solidFill>
                  <a:schemeClr val="bg1"/>
                </a:solidFill>
              </a:rPr>
              <a:t>Please write down of contents.</a:t>
            </a:r>
          </a:p>
        </p:txBody>
      </p:sp>
      <p:sp>
        <p:nvSpPr>
          <p:cNvPr id="12" name="AutoShape 13">
            <a:extLst>
              <a:ext uri="{FF2B5EF4-FFF2-40B4-BE49-F238E27FC236}">
                <a16:creationId xmlns:a16="http://schemas.microsoft.com/office/drawing/2014/main" xmlns="" id="{731AAED0-2796-4F7F-B15E-C3F385EE510D}"/>
              </a:ext>
            </a:extLst>
          </p:cNvPr>
          <p:cNvSpPr>
            <a:spLocks noChangeArrowheads="1"/>
          </p:cNvSpPr>
          <p:nvPr/>
        </p:nvSpPr>
        <p:spPr bwMode="gray">
          <a:xfrm>
            <a:off x="1737643" y="1886792"/>
            <a:ext cx="1658938" cy="762000"/>
          </a:xfrm>
          <a:prstGeom prst="roundRect">
            <a:avLst>
              <a:gd name="adj" fmla="val 16667"/>
            </a:avLst>
          </a:prstGeom>
          <a:solidFill>
            <a:srgbClr val="4372C4"/>
          </a:solidFill>
          <a:ln w="38100">
            <a:noFill/>
            <a:round/>
            <a:headEnd/>
            <a:tailEnd/>
          </a:ln>
          <a:effectLst/>
        </p:spPr>
        <p:txBody>
          <a:bodyPr wrap="none" anchor="ctr"/>
          <a:lstStyle/>
          <a:p>
            <a:endParaRPr lang="zh-CN" altLang="en-US"/>
          </a:p>
        </p:txBody>
      </p:sp>
      <p:sp>
        <p:nvSpPr>
          <p:cNvPr id="13" name="AutoShape 14">
            <a:extLst>
              <a:ext uri="{FF2B5EF4-FFF2-40B4-BE49-F238E27FC236}">
                <a16:creationId xmlns:a16="http://schemas.microsoft.com/office/drawing/2014/main" xmlns="" id="{FD376563-2C32-4E71-B1EA-872053091B9D}"/>
              </a:ext>
            </a:extLst>
          </p:cNvPr>
          <p:cNvSpPr>
            <a:spLocks noChangeArrowheads="1"/>
          </p:cNvSpPr>
          <p:nvPr/>
        </p:nvSpPr>
        <p:spPr bwMode="gray">
          <a:xfrm>
            <a:off x="8027318" y="2826592"/>
            <a:ext cx="1658938" cy="762000"/>
          </a:xfrm>
          <a:prstGeom prst="roundRect">
            <a:avLst>
              <a:gd name="adj" fmla="val 16667"/>
            </a:avLst>
          </a:prstGeom>
          <a:solidFill>
            <a:srgbClr val="4372C4"/>
          </a:solidFill>
          <a:ln w="38100">
            <a:noFill/>
            <a:round/>
            <a:headEnd/>
            <a:tailEnd/>
          </a:ln>
          <a:effectLst/>
        </p:spPr>
        <p:txBody>
          <a:bodyPr wrap="none" anchor="ctr"/>
          <a:lstStyle/>
          <a:p>
            <a:endParaRPr lang="zh-CN" altLang="en-US"/>
          </a:p>
        </p:txBody>
      </p:sp>
      <p:sp>
        <p:nvSpPr>
          <p:cNvPr id="14" name="AutoShape 15">
            <a:extLst>
              <a:ext uri="{FF2B5EF4-FFF2-40B4-BE49-F238E27FC236}">
                <a16:creationId xmlns:a16="http://schemas.microsoft.com/office/drawing/2014/main" xmlns="" id="{3D4F3DC2-6B8F-4C89-8078-129CB7DC6F6E}"/>
              </a:ext>
            </a:extLst>
          </p:cNvPr>
          <p:cNvSpPr>
            <a:spLocks noChangeArrowheads="1"/>
          </p:cNvSpPr>
          <p:nvPr/>
        </p:nvSpPr>
        <p:spPr bwMode="gray">
          <a:xfrm>
            <a:off x="8032082" y="1894730"/>
            <a:ext cx="1658937" cy="762000"/>
          </a:xfrm>
          <a:prstGeom prst="roundRect">
            <a:avLst>
              <a:gd name="adj" fmla="val 16667"/>
            </a:avLst>
          </a:prstGeom>
          <a:solidFill>
            <a:srgbClr val="4372C4"/>
          </a:solidFill>
          <a:ln w="38100">
            <a:noFill/>
            <a:round/>
            <a:headEnd/>
            <a:tailEnd/>
          </a:ln>
          <a:effectLst/>
        </p:spPr>
        <p:txBody>
          <a:bodyPr wrap="none" anchor="ctr"/>
          <a:lstStyle/>
          <a:p>
            <a:endParaRPr lang="zh-CN" altLang="en-US"/>
          </a:p>
        </p:txBody>
      </p:sp>
      <p:sp>
        <p:nvSpPr>
          <p:cNvPr id="15" name="Text Box 16">
            <a:extLst>
              <a:ext uri="{FF2B5EF4-FFF2-40B4-BE49-F238E27FC236}">
                <a16:creationId xmlns:a16="http://schemas.microsoft.com/office/drawing/2014/main" xmlns="" id="{D7B883EC-6752-460F-A182-ED225C437205}"/>
              </a:ext>
            </a:extLst>
          </p:cNvPr>
          <p:cNvSpPr txBox="1">
            <a:spLocks noChangeArrowheads="1"/>
          </p:cNvSpPr>
          <p:nvPr/>
        </p:nvSpPr>
        <p:spPr bwMode="white">
          <a:xfrm>
            <a:off x="8160669" y="2082055"/>
            <a:ext cx="1393825" cy="366712"/>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lang="en-US" altLang="zh-CN">
                <a:solidFill>
                  <a:srgbClr val="FFFFFF"/>
                </a:solidFill>
              </a:rPr>
              <a:t>Text in here</a:t>
            </a:r>
          </a:p>
        </p:txBody>
      </p:sp>
      <p:sp>
        <p:nvSpPr>
          <p:cNvPr id="16" name="Text Box 17">
            <a:extLst>
              <a:ext uri="{FF2B5EF4-FFF2-40B4-BE49-F238E27FC236}">
                <a16:creationId xmlns:a16="http://schemas.microsoft.com/office/drawing/2014/main" xmlns="" id="{C5EB3C8A-4AA1-4464-B104-18D56052B052}"/>
              </a:ext>
            </a:extLst>
          </p:cNvPr>
          <p:cNvSpPr txBox="1">
            <a:spLocks noChangeArrowheads="1"/>
          </p:cNvSpPr>
          <p:nvPr/>
        </p:nvSpPr>
        <p:spPr bwMode="white">
          <a:xfrm>
            <a:off x="8160669" y="3012330"/>
            <a:ext cx="1393825" cy="366712"/>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lang="en-US" altLang="zh-CN">
                <a:solidFill>
                  <a:srgbClr val="FFFFFF"/>
                </a:solidFill>
              </a:rPr>
              <a:t>Text in here</a:t>
            </a:r>
          </a:p>
        </p:txBody>
      </p:sp>
      <p:sp>
        <p:nvSpPr>
          <p:cNvPr id="17" name="Text Box 18">
            <a:extLst>
              <a:ext uri="{FF2B5EF4-FFF2-40B4-BE49-F238E27FC236}">
                <a16:creationId xmlns:a16="http://schemas.microsoft.com/office/drawing/2014/main" xmlns="" id="{3330E0D5-9757-4A7F-AC54-FEB74A4E7807}"/>
              </a:ext>
            </a:extLst>
          </p:cNvPr>
          <p:cNvSpPr txBox="1">
            <a:spLocks noChangeArrowheads="1"/>
          </p:cNvSpPr>
          <p:nvPr/>
        </p:nvSpPr>
        <p:spPr bwMode="white">
          <a:xfrm>
            <a:off x="1863057" y="2091580"/>
            <a:ext cx="1393825" cy="366712"/>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lang="en-US" altLang="zh-CN" dirty="0">
                <a:solidFill>
                  <a:srgbClr val="FFFFFF"/>
                </a:solidFill>
              </a:rPr>
              <a:t>Text in here</a:t>
            </a:r>
          </a:p>
        </p:txBody>
      </p:sp>
      <p:sp>
        <p:nvSpPr>
          <p:cNvPr id="18" name="Text Box 19">
            <a:extLst>
              <a:ext uri="{FF2B5EF4-FFF2-40B4-BE49-F238E27FC236}">
                <a16:creationId xmlns:a16="http://schemas.microsoft.com/office/drawing/2014/main" xmlns="" id="{2E33FE53-6E01-45FE-A1E0-BE23EBD2F51C}"/>
              </a:ext>
            </a:extLst>
          </p:cNvPr>
          <p:cNvSpPr txBox="1">
            <a:spLocks noChangeArrowheads="1"/>
          </p:cNvSpPr>
          <p:nvPr/>
        </p:nvSpPr>
        <p:spPr bwMode="white">
          <a:xfrm>
            <a:off x="1863057" y="3031380"/>
            <a:ext cx="1393825" cy="366712"/>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a:spcBef>
                <a:spcPct val="50000"/>
              </a:spcBef>
            </a:pPr>
            <a:r>
              <a:rPr lang="en-US" altLang="zh-CN">
                <a:solidFill>
                  <a:srgbClr val="FFFFFF"/>
                </a:solidFill>
              </a:rPr>
              <a:t>Text in here</a:t>
            </a:r>
          </a:p>
        </p:txBody>
      </p:sp>
      <p:sp>
        <p:nvSpPr>
          <p:cNvPr id="19" name="Rectangle 20">
            <a:extLst>
              <a:ext uri="{FF2B5EF4-FFF2-40B4-BE49-F238E27FC236}">
                <a16:creationId xmlns:a16="http://schemas.microsoft.com/office/drawing/2014/main" xmlns="" id="{293D8365-739A-43CF-8D30-BE2A2B4F6629}"/>
              </a:ext>
            </a:extLst>
          </p:cNvPr>
          <p:cNvSpPr>
            <a:spLocks noChangeArrowheads="1"/>
          </p:cNvSpPr>
          <p:nvPr/>
        </p:nvSpPr>
        <p:spPr bwMode="auto">
          <a:xfrm>
            <a:off x="2759994" y="4721873"/>
            <a:ext cx="5808663"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17961" dir="2700000" algn="ctr" rotWithShape="0">
                    <a:schemeClr val="bg2">
                      <a:alpha val="74998"/>
                    </a:schemeClr>
                  </a:outerShdw>
                </a:effectLst>
              </a14:hiddenEffects>
            </a:ext>
          </a:extLst>
        </p:spPr>
        <p:txBody>
          <a:bodyPr>
            <a:spAutoFit/>
          </a:bodyPr>
          <a:lstStyle/>
          <a:p>
            <a:pPr algn="ctr" eaLnBrk="0" hangingPunct="0">
              <a:buClr>
                <a:srgbClr val="D7181F"/>
              </a:buClr>
              <a:buFont typeface="Wingdings" charset="2"/>
              <a:buNone/>
            </a:pPr>
            <a:r>
              <a:rPr lang="en-US" altLang="zh-CN" sz="2000" b="1" dirty="0" err="1">
                <a:solidFill>
                  <a:schemeClr val="bg1"/>
                </a:solidFill>
                <a:effectLst>
                  <a:outerShdw blurRad="38100" dist="38100" dir="2700000" algn="tl">
                    <a:srgbClr val="C0C0C0"/>
                  </a:outerShdw>
                </a:effectLst>
              </a:rPr>
              <a:t>ThemeGallery</a:t>
            </a:r>
            <a:r>
              <a:rPr lang="en-US" altLang="zh-CN" sz="2000" b="1" dirty="0">
                <a:solidFill>
                  <a:schemeClr val="bg1"/>
                </a:solidFill>
                <a:effectLst>
                  <a:outerShdw blurRad="38100" dist="38100" dir="2700000" algn="tl">
                    <a:srgbClr val="C0C0C0"/>
                  </a:outerShdw>
                </a:effectLst>
              </a:rPr>
              <a:t> is a Design Digital Content &amp; Contents mall developed by Guild Design Inc.</a:t>
            </a:r>
          </a:p>
        </p:txBody>
      </p:sp>
    </p:spTree>
    <p:extLst>
      <p:ext uri="{BB962C8B-B14F-4D97-AF65-F5344CB8AC3E}">
        <p14:creationId xmlns:p14="http://schemas.microsoft.com/office/powerpoint/2010/main" val="2273213017"/>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a:extLst>
              <a:ext uri="{FF2B5EF4-FFF2-40B4-BE49-F238E27FC236}">
                <a16:creationId xmlns:a16="http://schemas.microsoft.com/office/drawing/2014/main" xmlns="" id="{45183C7C-B92F-45AF-B413-33490AA87451}"/>
              </a:ext>
            </a:extLst>
          </p:cNvPr>
          <p:cNvGrpSpPr/>
          <p:nvPr/>
        </p:nvGrpSpPr>
        <p:grpSpPr>
          <a:xfrm>
            <a:off x="1349828" y="2564904"/>
            <a:ext cx="9492344" cy="1184366"/>
            <a:chOff x="1306286" y="2606449"/>
            <a:chExt cx="9492344" cy="1184366"/>
          </a:xfrm>
        </p:grpSpPr>
        <p:sp>
          <p:nvSpPr>
            <p:cNvPr id="32" name="椭圆 31">
              <a:extLst>
                <a:ext uri="{FF2B5EF4-FFF2-40B4-BE49-F238E27FC236}">
                  <a16:creationId xmlns:a16="http://schemas.microsoft.com/office/drawing/2014/main" xmlns="" id="{7DC4DC62-7B50-439E-8230-95E50B2EA406}"/>
                </a:ext>
              </a:extLst>
            </p:cNvPr>
            <p:cNvSpPr/>
            <p:nvPr/>
          </p:nvSpPr>
          <p:spPr>
            <a:xfrm>
              <a:off x="1306286" y="2606449"/>
              <a:ext cx="1184366" cy="1184366"/>
            </a:xfrm>
            <a:prstGeom prst="ellipse">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Calibri"/>
                <a:ea typeface="微软雅黑"/>
                <a:cs typeface="+mn-cs"/>
              </a:endParaRPr>
            </a:p>
          </p:txBody>
        </p:sp>
        <p:sp>
          <p:nvSpPr>
            <p:cNvPr id="33" name="椭圆 32">
              <a:extLst>
                <a:ext uri="{FF2B5EF4-FFF2-40B4-BE49-F238E27FC236}">
                  <a16:creationId xmlns:a16="http://schemas.microsoft.com/office/drawing/2014/main" xmlns="" id="{7E1A88CD-4106-41B3-8D3C-AA3199075E9B}"/>
                </a:ext>
              </a:extLst>
            </p:cNvPr>
            <p:cNvSpPr/>
            <p:nvPr/>
          </p:nvSpPr>
          <p:spPr>
            <a:xfrm>
              <a:off x="4075612" y="2606449"/>
              <a:ext cx="1184366" cy="1184366"/>
            </a:xfrm>
            <a:prstGeom prst="ellipse">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34" name="椭圆 33">
              <a:extLst>
                <a:ext uri="{FF2B5EF4-FFF2-40B4-BE49-F238E27FC236}">
                  <a16:creationId xmlns:a16="http://schemas.microsoft.com/office/drawing/2014/main" xmlns="" id="{1F2FF7A2-65BB-4625-BC8E-47EB39C7FF8A}"/>
                </a:ext>
              </a:extLst>
            </p:cNvPr>
            <p:cNvSpPr/>
            <p:nvPr/>
          </p:nvSpPr>
          <p:spPr>
            <a:xfrm>
              <a:off x="6844938" y="2606449"/>
              <a:ext cx="1184366" cy="1184366"/>
            </a:xfrm>
            <a:prstGeom prst="ellipse">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sp>
          <p:nvSpPr>
            <p:cNvPr id="35" name="椭圆 34">
              <a:extLst>
                <a:ext uri="{FF2B5EF4-FFF2-40B4-BE49-F238E27FC236}">
                  <a16:creationId xmlns:a16="http://schemas.microsoft.com/office/drawing/2014/main" xmlns="" id="{F35995BF-301C-4659-9B94-A7D01FBACC15}"/>
                </a:ext>
              </a:extLst>
            </p:cNvPr>
            <p:cNvSpPr/>
            <p:nvPr/>
          </p:nvSpPr>
          <p:spPr>
            <a:xfrm>
              <a:off x="9614264" y="2606449"/>
              <a:ext cx="1184366" cy="1184366"/>
            </a:xfrm>
            <a:prstGeom prst="ellipse">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pic>
          <p:nvPicPr>
            <p:cNvPr id="36" name="图片 35">
              <a:extLst>
                <a:ext uri="{FF2B5EF4-FFF2-40B4-BE49-F238E27FC236}">
                  <a16:creationId xmlns:a16="http://schemas.microsoft.com/office/drawing/2014/main" xmlns="" id="{F31B7CAD-9BB4-4452-BE5C-1489AB22253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96391" y="2891110"/>
              <a:ext cx="615044" cy="615044"/>
            </a:xfrm>
            <a:prstGeom prst="rect">
              <a:avLst/>
            </a:prstGeom>
          </p:spPr>
        </p:pic>
      </p:grpSp>
      <p:sp>
        <p:nvSpPr>
          <p:cNvPr id="37" name="文本框 36">
            <a:extLst>
              <a:ext uri="{FF2B5EF4-FFF2-40B4-BE49-F238E27FC236}">
                <a16:creationId xmlns:a16="http://schemas.microsoft.com/office/drawing/2014/main" xmlns="" id="{42567E16-E1CA-46F5-AADE-4493A2FB3F47}"/>
              </a:ext>
            </a:extLst>
          </p:cNvPr>
          <p:cNvSpPr txBox="1"/>
          <p:nvPr/>
        </p:nvSpPr>
        <p:spPr>
          <a:xfrm>
            <a:off x="1242932" y="4086182"/>
            <a:ext cx="1415772" cy="461665"/>
          </a:xfrm>
          <a:prstGeom prst="rect">
            <a:avLst/>
          </a:prstGeom>
          <a:noFill/>
        </p:spPr>
        <p:txBody>
          <a:bodyPr wrap="none" rtlCol="0">
            <a:spAutoFit/>
          </a:bodyPr>
          <a:lstStyle/>
          <a:p>
            <a:pPr algn="ctr" defTabSz="914400">
              <a:defRPr/>
            </a:pPr>
            <a:r>
              <a:rPr lang="zh-CN" altLang="en-US" sz="2400" b="1" dirty="0">
                <a:solidFill>
                  <a:srgbClr val="141735"/>
                </a:solidFill>
                <a:latin typeface="微软雅黑" pitchFamily="34" charset="-122"/>
                <a:ea typeface="微软雅黑" pitchFamily="34" charset="-122"/>
              </a:rPr>
              <a:t>兴业使命</a:t>
            </a:r>
          </a:p>
        </p:txBody>
      </p:sp>
      <p:sp>
        <p:nvSpPr>
          <p:cNvPr id="38" name="文本框 37">
            <a:extLst>
              <a:ext uri="{FF2B5EF4-FFF2-40B4-BE49-F238E27FC236}">
                <a16:creationId xmlns:a16="http://schemas.microsoft.com/office/drawing/2014/main" xmlns="" id="{1E7C8711-CF93-4B58-9817-6B8ECEC09F46}"/>
              </a:ext>
            </a:extLst>
          </p:cNvPr>
          <p:cNvSpPr txBox="1"/>
          <p:nvPr/>
        </p:nvSpPr>
        <p:spPr>
          <a:xfrm>
            <a:off x="3988937" y="4086182"/>
            <a:ext cx="1415772" cy="461665"/>
          </a:xfrm>
          <a:prstGeom prst="rect">
            <a:avLst/>
          </a:prstGeom>
          <a:noFill/>
        </p:spPr>
        <p:txBody>
          <a:bodyPr wrap="none" rtlCol="0">
            <a:spAutoFit/>
          </a:bodyPr>
          <a:lstStyle/>
          <a:p>
            <a:pPr algn="ctr" defTabSz="914400">
              <a:defRPr/>
            </a:pPr>
            <a:r>
              <a:rPr lang="zh-CN" altLang="en-US" sz="2400" b="1" dirty="0">
                <a:solidFill>
                  <a:srgbClr val="141735"/>
                </a:solidFill>
                <a:latin typeface="微软雅黑" pitchFamily="34" charset="-122"/>
                <a:ea typeface="微软雅黑" pitchFamily="34" charset="-122"/>
              </a:rPr>
              <a:t>兴业愿景</a:t>
            </a:r>
          </a:p>
        </p:txBody>
      </p:sp>
      <p:sp>
        <p:nvSpPr>
          <p:cNvPr id="39" name="矩形 38">
            <a:extLst>
              <a:ext uri="{FF2B5EF4-FFF2-40B4-BE49-F238E27FC236}">
                <a16:creationId xmlns:a16="http://schemas.microsoft.com/office/drawing/2014/main" xmlns="" id="{05559B74-DA4E-471C-AADF-9405F4B4F59E}"/>
              </a:ext>
            </a:extLst>
          </p:cNvPr>
          <p:cNvSpPr/>
          <p:nvPr/>
        </p:nvSpPr>
        <p:spPr>
          <a:xfrm>
            <a:off x="4059895" y="4677239"/>
            <a:ext cx="1273856" cy="646331"/>
          </a:xfrm>
          <a:prstGeom prst="rect">
            <a:avLst/>
          </a:prstGeom>
        </p:spPr>
        <p:txBody>
          <a:bodyPr wrap="square" anchor="ctr">
            <a:spAutoFit/>
          </a:bodyPr>
          <a:lstStyle/>
          <a:p>
            <a:pPr defTabSz="914400">
              <a:defRPr/>
            </a:pPr>
            <a:r>
              <a:rPr lang="zh-CN" altLang="en-US" sz="1800" spc="269" dirty="0">
                <a:solidFill>
                  <a:srgbClr val="84899E"/>
                </a:solidFill>
                <a:latin typeface="Microsoft YaHei Light" charset="-122"/>
                <a:ea typeface="Microsoft YaHei Light" charset="-122"/>
                <a:cs typeface="Microsoft YaHei Light" charset="-122"/>
              </a:rPr>
              <a:t>一流银行</a:t>
            </a:r>
            <a:endParaRPr lang="en-US" altLang="zh-CN" sz="1800" spc="269" dirty="0">
              <a:solidFill>
                <a:srgbClr val="84899E"/>
              </a:solidFill>
              <a:latin typeface="Microsoft YaHei Light" charset="-122"/>
              <a:ea typeface="Microsoft YaHei Light" charset="-122"/>
              <a:cs typeface="Microsoft YaHei Light" charset="-122"/>
            </a:endParaRPr>
          </a:p>
          <a:p>
            <a:pPr defTabSz="914400">
              <a:defRPr/>
            </a:pPr>
            <a:r>
              <a:rPr lang="zh-CN" altLang="en-US" sz="1800" spc="269" dirty="0">
                <a:solidFill>
                  <a:srgbClr val="84899E"/>
                </a:solidFill>
                <a:latin typeface="Microsoft YaHei Light" charset="-122"/>
                <a:ea typeface="Microsoft YaHei Light" charset="-122"/>
                <a:cs typeface="Microsoft YaHei Light" charset="-122"/>
              </a:rPr>
              <a:t>百年兴业</a:t>
            </a:r>
          </a:p>
        </p:txBody>
      </p:sp>
      <p:sp>
        <p:nvSpPr>
          <p:cNvPr id="40" name="文本框 39">
            <a:extLst>
              <a:ext uri="{FF2B5EF4-FFF2-40B4-BE49-F238E27FC236}">
                <a16:creationId xmlns:a16="http://schemas.microsoft.com/office/drawing/2014/main" xmlns="" id="{E6022239-C35B-4450-9364-D4C232DEB4DD}"/>
              </a:ext>
            </a:extLst>
          </p:cNvPr>
          <p:cNvSpPr txBox="1"/>
          <p:nvPr/>
        </p:nvSpPr>
        <p:spPr>
          <a:xfrm>
            <a:off x="6624452" y="4086182"/>
            <a:ext cx="1723549" cy="461665"/>
          </a:xfrm>
          <a:prstGeom prst="rect">
            <a:avLst/>
          </a:prstGeom>
          <a:noFill/>
        </p:spPr>
        <p:txBody>
          <a:bodyPr wrap="none" rtlCol="0">
            <a:spAutoFit/>
          </a:bodyPr>
          <a:lstStyle/>
          <a:p>
            <a:pPr algn="ctr" defTabSz="914400">
              <a:defRPr/>
            </a:pPr>
            <a:r>
              <a:rPr lang="zh-CN" altLang="en-US" sz="2400" b="1" dirty="0">
                <a:solidFill>
                  <a:srgbClr val="141735"/>
                </a:solidFill>
                <a:latin typeface="微软雅黑" pitchFamily="34" charset="-122"/>
                <a:ea typeface="微软雅黑" pitchFamily="34" charset="-122"/>
              </a:rPr>
              <a:t>核心价值观</a:t>
            </a:r>
          </a:p>
        </p:txBody>
      </p:sp>
      <p:sp>
        <p:nvSpPr>
          <p:cNvPr id="41" name="文本框 40">
            <a:extLst>
              <a:ext uri="{FF2B5EF4-FFF2-40B4-BE49-F238E27FC236}">
                <a16:creationId xmlns:a16="http://schemas.microsoft.com/office/drawing/2014/main" xmlns="" id="{68EF7AAD-EBF3-4326-A5D4-A474A825960F}"/>
              </a:ext>
            </a:extLst>
          </p:cNvPr>
          <p:cNvSpPr txBox="1"/>
          <p:nvPr/>
        </p:nvSpPr>
        <p:spPr>
          <a:xfrm>
            <a:off x="9542103" y="4086182"/>
            <a:ext cx="1415772" cy="461665"/>
          </a:xfrm>
          <a:prstGeom prst="rect">
            <a:avLst/>
          </a:prstGeom>
          <a:noFill/>
        </p:spPr>
        <p:txBody>
          <a:bodyPr wrap="none" rtlCol="0">
            <a:spAutoFit/>
          </a:bodyPr>
          <a:lstStyle/>
          <a:p>
            <a:pPr algn="ctr" defTabSz="914400">
              <a:defRPr/>
            </a:pPr>
            <a:r>
              <a:rPr lang="zh-CN" altLang="en-US" sz="2400" b="1" dirty="0">
                <a:solidFill>
                  <a:srgbClr val="141735"/>
                </a:solidFill>
                <a:latin typeface="微软雅黑" pitchFamily="34" charset="-122"/>
                <a:ea typeface="微软雅黑" pitchFamily="34" charset="-122"/>
              </a:rPr>
              <a:t>兴业精神</a:t>
            </a:r>
          </a:p>
        </p:txBody>
      </p:sp>
      <p:sp>
        <p:nvSpPr>
          <p:cNvPr id="42" name="矩形 41">
            <a:extLst>
              <a:ext uri="{FF2B5EF4-FFF2-40B4-BE49-F238E27FC236}">
                <a16:creationId xmlns:a16="http://schemas.microsoft.com/office/drawing/2014/main" xmlns="" id="{5F383ADF-CDE5-46A7-B160-87A5798FC3E0}"/>
              </a:ext>
            </a:extLst>
          </p:cNvPr>
          <p:cNvSpPr/>
          <p:nvPr/>
        </p:nvSpPr>
        <p:spPr>
          <a:xfrm>
            <a:off x="1260886" y="4677239"/>
            <a:ext cx="1379865" cy="646331"/>
          </a:xfrm>
          <a:prstGeom prst="rect">
            <a:avLst/>
          </a:prstGeom>
        </p:spPr>
        <p:txBody>
          <a:bodyPr wrap="none" anchor="ctr">
            <a:spAutoFit/>
          </a:bodyPr>
          <a:lstStyle/>
          <a:p>
            <a:pPr defTabSz="914400">
              <a:defRPr/>
            </a:pPr>
            <a:r>
              <a:rPr lang="zh-CN" altLang="en-US" sz="1800" spc="269" dirty="0">
                <a:solidFill>
                  <a:srgbClr val="84899E"/>
                </a:solidFill>
                <a:latin typeface="Microsoft YaHei Light" charset="-122"/>
                <a:ea typeface="Microsoft YaHei Light" charset="-122"/>
                <a:cs typeface="Microsoft YaHei Light" charset="-122"/>
              </a:rPr>
              <a:t>真诚</a:t>
            </a:r>
            <a:r>
              <a:rPr lang="en-US" altLang="zh-CN" sz="1800" spc="269" dirty="0">
                <a:solidFill>
                  <a:srgbClr val="84899E"/>
                </a:solidFill>
                <a:latin typeface="Microsoft YaHei Light" charset="-122"/>
                <a:ea typeface="Microsoft YaHei Light" charset="-122"/>
                <a:cs typeface="Microsoft YaHei Light" charset="-122"/>
              </a:rPr>
              <a:t>/</a:t>
            </a:r>
            <a:r>
              <a:rPr lang="zh-CN" altLang="en-US" sz="1800" spc="269" dirty="0">
                <a:solidFill>
                  <a:srgbClr val="84899E"/>
                </a:solidFill>
                <a:latin typeface="Microsoft YaHei Light" charset="-122"/>
                <a:ea typeface="Microsoft YaHei Light" charset="-122"/>
                <a:cs typeface="Microsoft YaHei Light" charset="-122"/>
              </a:rPr>
              <a:t>服务</a:t>
            </a:r>
            <a:endParaRPr lang="en-US" altLang="zh-CN" sz="1800" spc="269" dirty="0">
              <a:solidFill>
                <a:srgbClr val="84899E"/>
              </a:solidFill>
              <a:latin typeface="Microsoft YaHei Light" charset="-122"/>
              <a:ea typeface="Microsoft YaHei Light" charset="-122"/>
              <a:cs typeface="Microsoft YaHei Light" charset="-122"/>
            </a:endParaRPr>
          </a:p>
          <a:p>
            <a:pPr defTabSz="914400">
              <a:defRPr/>
            </a:pPr>
            <a:r>
              <a:rPr lang="zh-CN" altLang="en-US" sz="1800" spc="269" dirty="0">
                <a:solidFill>
                  <a:srgbClr val="84899E"/>
                </a:solidFill>
                <a:latin typeface="Microsoft YaHei Light" charset="-122"/>
                <a:ea typeface="Microsoft YaHei Light" charset="-122"/>
                <a:cs typeface="Microsoft YaHei Light" charset="-122"/>
              </a:rPr>
              <a:t>共同兴业</a:t>
            </a:r>
          </a:p>
        </p:txBody>
      </p:sp>
      <p:sp>
        <p:nvSpPr>
          <p:cNvPr id="43" name="矩形 42">
            <a:extLst>
              <a:ext uri="{FF2B5EF4-FFF2-40B4-BE49-F238E27FC236}">
                <a16:creationId xmlns:a16="http://schemas.microsoft.com/office/drawing/2014/main" xmlns="" id="{8BE6E346-4FBE-4517-8634-39CC1614B30E}"/>
              </a:ext>
            </a:extLst>
          </p:cNvPr>
          <p:cNvSpPr/>
          <p:nvPr/>
        </p:nvSpPr>
        <p:spPr>
          <a:xfrm>
            <a:off x="6796294" y="4677239"/>
            <a:ext cx="1379865" cy="646331"/>
          </a:xfrm>
          <a:prstGeom prst="rect">
            <a:avLst/>
          </a:prstGeom>
        </p:spPr>
        <p:txBody>
          <a:bodyPr wrap="none" anchor="ctr">
            <a:spAutoFit/>
          </a:bodyPr>
          <a:lstStyle/>
          <a:p>
            <a:pPr defTabSz="914400">
              <a:defRPr/>
            </a:pPr>
            <a:r>
              <a:rPr lang="zh-CN" altLang="en-US" sz="1800" spc="269" dirty="0">
                <a:solidFill>
                  <a:srgbClr val="84899E"/>
                </a:solidFill>
                <a:latin typeface="Microsoft YaHei Light" charset="-122"/>
                <a:ea typeface="Microsoft YaHei Light" charset="-122"/>
                <a:cs typeface="Microsoft YaHei Light" charset="-122"/>
              </a:rPr>
              <a:t>理性</a:t>
            </a:r>
            <a:r>
              <a:rPr lang="en-US" altLang="zh-CN" sz="1800" spc="269" dirty="0">
                <a:solidFill>
                  <a:srgbClr val="84899E"/>
                </a:solidFill>
                <a:latin typeface="Microsoft YaHei Light" charset="-122"/>
                <a:ea typeface="Microsoft YaHei Light" charset="-122"/>
                <a:cs typeface="Microsoft YaHei Light" charset="-122"/>
              </a:rPr>
              <a:t>/</a:t>
            </a:r>
            <a:r>
              <a:rPr lang="zh-CN" altLang="en-US" sz="1800" spc="269" dirty="0">
                <a:solidFill>
                  <a:srgbClr val="84899E"/>
                </a:solidFill>
                <a:latin typeface="Microsoft YaHei Light" charset="-122"/>
                <a:ea typeface="Microsoft YaHei Light" charset="-122"/>
                <a:cs typeface="Microsoft YaHei Light" charset="-122"/>
              </a:rPr>
              <a:t>人本</a:t>
            </a:r>
            <a:endParaRPr lang="en-US" altLang="zh-CN" sz="1800" spc="269" dirty="0">
              <a:solidFill>
                <a:srgbClr val="84899E"/>
              </a:solidFill>
              <a:latin typeface="Microsoft YaHei Light" charset="-122"/>
              <a:ea typeface="Microsoft YaHei Light" charset="-122"/>
              <a:cs typeface="Microsoft YaHei Light" charset="-122"/>
            </a:endParaRPr>
          </a:p>
          <a:p>
            <a:pPr defTabSz="914400">
              <a:defRPr/>
            </a:pPr>
            <a:r>
              <a:rPr lang="zh-CN" altLang="en-US" sz="1800" spc="269" dirty="0">
                <a:solidFill>
                  <a:srgbClr val="84899E"/>
                </a:solidFill>
                <a:latin typeface="Microsoft YaHei Light" charset="-122"/>
                <a:ea typeface="Microsoft YaHei Light" charset="-122"/>
                <a:cs typeface="Microsoft YaHei Light" charset="-122"/>
              </a:rPr>
              <a:t>创新</a:t>
            </a:r>
            <a:r>
              <a:rPr lang="en-US" altLang="zh-CN" sz="1800" spc="269" dirty="0">
                <a:solidFill>
                  <a:srgbClr val="84899E"/>
                </a:solidFill>
                <a:latin typeface="Microsoft YaHei Light" charset="-122"/>
                <a:ea typeface="Microsoft YaHei Light" charset="-122"/>
                <a:cs typeface="Microsoft YaHei Light" charset="-122"/>
              </a:rPr>
              <a:t>/</a:t>
            </a:r>
            <a:r>
              <a:rPr lang="zh-CN" altLang="en-US" sz="1800" spc="269" dirty="0">
                <a:solidFill>
                  <a:srgbClr val="84899E"/>
                </a:solidFill>
                <a:latin typeface="Microsoft YaHei Light" charset="-122"/>
                <a:ea typeface="Microsoft YaHei Light" charset="-122"/>
                <a:cs typeface="Microsoft YaHei Light" charset="-122"/>
              </a:rPr>
              <a:t>共享</a:t>
            </a:r>
          </a:p>
        </p:txBody>
      </p:sp>
      <p:sp>
        <p:nvSpPr>
          <p:cNvPr id="44" name="矩形 43">
            <a:extLst>
              <a:ext uri="{FF2B5EF4-FFF2-40B4-BE49-F238E27FC236}">
                <a16:creationId xmlns:a16="http://schemas.microsoft.com/office/drawing/2014/main" xmlns="" id="{C1A9DA52-996A-41BA-A09F-DE4A499E66CD}"/>
              </a:ext>
            </a:extLst>
          </p:cNvPr>
          <p:cNvSpPr/>
          <p:nvPr/>
        </p:nvSpPr>
        <p:spPr>
          <a:xfrm>
            <a:off x="9560057" y="4677239"/>
            <a:ext cx="1379865" cy="646331"/>
          </a:xfrm>
          <a:prstGeom prst="rect">
            <a:avLst/>
          </a:prstGeom>
        </p:spPr>
        <p:txBody>
          <a:bodyPr wrap="none" anchor="ctr">
            <a:spAutoFit/>
          </a:bodyPr>
          <a:lstStyle/>
          <a:p>
            <a:pPr defTabSz="914400">
              <a:defRPr/>
            </a:pPr>
            <a:r>
              <a:rPr lang="zh-CN" altLang="en-US" sz="1800" spc="269" dirty="0">
                <a:solidFill>
                  <a:srgbClr val="84899E"/>
                </a:solidFill>
                <a:latin typeface="Microsoft YaHei Light" charset="-122"/>
                <a:ea typeface="Microsoft YaHei Light" charset="-122"/>
                <a:cs typeface="Microsoft YaHei Light" charset="-122"/>
              </a:rPr>
              <a:t>务实</a:t>
            </a:r>
            <a:r>
              <a:rPr lang="en-US" altLang="zh-CN" sz="1800" spc="269" dirty="0">
                <a:solidFill>
                  <a:srgbClr val="84899E"/>
                </a:solidFill>
                <a:latin typeface="Microsoft YaHei Light" charset="-122"/>
                <a:ea typeface="Microsoft YaHei Light" charset="-122"/>
                <a:cs typeface="Microsoft YaHei Light" charset="-122"/>
              </a:rPr>
              <a:t>/</a:t>
            </a:r>
            <a:r>
              <a:rPr lang="zh-CN" altLang="en-US" sz="1800" spc="269" dirty="0">
                <a:solidFill>
                  <a:srgbClr val="84899E"/>
                </a:solidFill>
                <a:latin typeface="Microsoft YaHei Light" charset="-122"/>
                <a:ea typeface="Microsoft YaHei Light" charset="-122"/>
                <a:cs typeface="Microsoft YaHei Light" charset="-122"/>
              </a:rPr>
              <a:t>创业</a:t>
            </a:r>
          </a:p>
          <a:p>
            <a:pPr defTabSz="914400">
              <a:defRPr/>
            </a:pPr>
            <a:r>
              <a:rPr lang="zh-CN" altLang="en-US" sz="1800" spc="269" dirty="0">
                <a:solidFill>
                  <a:srgbClr val="84899E"/>
                </a:solidFill>
                <a:latin typeface="Microsoft YaHei Light" charset="-122"/>
                <a:ea typeface="Microsoft YaHei Light" charset="-122"/>
                <a:cs typeface="Microsoft YaHei Light" charset="-122"/>
              </a:rPr>
              <a:t>敬业</a:t>
            </a:r>
            <a:r>
              <a:rPr lang="en-US" altLang="zh-CN" sz="1800" spc="269" dirty="0">
                <a:solidFill>
                  <a:srgbClr val="84899E"/>
                </a:solidFill>
                <a:latin typeface="Microsoft YaHei Light" charset="-122"/>
                <a:ea typeface="Microsoft YaHei Light" charset="-122"/>
                <a:cs typeface="Microsoft YaHei Light" charset="-122"/>
              </a:rPr>
              <a:t>/</a:t>
            </a:r>
            <a:r>
              <a:rPr lang="zh-CN" altLang="en-US" sz="1800" spc="269" dirty="0">
                <a:solidFill>
                  <a:srgbClr val="84899E"/>
                </a:solidFill>
                <a:latin typeface="Microsoft YaHei Light" charset="-122"/>
                <a:ea typeface="Microsoft YaHei Light" charset="-122"/>
                <a:cs typeface="Microsoft YaHei Light" charset="-122"/>
              </a:rPr>
              <a:t>团队</a:t>
            </a:r>
          </a:p>
        </p:txBody>
      </p:sp>
      <p:grpSp>
        <p:nvGrpSpPr>
          <p:cNvPr id="45" name="组合 44">
            <a:extLst>
              <a:ext uri="{FF2B5EF4-FFF2-40B4-BE49-F238E27FC236}">
                <a16:creationId xmlns:a16="http://schemas.microsoft.com/office/drawing/2014/main" xmlns="" id="{ED998F27-4723-4399-8C61-61D9E0DB1374}"/>
              </a:ext>
            </a:extLst>
          </p:cNvPr>
          <p:cNvGrpSpPr/>
          <p:nvPr/>
        </p:nvGrpSpPr>
        <p:grpSpPr>
          <a:xfrm>
            <a:off x="4406839" y="2875713"/>
            <a:ext cx="579968" cy="576023"/>
            <a:chOff x="5641975" y="5086349"/>
            <a:chExt cx="754063" cy="754063"/>
          </a:xfrm>
          <a:solidFill>
            <a:sysClr val="window" lastClr="FFFFFF"/>
          </a:solidFill>
        </p:grpSpPr>
        <p:sp>
          <p:nvSpPr>
            <p:cNvPr id="46" name="Freeform 93">
              <a:extLst>
                <a:ext uri="{FF2B5EF4-FFF2-40B4-BE49-F238E27FC236}">
                  <a16:creationId xmlns:a16="http://schemas.microsoft.com/office/drawing/2014/main" xmlns="" id="{0DF912BE-3994-40B5-8456-A4B20BAD354D}"/>
                </a:ext>
              </a:extLst>
            </p:cNvPr>
            <p:cNvSpPr>
              <a:spLocks noEditPoints="1"/>
            </p:cNvSpPr>
            <p:nvPr/>
          </p:nvSpPr>
          <p:spPr bwMode="auto">
            <a:xfrm>
              <a:off x="5641975" y="5086349"/>
              <a:ext cx="754063" cy="754063"/>
            </a:xfrm>
            <a:custGeom>
              <a:avLst/>
              <a:gdLst>
                <a:gd name="T0" fmla="*/ 99 w 198"/>
                <a:gd name="T1" fmla="*/ 0 h 198"/>
                <a:gd name="T2" fmla="*/ 0 w 198"/>
                <a:gd name="T3" fmla="*/ 99 h 198"/>
                <a:gd name="T4" fmla="*/ 99 w 198"/>
                <a:gd name="T5" fmla="*/ 198 h 198"/>
                <a:gd name="T6" fmla="*/ 198 w 198"/>
                <a:gd name="T7" fmla="*/ 99 h 198"/>
                <a:gd name="T8" fmla="*/ 99 w 198"/>
                <a:gd name="T9" fmla="*/ 0 h 198"/>
                <a:gd name="T10" fmla="*/ 99 w 198"/>
                <a:gd name="T11" fmla="*/ 143 h 198"/>
                <a:gd name="T12" fmla="*/ 28 w 198"/>
                <a:gd name="T13" fmla="*/ 100 h 198"/>
                <a:gd name="T14" fmla="*/ 99 w 198"/>
                <a:gd name="T15" fmla="*/ 57 h 198"/>
                <a:gd name="T16" fmla="*/ 170 w 198"/>
                <a:gd name="T17" fmla="*/ 100 h 198"/>
                <a:gd name="T18" fmla="*/ 99 w 198"/>
                <a:gd name="T19" fmla="*/ 143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8" h="198">
                  <a:moveTo>
                    <a:pt x="99" y="0"/>
                  </a:moveTo>
                  <a:cubicBezTo>
                    <a:pt x="44" y="0"/>
                    <a:pt x="0" y="44"/>
                    <a:pt x="0" y="99"/>
                  </a:cubicBezTo>
                  <a:cubicBezTo>
                    <a:pt x="0" y="154"/>
                    <a:pt x="44" y="198"/>
                    <a:pt x="99" y="198"/>
                  </a:cubicBezTo>
                  <a:cubicBezTo>
                    <a:pt x="154" y="198"/>
                    <a:pt x="198" y="154"/>
                    <a:pt x="198" y="99"/>
                  </a:cubicBezTo>
                  <a:cubicBezTo>
                    <a:pt x="198" y="44"/>
                    <a:pt x="154" y="0"/>
                    <a:pt x="99" y="0"/>
                  </a:cubicBezTo>
                  <a:close/>
                  <a:moveTo>
                    <a:pt x="99" y="143"/>
                  </a:moveTo>
                  <a:cubicBezTo>
                    <a:pt x="53" y="143"/>
                    <a:pt x="28" y="100"/>
                    <a:pt x="28" y="100"/>
                  </a:cubicBezTo>
                  <a:cubicBezTo>
                    <a:pt x="28" y="100"/>
                    <a:pt x="53" y="57"/>
                    <a:pt x="99" y="57"/>
                  </a:cubicBezTo>
                  <a:cubicBezTo>
                    <a:pt x="145" y="57"/>
                    <a:pt x="170" y="100"/>
                    <a:pt x="170" y="100"/>
                  </a:cubicBezTo>
                  <a:cubicBezTo>
                    <a:pt x="170" y="100"/>
                    <a:pt x="145" y="143"/>
                    <a:pt x="99" y="143"/>
                  </a:cubicBezTo>
                  <a:close/>
                </a:path>
              </a:pathLst>
            </a:custGeom>
            <a:grp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a:cs typeface="+mn-cs"/>
              </a:endParaRPr>
            </a:p>
          </p:txBody>
        </p:sp>
        <p:sp>
          <p:nvSpPr>
            <p:cNvPr id="47" name="Freeform 94">
              <a:extLst>
                <a:ext uri="{FF2B5EF4-FFF2-40B4-BE49-F238E27FC236}">
                  <a16:creationId xmlns:a16="http://schemas.microsoft.com/office/drawing/2014/main" xmlns="" id="{10EC2039-E5C5-4E24-AD8F-69823A3F5449}"/>
                </a:ext>
              </a:extLst>
            </p:cNvPr>
            <p:cNvSpPr>
              <a:spLocks noEditPoints="1"/>
            </p:cNvSpPr>
            <p:nvPr/>
          </p:nvSpPr>
          <p:spPr bwMode="auto">
            <a:xfrm>
              <a:off x="5878513" y="5326063"/>
              <a:ext cx="282575" cy="280988"/>
            </a:xfrm>
            <a:custGeom>
              <a:avLst/>
              <a:gdLst>
                <a:gd name="T0" fmla="*/ 37 w 74"/>
                <a:gd name="T1" fmla="*/ 0 h 74"/>
                <a:gd name="T2" fmla="*/ 0 w 74"/>
                <a:gd name="T3" fmla="*/ 37 h 74"/>
                <a:gd name="T4" fmla="*/ 37 w 74"/>
                <a:gd name="T5" fmla="*/ 74 h 74"/>
                <a:gd name="T6" fmla="*/ 74 w 74"/>
                <a:gd name="T7" fmla="*/ 37 h 74"/>
                <a:gd name="T8" fmla="*/ 37 w 74"/>
                <a:gd name="T9" fmla="*/ 0 h 74"/>
                <a:gd name="T10" fmla="*/ 37 w 74"/>
                <a:gd name="T11" fmla="*/ 62 h 74"/>
                <a:gd name="T12" fmla="*/ 12 w 74"/>
                <a:gd name="T13" fmla="*/ 37 h 74"/>
                <a:gd name="T14" fmla="*/ 37 w 74"/>
                <a:gd name="T15" fmla="*/ 12 h 74"/>
                <a:gd name="T16" fmla="*/ 62 w 74"/>
                <a:gd name="T17" fmla="*/ 37 h 74"/>
                <a:gd name="T18" fmla="*/ 37 w 74"/>
                <a:gd name="T19" fmla="*/ 62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74">
                  <a:moveTo>
                    <a:pt x="37" y="0"/>
                  </a:moveTo>
                  <a:cubicBezTo>
                    <a:pt x="17" y="0"/>
                    <a:pt x="0" y="17"/>
                    <a:pt x="0" y="37"/>
                  </a:cubicBezTo>
                  <a:cubicBezTo>
                    <a:pt x="0" y="57"/>
                    <a:pt x="17" y="74"/>
                    <a:pt x="37" y="74"/>
                  </a:cubicBezTo>
                  <a:cubicBezTo>
                    <a:pt x="57" y="74"/>
                    <a:pt x="74" y="57"/>
                    <a:pt x="74" y="37"/>
                  </a:cubicBezTo>
                  <a:cubicBezTo>
                    <a:pt x="74" y="17"/>
                    <a:pt x="57" y="0"/>
                    <a:pt x="37" y="0"/>
                  </a:cubicBezTo>
                  <a:close/>
                  <a:moveTo>
                    <a:pt x="37" y="62"/>
                  </a:moveTo>
                  <a:cubicBezTo>
                    <a:pt x="23" y="62"/>
                    <a:pt x="12" y="51"/>
                    <a:pt x="12" y="37"/>
                  </a:cubicBezTo>
                  <a:cubicBezTo>
                    <a:pt x="12" y="23"/>
                    <a:pt x="23" y="12"/>
                    <a:pt x="37" y="12"/>
                  </a:cubicBezTo>
                  <a:cubicBezTo>
                    <a:pt x="51" y="12"/>
                    <a:pt x="62" y="23"/>
                    <a:pt x="62" y="37"/>
                  </a:cubicBezTo>
                  <a:cubicBezTo>
                    <a:pt x="62" y="51"/>
                    <a:pt x="51" y="62"/>
                    <a:pt x="37" y="62"/>
                  </a:cubicBezTo>
                  <a:close/>
                </a:path>
              </a:pathLst>
            </a:custGeom>
            <a:grp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a:cs typeface="+mn-cs"/>
              </a:endParaRPr>
            </a:p>
          </p:txBody>
        </p:sp>
        <p:sp>
          <p:nvSpPr>
            <p:cNvPr id="48" name="Freeform 95">
              <a:extLst>
                <a:ext uri="{FF2B5EF4-FFF2-40B4-BE49-F238E27FC236}">
                  <a16:creationId xmlns:a16="http://schemas.microsoft.com/office/drawing/2014/main" xmlns="" id="{6E786928-545A-4FAA-8862-B1C3F81A7B35}"/>
                </a:ext>
              </a:extLst>
            </p:cNvPr>
            <p:cNvSpPr>
              <a:spLocks/>
            </p:cNvSpPr>
            <p:nvPr/>
          </p:nvSpPr>
          <p:spPr bwMode="auto">
            <a:xfrm>
              <a:off x="5951538" y="5397500"/>
              <a:ext cx="136525" cy="138113"/>
            </a:xfrm>
            <a:custGeom>
              <a:avLst/>
              <a:gdLst>
                <a:gd name="T0" fmla="*/ 27 w 36"/>
                <a:gd name="T1" fmla="*/ 19 h 36"/>
                <a:gd name="T2" fmla="*/ 18 w 36"/>
                <a:gd name="T3" fmla="*/ 11 h 36"/>
                <a:gd name="T4" fmla="*/ 26 w 36"/>
                <a:gd name="T5" fmla="*/ 2 h 36"/>
                <a:gd name="T6" fmla="*/ 18 w 36"/>
                <a:gd name="T7" fmla="*/ 0 h 36"/>
                <a:gd name="T8" fmla="*/ 0 w 36"/>
                <a:gd name="T9" fmla="*/ 18 h 36"/>
                <a:gd name="T10" fmla="*/ 18 w 36"/>
                <a:gd name="T11" fmla="*/ 36 h 36"/>
                <a:gd name="T12" fmla="*/ 36 w 36"/>
                <a:gd name="T13" fmla="*/ 18 h 36"/>
                <a:gd name="T14" fmla="*/ 35 w 36"/>
                <a:gd name="T15" fmla="*/ 14 h 36"/>
                <a:gd name="T16" fmla="*/ 27 w 36"/>
                <a:gd name="T17" fmla="*/ 1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6" h="36">
                  <a:moveTo>
                    <a:pt x="27" y="19"/>
                  </a:moveTo>
                  <a:cubicBezTo>
                    <a:pt x="22" y="19"/>
                    <a:pt x="18" y="15"/>
                    <a:pt x="18" y="11"/>
                  </a:cubicBezTo>
                  <a:cubicBezTo>
                    <a:pt x="18" y="6"/>
                    <a:pt x="22" y="2"/>
                    <a:pt x="26" y="2"/>
                  </a:cubicBezTo>
                  <a:cubicBezTo>
                    <a:pt x="23" y="1"/>
                    <a:pt x="21" y="0"/>
                    <a:pt x="18" y="0"/>
                  </a:cubicBezTo>
                  <a:cubicBezTo>
                    <a:pt x="8" y="0"/>
                    <a:pt x="0" y="8"/>
                    <a:pt x="0" y="18"/>
                  </a:cubicBezTo>
                  <a:cubicBezTo>
                    <a:pt x="0" y="28"/>
                    <a:pt x="8" y="36"/>
                    <a:pt x="18" y="36"/>
                  </a:cubicBezTo>
                  <a:cubicBezTo>
                    <a:pt x="28" y="36"/>
                    <a:pt x="36" y="28"/>
                    <a:pt x="36" y="18"/>
                  </a:cubicBezTo>
                  <a:cubicBezTo>
                    <a:pt x="36" y="17"/>
                    <a:pt x="36" y="15"/>
                    <a:pt x="35" y="14"/>
                  </a:cubicBezTo>
                  <a:cubicBezTo>
                    <a:pt x="34" y="17"/>
                    <a:pt x="31" y="19"/>
                    <a:pt x="27" y="19"/>
                  </a:cubicBezTo>
                  <a:close/>
                </a:path>
              </a:pathLst>
            </a:custGeom>
            <a:grpFill/>
            <a:ln>
              <a:noFill/>
            </a:ln>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Calibri"/>
                <a:ea typeface="微软雅黑"/>
                <a:cs typeface="+mn-cs"/>
              </a:endParaRPr>
            </a:p>
          </p:txBody>
        </p:sp>
      </p:grpSp>
      <p:sp>
        <p:nvSpPr>
          <p:cNvPr id="49" name="Freeform 13">
            <a:extLst>
              <a:ext uri="{FF2B5EF4-FFF2-40B4-BE49-F238E27FC236}">
                <a16:creationId xmlns:a16="http://schemas.microsoft.com/office/drawing/2014/main" xmlns="" id="{C3093F8A-07D7-428C-8D11-BD3B47D26BDD}"/>
              </a:ext>
            </a:extLst>
          </p:cNvPr>
          <p:cNvSpPr>
            <a:spLocks noEditPoints="1"/>
          </p:cNvSpPr>
          <p:nvPr/>
        </p:nvSpPr>
        <p:spPr bwMode="auto">
          <a:xfrm rot="10800000">
            <a:off x="7337754" y="2875713"/>
            <a:ext cx="296944" cy="546941"/>
          </a:xfrm>
          <a:custGeom>
            <a:avLst/>
            <a:gdLst>
              <a:gd name="T0" fmla="*/ 2147483646 w 122"/>
              <a:gd name="T1" fmla="*/ 2147483646 h 225"/>
              <a:gd name="T2" fmla="*/ 2147483646 w 122"/>
              <a:gd name="T3" fmla="*/ 2147483646 h 225"/>
              <a:gd name="T4" fmla="*/ 2147483646 w 122"/>
              <a:gd name="T5" fmla="*/ 2147483646 h 225"/>
              <a:gd name="T6" fmla="*/ 2147483646 w 122"/>
              <a:gd name="T7" fmla="*/ 2147483646 h 225"/>
              <a:gd name="T8" fmla="*/ 2147483646 w 122"/>
              <a:gd name="T9" fmla="*/ 2147483646 h 225"/>
              <a:gd name="T10" fmla="*/ 2147483646 w 122"/>
              <a:gd name="T11" fmla="*/ 2147483646 h 225"/>
              <a:gd name="T12" fmla="*/ 2147483646 w 122"/>
              <a:gd name="T13" fmla="*/ 2147483646 h 225"/>
              <a:gd name="T14" fmla="*/ 2147483646 w 122"/>
              <a:gd name="T15" fmla="*/ 2147483646 h 225"/>
              <a:gd name="T16" fmla="*/ 2147483646 w 122"/>
              <a:gd name="T17" fmla="*/ 2147483646 h 225"/>
              <a:gd name="T18" fmla="*/ 2147483646 w 122"/>
              <a:gd name="T19" fmla="*/ 2147483646 h 225"/>
              <a:gd name="T20" fmla="*/ 2147483646 w 122"/>
              <a:gd name="T21" fmla="*/ 2147483646 h 225"/>
              <a:gd name="T22" fmla="*/ 2147483646 w 122"/>
              <a:gd name="T23" fmla="*/ 2147483646 h 225"/>
              <a:gd name="T24" fmla="*/ 2147483646 w 122"/>
              <a:gd name="T25" fmla="*/ 2147483646 h 225"/>
              <a:gd name="T26" fmla="*/ 2147483646 w 122"/>
              <a:gd name="T27" fmla="*/ 2147483646 h 225"/>
              <a:gd name="T28" fmla="*/ 2147483646 w 122"/>
              <a:gd name="T29" fmla="*/ 2147483646 h 225"/>
              <a:gd name="T30" fmla="*/ 2147483646 w 122"/>
              <a:gd name="T31" fmla="*/ 2147483646 h 225"/>
              <a:gd name="T32" fmla="*/ 2147483646 w 122"/>
              <a:gd name="T33" fmla="*/ 2147483646 h 225"/>
              <a:gd name="T34" fmla="*/ 2147483646 w 122"/>
              <a:gd name="T35" fmla="*/ 2147483646 h 225"/>
              <a:gd name="T36" fmla="*/ 2147483646 w 122"/>
              <a:gd name="T37" fmla="*/ 2147483646 h 225"/>
              <a:gd name="T38" fmla="*/ 2147483646 w 122"/>
              <a:gd name="T39" fmla="*/ 2147483646 h 225"/>
              <a:gd name="T40" fmla="*/ 2147483646 w 122"/>
              <a:gd name="T41" fmla="*/ 2147483646 h 225"/>
              <a:gd name="T42" fmla="*/ 2147483646 w 122"/>
              <a:gd name="T43" fmla="*/ 2147483646 h 225"/>
              <a:gd name="T44" fmla="*/ 2147483646 w 122"/>
              <a:gd name="T45" fmla="*/ 2147483646 h 225"/>
              <a:gd name="T46" fmla="*/ 2147483646 w 122"/>
              <a:gd name="T47" fmla="*/ 2147483646 h 225"/>
              <a:gd name="T48" fmla="*/ 2147483646 w 122"/>
              <a:gd name="T49" fmla="*/ 2147483646 h 225"/>
              <a:gd name="T50" fmla="*/ 2147483646 w 122"/>
              <a:gd name="T51" fmla="*/ 2147483646 h 225"/>
              <a:gd name="T52" fmla="*/ 2147483646 w 122"/>
              <a:gd name="T53" fmla="*/ 2147483646 h 225"/>
              <a:gd name="T54" fmla="*/ 2147483646 w 122"/>
              <a:gd name="T55" fmla="*/ 2147483646 h 225"/>
              <a:gd name="T56" fmla="*/ 2147483646 w 122"/>
              <a:gd name="T57" fmla="*/ 2147483646 h 225"/>
              <a:gd name="T58" fmla="*/ 2147483646 w 122"/>
              <a:gd name="T59" fmla="*/ 2147483646 h 225"/>
              <a:gd name="T60" fmla="*/ 2147483646 w 122"/>
              <a:gd name="T61" fmla="*/ 2147483646 h 225"/>
              <a:gd name="T62" fmla="*/ 2147483646 w 122"/>
              <a:gd name="T63" fmla="*/ 2147483646 h 225"/>
              <a:gd name="T64" fmla="*/ 2147483646 w 122"/>
              <a:gd name="T65" fmla="*/ 2147483646 h 225"/>
              <a:gd name="T66" fmla="*/ 2147483646 w 122"/>
              <a:gd name="T67" fmla="*/ 2147483646 h 225"/>
              <a:gd name="T68" fmla="*/ 2147483646 w 122"/>
              <a:gd name="T69" fmla="*/ 2147483646 h 225"/>
              <a:gd name="T70" fmla="*/ 2147483646 w 122"/>
              <a:gd name="T71" fmla="*/ 2147483646 h 225"/>
              <a:gd name="T72" fmla="*/ 2147483646 w 122"/>
              <a:gd name="T73" fmla="*/ 2147483646 h 225"/>
              <a:gd name="T74" fmla="*/ 2147483646 w 122"/>
              <a:gd name="T75" fmla="*/ 2147483646 h 225"/>
              <a:gd name="T76" fmla="*/ 2147483646 w 122"/>
              <a:gd name="T77" fmla="*/ 2147483646 h 225"/>
              <a:gd name="T78" fmla="*/ 2147483646 w 122"/>
              <a:gd name="T79" fmla="*/ 2147483646 h 225"/>
              <a:gd name="T80" fmla="*/ 2147483646 w 122"/>
              <a:gd name="T81" fmla="*/ 2147483646 h 225"/>
              <a:gd name="T82" fmla="*/ 2147483646 w 122"/>
              <a:gd name="T83" fmla="*/ 2147483646 h 225"/>
              <a:gd name="T84" fmla="*/ 2147483646 w 122"/>
              <a:gd name="T85" fmla="*/ 2147483646 h 225"/>
              <a:gd name="T86" fmla="*/ 2147483646 w 122"/>
              <a:gd name="T87" fmla="*/ 2147483646 h 225"/>
              <a:gd name="T88" fmla="*/ 2147483646 w 122"/>
              <a:gd name="T89" fmla="*/ 2147483646 h 225"/>
              <a:gd name="T90" fmla="*/ 2147483646 w 122"/>
              <a:gd name="T91" fmla="*/ 2147483646 h 225"/>
              <a:gd name="T92" fmla="*/ 2147483646 w 122"/>
              <a:gd name="T93" fmla="*/ 2147483646 h 225"/>
              <a:gd name="T94" fmla="*/ 2147483646 w 122"/>
              <a:gd name="T95" fmla="*/ 2147483646 h 225"/>
              <a:gd name="T96" fmla="*/ 2147483646 w 122"/>
              <a:gd name="T97" fmla="*/ 2147483646 h 225"/>
              <a:gd name="T98" fmla="*/ 2147483646 w 122"/>
              <a:gd name="T99" fmla="*/ 2147483646 h 225"/>
              <a:gd name="T100" fmla="*/ 2147483646 w 122"/>
              <a:gd name="T101" fmla="*/ 2147483646 h 225"/>
              <a:gd name="T102" fmla="*/ 2147483646 w 122"/>
              <a:gd name="T103" fmla="*/ 2147483646 h 225"/>
              <a:gd name="T104" fmla="*/ 2147483646 w 122"/>
              <a:gd name="T105" fmla="*/ 2147483646 h 225"/>
              <a:gd name="T106" fmla="*/ 2147483646 w 122"/>
              <a:gd name="T107" fmla="*/ 2147483646 h 225"/>
              <a:gd name="T108" fmla="*/ 2147483646 w 122"/>
              <a:gd name="T109" fmla="*/ 2147483646 h 225"/>
              <a:gd name="T110" fmla="*/ 2147483646 w 122"/>
              <a:gd name="T111" fmla="*/ 2147483646 h 225"/>
              <a:gd name="T112" fmla="*/ 2147483646 w 122"/>
              <a:gd name="T113" fmla="*/ 2147483646 h 225"/>
              <a:gd name="T114" fmla="*/ 2147483646 w 122"/>
              <a:gd name="T115" fmla="*/ 2147483646 h 225"/>
              <a:gd name="T116" fmla="*/ 2147483646 w 122"/>
              <a:gd name="T117" fmla="*/ 2147483646 h 225"/>
              <a:gd name="T118" fmla="*/ 2147483646 w 122"/>
              <a:gd name="T119" fmla="*/ 2147483646 h 225"/>
              <a:gd name="T120" fmla="*/ 2147483646 w 122"/>
              <a:gd name="T121" fmla="*/ 2147483646 h 225"/>
              <a:gd name="T122" fmla="*/ 2147483646 w 122"/>
              <a:gd name="T123" fmla="*/ 2147483646 h 225"/>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122" h="225">
                <a:moveTo>
                  <a:pt x="3" y="57"/>
                </a:moveTo>
                <a:cubicBezTo>
                  <a:pt x="1" y="59"/>
                  <a:pt x="1" y="62"/>
                  <a:pt x="2" y="65"/>
                </a:cubicBezTo>
                <a:cubicBezTo>
                  <a:pt x="3" y="69"/>
                  <a:pt x="3" y="69"/>
                  <a:pt x="3" y="69"/>
                </a:cubicBezTo>
                <a:cubicBezTo>
                  <a:pt x="4" y="74"/>
                  <a:pt x="9" y="77"/>
                  <a:pt x="14" y="77"/>
                </a:cubicBezTo>
                <a:cubicBezTo>
                  <a:pt x="14" y="77"/>
                  <a:pt x="14" y="77"/>
                  <a:pt x="14" y="77"/>
                </a:cubicBezTo>
                <a:cubicBezTo>
                  <a:pt x="15" y="77"/>
                  <a:pt x="16" y="77"/>
                  <a:pt x="17" y="76"/>
                </a:cubicBezTo>
                <a:cubicBezTo>
                  <a:pt x="112" y="48"/>
                  <a:pt x="112" y="48"/>
                  <a:pt x="112" y="48"/>
                </a:cubicBezTo>
                <a:cubicBezTo>
                  <a:pt x="115" y="47"/>
                  <a:pt x="118" y="45"/>
                  <a:pt x="119" y="42"/>
                </a:cubicBezTo>
                <a:cubicBezTo>
                  <a:pt x="120" y="40"/>
                  <a:pt x="121" y="37"/>
                  <a:pt x="120" y="34"/>
                </a:cubicBezTo>
                <a:cubicBezTo>
                  <a:pt x="119" y="30"/>
                  <a:pt x="119" y="30"/>
                  <a:pt x="119" y="30"/>
                </a:cubicBezTo>
                <a:cubicBezTo>
                  <a:pt x="117" y="25"/>
                  <a:pt x="113" y="22"/>
                  <a:pt x="108" y="22"/>
                </a:cubicBezTo>
                <a:cubicBezTo>
                  <a:pt x="107" y="22"/>
                  <a:pt x="106" y="22"/>
                  <a:pt x="105" y="23"/>
                </a:cubicBezTo>
                <a:cubicBezTo>
                  <a:pt x="9" y="51"/>
                  <a:pt x="9" y="51"/>
                  <a:pt x="9" y="51"/>
                </a:cubicBezTo>
                <a:cubicBezTo>
                  <a:pt x="6" y="52"/>
                  <a:pt x="4" y="54"/>
                  <a:pt x="3" y="57"/>
                </a:cubicBezTo>
                <a:close/>
                <a:moveTo>
                  <a:pt x="106" y="28"/>
                </a:moveTo>
                <a:cubicBezTo>
                  <a:pt x="107" y="28"/>
                  <a:pt x="107" y="28"/>
                  <a:pt x="108" y="28"/>
                </a:cubicBezTo>
                <a:cubicBezTo>
                  <a:pt x="110" y="28"/>
                  <a:pt x="112" y="30"/>
                  <a:pt x="113" y="32"/>
                </a:cubicBezTo>
                <a:cubicBezTo>
                  <a:pt x="114" y="35"/>
                  <a:pt x="114" y="35"/>
                  <a:pt x="114" y="35"/>
                </a:cubicBezTo>
                <a:cubicBezTo>
                  <a:pt x="115" y="37"/>
                  <a:pt x="114" y="38"/>
                  <a:pt x="114" y="40"/>
                </a:cubicBezTo>
                <a:cubicBezTo>
                  <a:pt x="113" y="41"/>
                  <a:pt x="112" y="42"/>
                  <a:pt x="111" y="42"/>
                </a:cubicBezTo>
                <a:cubicBezTo>
                  <a:pt x="15" y="71"/>
                  <a:pt x="15" y="71"/>
                  <a:pt x="15" y="71"/>
                </a:cubicBezTo>
                <a:cubicBezTo>
                  <a:pt x="15" y="71"/>
                  <a:pt x="14" y="71"/>
                  <a:pt x="14" y="71"/>
                </a:cubicBezTo>
                <a:cubicBezTo>
                  <a:pt x="14" y="71"/>
                  <a:pt x="14" y="71"/>
                  <a:pt x="14" y="71"/>
                </a:cubicBezTo>
                <a:cubicBezTo>
                  <a:pt x="11" y="71"/>
                  <a:pt x="9" y="69"/>
                  <a:pt x="9" y="67"/>
                </a:cubicBezTo>
                <a:cubicBezTo>
                  <a:pt x="8" y="63"/>
                  <a:pt x="8" y="63"/>
                  <a:pt x="8" y="63"/>
                </a:cubicBezTo>
                <a:cubicBezTo>
                  <a:pt x="7" y="62"/>
                  <a:pt x="7" y="61"/>
                  <a:pt x="8" y="59"/>
                </a:cubicBezTo>
                <a:cubicBezTo>
                  <a:pt x="9" y="58"/>
                  <a:pt x="10" y="57"/>
                  <a:pt x="11" y="57"/>
                </a:cubicBezTo>
                <a:lnTo>
                  <a:pt x="106" y="28"/>
                </a:lnTo>
                <a:close/>
                <a:moveTo>
                  <a:pt x="3" y="35"/>
                </a:moveTo>
                <a:cubicBezTo>
                  <a:pt x="4" y="40"/>
                  <a:pt x="9" y="43"/>
                  <a:pt x="14" y="43"/>
                </a:cubicBezTo>
                <a:cubicBezTo>
                  <a:pt x="15" y="43"/>
                  <a:pt x="16" y="43"/>
                  <a:pt x="17" y="43"/>
                </a:cubicBezTo>
                <a:cubicBezTo>
                  <a:pt x="66" y="28"/>
                  <a:pt x="66" y="28"/>
                  <a:pt x="66" y="28"/>
                </a:cubicBezTo>
                <a:cubicBezTo>
                  <a:pt x="72" y="26"/>
                  <a:pt x="76" y="19"/>
                  <a:pt x="74" y="13"/>
                </a:cubicBezTo>
                <a:cubicBezTo>
                  <a:pt x="73" y="10"/>
                  <a:pt x="73" y="10"/>
                  <a:pt x="73" y="10"/>
                </a:cubicBezTo>
                <a:cubicBezTo>
                  <a:pt x="71" y="4"/>
                  <a:pt x="65" y="0"/>
                  <a:pt x="59" y="2"/>
                </a:cubicBezTo>
                <a:cubicBezTo>
                  <a:pt x="9" y="17"/>
                  <a:pt x="9" y="17"/>
                  <a:pt x="9" y="17"/>
                </a:cubicBezTo>
                <a:cubicBezTo>
                  <a:pt x="3" y="19"/>
                  <a:pt x="0" y="25"/>
                  <a:pt x="2" y="31"/>
                </a:cubicBezTo>
                <a:lnTo>
                  <a:pt x="3" y="35"/>
                </a:lnTo>
                <a:close/>
                <a:moveTo>
                  <a:pt x="11" y="23"/>
                </a:moveTo>
                <a:cubicBezTo>
                  <a:pt x="61" y="8"/>
                  <a:pt x="61" y="8"/>
                  <a:pt x="61" y="8"/>
                </a:cubicBezTo>
                <a:cubicBezTo>
                  <a:pt x="61" y="8"/>
                  <a:pt x="62" y="8"/>
                  <a:pt x="62" y="8"/>
                </a:cubicBezTo>
                <a:cubicBezTo>
                  <a:pt x="64" y="8"/>
                  <a:pt x="67" y="9"/>
                  <a:pt x="67" y="12"/>
                </a:cubicBezTo>
                <a:cubicBezTo>
                  <a:pt x="68" y="15"/>
                  <a:pt x="68" y="15"/>
                  <a:pt x="68" y="15"/>
                </a:cubicBezTo>
                <a:cubicBezTo>
                  <a:pt x="69" y="18"/>
                  <a:pt x="68" y="21"/>
                  <a:pt x="65" y="22"/>
                </a:cubicBezTo>
                <a:cubicBezTo>
                  <a:pt x="15" y="37"/>
                  <a:pt x="15" y="37"/>
                  <a:pt x="15" y="37"/>
                </a:cubicBezTo>
                <a:cubicBezTo>
                  <a:pt x="15" y="37"/>
                  <a:pt x="14" y="37"/>
                  <a:pt x="14" y="37"/>
                </a:cubicBezTo>
                <a:cubicBezTo>
                  <a:pt x="11" y="37"/>
                  <a:pt x="9" y="36"/>
                  <a:pt x="9" y="33"/>
                </a:cubicBezTo>
                <a:cubicBezTo>
                  <a:pt x="8" y="30"/>
                  <a:pt x="8" y="30"/>
                  <a:pt x="8" y="30"/>
                </a:cubicBezTo>
                <a:cubicBezTo>
                  <a:pt x="7" y="27"/>
                  <a:pt x="8" y="24"/>
                  <a:pt x="11" y="23"/>
                </a:cubicBezTo>
                <a:close/>
                <a:moveTo>
                  <a:pt x="120" y="101"/>
                </a:moveTo>
                <a:cubicBezTo>
                  <a:pt x="119" y="97"/>
                  <a:pt x="119" y="97"/>
                  <a:pt x="119" y="97"/>
                </a:cubicBezTo>
                <a:cubicBezTo>
                  <a:pt x="117" y="92"/>
                  <a:pt x="110" y="88"/>
                  <a:pt x="105" y="90"/>
                </a:cubicBezTo>
                <a:cubicBezTo>
                  <a:pt x="82" y="96"/>
                  <a:pt x="82" y="96"/>
                  <a:pt x="82" y="96"/>
                </a:cubicBezTo>
                <a:cubicBezTo>
                  <a:pt x="76" y="98"/>
                  <a:pt x="72" y="104"/>
                  <a:pt x="72" y="110"/>
                </a:cubicBezTo>
                <a:cubicBezTo>
                  <a:pt x="72" y="138"/>
                  <a:pt x="72" y="138"/>
                  <a:pt x="72" y="138"/>
                </a:cubicBezTo>
                <a:cubicBezTo>
                  <a:pt x="55" y="138"/>
                  <a:pt x="55" y="138"/>
                  <a:pt x="55" y="138"/>
                </a:cubicBezTo>
                <a:cubicBezTo>
                  <a:pt x="55" y="106"/>
                  <a:pt x="55" y="106"/>
                  <a:pt x="55" y="106"/>
                </a:cubicBezTo>
                <a:cubicBezTo>
                  <a:pt x="55" y="104"/>
                  <a:pt x="54" y="101"/>
                  <a:pt x="53" y="99"/>
                </a:cubicBezTo>
                <a:cubicBezTo>
                  <a:pt x="112" y="82"/>
                  <a:pt x="112" y="82"/>
                  <a:pt x="112" y="82"/>
                </a:cubicBezTo>
                <a:cubicBezTo>
                  <a:pt x="115" y="81"/>
                  <a:pt x="118" y="79"/>
                  <a:pt x="119" y="76"/>
                </a:cubicBezTo>
                <a:cubicBezTo>
                  <a:pt x="120" y="73"/>
                  <a:pt x="121" y="70"/>
                  <a:pt x="120" y="67"/>
                </a:cubicBezTo>
                <a:cubicBezTo>
                  <a:pt x="119" y="64"/>
                  <a:pt x="119" y="64"/>
                  <a:pt x="119" y="64"/>
                </a:cubicBezTo>
                <a:cubicBezTo>
                  <a:pt x="117" y="58"/>
                  <a:pt x="110" y="54"/>
                  <a:pt x="105" y="56"/>
                </a:cubicBezTo>
                <a:cubicBezTo>
                  <a:pt x="9" y="85"/>
                  <a:pt x="9" y="85"/>
                  <a:pt x="9" y="85"/>
                </a:cubicBezTo>
                <a:cubicBezTo>
                  <a:pt x="6" y="86"/>
                  <a:pt x="4" y="88"/>
                  <a:pt x="3" y="90"/>
                </a:cubicBezTo>
                <a:cubicBezTo>
                  <a:pt x="1" y="92"/>
                  <a:pt x="1" y="95"/>
                  <a:pt x="1" y="97"/>
                </a:cubicBezTo>
                <a:cubicBezTo>
                  <a:pt x="2" y="98"/>
                  <a:pt x="2" y="98"/>
                  <a:pt x="2" y="99"/>
                </a:cubicBezTo>
                <a:cubicBezTo>
                  <a:pt x="3" y="102"/>
                  <a:pt x="3" y="102"/>
                  <a:pt x="3" y="102"/>
                </a:cubicBezTo>
                <a:cubicBezTo>
                  <a:pt x="4" y="106"/>
                  <a:pt x="7" y="109"/>
                  <a:pt x="10" y="110"/>
                </a:cubicBezTo>
                <a:cubicBezTo>
                  <a:pt x="11" y="110"/>
                  <a:pt x="11" y="110"/>
                  <a:pt x="11" y="110"/>
                </a:cubicBezTo>
                <a:cubicBezTo>
                  <a:pt x="23" y="113"/>
                  <a:pt x="23" y="113"/>
                  <a:pt x="23" y="113"/>
                </a:cubicBezTo>
                <a:cubicBezTo>
                  <a:pt x="26" y="114"/>
                  <a:pt x="28" y="118"/>
                  <a:pt x="28" y="121"/>
                </a:cubicBezTo>
                <a:cubicBezTo>
                  <a:pt x="28" y="138"/>
                  <a:pt x="28" y="138"/>
                  <a:pt x="28" y="138"/>
                </a:cubicBezTo>
                <a:cubicBezTo>
                  <a:pt x="17" y="138"/>
                  <a:pt x="17" y="138"/>
                  <a:pt x="17" y="138"/>
                </a:cubicBezTo>
                <a:cubicBezTo>
                  <a:pt x="17" y="187"/>
                  <a:pt x="17" y="187"/>
                  <a:pt x="17" y="187"/>
                </a:cubicBezTo>
                <a:cubicBezTo>
                  <a:pt x="17" y="199"/>
                  <a:pt x="28" y="208"/>
                  <a:pt x="40" y="209"/>
                </a:cubicBezTo>
                <a:cubicBezTo>
                  <a:pt x="40" y="214"/>
                  <a:pt x="40" y="214"/>
                  <a:pt x="40" y="214"/>
                </a:cubicBezTo>
                <a:cubicBezTo>
                  <a:pt x="40" y="220"/>
                  <a:pt x="46" y="225"/>
                  <a:pt x="53" y="225"/>
                </a:cubicBezTo>
                <a:cubicBezTo>
                  <a:pt x="74" y="225"/>
                  <a:pt x="74" y="225"/>
                  <a:pt x="74" y="225"/>
                </a:cubicBezTo>
                <a:cubicBezTo>
                  <a:pt x="81" y="225"/>
                  <a:pt x="87" y="220"/>
                  <a:pt x="87" y="214"/>
                </a:cubicBezTo>
                <a:cubicBezTo>
                  <a:pt x="87" y="209"/>
                  <a:pt x="87" y="209"/>
                  <a:pt x="87" y="209"/>
                </a:cubicBezTo>
                <a:cubicBezTo>
                  <a:pt x="99" y="208"/>
                  <a:pt x="110" y="199"/>
                  <a:pt x="110" y="187"/>
                </a:cubicBezTo>
                <a:cubicBezTo>
                  <a:pt x="110" y="138"/>
                  <a:pt x="110" y="138"/>
                  <a:pt x="110" y="138"/>
                </a:cubicBezTo>
                <a:cubicBezTo>
                  <a:pt x="99" y="138"/>
                  <a:pt x="99" y="138"/>
                  <a:pt x="99" y="138"/>
                </a:cubicBezTo>
                <a:cubicBezTo>
                  <a:pt x="99" y="125"/>
                  <a:pt x="99" y="125"/>
                  <a:pt x="99" y="125"/>
                </a:cubicBezTo>
                <a:cubicBezTo>
                  <a:pt x="99" y="122"/>
                  <a:pt x="101" y="118"/>
                  <a:pt x="104" y="117"/>
                </a:cubicBezTo>
                <a:cubicBezTo>
                  <a:pt x="112" y="115"/>
                  <a:pt x="112" y="115"/>
                  <a:pt x="112" y="115"/>
                </a:cubicBezTo>
                <a:cubicBezTo>
                  <a:pt x="118" y="113"/>
                  <a:pt x="122" y="107"/>
                  <a:pt x="120" y="101"/>
                </a:cubicBezTo>
                <a:close/>
                <a:moveTo>
                  <a:pt x="43" y="98"/>
                </a:moveTo>
                <a:cubicBezTo>
                  <a:pt x="45" y="99"/>
                  <a:pt x="46" y="100"/>
                  <a:pt x="47" y="101"/>
                </a:cubicBezTo>
                <a:cubicBezTo>
                  <a:pt x="48" y="103"/>
                  <a:pt x="49" y="104"/>
                  <a:pt x="49" y="106"/>
                </a:cubicBezTo>
                <a:cubicBezTo>
                  <a:pt x="49" y="138"/>
                  <a:pt x="49" y="138"/>
                  <a:pt x="49" y="138"/>
                </a:cubicBezTo>
                <a:cubicBezTo>
                  <a:pt x="35" y="138"/>
                  <a:pt x="35" y="138"/>
                  <a:pt x="35" y="138"/>
                </a:cubicBezTo>
                <a:cubicBezTo>
                  <a:pt x="35" y="121"/>
                  <a:pt x="35" y="121"/>
                  <a:pt x="35" y="121"/>
                </a:cubicBezTo>
                <a:cubicBezTo>
                  <a:pt x="35" y="116"/>
                  <a:pt x="30" y="110"/>
                  <a:pt x="25" y="108"/>
                </a:cubicBezTo>
                <a:cubicBezTo>
                  <a:pt x="25" y="108"/>
                  <a:pt x="24" y="108"/>
                  <a:pt x="24" y="108"/>
                </a:cubicBezTo>
                <a:cubicBezTo>
                  <a:pt x="13" y="104"/>
                  <a:pt x="13" y="104"/>
                  <a:pt x="13" y="104"/>
                </a:cubicBezTo>
                <a:cubicBezTo>
                  <a:pt x="12" y="104"/>
                  <a:pt x="12" y="104"/>
                  <a:pt x="12" y="104"/>
                </a:cubicBezTo>
                <a:cubicBezTo>
                  <a:pt x="10" y="104"/>
                  <a:pt x="9" y="102"/>
                  <a:pt x="9" y="101"/>
                </a:cubicBezTo>
                <a:cubicBezTo>
                  <a:pt x="8" y="97"/>
                  <a:pt x="8" y="97"/>
                  <a:pt x="8" y="97"/>
                </a:cubicBezTo>
                <a:cubicBezTo>
                  <a:pt x="8" y="97"/>
                  <a:pt x="8" y="97"/>
                  <a:pt x="8" y="97"/>
                </a:cubicBezTo>
                <a:cubicBezTo>
                  <a:pt x="7" y="96"/>
                  <a:pt x="7" y="94"/>
                  <a:pt x="8" y="93"/>
                </a:cubicBezTo>
                <a:cubicBezTo>
                  <a:pt x="9" y="92"/>
                  <a:pt x="10" y="91"/>
                  <a:pt x="11" y="90"/>
                </a:cubicBezTo>
                <a:cubicBezTo>
                  <a:pt x="12" y="90"/>
                  <a:pt x="12" y="90"/>
                  <a:pt x="12" y="90"/>
                </a:cubicBezTo>
                <a:cubicBezTo>
                  <a:pt x="13" y="90"/>
                  <a:pt x="13" y="90"/>
                  <a:pt x="13" y="90"/>
                </a:cubicBezTo>
                <a:cubicBezTo>
                  <a:pt x="24" y="86"/>
                  <a:pt x="24" y="86"/>
                  <a:pt x="24" y="86"/>
                </a:cubicBezTo>
                <a:cubicBezTo>
                  <a:pt x="106" y="62"/>
                  <a:pt x="106" y="62"/>
                  <a:pt x="106" y="62"/>
                </a:cubicBezTo>
                <a:cubicBezTo>
                  <a:pt x="107" y="62"/>
                  <a:pt x="107" y="62"/>
                  <a:pt x="108" y="62"/>
                </a:cubicBezTo>
                <a:cubicBezTo>
                  <a:pt x="110" y="62"/>
                  <a:pt x="112" y="63"/>
                  <a:pt x="113" y="66"/>
                </a:cubicBezTo>
                <a:cubicBezTo>
                  <a:pt x="114" y="69"/>
                  <a:pt x="114" y="69"/>
                  <a:pt x="114" y="69"/>
                </a:cubicBezTo>
                <a:cubicBezTo>
                  <a:pt x="115" y="71"/>
                  <a:pt x="114" y="72"/>
                  <a:pt x="114" y="73"/>
                </a:cubicBezTo>
                <a:cubicBezTo>
                  <a:pt x="113" y="74"/>
                  <a:pt x="112" y="75"/>
                  <a:pt x="111" y="76"/>
                </a:cubicBezTo>
                <a:cubicBezTo>
                  <a:pt x="49" y="94"/>
                  <a:pt x="49" y="94"/>
                  <a:pt x="49" y="94"/>
                </a:cubicBezTo>
                <a:cubicBezTo>
                  <a:pt x="39" y="97"/>
                  <a:pt x="43" y="98"/>
                  <a:pt x="43" y="98"/>
                </a:cubicBezTo>
                <a:close/>
                <a:moveTo>
                  <a:pt x="111" y="109"/>
                </a:moveTo>
                <a:cubicBezTo>
                  <a:pt x="103" y="111"/>
                  <a:pt x="103" y="111"/>
                  <a:pt x="103" y="111"/>
                </a:cubicBezTo>
                <a:cubicBezTo>
                  <a:pt x="97" y="113"/>
                  <a:pt x="92" y="119"/>
                  <a:pt x="92" y="125"/>
                </a:cubicBezTo>
                <a:cubicBezTo>
                  <a:pt x="92" y="138"/>
                  <a:pt x="92" y="138"/>
                  <a:pt x="92" y="138"/>
                </a:cubicBezTo>
                <a:cubicBezTo>
                  <a:pt x="78" y="138"/>
                  <a:pt x="78" y="138"/>
                  <a:pt x="78" y="138"/>
                </a:cubicBezTo>
                <a:cubicBezTo>
                  <a:pt x="78" y="110"/>
                  <a:pt x="78" y="110"/>
                  <a:pt x="78" y="110"/>
                </a:cubicBezTo>
                <a:cubicBezTo>
                  <a:pt x="78" y="107"/>
                  <a:pt x="81" y="103"/>
                  <a:pt x="84" y="102"/>
                </a:cubicBezTo>
                <a:cubicBezTo>
                  <a:pt x="106" y="96"/>
                  <a:pt x="106" y="96"/>
                  <a:pt x="106" y="96"/>
                </a:cubicBezTo>
                <a:cubicBezTo>
                  <a:pt x="109" y="95"/>
                  <a:pt x="112" y="96"/>
                  <a:pt x="113" y="99"/>
                </a:cubicBezTo>
                <a:cubicBezTo>
                  <a:pt x="114" y="103"/>
                  <a:pt x="114" y="103"/>
                  <a:pt x="114" y="103"/>
                </a:cubicBezTo>
                <a:cubicBezTo>
                  <a:pt x="115" y="106"/>
                  <a:pt x="113" y="109"/>
                  <a:pt x="111" y="109"/>
                </a:cubicBez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txBody>
          <a:bodyPr lIns="68571" tIns="34286" rIns="68571" bIns="34286"/>
          <a:lstStyle/>
          <a:p>
            <a:pPr defTabSz="914400">
              <a:defRPr/>
            </a:pPr>
            <a:endParaRPr lang="zh-CN" altLang="en-US" sz="1600" kern="0">
              <a:solidFill>
                <a:srgbClr val="1E2D43"/>
              </a:solidFill>
              <a:latin typeface="微软雅黑" panose="020B0503020204020204" pitchFamily="34" charset="-122"/>
              <a:ea typeface="微软雅黑" panose="020B0503020204020204" pitchFamily="34" charset="-122"/>
            </a:endParaRPr>
          </a:p>
        </p:txBody>
      </p:sp>
      <p:grpSp>
        <p:nvGrpSpPr>
          <p:cNvPr id="50" name="组 137">
            <a:extLst>
              <a:ext uri="{FF2B5EF4-FFF2-40B4-BE49-F238E27FC236}">
                <a16:creationId xmlns:a16="http://schemas.microsoft.com/office/drawing/2014/main" xmlns="" id="{557B7BD0-0046-49DA-9868-8F591AD02A79}"/>
              </a:ext>
            </a:extLst>
          </p:cNvPr>
          <p:cNvGrpSpPr/>
          <p:nvPr/>
        </p:nvGrpSpPr>
        <p:grpSpPr>
          <a:xfrm>
            <a:off x="10044996" y="2963533"/>
            <a:ext cx="409986" cy="453946"/>
            <a:chOff x="4179888" y="2487613"/>
            <a:chExt cx="1406524" cy="1557337"/>
          </a:xfrm>
          <a:solidFill>
            <a:sysClr val="window" lastClr="FFFFFF"/>
          </a:solidFill>
        </p:grpSpPr>
        <p:sp>
          <p:nvSpPr>
            <p:cNvPr id="51" name="Freeform 68">
              <a:extLst>
                <a:ext uri="{FF2B5EF4-FFF2-40B4-BE49-F238E27FC236}">
                  <a16:creationId xmlns:a16="http://schemas.microsoft.com/office/drawing/2014/main" xmlns="" id="{A6F6BC14-34D3-42BC-9855-739963FDCD12}"/>
                </a:ext>
              </a:extLst>
            </p:cNvPr>
            <p:cNvSpPr>
              <a:spLocks/>
            </p:cNvSpPr>
            <p:nvPr/>
          </p:nvSpPr>
          <p:spPr bwMode="auto">
            <a:xfrm>
              <a:off x="4179888" y="2487613"/>
              <a:ext cx="839787" cy="1171575"/>
            </a:xfrm>
            <a:custGeom>
              <a:avLst/>
              <a:gdLst>
                <a:gd name="T0" fmla="*/ 529 w 529"/>
                <a:gd name="T1" fmla="*/ 72 h 738"/>
                <a:gd name="T2" fmla="*/ 106 w 529"/>
                <a:gd name="T3" fmla="*/ 115 h 738"/>
                <a:gd name="T4" fmla="*/ 97 w 529"/>
                <a:gd name="T5" fmla="*/ 110 h 738"/>
                <a:gd name="T6" fmla="*/ 499 w 529"/>
                <a:gd name="T7" fmla="*/ 65 h 738"/>
                <a:gd name="T8" fmla="*/ 499 w 529"/>
                <a:gd name="T9" fmla="*/ 60 h 738"/>
                <a:gd name="T10" fmla="*/ 92 w 529"/>
                <a:gd name="T11" fmla="*/ 105 h 738"/>
                <a:gd name="T12" fmla="*/ 85 w 529"/>
                <a:gd name="T13" fmla="*/ 100 h 738"/>
                <a:gd name="T14" fmla="*/ 492 w 529"/>
                <a:gd name="T15" fmla="*/ 55 h 738"/>
                <a:gd name="T16" fmla="*/ 492 w 529"/>
                <a:gd name="T17" fmla="*/ 50 h 738"/>
                <a:gd name="T18" fmla="*/ 78 w 529"/>
                <a:gd name="T19" fmla="*/ 96 h 738"/>
                <a:gd name="T20" fmla="*/ 71 w 529"/>
                <a:gd name="T21" fmla="*/ 91 h 738"/>
                <a:gd name="T22" fmla="*/ 484 w 529"/>
                <a:gd name="T23" fmla="*/ 46 h 738"/>
                <a:gd name="T24" fmla="*/ 484 w 529"/>
                <a:gd name="T25" fmla="*/ 41 h 738"/>
                <a:gd name="T26" fmla="*/ 66 w 529"/>
                <a:gd name="T27" fmla="*/ 86 h 738"/>
                <a:gd name="T28" fmla="*/ 56 w 529"/>
                <a:gd name="T29" fmla="*/ 81 h 738"/>
                <a:gd name="T30" fmla="*/ 475 w 529"/>
                <a:gd name="T31" fmla="*/ 34 h 738"/>
                <a:gd name="T32" fmla="*/ 475 w 529"/>
                <a:gd name="T33" fmla="*/ 29 h 738"/>
                <a:gd name="T34" fmla="*/ 52 w 529"/>
                <a:gd name="T35" fmla="*/ 77 h 738"/>
                <a:gd name="T36" fmla="*/ 42 w 529"/>
                <a:gd name="T37" fmla="*/ 69 h 738"/>
                <a:gd name="T38" fmla="*/ 54 w 529"/>
                <a:gd name="T39" fmla="*/ 69 h 738"/>
                <a:gd name="T40" fmla="*/ 484 w 529"/>
                <a:gd name="T41" fmla="*/ 22 h 738"/>
                <a:gd name="T42" fmla="*/ 470 w 529"/>
                <a:gd name="T43" fmla="*/ 0 h 738"/>
                <a:gd name="T44" fmla="*/ 0 w 529"/>
                <a:gd name="T45" fmla="*/ 50 h 738"/>
                <a:gd name="T46" fmla="*/ 0 w 529"/>
                <a:gd name="T47" fmla="*/ 58 h 738"/>
                <a:gd name="T48" fmla="*/ 0 w 529"/>
                <a:gd name="T49" fmla="*/ 74 h 738"/>
                <a:gd name="T50" fmla="*/ 0 w 529"/>
                <a:gd name="T51" fmla="*/ 678 h 738"/>
                <a:gd name="T52" fmla="*/ 85 w 529"/>
                <a:gd name="T53" fmla="*/ 738 h 738"/>
                <a:gd name="T54" fmla="*/ 85 w 529"/>
                <a:gd name="T55" fmla="*/ 738 h 738"/>
                <a:gd name="T56" fmla="*/ 142 w 529"/>
                <a:gd name="T57" fmla="*/ 733 h 738"/>
                <a:gd name="T58" fmla="*/ 142 w 529"/>
                <a:gd name="T59" fmla="*/ 143 h 738"/>
                <a:gd name="T60" fmla="*/ 529 w 529"/>
                <a:gd name="T61" fmla="*/ 105 h 738"/>
                <a:gd name="T62" fmla="*/ 529 w 529"/>
                <a:gd name="T63" fmla="*/ 72 h 7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29" h="738">
                  <a:moveTo>
                    <a:pt x="529" y="72"/>
                  </a:moveTo>
                  <a:lnTo>
                    <a:pt x="106" y="115"/>
                  </a:lnTo>
                  <a:lnTo>
                    <a:pt x="97" y="110"/>
                  </a:lnTo>
                  <a:lnTo>
                    <a:pt x="499" y="65"/>
                  </a:lnTo>
                  <a:lnTo>
                    <a:pt x="499" y="60"/>
                  </a:lnTo>
                  <a:lnTo>
                    <a:pt x="92" y="105"/>
                  </a:lnTo>
                  <a:lnTo>
                    <a:pt x="85" y="100"/>
                  </a:lnTo>
                  <a:lnTo>
                    <a:pt x="492" y="55"/>
                  </a:lnTo>
                  <a:lnTo>
                    <a:pt x="492" y="50"/>
                  </a:lnTo>
                  <a:lnTo>
                    <a:pt x="78" y="96"/>
                  </a:lnTo>
                  <a:lnTo>
                    <a:pt x="71" y="91"/>
                  </a:lnTo>
                  <a:lnTo>
                    <a:pt x="484" y="46"/>
                  </a:lnTo>
                  <a:lnTo>
                    <a:pt x="484" y="41"/>
                  </a:lnTo>
                  <a:lnTo>
                    <a:pt x="66" y="86"/>
                  </a:lnTo>
                  <a:lnTo>
                    <a:pt x="56" y="81"/>
                  </a:lnTo>
                  <a:lnTo>
                    <a:pt x="475" y="34"/>
                  </a:lnTo>
                  <a:lnTo>
                    <a:pt x="475" y="29"/>
                  </a:lnTo>
                  <a:lnTo>
                    <a:pt x="52" y="77"/>
                  </a:lnTo>
                  <a:lnTo>
                    <a:pt x="42" y="69"/>
                  </a:lnTo>
                  <a:lnTo>
                    <a:pt x="54" y="69"/>
                  </a:lnTo>
                  <a:lnTo>
                    <a:pt x="484" y="22"/>
                  </a:lnTo>
                  <a:lnTo>
                    <a:pt x="470" y="0"/>
                  </a:lnTo>
                  <a:lnTo>
                    <a:pt x="0" y="50"/>
                  </a:lnTo>
                  <a:lnTo>
                    <a:pt x="0" y="58"/>
                  </a:lnTo>
                  <a:lnTo>
                    <a:pt x="0" y="74"/>
                  </a:lnTo>
                  <a:lnTo>
                    <a:pt x="0" y="678"/>
                  </a:lnTo>
                  <a:lnTo>
                    <a:pt x="85" y="738"/>
                  </a:lnTo>
                  <a:lnTo>
                    <a:pt x="85" y="738"/>
                  </a:lnTo>
                  <a:lnTo>
                    <a:pt x="142" y="733"/>
                  </a:lnTo>
                  <a:lnTo>
                    <a:pt x="142" y="143"/>
                  </a:lnTo>
                  <a:lnTo>
                    <a:pt x="529" y="105"/>
                  </a:lnTo>
                  <a:lnTo>
                    <a:pt x="529"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blipFill dpi="0" rotWithShape="1">
                  <a:blip r:embed="rId3">
                    <a:extLst>
                      <a:ext uri="{28A0092B-C50C-407E-A947-70E740481C1C}">
                        <a14:useLocalDpi xmlns:a14="http://schemas.microsoft.com/office/drawing/2010/main" val="0"/>
                      </a:ext>
                    </a:extLst>
                  </a:blip>
                  <a:srcRect/>
                  <a:stretch>
                    <a:fillRect/>
                  </a:stretch>
                </a:blipFill>
                <a:effectLst/>
                <a:uLnTx/>
                <a:uFillTx/>
                <a:latin typeface="Calibri"/>
                <a:ea typeface="微软雅黑"/>
                <a:cs typeface="+mn-cs"/>
              </a:endParaRPr>
            </a:p>
          </p:txBody>
        </p:sp>
        <p:sp>
          <p:nvSpPr>
            <p:cNvPr id="52" name="Freeform 69">
              <a:extLst>
                <a:ext uri="{FF2B5EF4-FFF2-40B4-BE49-F238E27FC236}">
                  <a16:creationId xmlns:a16="http://schemas.microsoft.com/office/drawing/2014/main" xmlns="" id="{A4693950-F3DB-4596-A4F1-60C83A267F71}"/>
                </a:ext>
              </a:extLst>
            </p:cNvPr>
            <p:cNvSpPr>
              <a:spLocks/>
            </p:cNvSpPr>
            <p:nvPr/>
          </p:nvSpPr>
          <p:spPr bwMode="auto">
            <a:xfrm>
              <a:off x="4457700" y="2673350"/>
              <a:ext cx="839787" cy="1174750"/>
            </a:xfrm>
            <a:custGeom>
              <a:avLst/>
              <a:gdLst>
                <a:gd name="T0" fmla="*/ 529 w 529"/>
                <a:gd name="T1" fmla="*/ 71 h 740"/>
                <a:gd name="T2" fmla="*/ 106 w 529"/>
                <a:gd name="T3" fmla="*/ 117 h 740"/>
                <a:gd name="T4" fmla="*/ 97 w 529"/>
                <a:gd name="T5" fmla="*/ 109 h 740"/>
                <a:gd name="T6" fmla="*/ 499 w 529"/>
                <a:gd name="T7" fmla="*/ 67 h 740"/>
                <a:gd name="T8" fmla="*/ 499 w 529"/>
                <a:gd name="T9" fmla="*/ 62 h 740"/>
                <a:gd name="T10" fmla="*/ 92 w 529"/>
                <a:gd name="T11" fmla="*/ 105 h 740"/>
                <a:gd name="T12" fmla="*/ 85 w 529"/>
                <a:gd name="T13" fmla="*/ 100 h 740"/>
                <a:gd name="T14" fmla="*/ 492 w 529"/>
                <a:gd name="T15" fmla="*/ 57 h 740"/>
                <a:gd name="T16" fmla="*/ 492 w 529"/>
                <a:gd name="T17" fmla="*/ 52 h 740"/>
                <a:gd name="T18" fmla="*/ 78 w 529"/>
                <a:gd name="T19" fmla="*/ 98 h 740"/>
                <a:gd name="T20" fmla="*/ 71 w 529"/>
                <a:gd name="T21" fmla="*/ 90 h 740"/>
                <a:gd name="T22" fmla="*/ 484 w 529"/>
                <a:gd name="T23" fmla="*/ 45 h 740"/>
                <a:gd name="T24" fmla="*/ 484 w 529"/>
                <a:gd name="T25" fmla="*/ 41 h 740"/>
                <a:gd name="T26" fmla="*/ 66 w 529"/>
                <a:gd name="T27" fmla="*/ 88 h 740"/>
                <a:gd name="T28" fmla="*/ 56 w 529"/>
                <a:gd name="T29" fmla="*/ 81 h 740"/>
                <a:gd name="T30" fmla="*/ 475 w 529"/>
                <a:gd name="T31" fmla="*/ 36 h 740"/>
                <a:gd name="T32" fmla="*/ 475 w 529"/>
                <a:gd name="T33" fmla="*/ 31 h 740"/>
                <a:gd name="T34" fmla="*/ 52 w 529"/>
                <a:gd name="T35" fmla="*/ 79 h 740"/>
                <a:gd name="T36" fmla="*/ 42 w 529"/>
                <a:gd name="T37" fmla="*/ 71 h 740"/>
                <a:gd name="T38" fmla="*/ 54 w 529"/>
                <a:gd name="T39" fmla="*/ 69 h 740"/>
                <a:gd name="T40" fmla="*/ 484 w 529"/>
                <a:gd name="T41" fmla="*/ 21 h 740"/>
                <a:gd name="T42" fmla="*/ 470 w 529"/>
                <a:gd name="T43" fmla="*/ 0 h 740"/>
                <a:gd name="T44" fmla="*/ 0 w 529"/>
                <a:gd name="T45" fmla="*/ 50 h 740"/>
                <a:gd name="T46" fmla="*/ 0 w 529"/>
                <a:gd name="T47" fmla="*/ 57 h 740"/>
                <a:gd name="T48" fmla="*/ 0 w 529"/>
                <a:gd name="T49" fmla="*/ 76 h 740"/>
                <a:gd name="T50" fmla="*/ 0 w 529"/>
                <a:gd name="T51" fmla="*/ 678 h 740"/>
                <a:gd name="T52" fmla="*/ 85 w 529"/>
                <a:gd name="T53" fmla="*/ 740 h 740"/>
                <a:gd name="T54" fmla="*/ 85 w 529"/>
                <a:gd name="T55" fmla="*/ 740 h 740"/>
                <a:gd name="T56" fmla="*/ 142 w 529"/>
                <a:gd name="T57" fmla="*/ 733 h 740"/>
                <a:gd name="T58" fmla="*/ 142 w 529"/>
                <a:gd name="T59" fmla="*/ 143 h 740"/>
                <a:gd name="T60" fmla="*/ 529 w 529"/>
                <a:gd name="T61" fmla="*/ 105 h 740"/>
                <a:gd name="T62" fmla="*/ 529 w 529"/>
                <a:gd name="T63" fmla="*/ 71 h 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29" h="740">
                  <a:moveTo>
                    <a:pt x="529" y="71"/>
                  </a:moveTo>
                  <a:lnTo>
                    <a:pt x="106" y="117"/>
                  </a:lnTo>
                  <a:lnTo>
                    <a:pt x="97" y="109"/>
                  </a:lnTo>
                  <a:lnTo>
                    <a:pt x="499" y="67"/>
                  </a:lnTo>
                  <a:lnTo>
                    <a:pt x="499" y="62"/>
                  </a:lnTo>
                  <a:lnTo>
                    <a:pt x="92" y="105"/>
                  </a:lnTo>
                  <a:lnTo>
                    <a:pt x="85" y="100"/>
                  </a:lnTo>
                  <a:lnTo>
                    <a:pt x="492" y="57"/>
                  </a:lnTo>
                  <a:lnTo>
                    <a:pt x="492" y="52"/>
                  </a:lnTo>
                  <a:lnTo>
                    <a:pt x="78" y="98"/>
                  </a:lnTo>
                  <a:lnTo>
                    <a:pt x="71" y="90"/>
                  </a:lnTo>
                  <a:lnTo>
                    <a:pt x="484" y="45"/>
                  </a:lnTo>
                  <a:lnTo>
                    <a:pt x="484" y="41"/>
                  </a:lnTo>
                  <a:lnTo>
                    <a:pt x="66" y="88"/>
                  </a:lnTo>
                  <a:lnTo>
                    <a:pt x="56" y="81"/>
                  </a:lnTo>
                  <a:lnTo>
                    <a:pt x="475" y="36"/>
                  </a:lnTo>
                  <a:lnTo>
                    <a:pt x="475" y="31"/>
                  </a:lnTo>
                  <a:lnTo>
                    <a:pt x="52" y="79"/>
                  </a:lnTo>
                  <a:lnTo>
                    <a:pt x="42" y="71"/>
                  </a:lnTo>
                  <a:lnTo>
                    <a:pt x="54" y="69"/>
                  </a:lnTo>
                  <a:lnTo>
                    <a:pt x="484" y="21"/>
                  </a:lnTo>
                  <a:lnTo>
                    <a:pt x="470" y="0"/>
                  </a:lnTo>
                  <a:lnTo>
                    <a:pt x="0" y="50"/>
                  </a:lnTo>
                  <a:lnTo>
                    <a:pt x="0" y="57"/>
                  </a:lnTo>
                  <a:lnTo>
                    <a:pt x="0" y="76"/>
                  </a:lnTo>
                  <a:lnTo>
                    <a:pt x="0" y="678"/>
                  </a:lnTo>
                  <a:lnTo>
                    <a:pt x="85" y="740"/>
                  </a:lnTo>
                  <a:lnTo>
                    <a:pt x="85" y="740"/>
                  </a:lnTo>
                  <a:lnTo>
                    <a:pt x="142" y="733"/>
                  </a:lnTo>
                  <a:lnTo>
                    <a:pt x="142" y="143"/>
                  </a:lnTo>
                  <a:lnTo>
                    <a:pt x="529" y="105"/>
                  </a:lnTo>
                  <a:lnTo>
                    <a:pt x="529" y="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blipFill dpi="0" rotWithShape="1">
                  <a:blip r:embed="rId3">
                    <a:extLst>
                      <a:ext uri="{28A0092B-C50C-407E-A947-70E740481C1C}">
                        <a14:useLocalDpi xmlns:a14="http://schemas.microsoft.com/office/drawing/2010/main" val="0"/>
                      </a:ext>
                    </a:extLst>
                  </a:blip>
                  <a:srcRect/>
                  <a:stretch>
                    <a:fillRect/>
                  </a:stretch>
                </a:blipFill>
                <a:effectLst/>
                <a:uLnTx/>
                <a:uFillTx/>
                <a:latin typeface="Calibri"/>
                <a:ea typeface="微软雅黑"/>
                <a:cs typeface="+mn-cs"/>
              </a:endParaRPr>
            </a:p>
          </p:txBody>
        </p:sp>
        <p:sp>
          <p:nvSpPr>
            <p:cNvPr id="53" name="Freeform 70">
              <a:extLst>
                <a:ext uri="{FF2B5EF4-FFF2-40B4-BE49-F238E27FC236}">
                  <a16:creationId xmlns:a16="http://schemas.microsoft.com/office/drawing/2014/main" xmlns="" id="{3C25A753-3517-45FE-98BE-6C6D544102C2}"/>
                </a:ext>
              </a:extLst>
            </p:cNvPr>
            <p:cNvSpPr>
              <a:spLocks noEditPoints="1"/>
            </p:cNvSpPr>
            <p:nvPr/>
          </p:nvSpPr>
          <p:spPr bwMode="auto">
            <a:xfrm>
              <a:off x="4746625" y="2870200"/>
              <a:ext cx="839787" cy="1174750"/>
            </a:xfrm>
            <a:custGeom>
              <a:avLst/>
              <a:gdLst>
                <a:gd name="T0" fmla="*/ 106 w 529"/>
                <a:gd name="T1" fmla="*/ 116 h 740"/>
                <a:gd name="T2" fmla="*/ 97 w 529"/>
                <a:gd name="T3" fmla="*/ 109 h 740"/>
                <a:gd name="T4" fmla="*/ 501 w 529"/>
                <a:gd name="T5" fmla="*/ 66 h 740"/>
                <a:gd name="T6" fmla="*/ 499 w 529"/>
                <a:gd name="T7" fmla="*/ 62 h 740"/>
                <a:gd name="T8" fmla="*/ 92 w 529"/>
                <a:gd name="T9" fmla="*/ 107 h 740"/>
                <a:gd name="T10" fmla="*/ 85 w 529"/>
                <a:gd name="T11" fmla="*/ 102 h 740"/>
                <a:gd name="T12" fmla="*/ 492 w 529"/>
                <a:gd name="T13" fmla="*/ 57 h 740"/>
                <a:gd name="T14" fmla="*/ 492 w 529"/>
                <a:gd name="T15" fmla="*/ 52 h 740"/>
                <a:gd name="T16" fmla="*/ 80 w 529"/>
                <a:gd name="T17" fmla="*/ 97 h 740"/>
                <a:gd name="T18" fmla="*/ 71 w 529"/>
                <a:gd name="T19" fmla="*/ 93 h 740"/>
                <a:gd name="T20" fmla="*/ 485 w 529"/>
                <a:gd name="T21" fmla="*/ 45 h 740"/>
                <a:gd name="T22" fmla="*/ 485 w 529"/>
                <a:gd name="T23" fmla="*/ 43 h 740"/>
                <a:gd name="T24" fmla="*/ 66 w 529"/>
                <a:gd name="T25" fmla="*/ 88 h 740"/>
                <a:gd name="T26" fmla="*/ 57 w 529"/>
                <a:gd name="T27" fmla="*/ 83 h 740"/>
                <a:gd name="T28" fmla="*/ 475 w 529"/>
                <a:gd name="T29" fmla="*/ 35 h 740"/>
                <a:gd name="T30" fmla="*/ 475 w 529"/>
                <a:gd name="T31" fmla="*/ 31 h 740"/>
                <a:gd name="T32" fmla="*/ 52 w 529"/>
                <a:gd name="T33" fmla="*/ 78 h 740"/>
                <a:gd name="T34" fmla="*/ 42 w 529"/>
                <a:gd name="T35" fmla="*/ 71 h 740"/>
                <a:gd name="T36" fmla="*/ 57 w 529"/>
                <a:gd name="T37" fmla="*/ 71 h 740"/>
                <a:gd name="T38" fmla="*/ 487 w 529"/>
                <a:gd name="T39" fmla="*/ 24 h 740"/>
                <a:gd name="T40" fmla="*/ 470 w 529"/>
                <a:gd name="T41" fmla="*/ 0 h 740"/>
                <a:gd name="T42" fmla="*/ 0 w 529"/>
                <a:gd name="T43" fmla="*/ 50 h 740"/>
                <a:gd name="T44" fmla="*/ 0 w 529"/>
                <a:gd name="T45" fmla="*/ 57 h 740"/>
                <a:gd name="T46" fmla="*/ 0 w 529"/>
                <a:gd name="T47" fmla="*/ 76 h 740"/>
                <a:gd name="T48" fmla="*/ 0 w 529"/>
                <a:gd name="T49" fmla="*/ 680 h 740"/>
                <a:gd name="T50" fmla="*/ 85 w 529"/>
                <a:gd name="T51" fmla="*/ 740 h 740"/>
                <a:gd name="T52" fmla="*/ 85 w 529"/>
                <a:gd name="T53" fmla="*/ 740 h 740"/>
                <a:gd name="T54" fmla="*/ 529 w 529"/>
                <a:gd name="T55" fmla="*/ 694 h 740"/>
                <a:gd name="T56" fmla="*/ 529 w 529"/>
                <a:gd name="T57" fmla="*/ 74 h 740"/>
                <a:gd name="T58" fmla="*/ 106 w 529"/>
                <a:gd name="T59" fmla="*/ 116 h 740"/>
                <a:gd name="T60" fmla="*/ 451 w 529"/>
                <a:gd name="T61" fmla="*/ 345 h 740"/>
                <a:gd name="T62" fmla="*/ 194 w 529"/>
                <a:gd name="T63" fmla="*/ 371 h 740"/>
                <a:gd name="T64" fmla="*/ 194 w 529"/>
                <a:gd name="T65" fmla="*/ 233 h 740"/>
                <a:gd name="T66" fmla="*/ 451 w 529"/>
                <a:gd name="T67" fmla="*/ 207 h 740"/>
                <a:gd name="T68" fmla="*/ 451 w 529"/>
                <a:gd name="T69" fmla="*/ 345 h 7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29" h="740">
                  <a:moveTo>
                    <a:pt x="106" y="116"/>
                  </a:moveTo>
                  <a:lnTo>
                    <a:pt x="97" y="109"/>
                  </a:lnTo>
                  <a:lnTo>
                    <a:pt x="501" y="66"/>
                  </a:lnTo>
                  <a:lnTo>
                    <a:pt x="499" y="62"/>
                  </a:lnTo>
                  <a:lnTo>
                    <a:pt x="92" y="107"/>
                  </a:lnTo>
                  <a:lnTo>
                    <a:pt x="85" y="102"/>
                  </a:lnTo>
                  <a:lnTo>
                    <a:pt x="492" y="57"/>
                  </a:lnTo>
                  <a:lnTo>
                    <a:pt x="492" y="52"/>
                  </a:lnTo>
                  <a:lnTo>
                    <a:pt x="80" y="97"/>
                  </a:lnTo>
                  <a:lnTo>
                    <a:pt x="71" y="93"/>
                  </a:lnTo>
                  <a:lnTo>
                    <a:pt x="485" y="45"/>
                  </a:lnTo>
                  <a:lnTo>
                    <a:pt x="485" y="43"/>
                  </a:lnTo>
                  <a:lnTo>
                    <a:pt x="66" y="88"/>
                  </a:lnTo>
                  <a:lnTo>
                    <a:pt x="57" y="83"/>
                  </a:lnTo>
                  <a:lnTo>
                    <a:pt x="475" y="35"/>
                  </a:lnTo>
                  <a:lnTo>
                    <a:pt x="475" y="31"/>
                  </a:lnTo>
                  <a:lnTo>
                    <a:pt x="52" y="78"/>
                  </a:lnTo>
                  <a:lnTo>
                    <a:pt x="42" y="71"/>
                  </a:lnTo>
                  <a:lnTo>
                    <a:pt x="57" y="71"/>
                  </a:lnTo>
                  <a:lnTo>
                    <a:pt x="487" y="24"/>
                  </a:lnTo>
                  <a:lnTo>
                    <a:pt x="470" y="0"/>
                  </a:lnTo>
                  <a:lnTo>
                    <a:pt x="0" y="50"/>
                  </a:lnTo>
                  <a:lnTo>
                    <a:pt x="0" y="57"/>
                  </a:lnTo>
                  <a:lnTo>
                    <a:pt x="0" y="76"/>
                  </a:lnTo>
                  <a:lnTo>
                    <a:pt x="0" y="680"/>
                  </a:lnTo>
                  <a:lnTo>
                    <a:pt x="85" y="740"/>
                  </a:lnTo>
                  <a:lnTo>
                    <a:pt x="85" y="740"/>
                  </a:lnTo>
                  <a:lnTo>
                    <a:pt x="529" y="694"/>
                  </a:lnTo>
                  <a:lnTo>
                    <a:pt x="529" y="74"/>
                  </a:lnTo>
                  <a:lnTo>
                    <a:pt x="106" y="116"/>
                  </a:lnTo>
                  <a:close/>
                  <a:moveTo>
                    <a:pt x="451" y="345"/>
                  </a:moveTo>
                  <a:lnTo>
                    <a:pt x="194" y="371"/>
                  </a:lnTo>
                  <a:lnTo>
                    <a:pt x="194" y="233"/>
                  </a:lnTo>
                  <a:lnTo>
                    <a:pt x="451" y="207"/>
                  </a:lnTo>
                  <a:lnTo>
                    <a:pt x="451" y="3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blipFill dpi="0" rotWithShape="1">
                  <a:blip r:embed="rId3">
                    <a:extLst>
                      <a:ext uri="{28A0092B-C50C-407E-A947-70E740481C1C}">
                        <a14:useLocalDpi xmlns:a14="http://schemas.microsoft.com/office/drawing/2010/main" val="0"/>
                      </a:ext>
                    </a:extLst>
                  </a:blip>
                  <a:srcRect/>
                  <a:stretch>
                    <a:fillRect/>
                  </a:stretch>
                </a:blipFill>
                <a:effectLst/>
                <a:uLnTx/>
                <a:uFillTx/>
                <a:latin typeface="Calibri"/>
                <a:ea typeface="微软雅黑"/>
                <a:cs typeface="+mn-cs"/>
              </a:endParaRPr>
            </a:p>
          </p:txBody>
        </p:sp>
      </p:grpSp>
      <p:grpSp>
        <p:nvGrpSpPr>
          <p:cNvPr id="55" name="组合 54">
            <a:extLst>
              <a:ext uri="{FF2B5EF4-FFF2-40B4-BE49-F238E27FC236}">
                <a16:creationId xmlns:a16="http://schemas.microsoft.com/office/drawing/2014/main" xmlns="" id="{95B779C6-CB46-4B57-8DB5-1F3CE7C1C98C}"/>
              </a:ext>
            </a:extLst>
          </p:cNvPr>
          <p:cNvGrpSpPr/>
          <p:nvPr/>
        </p:nvGrpSpPr>
        <p:grpSpPr>
          <a:xfrm>
            <a:off x="3283762" y="2669504"/>
            <a:ext cx="5613400" cy="2496444"/>
            <a:chOff x="3283762" y="1328580"/>
            <a:chExt cx="5613400" cy="4170742"/>
          </a:xfrm>
        </p:grpSpPr>
        <p:grpSp>
          <p:nvGrpSpPr>
            <p:cNvPr id="56" name="组合 55">
              <a:extLst>
                <a:ext uri="{FF2B5EF4-FFF2-40B4-BE49-F238E27FC236}">
                  <a16:creationId xmlns:a16="http://schemas.microsoft.com/office/drawing/2014/main" xmlns="" id="{13CDE25A-C563-4A42-BD2A-D625D557A24F}"/>
                </a:ext>
              </a:extLst>
            </p:cNvPr>
            <p:cNvGrpSpPr/>
            <p:nvPr/>
          </p:nvGrpSpPr>
          <p:grpSpPr>
            <a:xfrm>
              <a:off x="3283762" y="1328580"/>
              <a:ext cx="2627967" cy="4170742"/>
              <a:chOff x="1256178" y="367446"/>
              <a:chExt cx="2627967" cy="856541"/>
            </a:xfrm>
          </p:grpSpPr>
          <p:cxnSp>
            <p:nvCxnSpPr>
              <p:cNvPr id="58" name="直接连接符 57">
                <a:extLst>
                  <a:ext uri="{FF2B5EF4-FFF2-40B4-BE49-F238E27FC236}">
                    <a16:creationId xmlns:a16="http://schemas.microsoft.com/office/drawing/2014/main" xmlns="" id="{CB2B98F8-9639-4A17-A613-746F943087C5}"/>
                  </a:ext>
                </a:extLst>
              </p:cNvPr>
              <p:cNvCxnSpPr/>
              <p:nvPr/>
            </p:nvCxnSpPr>
            <p:spPr>
              <a:xfrm>
                <a:off x="1256178" y="367446"/>
                <a:ext cx="0" cy="856541"/>
              </a:xfrm>
              <a:prstGeom prst="line">
                <a:avLst/>
              </a:prstGeom>
              <a:noFill/>
              <a:ln w="3175" cap="flat" cmpd="sng" algn="ctr">
                <a:gradFill>
                  <a:gsLst>
                    <a:gs pos="0">
                      <a:sysClr val="window" lastClr="FFFFFF">
                        <a:lumMod val="95000"/>
                        <a:alpha val="0"/>
                      </a:sysClr>
                    </a:gs>
                    <a:gs pos="51000">
                      <a:srgbClr val="C4C9D4"/>
                    </a:gs>
                    <a:gs pos="100000">
                      <a:sysClr val="window" lastClr="FFFFFF">
                        <a:lumMod val="95000"/>
                        <a:alpha val="0"/>
                      </a:sysClr>
                    </a:gs>
                  </a:gsLst>
                  <a:lin ang="5400000" scaled="1"/>
                </a:gradFill>
                <a:prstDash val="solid"/>
                <a:miter lim="800000"/>
              </a:ln>
              <a:effectLst/>
            </p:spPr>
          </p:cxnSp>
          <p:cxnSp>
            <p:nvCxnSpPr>
              <p:cNvPr id="59" name="直接连接符 58">
                <a:extLst>
                  <a:ext uri="{FF2B5EF4-FFF2-40B4-BE49-F238E27FC236}">
                    <a16:creationId xmlns:a16="http://schemas.microsoft.com/office/drawing/2014/main" xmlns="" id="{FBC3F663-0D51-46F8-B458-97C857A4A26A}"/>
                  </a:ext>
                </a:extLst>
              </p:cNvPr>
              <p:cNvCxnSpPr/>
              <p:nvPr/>
            </p:nvCxnSpPr>
            <p:spPr>
              <a:xfrm>
                <a:off x="3884145" y="367446"/>
                <a:ext cx="0" cy="856541"/>
              </a:xfrm>
              <a:prstGeom prst="line">
                <a:avLst/>
              </a:prstGeom>
              <a:noFill/>
              <a:ln w="3175" cap="flat" cmpd="sng" algn="ctr">
                <a:gradFill>
                  <a:gsLst>
                    <a:gs pos="0">
                      <a:sysClr val="window" lastClr="FFFFFF">
                        <a:lumMod val="95000"/>
                        <a:alpha val="0"/>
                      </a:sysClr>
                    </a:gs>
                    <a:gs pos="51000">
                      <a:srgbClr val="C4C9D4"/>
                    </a:gs>
                    <a:gs pos="100000">
                      <a:sysClr val="window" lastClr="FFFFFF">
                        <a:lumMod val="95000"/>
                        <a:alpha val="0"/>
                      </a:sysClr>
                    </a:gs>
                  </a:gsLst>
                  <a:lin ang="5400000" scaled="1"/>
                </a:gradFill>
                <a:prstDash val="solid"/>
                <a:miter lim="800000"/>
              </a:ln>
              <a:effectLst/>
            </p:spPr>
          </p:cxnSp>
        </p:grpSp>
        <p:cxnSp>
          <p:nvCxnSpPr>
            <p:cNvPr id="57" name="直接连接符 56">
              <a:extLst>
                <a:ext uri="{FF2B5EF4-FFF2-40B4-BE49-F238E27FC236}">
                  <a16:creationId xmlns:a16="http://schemas.microsoft.com/office/drawing/2014/main" xmlns="" id="{B642391F-79E0-46D8-897B-9EB49BEA1B41}"/>
                </a:ext>
              </a:extLst>
            </p:cNvPr>
            <p:cNvCxnSpPr/>
            <p:nvPr/>
          </p:nvCxnSpPr>
          <p:spPr>
            <a:xfrm>
              <a:off x="8897162" y="1328580"/>
              <a:ext cx="0" cy="4170742"/>
            </a:xfrm>
            <a:prstGeom prst="line">
              <a:avLst/>
            </a:prstGeom>
            <a:noFill/>
            <a:ln w="3175" cap="flat" cmpd="sng" algn="ctr">
              <a:gradFill>
                <a:gsLst>
                  <a:gs pos="0">
                    <a:sysClr val="window" lastClr="FFFFFF">
                      <a:lumMod val="95000"/>
                      <a:alpha val="0"/>
                    </a:sysClr>
                  </a:gs>
                  <a:gs pos="51000">
                    <a:srgbClr val="C4C9D4"/>
                  </a:gs>
                  <a:gs pos="100000">
                    <a:sysClr val="window" lastClr="FFFFFF">
                      <a:lumMod val="95000"/>
                      <a:alpha val="0"/>
                    </a:sysClr>
                  </a:gs>
                </a:gsLst>
                <a:lin ang="5400000" scaled="1"/>
              </a:gradFill>
              <a:prstDash val="solid"/>
              <a:miter lim="800000"/>
            </a:ln>
            <a:effectLst/>
          </p:spPr>
        </p:cxnSp>
      </p:grpSp>
      <p:sp>
        <p:nvSpPr>
          <p:cNvPr id="3" name="标题 2">
            <a:extLst>
              <a:ext uri="{FF2B5EF4-FFF2-40B4-BE49-F238E27FC236}">
                <a16:creationId xmlns:a16="http://schemas.microsoft.com/office/drawing/2014/main" xmlns="" id="{735EA7C5-C1C9-410B-B1A9-E18391B8F855}"/>
              </a:ext>
            </a:extLst>
          </p:cNvPr>
          <p:cNvSpPr>
            <a:spLocks noGrp="1"/>
          </p:cNvSpPr>
          <p:nvPr>
            <p:ph type="title"/>
          </p:nvPr>
        </p:nvSpPr>
        <p:spPr>
          <a:prstGeom prst="rect">
            <a:avLst/>
          </a:prstGeom>
        </p:spPr>
        <p:txBody>
          <a:bodyPr/>
          <a:lstStyle/>
          <a:p>
            <a:r>
              <a:rPr lang="zh-CN" altLang="en-US" sz="2800" dirty="0" smtClean="0">
                <a:latin typeface="微软雅黑" panose="020B0503020204020204" pitchFamily="34" charset="-122"/>
                <a:ea typeface="微软雅黑" panose="020B0503020204020204" pitchFamily="34" charset="-122"/>
                <a:cs typeface="Times New Roman" panose="02020603050405020304" pitchFamily="18" charset="0"/>
              </a:rPr>
              <a:t>企业</a:t>
            </a:r>
            <a:r>
              <a:rPr lang="zh-CN" altLang="en-US" sz="2800" dirty="0">
                <a:latin typeface="微软雅黑" panose="020B0503020204020204" pitchFamily="34" charset="-122"/>
                <a:ea typeface="微软雅黑" panose="020B0503020204020204" pitchFamily="34" charset="-122"/>
                <a:cs typeface="Times New Roman" panose="02020603050405020304" pitchFamily="18" charset="0"/>
              </a:rPr>
              <a:t>文化</a:t>
            </a:r>
            <a:endParaRPr lang="zh-CN" altLang="en-US" dirty="0"/>
          </a:p>
        </p:txBody>
      </p:sp>
      <p:sp>
        <p:nvSpPr>
          <p:cNvPr id="2" name="文本占位符 1"/>
          <p:cNvSpPr>
            <a:spLocks noGrp="1"/>
          </p:cNvSpPr>
          <p:nvPr>
            <p:ph type="body" sz="quarter" idx="10"/>
          </p:nvPr>
        </p:nvSpPr>
        <p:spPr/>
        <p:txBody>
          <a:bodyPr/>
          <a:lstStyle/>
          <a:p>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兴业银行打造全新的企业文化</a:t>
            </a:r>
            <a:endParaRPr kumimoji="1" lang="zh-CN" altLang="en-US" dirty="0"/>
          </a:p>
        </p:txBody>
      </p:sp>
    </p:spTree>
    <p:extLst>
      <p:ext uri="{BB962C8B-B14F-4D97-AF65-F5344CB8AC3E}">
        <p14:creationId xmlns:p14="http://schemas.microsoft.com/office/powerpoint/2010/main" val="4068615694"/>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AutoShape 4">
            <a:extLst>
              <a:ext uri="{FF2B5EF4-FFF2-40B4-BE49-F238E27FC236}">
                <a16:creationId xmlns:a16="http://schemas.microsoft.com/office/drawing/2014/main" xmlns="" id="{B721D88D-6E89-468A-AB8A-E88944E711F7}"/>
              </a:ext>
            </a:extLst>
          </p:cNvPr>
          <p:cNvSpPr>
            <a:spLocks noChangeArrowheads="1"/>
          </p:cNvSpPr>
          <p:nvPr/>
        </p:nvSpPr>
        <p:spPr bwMode="gray">
          <a:xfrm flipH="1">
            <a:off x="4179959" y="1844824"/>
            <a:ext cx="1873250" cy="1873250"/>
          </a:xfrm>
          <a:prstGeom prst="rtTriangle">
            <a:avLst/>
          </a:prstGeom>
          <a:solidFill>
            <a:srgbClr val="4372C4"/>
          </a:solidFill>
          <a:ln>
            <a:noFill/>
          </a:ln>
          <a:effectLst/>
        </p:spPr>
        <p:txBody>
          <a:bodyPr wrap="none" anchor="ctr"/>
          <a:lstStyle/>
          <a:p>
            <a:endParaRPr lang="zh-CN" altLang="en-US"/>
          </a:p>
        </p:txBody>
      </p:sp>
      <p:sp>
        <p:nvSpPr>
          <p:cNvPr id="35" name="AutoShape 6">
            <a:extLst>
              <a:ext uri="{FF2B5EF4-FFF2-40B4-BE49-F238E27FC236}">
                <a16:creationId xmlns:a16="http://schemas.microsoft.com/office/drawing/2014/main" xmlns="" id="{B5F3DCF1-4176-4558-B453-EE4D51A7FE89}"/>
              </a:ext>
            </a:extLst>
          </p:cNvPr>
          <p:cNvSpPr>
            <a:spLocks noChangeArrowheads="1"/>
          </p:cNvSpPr>
          <p:nvPr/>
        </p:nvSpPr>
        <p:spPr bwMode="gray">
          <a:xfrm>
            <a:off x="6111947" y="1844824"/>
            <a:ext cx="1873250" cy="1873250"/>
          </a:xfrm>
          <a:prstGeom prst="rtTriangle">
            <a:avLst/>
          </a:prstGeom>
          <a:solidFill>
            <a:srgbClr val="4372C4"/>
          </a:solidFill>
          <a:ln>
            <a:noFill/>
          </a:ln>
          <a:effectLst/>
        </p:spPr>
        <p:txBody>
          <a:bodyPr wrap="none" anchor="ctr"/>
          <a:lstStyle/>
          <a:p>
            <a:endParaRPr lang="zh-CN" altLang="en-US"/>
          </a:p>
        </p:txBody>
      </p:sp>
      <p:sp>
        <p:nvSpPr>
          <p:cNvPr id="36" name="AutoShape 7">
            <a:extLst>
              <a:ext uri="{FF2B5EF4-FFF2-40B4-BE49-F238E27FC236}">
                <a16:creationId xmlns:a16="http://schemas.microsoft.com/office/drawing/2014/main" xmlns="" id="{7CD95BE5-8A39-4AF0-AC15-4C5347921854}"/>
              </a:ext>
            </a:extLst>
          </p:cNvPr>
          <p:cNvSpPr>
            <a:spLocks noChangeArrowheads="1"/>
          </p:cNvSpPr>
          <p:nvPr/>
        </p:nvSpPr>
        <p:spPr bwMode="gray">
          <a:xfrm rot="5400000">
            <a:off x="6113534" y="3786337"/>
            <a:ext cx="1873250" cy="1873250"/>
          </a:xfrm>
          <a:prstGeom prst="rtTriangle">
            <a:avLst/>
          </a:prstGeom>
          <a:solidFill>
            <a:srgbClr val="4372C4"/>
          </a:solidFill>
          <a:ln>
            <a:noFill/>
          </a:ln>
          <a:effectLst/>
        </p:spPr>
        <p:txBody>
          <a:bodyPr wrap="none" anchor="ctr"/>
          <a:lstStyle/>
          <a:p>
            <a:endParaRPr lang="zh-CN" altLang="en-US"/>
          </a:p>
        </p:txBody>
      </p:sp>
      <p:sp>
        <p:nvSpPr>
          <p:cNvPr id="37" name="AutoShape 8">
            <a:extLst>
              <a:ext uri="{FF2B5EF4-FFF2-40B4-BE49-F238E27FC236}">
                <a16:creationId xmlns:a16="http://schemas.microsoft.com/office/drawing/2014/main" xmlns="" id="{DCE7F923-80A4-41E2-A0DE-2EBB29560AEC}"/>
              </a:ext>
            </a:extLst>
          </p:cNvPr>
          <p:cNvSpPr>
            <a:spLocks noChangeArrowheads="1"/>
          </p:cNvSpPr>
          <p:nvPr/>
        </p:nvSpPr>
        <p:spPr bwMode="gray">
          <a:xfrm rot="16200000" flipH="1">
            <a:off x="4181547" y="3786337"/>
            <a:ext cx="1873250" cy="1873250"/>
          </a:xfrm>
          <a:prstGeom prst="rtTriangle">
            <a:avLst/>
          </a:prstGeom>
          <a:solidFill>
            <a:srgbClr val="4372C4"/>
          </a:solidFill>
          <a:ln>
            <a:noFill/>
          </a:ln>
          <a:effectLst/>
        </p:spPr>
        <p:txBody>
          <a:bodyPr wrap="none" anchor="ctr"/>
          <a:lstStyle/>
          <a:p>
            <a:endParaRPr lang="zh-CN" altLang="en-US"/>
          </a:p>
        </p:txBody>
      </p:sp>
      <p:sp>
        <p:nvSpPr>
          <p:cNvPr id="38" name="Line 9">
            <a:extLst>
              <a:ext uri="{FF2B5EF4-FFF2-40B4-BE49-F238E27FC236}">
                <a16:creationId xmlns:a16="http://schemas.microsoft.com/office/drawing/2014/main" xmlns="" id="{72005E26-0C3F-449B-BDB9-B84DC8F18215}"/>
              </a:ext>
            </a:extLst>
          </p:cNvPr>
          <p:cNvSpPr>
            <a:spLocks noChangeShapeType="1"/>
          </p:cNvSpPr>
          <p:nvPr/>
        </p:nvSpPr>
        <p:spPr bwMode="gray">
          <a:xfrm>
            <a:off x="3560762" y="3741655"/>
            <a:ext cx="5070475" cy="0"/>
          </a:xfrm>
          <a:prstGeom prst="line">
            <a:avLst/>
          </a:prstGeom>
          <a:noFill/>
          <a:ln w="25400">
            <a:solidFill>
              <a:srgbClr val="C2C8D4"/>
            </a:solidFill>
            <a:prstDash val="sys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
        <p:nvSpPr>
          <p:cNvPr id="39" name="Rectangle 10">
            <a:extLst>
              <a:ext uri="{FF2B5EF4-FFF2-40B4-BE49-F238E27FC236}">
                <a16:creationId xmlns:a16="http://schemas.microsoft.com/office/drawing/2014/main" xmlns="" id="{F917F79C-83B6-4C3A-BE93-51C071232C56}"/>
              </a:ext>
            </a:extLst>
          </p:cNvPr>
          <p:cNvSpPr>
            <a:spLocks noChangeArrowheads="1"/>
          </p:cNvSpPr>
          <p:nvPr/>
        </p:nvSpPr>
        <p:spPr bwMode="gray">
          <a:xfrm>
            <a:off x="726218" y="1610771"/>
            <a:ext cx="4236378" cy="1977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292929">
                      <a:alpha val="74998"/>
                    </a:srgbClr>
                  </a:outerShdw>
                </a:effectLst>
              </a14:hiddenEffects>
            </a:ext>
          </a:extLst>
        </p:spPr>
        <p:txBody>
          <a:bodyPr wrap="square">
            <a:spAutoFit/>
          </a:bodyPr>
          <a:lstStyle/>
          <a:p>
            <a:pPr eaLnBrk="0" fontAlgn="base" hangingPunct="0">
              <a:lnSpc>
                <a:spcPct val="150000"/>
              </a:lnSpc>
              <a:spcBef>
                <a:spcPct val="0"/>
              </a:spcBef>
              <a:spcAft>
                <a:spcPct val="0"/>
              </a:spcAft>
            </a:pPr>
            <a:r>
              <a:rPr lang="zh-CN" altLang="en-US" sz="1400" dirty="0">
                <a:solidFill>
                  <a:srgbClr val="141735"/>
                </a:solidFill>
                <a:latin typeface="Microsoft YaHei Light" charset="-122"/>
                <a:ea typeface="Microsoft YaHei Light" charset="-122"/>
                <a:cs typeface="Microsoft YaHei Light" charset="-122"/>
              </a:rPr>
              <a:t>兴业数字金融</a:t>
            </a:r>
            <a:r>
              <a:rPr lang="zh-CN" altLang="en-US" sz="1400" dirty="0" smtClean="0">
                <a:solidFill>
                  <a:srgbClr val="141735"/>
                </a:solidFill>
                <a:latin typeface="Microsoft YaHei Light" charset="-122"/>
                <a:ea typeface="Microsoft YaHei Light" charset="-122"/>
                <a:cs typeface="Microsoft YaHei Light" charset="-122"/>
              </a:rPr>
              <a:t>服务</a:t>
            </a:r>
            <a:r>
              <a:rPr lang="zh-CN" altLang="en-US" sz="1400" dirty="0">
                <a:solidFill>
                  <a:srgbClr val="141735"/>
                </a:solidFill>
                <a:latin typeface="Microsoft YaHei Light" charset="-122"/>
                <a:ea typeface="Microsoft YaHei Light" charset="-122"/>
                <a:cs typeface="Microsoft YaHei Light" charset="-122"/>
              </a:rPr>
              <a:t>上海</a:t>
            </a:r>
            <a:r>
              <a:rPr lang="zh-CN" altLang="en-US" sz="1400" dirty="0" smtClean="0">
                <a:solidFill>
                  <a:srgbClr val="141735"/>
                </a:solidFill>
                <a:latin typeface="Microsoft YaHei Light" charset="-122"/>
                <a:ea typeface="Microsoft YaHei Light" charset="-122"/>
                <a:cs typeface="Microsoft YaHei Light" charset="-122"/>
              </a:rPr>
              <a:t>股份有限公司</a:t>
            </a:r>
            <a:r>
              <a:rPr lang="zh-CN" altLang="en-US" sz="1400" dirty="0">
                <a:solidFill>
                  <a:srgbClr val="141735"/>
                </a:solidFill>
                <a:latin typeface="Microsoft YaHei Light" charset="-122"/>
                <a:ea typeface="Microsoft YaHei Light" charset="-122"/>
                <a:cs typeface="Microsoft YaHei Light" charset="-122"/>
              </a:rPr>
              <a:t>，让金融更简单，让金融更美好。兴业数字金融</a:t>
            </a:r>
            <a:r>
              <a:rPr lang="zh-CN" altLang="en-US" sz="1400" dirty="0" smtClean="0">
                <a:solidFill>
                  <a:srgbClr val="141735"/>
                </a:solidFill>
                <a:latin typeface="Microsoft YaHei Light" charset="-122"/>
                <a:ea typeface="Microsoft YaHei Light" charset="-122"/>
                <a:cs typeface="Microsoft YaHei Light" charset="-122"/>
              </a:rPr>
              <a:t>服务上海股份有限公司</a:t>
            </a:r>
            <a:r>
              <a:rPr lang="zh-CN" altLang="en-US" sz="1400" dirty="0">
                <a:solidFill>
                  <a:srgbClr val="141735"/>
                </a:solidFill>
                <a:latin typeface="Microsoft YaHei Light" charset="-122"/>
                <a:ea typeface="Microsoft YaHei Light" charset="-122"/>
                <a:cs typeface="Microsoft YaHei Light" charset="-122"/>
              </a:rPr>
              <a:t>，让金融更简单，让金融更美好</a:t>
            </a:r>
            <a:r>
              <a:rPr lang="zh-CN" altLang="en-US" sz="1400" dirty="0" smtClean="0">
                <a:solidFill>
                  <a:srgbClr val="141735"/>
                </a:solidFill>
                <a:latin typeface="Microsoft YaHei Light" charset="-122"/>
                <a:ea typeface="Microsoft YaHei Light" charset="-122"/>
                <a:cs typeface="Microsoft YaHei Light" charset="-122"/>
              </a:rPr>
              <a:t>。</a:t>
            </a:r>
            <a:r>
              <a:rPr lang="zh-CN" altLang="en-US" sz="1400" dirty="0">
                <a:solidFill>
                  <a:srgbClr val="141735"/>
                </a:solidFill>
                <a:latin typeface="Microsoft YaHei Light" charset="-122"/>
                <a:ea typeface="Microsoft YaHei Light" charset="-122"/>
                <a:cs typeface="Microsoft YaHei Light" charset="-122"/>
              </a:rPr>
              <a:t>兴业数字金融</a:t>
            </a:r>
            <a:r>
              <a:rPr lang="zh-CN" altLang="en-US" sz="1400" dirty="0" smtClean="0">
                <a:solidFill>
                  <a:srgbClr val="141735"/>
                </a:solidFill>
                <a:latin typeface="Microsoft YaHei Light" charset="-122"/>
                <a:ea typeface="Microsoft YaHei Light" charset="-122"/>
                <a:cs typeface="Microsoft YaHei Light" charset="-122"/>
              </a:rPr>
              <a:t>服务上海股份有限公司</a:t>
            </a:r>
            <a:r>
              <a:rPr lang="zh-CN" altLang="en-US" sz="1400" dirty="0">
                <a:solidFill>
                  <a:srgbClr val="141735"/>
                </a:solidFill>
                <a:latin typeface="Microsoft YaHei Light" charset="-122"/>
                <a:ea typeface="Microsoft YaHei Light" charset="-122"/>
                <a:cs typeface="Microsoft YaHei Light" charset="-122"/>
              </a:rPr>
              <a:t>，让金融更简单，让金融更美好。</a:t>
            </a:r>
          </a:p>
          <a:p>
            <a:pPr eaLnBrk="0" fontAlgn="base" hangingPunct="0">
              <a:lnSpc>
                <a:spcPct val="125000"/>
              </a:lnSpc>
              <a:spcBef>
                <a:spcPct val="0"/>
              </a:spcBef>
              <a:spcAft>
                <a:spcPct val="0"/>
              </a:spcAft>
            </a:pPr>
            <a:endParaRPr lang="zh-CN" altLang="en-US" sz="1400" dirty="0">
              <a:solidFill>
                <a:srgbClr val="141735"/>
              </a:solidFill>
              <a:latin typeface="Microsoft YaHei Light" charset="-122"/>
              <a:ea typeface="Microsoft YaHei Light" charset="-122"/>
              <a:cs typeface="Microsoft YaHei Light" charset="-122"/>
            </a:endParaRPr>
          </a:p>
        </p:txBody>
      </p:sp>
      <p:sp>
        <p:nvSpPr>
          <p:cNvPr id="40" name="Rectangle 11">
            <a:extLst>
              <a:ext uri="{FF2B5EF4-FFF2-40B4-BE49-F238E27FC236}">
                <a16:creationId xmlns:a16="http://schemas.microsoft.com/office/drawing/2014/main" xmlns="" id="{7F28A07A-A9EC-4D65-BD86-69189821C938}"/>
              </a:ext>
            </a:extLst>
          </p:cNvPr>
          <p:cNvSpPr>
            <a:spLocks noChangeArrowheads="1"/>
          </p:cNvSpPr>
          <p:nvPr/>
        </p:nvSpPr>
        <p:spPr bwMode="gray">
          <a:xfrm>
            <a:off x="5021334" y="3024710"/>
            <a:ext cx="915635" cy="385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292929">
                      <a:alpha val="74998"/>
                    </a:srgbClr>
                  </a:outerShdw>
                </a:effectLst>
              </a14:hiddenEffects>
            </a:ext>
          </a:extLst>
        </p:spPr>
        <p:txBody>
          <a:bodyPr wrap="none">
            <a:spAutoFit/>
          </a:bodyPr>
          <a:lstStyle/>
          <a:p>
            <a:pPr algn="ctr"/>
            <a:r>
              <a:rPr lang="zh-CN" altLang="en-US" b="1" dirty="0" smtClean="0">
                <a:solidFill>
                  <a:schemeClr val="bg1"/>
                </a:solidFill>
                <a:latin typeface="Microsoft YaHei" charset="-122"/>
                <a:ea typeface="Microsoft YaHei" charset="-122"/>
                <a:cs typeface="Microsoft YaHei" charset="-122"/>
              </a:rPr>
              <a:t>关键字</a:t>
            </a:r>
            <a:endParaRPr lang="en-US" altLang="zh-CN" b="1" dirty="0">
              <a:solidFill>
                <a:schemeClr val="bg1"/>
              </a:solidFill>
              <a:latin typeface="Microsoft YaHei" charset="-122"/>
              <a:ea typeface="Microsoft YaHei" charset="-122"/>
              <a:cs typeface="Microsoft YaHei" charset="-122"/>
            </a:endParaRPr>
          </a:p>
        </p:txBody>
      </p:sp>
      <p:sp>
        <p:nvSpPr>
          <p:cNvPr id="2" name="标题 1"/>
          <p:cNvSpPr>
            <a:spLocks noGrp="1"/>
          </p:cNvSpPr>
          <p:nvPr>
            <p:ph type="title"/>
          </p:nvPr>
        </p:nvSpPr>
        <p:spPr/>
        <p:txBody>
          <a:bodyPr/>
          <a:lstStyle/>
          <a:p>
            <a:r>
              <a:rPr lang="zh-CN" altLang="en-US" dirty="0" smtClean="0"/>
              <a:t>让金融更简单 让金融更美好</a:t>
            </a:r>
            <a:endParaRPr kumimoji="1" lang="zh-CN" altLang="en-US" dirty="0"/>
          </a:p>
        </p:txBody>
      </p:sp>
      <p:sp>
        <p:nvSpPr>
          <p:cNvPr id="16" name="Rectangle 11">
            <a:extLst>
              <a:ext uri="{FF2B5EF4-FFF2-40B4-BE49-F238E27FC236}">
                <a16:creationId xmlns:a16="http://schemas.microsoft.com/office/drawing/2014/main" xmlns="" id="{7F28A07A-A9EC-4D65-BD86-69189821C938}"/>
              </a:ext>
            </a:extLst>
          </p:cNvPr>
          <p:cNvSpPr>
            <a:spLocks noChangeArrowheads="1"/>
          </p:cNvSpPr>
          <p:nvPr/>
        </p:nvSpPr>
        <p:spPr bwMode="gray">
          <a:xfrm>
            <a:off x="6328565" y="3024710"/>
            <a:ext cx="915635" cy="385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292929">
                      <a:alpha val="74998"/>
                    </a:srgbClr>
                  </a:outerShdw>
                </a:effectLst>
              </a14:hiddenEffects>
            </a:ext>
          </a:extLst>
        </p:spPr>
        <p:txBody>
          <a:bodyPr wrap="none">
            <a:spAutoFit/>
          </a:bodyPr>
          <a:lstStyle/>
          <a:p>
            <a:pPr algn="ctr"/>
            <a:r>
              <a:rPr lang="zh-CN" altLang="en-US" b="1" smtClean="0">
                <a:solidFill>
                  <a:schemeClr val="bg1"/>
                </a:solidFill>
                <a:latin typeface="Microsoft YaHei" charset="-122"/>
                <a:ea typeface="Microsoft YaHei" charset="-122"/>
                <a:cs typeface="Microsoft YaHei" charset="-122"/>
              </a:rPr>
              <a:t>关键字</a:t>
            </a:r>
            <a:endParaRPr lang="en-US" altLang="zh-CN" b="1" dirty="0">
              <a:solidFill>
                <a:schemeClr val="bg1"/>
              </a:solidFill>
              <a:latin typeface="Microsoft YaHei" charset="-122"/>
              <a:ea typeface="Microsoft YaHei" charset="-122"/>
              <a:cs typeface="Microsoft YaHei" charset="-122"/>
            </a:endParaRPr>
          </a:p>
        </p:txBody>
      </p:sp>
      <p:sp>
        <p:nvSpPr>
          <p:cNvPr id="17" name="Rectangle 11">
            <a:extLst>
              <a:ext uri="{FF2B5EF4-FFF2-40B4-BE49-F238E27FC236}">
                <a16:creationId xmlns:a16="http://schemas.microsoft.com/office/drawing/2014/main" xmlns="" id="{7F28A07A-A9EC-4D65-BD86-69189821C938}"/>
              </a:ext>
            </a:extLst>
          </p:cNvPr>
          <p:cNvSpPr>
            <a:spLocks noChangeArrowheads="1"/>
          </p:cNvSpPr>
          <p:nvPr/>
        </p:nvSpPr>
        <p:spPr bwMode="gray">
          <a:xfrm>
            <a:off x="5021334" y="4180611"/>
            <a:ext cx="915635" cy="385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292929">
                      <a:alpha val="74998"/>
                    </a:srgbClr>
                  </a:outerShdw>
                </a:effectLst>
              </a14:hiddenEffects>
            </a:ext>
          </a:extLst>
        </p:spPr>
        <p:txBody>
          <a:bodyPr wrap="none">
            <a:spAutoFit/>
          </a:bodyPr>
          <a:lstStyle/>
          <a:p>
            <a:pPr algn="ctr"/>
            <a:r>
              <a:rPr lang="zh-CN" altLang="en-US" b="1" dirty="0" smtClean="0">
                <a:solidFill>
                  <a:schemeClr val="bg1"/>
                </a:solidFill>
                <a:latin typeface="Microsoft YaHei" charset="-122"/>
                <a:ea typeface="Microsoft YaHei" charset="-122"/>
                <a:cs typeface="Microsoft YaHei" charset="-122"/>
              </a:rPr>
              <a:t>关键字</a:t>
            </a:r>
            <a:endParaRPr lang="en-US" altLang="zh-CN" b="1" dirty="0">
              <a:solidFill>
                <a:schemeClr val="bg1"/>
              </a:solidFill>
              <a:latin typeface="Microsoft YaHei" charset="-122"/>
              <a:ea typeface="Microsoft YaHei" charset="-122"/>
              <a:cs typeface="Microsoft YaHei" charset="-122"/>
            </a:endParaRPr>
          </a:p>
        </p:txBody>
      </p:sp>
      <p:sp>
        <p:nvSpPr>
          <p:cNvPr id="18" name="Rectangle 11">
            <a:extLst>
              <a:ext uri="{FF2B5EF4-FFF2-40B4-BE49-F238E27FC236}">
                <a16:creationId xmlns:a16="http://schemas.microsoft.com/office/drawing/2014/main" xmlns="" id="{7F28A07A-A9EC-4D65-BD86-69189821C938}"/>
              </a:ext>
            </a:extLst>
          </p:cNvPr>
          <p:cNvSpPr>
            <a:spLocks noChangeArrowheads="1"/>
          </p:cNvSpPr>
          <p:nvPr/>
        </p:nvSpPr>
        <p:spPr bwMode="gray">
          <a:xfrm>
            <a:off x="6328565" y="4180611"/>
            <a:ext cx="915635" cy="385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292929">
                      <a:alpha val="74998"/>
                    </a:srgbClr>
                  </a:outerShdw>
                </a:effectLst>
              </a14:hiddenEffects>
            </a:ext>
          </a:extLst>
        </p:spPr>
        <p:txBody>
          <a:bodyPr wrap="none">
            <a:spAutoFit/>
          </a:bodyPr>
          <a:lstStyle/>
          <a:p>
            <a:pPr algn="ctr"/>
            <a:r>
              <a:rPr lang="zh-CN" altLang="en-US" b="1" smtClean="0">
                <a:solidFill>
                  <a:schemeClr val="bg1"/>
                </a:solidFill>
                <a:latin typeface="Microsoft YaHei" charset="-122"/>
                <a:ea typeface="Microsoft YaHei" charset="-122"/>
                <a:cs typeface="Microsoft YaHei" charset="-122"/>
              </a:rPr>
              <a:t>关键字</a:t>
            </a:r>
            <a:endParaRPr lang="en-US" altLang="zh-CN" b="1" dirty="0">
              <a:solidFill>
                <a:schemeClr val="bg1"/>
              </a:solidFill>
              <a:latin typeface="Microsoft YaHei" charset="-122"/>
              <a:ea typeface="Microsoft YaHei" charset="-122"/>
              <a:cs typeface="Microsoft YaHei" charset="-122"/>
            </a:endParaRPr>
          </a:p>
        </p:txBody>
      </p:sp>
      <p:sp>
        <p:nvSpPr>
          <p:cNvPr id="19" name="Rectangle 10">
            <a:extLst>
              <a:ext uri="{FF2B5EF4-FFF2-40B4-BE49-F238E27FC236}">
                <a16:creationId xmlns:a16="http://schemas.microsoft.com/office/drawing/2014/main" xmlns="" id="{F917F79C-83B6-4C3A-BE93-51C071232C56}"/>
              </a:ext>
            </a:extLst>
          </p:cNvPr>
          <p:cNvSpPr>
            <a:spLocks noChangeArrowheads="1"/>
          </p:cNvSpPr>
          <p:nvPr/>
        </p:nvSpPr>
        <p:spPr bwMode="gray">
          <a:xfrm>
            <a:off x="726218" y="4235002"/>
            <a:ext cx="4236378"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292929">
                      <a:alpha val="74998"/>
                    </a:srgbClr>
                  </a:outerShdw>
                </a:effectLst>
              </a14:hiddenEffects>
            </a:ext>
          </a:extLst>
        </p:spPr>
        <p:txBody>
          <a:bodyPr wrap="square">
            <a:spAutoFit/>
          </a:bodyPr>
          <a:lstStyle/>
          <a:p>
            <a:pPr eaLnBrk="0" fontAlgn="base" hangingPunct="0">
              <a:lnSpc>
                <a:spcPct val="150000"/>
              </a:lnSpc>
              <a:spcBef>
                <a:spcPct val="0"/>
              </a:spcBef>
              <a:spcAft>
                <a:spcPct val="0"/>
              </a:spcAft>
            </a:pPr>
            <a:r>
              <a:rPr lang="zh-CN" altLang="en-US" sz="1400" dirty="0">
                <a:solidFill>
                  <a:srgbClr val="141735"/>
                </a:solidFill>
                <a:latin typeface="Microsoft YaHei Light" charset="-122"/>
                <a:ea typeface="Microsoft YaHei Light" charset="-122"/>
                <a:cs typeface="Microsoft YaHei Light" charset="-122"/>
              </a:rPr>
              <a:t>兴业数字金融</a:t>
            </a:r>
            <a:r>
              <a:rPr lang="zh-CN" altLang="en-US" sz="1400" dirty="0" smtClean="0">
                <a:solidFill>
                  <a:srgbClr val="141735"/>
                </a:solidFill>
                <a:latin typeface="Microsoft YaHei Light" charset="-122"/>
                <a:ea typeface="Microsoft YaHei Light" charset="-122"/>
                <a:cs typeface="Microsoft YaHei Light" charset="-122"/>
              </a:rPr>
              <a:t>服务上海股份有限公司</a:t>
            </a:r>
            <a:r>
              <a:rPr lang="zh-CN" altLang="en-US" sz="1400" dirty="0">
                <a:solidFill>
                  <a:srgbClr val="141735"/>
                </a:solidFill>
                <a:latin typeface="Microsoft YaHei Light" charset="-122"/>
                <a:ea typeface="Microsoft YaHei Light" charset="-122"/>
                <a:cs typeface="Microsoft YaHei Light" charset="-122"/>
              </a:rPr>
              <a:t>，让金融更简单，让金融更美好。兴业数字金融</a:t>
            </a:r>
            <a:r>
              <a:rPr lang="zh-CN" altLang="en-US" sz="1400" dirty="0" smtClean="0">
                <a:solidFill>
                  <a:srgbClr val="141735"/>
                </a:solidFill>
                <a:latin typeface="Microsoft YaHei Light" charset="-122"/>
                <a:ea typeface="Microsoft YaHei Light" charset="-122"/>
                <a:cs typeface="Microsoft YaHei Light" charset="-122"/>
              </a:rPr>
              <a:t>服务上海股份有限公司</a:t>
            </a:r>
            <a:r>
              <a:rPr lang="zh-CN" altLang="en-US" sz="1400" dirty="0">
                <a:solidFill>
                  <a:srgbClr val="141735"/>
                </a:solidFill>
                <a:latin typeface="Microsoft YaHei Light" charset="-122"/>
                <a:ea typeface="Microsoft YaHei Light" charset="-122"/>
                <a:cs typeface="Microsoft YaHei Light" charset="-122"/>
              </a:rPr>
              <a:t>，让金融更简单，让金融更美好。兴业数字金融</a:t>
            </a:r>
            <a:r>
              <a:rPr lang="zh-CN" altLang="en-US" sz="1400" dirty="0" smtClean="0">
                <a:solidFill>
                  <a:srgbClr val="141735"/>
                </a:solidFill>
                <a:latin typeface="Microsoft YaHei Light" charset="-122"/>
                <a:ea typeface="Microsoft YaHei Light" charset="-122"/>
                <a:cs typeface="Microsoft YaHei Light" charset="-122"/>
              </a:rPr>
              <a:t>服务上海股份有限公司</a:t>
            </a:r>
            <a:r>
              <a:rPr lang="zh-CN" altLang="en-US" sz="1400" dirty="0">
                <a:solidFill>
                  <a:srgbClr val="141735"/>
                </a:solidFill>
                <a:latin typeface="Microsoft YaHei Light" charset="-122"/>
                <a:ea typeface="Microsoft YaHei Light" charset="-122"/>
                <a:cs typeface="Microsoft YaHei Light" charset="-122"/>
              </a:rPr>
              <a:t>，让金融更简单，让金融更美好。</a:t>
            </a:r>
          </a:p>
        </p:txBody>
      </p:sp>
      <p:sp>
        <p:nvSpPr>
          <p:cNvPr id="20" name="Rectangle 10">
            <a:extLst>
              <a:ext uri="{FF2B5EF4-FFF2-40B4-BE49-F238E27FC236}">
                <a16:creationId xmlns:a16="http://schemas.microsoft.com/office/drawing/2014/main" xmlns="" id="{F917F79C-83B6-4C3A-BE93-51C071232C56}"/>
              </a:ext>
            </a:extLst>
          </p:cNvPr>
          <p:cNvSpPr>
            <a:spLocks noChangeArrowheads="1"/>
          </p:cNvSpPr>
          <p:nvPr/>
        </p:nvSpPr>
        <p:spPr bwMode="gray">
          <a:xfrm>
            <a:off x="7332230" y="1610771"/>
            <a:ext cx="4236378"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292929">
                      <a:alpha val="74998"/>
                    </a:srgbClr>
                  </a:outerShdw>
                </a:effectLst>
              </a14:hiddenEffects>
            </a:ext>
          </a:extLst>
        </p:spPr>
        <p:txBody>
          <a:bodyPr wrap="square">
            <a:spAutoFit/>
          </a:bodyPr>
          <a:lstStyle/>
          <a:p>
            <a:pPr eaLnBrk="0" fontAlgn="base" hangingPunct="0">
              <a:lnSpc>
                <a:spcPct val="150000"/>
              </a:lnSpc>
              <a:spcBef>
                <a:spcPct val="0"/>
              </a:spcBef>
              <a:spcAft>
                <a:spcPct val="0"/>
              </a:spcAft>
            </a:pPr>
            <a:r>
              <a:rPr lang="zh-CN" altLang="en-US" sz="1400" dirty="0">
                <a:solidFill>
                  <a:srgbClr val="141735"/>
                </a:solidFill>
                <a:latin typeface="Microsoft YaHei Light" charset="-122"/>
                <a:ea typeface="Microsoft YaHei Light" charset="-122"/>
                <a:cs typeface="Microsoft YaHei Light" charset="-122"/>
              </a:rPr>
              <a:t>兴业数字金融</a:t>
            </a:r>
            <a:r>
              <a:rPr lang="zh-CN" altLang="en-US" sz="1400" dirty="0" smtClean="0">
                <a:solidFill>
                  <a:srgbClr val="141735"/>
                </a:solidFill>
                <a:latin typeface="Microsoft YaHei Light" charset="-122"/>
                <a:ea typeface="Microsoft YaHei Light" charset="-122"/>
                <a:cs typeface="Microsoft YaHei Light" charset="-122"/>
              </a:rPr>
              <a:t>服务上海股份有限公司</a:t>
            </a:r>
            <a:r>
              <a:rPr lang="zh-CN" altLang="en-US" sz="1400" dirty="0">
                <a:solidFill>
                  <a:srgbClr val="141735"/>
                </a:solidFill>
                <a:latin typeface="Microsoft YaHei Light" charset="-122"/>
                <a:ea typeface="Microsoft YaHei Light" charset="-122"/>
                <a:cs typeface="Microsoft YaHei Light" charset="-122"/>
              </a:rPr>
              <a:t>，让金融更简单，让金融更美好。兴业数字金融</a:t>
            </a:r>
            <a:r>
              <a:rPr lang="zh-CN" altLang="en-US" sz="1400" dirty="0" smtClean="0">
                <a:solidFill>
                  <a:srgbClr val="141735"/>
                </a:solidFill>
                <a:latin typeface="Microsoft YaHei Light" charset="-122"/>
                <a:ea typeface="Microsoft YaHei Light" charset="-122"/>
                <a:cs typeface="Microsoft YaHei Light" charset="-122"/>
              </a:rPr>
              <a:t>服务上海股份有限公司</a:t>
            </a:r>
            <a:r>
              <a:rPr lang="zh-CN" altLang="en-US" sz="1400" dirty="0">
                <a:solidFill>
                  <a:srgbClr val="141735"/>
                </a:solidFill>
                <a:latin typeface="Microsoft YaHei Light" charset="-122"/>
                <a:ea typeface="Microsoft YaHei Light" charset="-122"/>
                <a:cs typeface="Microsoft YaHei Light" charset="-122"/>
              </a:rPr>
              <a:t>，让金融更简单，让金融更美好。兴业数字金融</a:t>
            </a:r>
            <a:r>
              <a:rPr lang="zh-CN" altLang="en-US" sz="1400" dirty="0" smtClean="0">
                <a:solidFill>
                  <a:srgbClr val="141735"/>
                </a:solidFill>
                <a:latin typeface="Microsoft YaHei Light" charset="-122"/>
                <a:ea typeface="Microsoft YaHei Light" charset="-122"/>
                <a:cs typeface="Microsoft YaHei Light" charset="-122"/>
              </a:rPr>
              <a:t>服务上海股份有限公司</a:t>
            </a:r>
            <a:r>
              <a:rPr lang="zh-CN" altLang="en-US" sz="1400" dirty="0">
                <a:solidFill>
                  <a:srgbClr val="141735"/>
                </a:solidFill>
                <a:latin typeface="Microsoft YaHei Light" charset="-122"/>
                <a:ea typeface="Microsoft YaHei Light" charset="-122"/>
                <a:cs typeface="Microsoft YaHei Light" charset="-122"/>
              </a:rPr>
              <a:t>，让金融更简单，让金融更美好。</a:t>
            </a:r>
          </a:p>
        </p:txBody>
      </p:sp>
      <p:sp>
        <p:nvSpPr>
          <p:cNvPr id="21" name="Rectangle 10">
            <a:extLst>
              <a:ext uri="{FF2B5EF4-FFF2-40B4-BE49-F238E27FC236}">
                <a16:creationId xmlns:a16="http://schemas.microsoft.com/office/drawing/2014/main" xmlns="" id="{F917F79C-83B6-4C3A-BE93-51C071232C56}"/>
              </a:ext>
            </a:extLst>
          </p:cNvPr>
          <p:cNvSpPr>
            <a:spLocks noChangeArrowheads="1"/>
          </p:cNvSpPr>
          <p:nvPr/>
        </p:nvSpPr>
        <p:spPr bwMode="gray">
          <a:xfrm>
            <a:off x="7332230" y="4235002"/>
            <a:ext cx="4236378"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rgbClr val="292929">
                      <a:alpha val="74998"/>
                    </a:srgbClr>
                  </a:outerShdw>
                </a:effectLst>
              </a14:hiddenEffects>
            </a:ext>
          </a:extLst>
        </p:spPr>
        <p:txBody>
          <a:bodyPr wrap="square">
            <a:spAutoFit/>
          </a:bodyPr>
          <a:lstStyle/>
          <a:p>
            <a:pPr eaLnBrk="0" fontAlgn="base" hangingPunct="0">
              <a:lnSpc>
                <a:spcPct val="150000"/>
              </a:lnSpc>
              <a:spcBef>
                <a:spcPct val="0"/>
              </a:spcBef>
              <a:spcAft>
                <a:spcPct val="0"/>
              </a:spcAft>
            </a:pPr>
            <a:r>
              <a:rPr lang="zh-CN" altLang="en-US" sz="1400" dirty="0">
                <a:solidFill>
                  <a:srgbClr val="141735"/>
                </a:solidFill>
                <a:latin typeface="Microsoft YaHei Light" charset="-122"/>
                <a:ea typeface="Microsoft YaHei Light" charset="-122"/>
                <a:cs typeface="Microsoft YaHei Light" charset="-122"/>
              </a:rPr>
              <a:t>兴业数字金融</a:t>
            </a:r>
            <a:r>
              <a:rPr lang="zh-CN" altLang="en-US" sz="1400" dirty="0" smtClean="0">
                <a:solidFill>
                  <a:srgbClr val="141735"/>
                </a:solidFill>
                <a:latin typeface="Microsoft YaHei Light" charset="-122"/>
                <a:ea typeface="Microsoft YaHei Light" charset="-122"/>
                <a:cs typeface="Microsoft YaHei Light" charset="-122"/>
              </a:rPr>
              <a:t>服务上海股份有限公司</a:t>
            </a:r>
            <a:r>
              <a:rPr lang="zh-CN" altLang="en-US" sz="1400" dirty="0">
                <a:solidFill>
                  <a:srgbClr val="141735"/>
                </a:solidFill>
                <a:latin typeface="Microsoft YaHei Light" charset="-122"/>
                <a:ea typeface="Microsoft YaHei Light" charset="-122"/>
                <a:cs typeface="Microsoft YaHei Light" charset="-122"/>
              </a:rPr>
              <a:t>，让金融更简单，让金融更美好。兴业数字金融</a:t>
            </a:r>
            <a:r>
              <a:rPr lang="zh-CN" altLang="en-US" sz="1400" dirty="0" smtClean="0">
                <a:solidFill>
                  <a:srgbClr val="141735"/>
                </a:solidFill>
                <a:latin typeface="Microsoft YaHei Light" charset="-122"/>
                <a:ea typeface="Microsoft YaHei Light" charset="-122"/>
                <a:cs typeface="Microsoft YaHei Light" charset="-122"/>
              </a:rPr>
              <a:t>服务上海股份有限公司</a:t>
            </a:r>
            <a:r>
              <a:rPr lang="zh-CN" altLang="en-US" sz="1400" dirty="0">
                <a:solidFill>
                  <a:srgbClr val="141735"/>
                </a:solidFill>
                <a:latin typeface="Microsoft YaHei Light" charset="-122"/>
                <a:ea typeface="Microsoft YaHei Light" charset="-122"/>
                <a:cs typeface="Microsoft YaHei Light" charset="-122"/>
              </a:rPr>
              <a:t>，让金融更简单，让金融更美好。兴业数字金融</a:t>
            </a:r>
            <a:r>
              <a:rPr lang="zh-CN" altLang="en-US" sz="1400" dirty="0" smtClean="0">
                <a:solidFill>
                  <a:srgbClr val="141735"/>
                </a:solidFill>
                <a:latin typeface="Microsoft YaHei Light" charset="-122"/>
                <a:ea typeface="Microsoft YaHei Light" charset="-122"/>
                <a:cs typeface="Microsoft YaHei Light" charset="-122"/>
              </a:rPr>
              <a:t>服务上海股份有限公司</a:t>
            </a:r>
            <a:r>
              <a:rPr lang="zh-CN" altLang="en-US" sz="1400" dirty="0">
                <a:solidFill>
                  <a:srgbClr val="141735"/>
                </a:solidFill>
                <a:latin typeface="Microsoft YaHei Light" charset="-122"/>
                <a:ea typeface="Microsoft YaHei Light" charset="-122"/>
                <a:cs typeface="Microsoft YaHei Light" charset="-122"/>
              </a:rPr>
              <a:t>，让金融更简单，让金融更美好。</a:t>
            </a:r>
          </a:p>
        </p:txBody>
      </p:sp>
      <p:sp>
        <p:nvSpPr>
          <p:cNvPr id="22" name="Line 9">
            <a:extLst>
              <a:ext uri="{FF2B5EF4-FFF2-40B4-BE49-F238E27FC236}">
                <a16:creationId xmlns:a16="http://schemas.microsoft.com/office/drawing/2014/main" xmlns="" id="{72005E26-0C3F-449B-BDB9-B84DC8F18215}"/>
              </a:ext>
            </a:extLst>
          </p:cNvPr>
          <p:cNvSpPr>
            <a:spLocks noChangeShapeType="1"/>
          </p:cNvSpPr>
          <p:nvPr/>
        </p:nvSpPr>
        <p:spPr bwMode="gray">
          <a:xfrm flipV="1">
            <a:off x="6073754" y="1377814"/>
            <a:ext cx="10163" cy="4680520"/>
          </a:xfrm>
          <a:prstGeom prst="line">
            <a:avLst/>
          </a:prstGeom>
          <a:noFill/>
          <a:ln w="25400">
            <a:solidFill>
              <a:srgbClr val="C2C8D4"/>
            </a:solidFill>
            <a:prstDash val="sys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144354140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grpSp>
        <p:nvGrpSpPr>
          <p:cNvPr id="3" name="组合 6">
            <a:extLst>
              <a:ext uri="{FF2B5EF4-FFF2-40B4-BE49-F238E27FC236}">
                <a16:creationId xmlns="" xmlns:a16="http://schemas.microsoft.com/office/drawing/2014/main" id="{2B8E475D-CD95-4A54-8D16-317B46F507CB}"/>
              </a:ext>
            </a:extLst>
          </p:cNvPr>
          <p:cNvGrpSpPr/>
          <p:nvPr/>
        </p:nvGrpSpPr>
        <p:grpSpPr>
          <a:xfrm>
            <a:off x="4368513" y="1656060"/>
            <a:ext cx="3458987" cy="3487163"/>
            <a:chOff x="6940283" y="2050360"/>
            <a:chExt cx="3313115" cy="3340100"/>
          </a:xfrm>
        </p:grpSpPr>
        <p:sp>
          <p:nvSpPr>
            <p:cNvPr id="4" name="任意多边形 19">
              <a:extLst>
                <a:ext uri="{FF2B5EF4-FFF2-40B4-BE49-F238E27FC236}">
                  <a16:creationId xmlns="" xmlns:a16="http://schemas.microsoft.com/office/drawing/2014/main" id="{32435724-30C1-4760-83A0-D7AF65E1E204}"/>
                </a:ext>
              </a:extLst>
            </p:cNvPr>
            <p:cNvSpPr/>
            <p:nvPr/>
          </p:nvSpPr>
          <p:spPr>
            <a:xfrm>
              <a:off x="6946635" y="2053535"/>
              <a:ext cx="1651001" cy="1822450"/>
            </a:xfrm>
            <a:custGeom>
              <a:avLst/>
              <a:gdLst/>
              <a:ahLst/>
              <a:cxnLst>
                <a:cxn ang="0">
                  <a:pos x="1096451" y="0"/>
                </a:cxn>
                <a:cxn ang="0">
                  <a:pos x="1871760" y="321144"/>
                </a:cxn>
                <a:cxn ang="0">
                  <a:pos x="1986026" y="459634"/>
                </a:cxn>
                <a:cxn ang="0">
                  <a:pos x="1966404" y="483415"/>
                </a:cxn>
                <a:cxn ang="0">
                  <a:pos x="1779146" y="1096451"/>
                </a:cxn>
                <a:cxn ang="0">
                  <a:pos x="1966404" y="1709487"/>
                </a:cxn>
                <a:cxn ang="0">
                  <a:pos x="1986026" y="1733268"/>
                </a:cxn>
                <a:cxn ang="0">
                  <a:pos x="1871760" y="1871759"/>
                </a:cxn>
                <a:cxn ang="0">
                  <a:pos x="1096451" y="2192902"/>
                </a:cxn>
                <a:cxn ang="0">
                  <a:pos x="0" y="1096451"/>
                </a:cxn>
                <a:cxn ang="0">
                  <a:pos x="1096451" y="0"/>
                </a:cxn>
              </a:cxnLst>
              <a:rect l="0" t="0" r="0" b="0"/>
              <a:pathLst>
                <a:path w="1371601" h="1514476">
                  <a:moveTo>
                    <a:pt x="757238" y="0"/>
                  </a:moveTo>
                  <a:cubicBezTo>
                    <a:pt x="966344" y="0"/>
                    <a:pt x="1155653" y="84757"/>
                    <a:pt x="1292686" y="221790"/>
                  </a:cubicBezTo>
                  <a:lnTo>
                    <a:pt x="1371601" y="317435"/>
                  </a:lnTo>
                  <a:lnTo>
                    <a:pt x="1358050" y="333859"/>
                  </a:lnTo>
                  <a:cubicBezTo>
                    <a:pt x="1276401" y="454715"/>
                    <a:pt x="1228725" y="600409"/>
                    <a:pt x="1228725" y="757238"/>
                  </a:cubicBezTo>
                  <a:cubicBezTo>
                    <a:pt x="1228725" y="914067"/>
                    <a:pt x="1276401" y="1059761"/>
                    <a:pt x="1358050" y="1180617"/>
                  </a:cubicBezTo>
                  <a:lnTo>
                    <a:pt x="1371601" y="1197041"/>
                  </a:lnTo>
                  <a:lnTo>
                    <a:pt x="1292686" y="1292686"/>
                  </a:lnTo>
                  <a:cubicBezTo>
                    <a:pt x="1155653" y="1429719"/>
                    <a:pt x="966344" y="1514476"/>
                    <a:pt x="757238" y="1514476"/>
                  </a:cubicBezTo>
                  <a:cubicBezTo>
                    <a:pt x="339027" y="1514476"/>
                    <a:pt x="0" y="1175449"/>
                    <a:pt x="0" y="757238"/>
                  </a:cubicBezTo>
                  <a:cubicBezTo>
                    <a:pt x="0" y="339027"/>
                    <a:pt x="339027" y="0"/>
                    <a:pt x="757238" y="0"/>
                  </a:cubicBezTo>
                  <a:close/>
                </a:path>
              </a:pathLst>
            </a:custGeom>
            <a:solidFill>
              <a:srgbClr val="4372C4"/>
            </a:solidFill>
            <a:ln w="25400" cap="flat" cmpd="sng">
              <a:solidFill>
                <a:srgbClr val="FFFFFF">
                  <a:alpha val="100000"/>
                </a:srgbClr>
              </a:solidFill>
              <a:prstDash val="solid"/>
              <a:round/>
              <a:headEnd type="none" w="med" len="med"/>
              <a:tailEnd type="none" w="med" len="med"/>
            </a:ln>
          </p:spPr>
          <p: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defRPr/>
              </a:pPr>
              <a:endParaRPr kumimoji="0" lang="zh-CN" altLang="en-US" sz="2000" b="0" i="0" u="none" strike="noStrike" kern="0" cap="none" spc="0" normalizeH="0" baseline="0" noProof="0" dirty="0">
                <a:ln>
                  <a:noFill/>
                </a:ln>
                <a:solidFill>
                  <a:srgbClr val="000000"/>
                </a:solidFill>
                <a:effectLst/>
                <a:uLnTx/>
                <a:uFillTx/>
                <a:latin typeface="Calibri"/>
                <a:ea typeface="微软雅黑" pitchFamily="34" charset="-122"/>
                <a:cs typeface="+mn-cs"/>
              </a:endParaRPr>
            </a:p>
          </p:txBody>
        </p:sp>
        <p:sp>
          <p:nvSpPr>
            <p:cNvPr id="5" name="TextBox 56">
              <a:extLst>
                <a:ext uri="{FF2B5EF4-FFF2-40B4-BE49-F238E27FC236}">
                  <a16:creationId xmlns="" xmlns:a16="http://schemas.microsoft.com/office/drawing/2014/main" id="{4A680DBA-B72F-4AA6-9E53-03C3A3CEEB60}"/>
                </a:ext>
              </a:extLst>
            </p:cNvPr>
            <p:cNvSpPr txBox="1"/>
            <p:nvPr/>
          </p:nvSpPr>
          <p:spPr>
            <a:xfrm>
              <a:off x="7269271" y="3071657"/>
              <a:ext cx="1107997" cy="369332"/>
            </a:xfrm>
            <a:prstGeom prst="rect">
              <a:avLst/>
            </a:prstGeom>
            <a:noFill/>
            <a:ln w="9525">
              <a:noFill/>
              <a:miter/>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0" cap="none" spc="0" normalizeH="0" baseline="0" noProof="0" dirty="0">
                  <a:ln>
                    <a:noFill/>
                  </a:ln>
                  <a:solidFill>
                    <a:srgbClr val="FFFFFF"/>
                  </a:solidFill>
                  <a:effectLst/>
                  <a:uLnTx/>
                  <a:uFillTx/>
                  <a:latin typeface="Calibri"/>
                  <a:ea typeface="微软雅黑" pitchFamily="34" charset="-122"/>
                  <a:cs typeface="+mn-cs"/>
                </a:rPr>
                <a:t>新客招募</a:t>
              </a:r>
            </a:p>
          </p:txBody>
        </p:sp>
        <p:grpSp>
          <p:nvGrpSpPr>
            <p:cNvPr id="6" name="组合 61">
              <a:extLst>
                <a:ext uri="{FF2B5EF4-FFF2-40B4-BE49-F238E27FC236}">
                  <a16:creationId xmlns="" xmlns:a16="http://schemas.microsoft.com/office/drawing/2014/main" id="{5EE546A5-2453-4CE1-B286-0A4DE89F64A0}"/>
                </a:ext>
              </a:extLst>
            </p:cNvPr>
            <p:cNvGrpSpPr/>
            <p:nvPr/>
          </p:nvGrpSpPr>
          <p:grpSpPr>
            <a:xfrm>
              <a:off x="8430947" y="2050360"/>
              <a:ext cx="1822451" cy="1670050"/>
              <a:chOff x="0" y="-1"/>
              <a:chExt cx="1822388" cy="1669567"/>
            </a:xfrm>
          </p:grpSpPr>
          <p:sp>
            <p:nvSpPr>
              <p:cNvPr id="14" name="任意多边形 22">
                <a:extLst>
                  <a:ext uri="{FF2B5EF4-FFF2-40B4-BE49-F238E27FC236}">
                    <a16:creationId xmlns="" xmlns:a16="http://schemas.microsoft.com/office/drawing/2014/main" id="{BFABFDA0-2D42-4259-A6F9-3C77CDF26856}"/>
                  </a:ext>
                </a:extLst>
              </p:cNvPr>
              <p:cNvSpPr/>
              <p:nvPr/>
            </p:nvSpPr>
            <p:spPr>
              <a:xfrm>
                <a:off x="0" y="-1"/>
                <a:ext cx="1822388" cy="1669567"/>
              </a:xfrm>
              <a:custGeom>
                <a:avLst/>
                <a:gdLst/>
                <a:ahLst/>
                <a:cxnLst>
                  <a:cxn ang="0">
                    <a:pos x="1096451" y="0"/>
                  </a:cxn>
                  <a:cxn ang="0">
                    <a:pos x="2192902" y="1096095"/>
                  </a:cxn>
                  <a:cxn ang="0">
                    <a:pos x="1709487" y="2004995"/>
                  </a:cxn>
                  <a:cxn ang="0">
                    <a:pos x="1702685" y="2008686"/>
                  </a:cxn>
                  <a:cxn ang="0">
                    <a:pos x="1523240" y="1911319"/>
                  </a:cxn>
                  <a:cxn ang="0">
                    <a:pos x="1096451" y="1825182"/>
                  </a:cxn>
                  <a:cxn ang="0">
                    <a:pos x="669663" y="1911319"/>
                  </a:cxn>
                  <a:cxn ang="0">
                    <a:pos x="490219" y="2008686"/>
                  </a:cxn>
                  <a:cxn ang="0">
                    <a:pos x="483415" y="2004995"/>
                  </a:cxn>
                  <a:cxn ang="0">
                    <a:pos x="0" y="1096095"/>
                  </a:cxn>
                  <a:cxn ang="0">
                    <a:pos x="1096451" y="0"/>
                  </a:cxn>
                </a:cxnLst>
                <a:rect l="0" t="0" r="0" b="0"/>
                <a:pathLst>
                  <a:path w="1514476" h="1387702">
                    <a:moveTo>
                      <a:pt x="757238" y="0"/>
                    </a:moveTo>
                    <a:cubicBezTo>
                      <a:pt x="1175449" y="0"/>
                      <a:pt x="1514476" y="339027"/>
                      <a:pt x="1514476" y="757238"/>
                    </a:cubicBezTo>
                    <a:cubicBezTo>
                      <a:pt x="1514476" y="1018620"/>
                      <a:pt x="1382044" y="1249071"/>
                      <a:pt x="1180617" y="1385152"/>
                    </a:cubicBezTo>
                    <a:lnTo>
                      <a:pt x="1175919" y="1387702"/>
                    </a:lnTo>
                    <a:lnTo>
                      <a:pt x="1051989" y="1320436"/>
                    </a:lnTo>
                    <a:cubicBezTo>
                      <a:pt x="961395" y="1282117"/>
                      <a:pt x="861791" y="1260928"/>
                      <a:pt x="757238" y="1260928"/>
                    </a:cubicBezTo>
                    <a:cubicBezTo>
                      <a:pt x="652686" y="1260928"/>
                      <a:pt x="553082" y="1282117"/>
                      <a:pt x="462487" y="1320436"/>
                    </a:cubicBezTo>
                    <a:lnTo>
                      <a:pt x="338558" y="1387702"/>
                    </a:lnTo>
                    <a:lnTo>
                      <a:pt x="333859" y="1385152"/>
                    </a:lnTo>
                    <a:cubicBezTo>
                      <a:pt x="132433" y="1249071"/>
                      <a:pt x="0" y="1018620"/>
                      <a:pt x="0" y="757238"/>
                    </a:cubicBezTo>
                    <a:cubicBezTo>
                      <a:pt x="0" y="339027"/>
                      <a:pt x="339027" y="0"/>
                      <a:pt x="757238" y="0"/>
                    </a:cubicBezTo>
                    <a:close/>
                  </a:path>
                </a:pathLst>
              </a:custGeom>
              <a:solidFill>
                <a:srgbClr val="4372C4"/>
              </a:solidFill>
              <a:ln w="25400" cap="flat" cmpd="sng">
                <a:solidFill>
                  <a:srgbClr val="FFFFFF">
                    <a:alpha val="100000"/>
                  </a:srgbClr>
                </a:solidFill>
                <a:prstDash val="solid"/>
                <a:round/>
                <a:headEnd type="none" w="med" len="med"/>
                <a:tailEnd type="none" w="med" len="med"/>
              </a:ln>
            </p:spPr>
            <p: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defRPr/>
                </a:pPr>
                <a:endParaRPr kumimoji="0" lang="zh-CN" altLang="en-US" sz="2000" b="0" i="0" u="none" strike="noStrike" kern="1200" cap="none" spc="0" normalizeH="0" baseline="0" noProof="0">
                  <a:ln>
                    <a:noFill/>
                  </a:ln>
                  <a:solidFill>
                    <a:srgbClr val="000000"/>
                  </a:solidFill>
                  <a:effectLst/>
                  <a:uLnTx/>
                  <a:uFillTx/>
                  <a:latin typeface="Calibri"/>
                  <a:ea typeface="微软雅黑" pitchFamily="34" charset="-122"/>
                  <a:cs typeface="+mn-cs"/>
                </a:endParaRPr>
              </a:p>
            </p:txBody>
          </p:sp>
          <p:pic>
            <p:nvPicPr>
              <p:cNvPr id="15" name="组合 49">
                <a:extLst>
                  <a:ext uri="{FF2B5EF4-FFF2-40B4-BE49-F238E27FC236}">
                    <a16:creationId xmlns="" xmlns:a16="http://schemas.microsoft.com/office/drawing/2014/main" id="{80127ED3-C4A1-4C33-8691-062528DEB0C6}"/>
                  </a:ext>
                </a:extLst>
              </p:cNvPr>
              <p:cNvPicPr/>
              <p:nvPr/>
            </p:nvPicPr>
            <p:blipFill>
              <a:blip r:embed="rId2"/>
              <a:stretch>
                <a:fillRect/>
              </a:stretch>
            </p:blipFill>
            <p:spPr>
              <a:xfrm>
                <a:off x="663487" y="436816"/>
                <a:ext cx="499855" cy="469257"/>
              </a:xfrm>
              <a:prstGeom prst="rect">
                <a:avLst/>
              </a:prstGeom>
              <a:noFill/>
              <a:ln w="9525">
                <a:noFill/>
                <a:miter/>
              </a:ln>
            </p:spPr>
          </p:pic>
          <p:sp>
            <p:nvSpPr>
              <p:cNvPr id="16" name="TextBox 57">
                <a:extLst>
                  <a:ext uri="{FF2B5EF4-FFF2-40B4-BE49-F238E27FC236}">
                    <a16:creationId xmlns="" xmlns:a16="http://schemas.microsoft.com/office/drawing/2014/main" id="{DE84E052-66A3-4D39-B927-9477A334EA5D}"/>
                  </a:ext>
                </a:extLst>
              </p:cNvPr>
              <p:cNvSpPr txBox="1"/>
              <p:nvPr/>
            </p:nvSpPr>
            <p:spPr>
              <a:xfrm>
                <a:off x="408493" y="1019997"/>
                <a:ext cx="1107958" cy="369225"/>
              </a:xfrm>
              <a:prstGeom prst="rect">
                <a:avLst/>
              </a:prstGeom>
              <a:noFill/>
              <a:ln w="9525">
                <a:noFill/>
                <a:miter/>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1800" b="1" i="0" u="none" strike="noStrike" kern="1200" cap="none" spc="0" normalizeH="0" baseline="0" noProof="0" dirty="0">
                    <a:ln>
                      <a:noFill/>
                    </a:ln>
                    <a:solidFill>
                      <a:srgbClr val="FFFFFF"/>
                    </a:solidFill>
                    <a:effectLst/>
                    <a:uLnTx/>
                    <a:uFillTx/>
                    <a:latin typeface="Calibri"/>
                    <a:ea typeface="微软雅黑" pitchFamily="34" charset="-122"/>
                    <a:cs typeface="+mn-cs"/>
                  </a:rPr>
                  <a:t>销售策略</a:t>
                </a:r>
              </a:p>
            </p:txBody>
          </p:sp>
        </p:grpSp>
        <p:sp>
          <p:nvSpPr>
            <p:cNvPr id="7" name="任意多边形 16">
              <a:extLst>
                <a:ext uri="{FF2B5EF4-FFF2-40B4-BE49-F238E27FC236}">
                  <a16:creationId xmlns="" xmlns:a16="http://schemas.microsoft.com/office/drawing/2014/main" id="{26F5F138-6627-461B-A2CB-65C07A82A69A}"/>
                </a:ext>
              </a:extLst>
            </p:cNvPr>
            <p:cNvSpPr/>
            <p:nvPr/>
          </p:nvSpPr>
          <p:spPr>
            <a:xfrm>
              <a:off x="6940283" y="3720410"/>
              <a:ext cx="1822451" cy="1670050"/>
            </a:xfrm>
            <a:custGeom>
              <a:avLst/>
              <a:gdLst/>
              <a:ahLst/>
              <a:cxnLst>
                <a:cxn ang="0">
                  <a:pos x="490219" y="0"/>
                </a:cxn>
                <a:cxn ang="0">
                  <a:pos x="669663" y="97368"/>
                </a:cxn>
                <a:cxn ang="0">
                  <a:pos x="1096451" y="183504"/>
                </a:cxn>
                <a:cxn ang="0">
                  <a:pos x="1523240" y="97368"/>
                </a:cxn>
                <a:cxn ang="0">
                  <a:pos x="1702685" y="0"/>
                </a:cxn>
                <a:cxn ang="0">
                  <a:pos x="1709487" y="3692"/>
                </a:cxn>
                <a:cxn ang="0">
                  <a:pos x="2192902" y="912591"/>
                </a:cxn>
                <a:cxn ang="0">
                  <a:pos x="1096451" y="2008686"/>
                </a:cxn>
                <a:cxn ang="0">
                  <a:pos x="0" y="912591"/>
                </a:cxn>
                <a:cxn ang="0">
                  <a:pos x="483415" y="3692"/>
                </a:cxn>
                <a:cxn ang="0">
                  <a:pos x="490219" y="0"/>
                </a:cxn>
              </a:cxnLst>
              <a:rect l="0" t="0" r="0" b="0"/>
              <a:pathLst>
                <a:path w="1514476" h="1387702">
                  <a:moveTo>
                    <a:pt x="338558" y="0"/>
                  </a:moveTo>
                  <a:lnTo>
                    <a:pt x="462487" y="67267"/>
                  </a:lnTo>
                  <a:cubicBezTo>
                    <a:pt x="553082" y="105585"/>
                    <a:pt x="652685" y="126774"/>
                    <a:pt x="757238" y="126774"/>
                  </a:cubicBezTo>
                  <a:cubicBezTo>
                    <a:pt x="861791" y="126774"/>
                    <a:pt x="961395" y="105585"/>
                    <a:pt x="1051989" y="67267"/>
                  </a:cubicBezTo>
                  <a:lnTo>
                    <a:pt x="1175919" y="0"/>
                  </a:lnTo>
                  <a:lnTo>
                    <a:pt x="1180617" y="2551"/>
                  </a:lnTo>
                  <a:cubicBezTo>
                    <a:pt x="1382044" y="138632"/>
                    <a:pt x="1514476" y="369082"/>
                    <a:pt x="1514476" y="630464"/>
                  </a:cubicBezTo>
                  <a:cubicBezTo>
                    <a:pt x="1514476" y="1048675"/>
                    <a:pt x="1175449" y="1387702"/>
                    <a:pt x="757238" y="1387702"/>
                  </a:cubicBezTo>
                  <a:cubicBezTo>
                    <a:pt x="339027" y="1387702"/>
                    <a:pt x="0" y="1048675"/>
                    <a:pt x="0" y="630464"/>
                  </a:cubicBezTo>
                  <a:cubicBezTo>
                    <a:pt x="0" y="369082"/>
                    <a:pt x="132433" y="138632"/>
                    <a:pt x="333859" y="2551"/>
                  </a:cubicBezTo>
                  <a:lnTo>
                    <a:pt x="338558" y="0"/>
                  </a:lnTo>
                  <a:close/>
                </a:path>
              </a:pathLst>
            </a:custGeom>
            <a:solidFill>
              <a:srgbClr val="4372C4"/>
            </a:solidFill>
            <a:ln w="25400" cap="flat" cmpd="sng">
              <a:solidFill>
                <a:srgbClr val="FFFFFF">
                  <a:alpha val="100000"/>
                </a:srgbClr>
              </a:solidFill>
              <a:prstDash val="solid"/>
              <a:round/>
              <a:headEnd type="none" w="med" len="med"/>
              <a:tailEnd type="none" w="med" len="med"/>
            </a:ln>
          </p:spPr>
          <p: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defRPr/>
              </a:pPr>
              <a:endParaRPr kumimoji="0" lang="zh-CN" altLang="en-US" sz="2000" b="0" i="0" u="none" strike="noStrike" kern="0" cap="none" spc="0" normalizeH="0" baseline="0" noProof="0" dirty="0">
                <a:ln>
                  <a:noFill/>
                </a:ln>
                <a:solidFill>
                  <a:srgbClr val="000000"/>
                </a:solidFill>
                <a:effectLst/>
                <a:uLnTx/>
                <a:uFillTx/>
                <a:latin typeface="Calibri"/>
                <a:ea typeface="微软雅黑" pitchFamily="34" charset="-122"/>
                <a:cs typeface="+mn-cs"/>
              </a:endParaRPr>
            </a:p>
          </p:txBody>
        </p:sp>
        <p:sp>
          <p:nvSpPr>
            <p:cNvPr id="8" name="TextBox 58">
              <a:extLst>
                <a:ext uri="{FF2B5EF4-FFF2-40B4-BE49-F238E27FC236}">
                  <a16:creationId xmlns="" xmlns:a16="http://schemas.microsoft.com/office/drawing/2014/main" id="{9B2F8EC2-A3C9-48DD-BDC9-CD8B6BA18932}"/>
                </a:ext>
              </a:extLst>
            </p:cNvPr>
            <p:cNvSpPr txBox="1"/>
            <p:nvPr/>
          </p:nvSpPr>
          <p:spPr>
            <a:xfrm>
              <a:off x="7348790" y="4729346"/>
              <a:ext cx="1107996" cy="369332"/>
            </a:xfrm>
            <a:prstGeom prst="rect">
              <a:avLst/>
            </a:prstGeom>
            <a:noFill/>
            <a:ln w="9525">
              <a:noFill/>
              <a:miter/>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0" cap="none" spc="0" normalizeH="0" baseline="0" noProof="0" dirty="0">
                  <a:ln>
                    <a:noFill/>
                  </a:ln>
                  <a:solidFill>
                    <a:srgbClr val="FFFFFF"/>
                  </a:solidFill>
                  <a:effectLst/>
                  <a:uLnTx/>
                  <a:uFillTx/>
                  <a:latin typeface="Calibri"/>
                  <a:ea typeface="微软雅黑" pitchFamily="34" charset="-122"/>
                  <a:cs typeface="+mn-cs"/>
                </a:rPr>
                <a:t>客户管理</a:t>
              </a:r>
            </a:p>
          </p:txBody>
        </p:sp>
        <p:grpSp>
          <p:nvGrpSpPr>
            <p:cNvPr id="9" name="组合 62">
              <a:extLst>
                <a:ext uri="{FF2B5EF4-FFF2-40B4-BE49-F238E27FC236}">
                  <a16:creationId xmlns="" xmlns:a16="http://schemas.microsoft.com/office/drawing/2014/main" id="{7EC74565-B93F-4428-B34F-56C47F4737E7}"/>
                </a:ext>
              </a:extLst>
            </p:cNvPr>
            <p:cNvGrpSpPr/>
            <p:nvPr/>
          </p:nvGrpSpPr>
          <p:grpSpPr>
            <a:xfrm>
              <a:off x="7561768" y="3564836"/>
              <a:ext cx="2685278" cy="1820862"/>
              <a:chOff x="-1036525" y="0"/>
              <a:chExt cx="2686991" cy="1822388"/>
            </a:xfrm>
          </p:grpSpPr>
          <p:sp>
            <p:nvSpPr>
              <p:cNvPr id="11" name="任意多边形 13">
                <a:extLst>
                  <a:ext uri="{FF2B5EF4-FFF2-40B4-BE49-F238E27FC236}">
                    <a16:creationId xmlns="" xmlns:a16="http://schemas.microsoft.com/office/drawing/2014/main" id="{BB419689-58BA-4F79-94CD-20694DB1C3AC}"/>
                  </a:ext>
                </a:extLst>
              </p:cNvPr>
              <p:cNvSpPr/>
              <p:nvPr/>
            </p:nvSpPr>
            <p:spPr>
              <a:xfrm>
                <a:off x="0" y="0"/>
                <a:ext cx="1650466" cy="1822388"/>
              </a:xfrm>
              <a:custGeom>
                <a:avLst/>
                <a:gdLst/>
                <a:ahLst/>
                <a:cxnLst>
                  <a:cxn ang="0">
                    <a:pos x="889574" y="0"/>
                  </a:cxn>
                  <a:cxn ang="0">
                    <a:pos x="1986027" y="1096451"/>
                  </a:cxn>
                  <a:cxn ang="0">
                    <a:pos x="889574" y="2192902"/>
                  </a:cxn>
                  <a:cxn ang="0">
                    <a:pos x="114264" y="1871759"/>
                  </a:cxn>
                  <a:cxn ang="0">
                    <a:pos x="0" y="1733268"/>
                  </a:cxn>
                  <a:cxn ang="0">
                    <a:pos x="19621" y="1709487"/>
                  </a:cxn>
                  <a:cxn ang="0">
                    <a:pos x="206877" y="1096451"/>
                  </a:cxn>
                  <a:cxn ang="0">
                    <a:pos x="19621" y="483415"/>
                  </a:cxn>
                  <a:cxn ang="0">
                    <a:pos x="0" y="459634"/>
                  </a:cxn>
                  <a:cxn ang="0">
                    <a:pos x="114264" y="321144"/>
                  </a:cxn>
                  <a:cxn ang="0">
                    <a:pos x="889574" y="0"/>
                  </a:cxn>
                </a:cxnLst>
                <a:rect l="0" t="0" r="0" b="0"/>
                <a:pathLst>
                  <a:path w="1371600" h="1514476">
                    <a:moveTo>
                      <a:pt x="614362" y="0"/>
                    </a:moveTo>
                    <a:cubicBezTo>
                      <a:pt x="1032573" y="0"/>
                      <a:pt x="1371600" y="339027"/>
                      <a:pt x="1371600" y="757238"/>
                    </a:cubicBezTo>
                    <a:cubicBezTo>
                      <a:pt x="1371600" y="1175449"/>
                      <a:pt x="1032573" y="1514476"/>
                      <a:pt x="614362" y="1514476"/>
                    </a:cubicBezTo>
                    <a:cubicBezTo>
                      <a:pt x="405257" y="1514476"/>
                      <a:pt x="215947" y="1429720"/>
                      <a:pt x="78914" y="1292686"/>
                    </a:cubicBezTo>
                    <a:lnTo>
                      <a:pt x="0" y="1197041"/>
                    </a:lnTo>
                    <a:lnTo>
                      <a:pt x="13551" y="1180617"/>
                    </a:lnTo>
                    <a:cubicBezTo>
                      <a:pt x="95200" y="1059761"/>
                      <a:pt x="142875" y="914067"/>
                      <a:pt x="142875" y="757238"/>
                    </a:cubicBezTo>
                    <a:cubicBezTo>
                      <a:pt x="142875" y="600409"/>
                      <a:pt x="95200" y="454715"/>
                      <a:pt x="13551" y="333859"/>
                    </a:cubicBezTo>
                    <a:lnTo>
                      <a:pt x="0" y="317435"/>
                    </a:lnTo>
                    <a:lnTo>
                      <a:pt x="78914" y="221790"/>
                    </a:lnTo>
                    <a:cubicBezTo>
                      <a:pt x="215947" y="84757"/>
                      <a:pt x="405257" y="0"/>
                      <a:pt x="614362" y="0"/>
                    </a:cubicBezTo>
                    <a:close/>
                  </a:path>
                </a:pathLst>
              </a:custGeom>
              <a:solidFill>
                <a:srgbClr val="4372C4"/>
              </a:solidFill>
              <a:ln w="25400" cap="flat" cmpd="sng">
                <a:solidFill>
                  <a:srgbClr val="FFFFFF">
                    <a:alpha val="100000"/>
                  </a:srgbClr>
                </a:solidFill>
                <a:prstDash val="solid"/>
                <a:round/>
                <a:headEnd type="none" w="med" len="med"/>
                <a:tailEnd type="none" w="med" len="med"/>
              </a:ln>
            </p:spPr>
            <p: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defRPr/>
                </a:pPr>
                <a:endParaRPr kumimoji="0" lang="zh-CN" altLang="en-US" sz="2000" b="0" i="0" u="none" strike="noStrike" kern="1200" cap="none" spc="0" normalizeH="0" baseline="0" noProof="0">
                  <a:ln>
                    <a:noFill/>
                  </a:ln>
                  <a:solidFill>
                    <a:srgbClr val="000000"/>
                  </a:solidFill>
                  <a:effectLst/>
                  <a:uLnTx/>
                  <a:uFillTx/>
                  <a:latin typeface="Calibri"/>
                  <a:ea typeface="微软雅黑" pitchFamily="34" charset="-122"/>
                  <a:cs typeface="+mn-cs"/>
                </a:endParaRPr>
              </a:p>
            </p:txBody>
          </p:sp>
          <p:pic>
            <p:nvPicPr>
              <p:cNvPr id="12" name="组合 45">
                <a:extLst>
                  <a:ext uri="{FF2B5EF4-FFF2-40B4-BE49-F238E27FC236}">
                    <a16:creationId xmlns="" xmlns:a16="http://schemas.microsoft.com/office/drawing/2014/main" id="{5C0AAFB1-702F-44C9-9CA0-41F12FAE3037}"/>
                  </a:ext>
                </a:extLst>
              </p:cNvPr>
              <p:cNvPicPr/>
              <p:nvPr/>
            </p:nvPicPr>
            <p:blipFill>
              <a:blip r:embed="rId3"/>
              <a:stretch>
                <a:fillRect/>
              </a:stretch>
            </p:blipFill>
            <p:spPr>
              <a:xfrm>
                <a:off x="-1036525" y="511417"/>
                <a:ext cx="567450" cy="567563"/>
              </a:xfrm>
              <a:prstGeom prst="rect">
                <a:avLst/>
              </a:prstGeom>
              <a:noFill/>
              <a:ln w="9525">
                <a:noFill/>
                <a:miter/>
              </a:ln>
            </p:spPr>
          </p:pic>
          <p:sp>
            <p:nvSpPr>
              <p:cNvPr id="13" name="TextBox 59">
                <a:extLst>
                  <a:ext uri="{FF2B5EF4-FFF2-40B4-BE49-F238E27FC236}">
                    <a16:creationId xmlns="" xmlns:a16="http://schemas.microsoft.com/office/drawing/2014/main" id="{11AE6C9A-6C51-4FBC-8738-DC797750787F}"/>
                  </a:ext>
                </a:extLst>
              </p:cNvPr>
              <p:cNvSpPr txBox="1"/>
              <p:nvPr/>
            </p:nvSpPr>
            <p:spPr>
              <a:xfrm>
                <a:off x="79780" y="1178671"/>
                <a:ext cx="1570661" cy="369642"/>
              </a:xfrm>
              <a:prstGeom prst="rect">
                <a:avLst/>
              </a:prstGeom>
              <a:noFill/>
              <a:ln w="9525">
                <a:noFill/>
                <a:miter/>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1800" b="1" i="0" u="none" strike="noStrike" kern="1200" cap="none" spc="0" normalizeH="0" baseline="0" noProof="0" dirty="0">
                    <a:ln>
                      <a:noFill/>
                    </a:ln>
                    <a:solidFill>
                      <a:srgbClr val="FFFFFF"/>
                    </a:solidFill>
                    <a:effectLst/>
                    <a:uLnTx/>
                    <a:uFillTx/>
                    <a:latin typeface="Calibri"/>
                    <a:ea typeface="微软雅黑" pitchFamily="34" charset="-122"/>
                    <a:cs typeface="+mn-cs"/>
                  </a:rPr>
                  <a:t>品牌价值保护</a:t>
                </a:r>
              </a:p>
            </p:txBody>
          </p:sp>
        </p:grpSp>
        <p:sp>
          <p:nvSpPr>
            <p:cNvPr id="10" name="AutoShape 117">
              <a:extLst>
                <a:ext uri="{FF2B5EF4-FFF2-40B4-BE49-F238E27FC236}">
                  <a16:creationId xmlns="" xmlns:a16="http://schemas.microsoft.com/office/drawing/2014/main" id="{AD3ADC3C-57A7-437E-B208-0D9426A257A0}"/>
                </a:ext>
              </a:extLst>
            </p:cNvPr>
            <p:cNvSpPr/>
            <p:nvPr/>
          </p:nvSpPr>
          <p:spPr>
            <a:xfrm>
              <a:off x="8994902" y="4043306"/>
              <a:ext cx="727591" cy="546852"/>
            </a:xfrm>
            <a:custGeom>
              <a:avLst/>
              <a:gdLst/>
              <a:ahLst/>
              <a:cxnLst>
                <a:cxn ang="0">
                  <a:pos x="3228628" y="1166300"/>
                </a:cxn>
                <a:cxn ang="0">
                  <a:pos x="720380" y="1895802"/>
                </a:cxn>
                <a:cxn ang="0">
                  <a:pos x="9236489" y="1895802"/>
                </a:cxn>
                <a:cxn ang="0">
                  <a:pos x="9094881" y="647671"/>
                </a:cxn>
                <a:cxn ang="0">
                  <a:pos x="9236489" y="1895802"/>
                </a:cxn>
                <a:cxn ang="0">
                  <a:pos x="10469049" y="2166547"/>
                </a:cxn>
                <a:cxn ang="0">
                  <a:pos x="9191770" y="2166547"/>
                </a:cxn>
                <a:cxn ang="0">
                  <a:pos x="1029184" y="2166547"/>
                </a:cxn>
                <a:cxn ang="0">
                  <a:pos x="4565000" y="5004821"/>
                </a:cxn>
                <a:cxn ang="0">
                  <a:pos x="5368956" y="5489750"/>
                </a:cxn>
                <a:cxn ang="0">
                  <a:pos x="4487794" y="2166547"/>
                </a:cxn>
                <a:cxn ang="0">
                  <a:pos x="4390374" y="1895802"/>
                </a:cxn>
                <a:cxn ang="0">
                  <a:pos x="3505474" y="1340472"/>
                </a:cxn>
                <a:cxn ang="0">
                  <a:pos x="2795223" y="541489"/>
                </a:cxn>
                <a:cxn ang="0">
                  <a:pos x="3483645" y="974074"/>
                </a:cxn>
                <a:cxn ang="0">
                  <a:pos x="4951011" y="541489"/>
                </a:cxn>
                <a:cxn ang="0">
                  <a:pos x="5748574" y="1042653"/>
                </a:cxn>
                <a:cxn ang="0">
                  <a:pos x="8702480" y="541489"/>
                </a:cxn>
                <a:cxn ang="0">
                  <a:pos x="7440107" y="541489"/>
                </a:cxn>
                <a:cxn ang="0">
                  <a:pos x="7992229" y="1340472"/>
                </a:cxn>
                <a:cxn ang="0">
                  <a:pos x="7107329" y="1895802"/>
                </a:cxn>
                <a:cxn ang="0">
                  <a:pos x="8773295" y="2166547"/>
                </a:cxn>
                <a:cxn ang="0">
                  <a:pos x="7009886" y="2166547"/>
                </a:cxn>
                <a:cxn ang="0">
                  <a:pos x="5748574" y="5539390"/>
                </a:cxn>
                <a:cxn ang="0">
                  <a:pos x="6643581" y="2166547"/>
                </a:cxn>
                <a:cxn ang="0">
                  <a:pos x="3761045" y="1148245"/>
                </a:cxn>
                <a:cxn ang="0">
                  <a:pos x="5467991" y="1218646"/>
                </a:cxn>
                <a:cxn ang="0">
                  <a:pos x="6029712" y="1218646"/>
                </a:cxn>
                <a:cxn ang="0">
                  <a:pos x="7736658" y="1148245"/>
                </a:cxn>
                <a:cxn ang="0">
                  <a:pos x="6029712" y="1218646"/>
                </a:cxn>
                <a:cxn ang="0">
                  <a:pos x="4951011" y="1895802"/>
                </a:cxn>
                <a:cxn ang="0">
                  <a:pos x="6546692" y="1895802"/>
                </a:cxn>
                <a:cxn ang="0">
                  <a:pos x="9461717" y="158527"/>
                </a:cxn>
                <a:cxn ang="0">
                  <a:pos x="2544451" y="0"/>
                </a:cxn>
                <a:cxn ang="0">
                  <a:pos x="210299" y="1534815"/>
                </a:cxn>
                <a:cxn ang="0">
                  <a:pos x="181549" y="2278140"/>
                </a:cxn>
                <a:cxn ang="0">
                  <a:pos x="5748574" y="6497524"/>
                </a:cxn>
                <a:cxn ang="0">
                  <a:pos x="11316685" y="2278140"/>
                </a:cxn>
                <a:cxn ang="0">
                  <a:pos x="11287403" y="1534815"/>
                </a:cxn>
              </a:cxnLst>
              <a:rect l="0" t="0" r="0" b="0"/>
              <a:pathLst>
                <a:path w="21596" h="21600">
                  <a:moveTo>
                    <a:pt x="4511" y="2151"/>
                  </a:moveTo>
                  <a:lnTo>
                    <a:pt x="6064" y="3877"/>
                  </a:lnTo>
                  <a:lnTo>
                    <a:pt x="4246" y="6302"/>
                  </a:lnTo>
                  <a:lnTo>
                    <a:pt x="1353" y="6302"/>
                  </a:lnTo>
                  <a:cubicBezTo>
                    <a:pt x="1353" y="6302"/>
                    <a:pt x="4511" y="2151"/>
                    <a:pt x="4511" y="2151"/>
                  </a:cubicBezTo>
                  <a:close/>
                  <a:moveTo>
                    <a:pt x="17348" y="6302"/>
                  </a:moveTo>
                  <a:lnTo>
                    <a:pt x="15531" y="3877"/>
                  </a:lnTo>
                  <a:lnTo>
                    <a:pt x="17082" y="2153"/>
                  </a:lnTo>
                  <a:lnTo>
                    <a:pt x="20191" y="6302"/>
                  </a:lnTo>
                  <a:cubicBezTo>
                    <a:pt x="20191" y="6302"/>
                    <a:pt x="17348" y="6302"/>
                    <a:pt x="17348" y="6302"/>
                  </a:cubicBezTo>
                  <a:close/>
                  <a:moveTo>
                    <a:pt x="17264" y="7202"/>
                  </a:moveTo>
                  <a:lnTo>
                    <a:pt x="19663" y="7202"/>
                  </a:lnTo>
                  <a:lnTo>
                    <a:pt x="13021" y="16638"/>
                  </a:lnTo>
                  <a:cubicBezTo>
                    <a:pt x="13021" y="16638"/>
                    <a:pt x="17264" y="7202"/>
                    <a:pt x="17264" y="7202"/>
                  </a:cubicBezTo>
                  <a:close/>
                  <a:moveTo>
                    <a:pt x="8574" y="16637"/>
                  </a:moveTo>
                  <a:lnTo>
                    <a:pt x="1933" y="7202"/>
                  </a:lnTo>
                  <a:lnTo>
                    <a:pt x="4330" y="7202"/>
                  </a:lnTo>
                  <a:cubicBezTo>
                    <a:pt x="4330" y="7202"/>
                    <a:pt x="8574" y="16637"/>
                    <a:pt x="8574" y="16637"/>
                  </a:cubicBezTo>
                  <a:close/>
                  <a:moveTo>
                    <a:pt x="8429" y="7202"/>
                  </a:moveTo>
                  <a:lnTo>
                    <a:pt x="10084" y="18249"/>
                  </a:lnTo>
                  <a:lnTo>
                    <a:pt x="5117" y="7202"/>
                  </a:lnTo>
                  <a:cubicBezTo>
                    <a:pt x="5117" y="7202"/>
                    <a:pt x="8429" y="7202"/>
                    <a:pt x="8429" y="7202"/>
                  </a:cubicBezTo>
                  <a:close/>
                  <a:moveTo>
                    <a:pt x="6584" y="4456"/>
                  </a:moveTo>
                  <a:lnTo>
                    <a:pt x="8246" y="6302"/>
                  </a:lnTo>
                  <a:lnTo>
                    <a:pt x="5200" y="6302"/>
                  </a:lnTo>
                  <a:cubicBezTo>
                    <a:pt x="5200" y="6302"/>
                    <a:pt x="6584" y="4456"/>
                    <a:pt x="6584" y="4456"/>
                  </a:cubicBezTo>
                  <a:close/>
                  <a:moveTo>
                    <a:pt x="6543" y="3238"/>
                  </a:moveTo>
                  <a:lnTo>
                    <a:pt x="5250" y="1800"/>
                  </a:lnTo>
                  <a:lnTo>
                    <a:pt x="7621" y="1800"/>
                  </a:lnTo>
                  <a:cubicBezTo>
                    <a:pt x="7621" y="1800"/>
                    <a:pt x="6543" y="3238"/>
                    <a:pt x="6543" y="3238"/>
                  </a:cubicBezTo>
                  <a:close/>
                  <a:moveTo>
                    <a:pt x="10797" y="3466"/>
                  </a:moveTo>
                  <a:lnTo>
                    <a:pt x="9299" y="1800"/>
                  </a:lnTo>
                  <a:lnTo>
                    <a:pt x="12296" y="1800"/>
                  </a:lnTo>
                  <a:cubicBezTo>
                    <a:pt x="12296" y="1800"/>
                    <a:pt x="10797" y="3466"/>
                    <a:pt x="10797" y="3466"/>
                  </a:cubicBezTo>
                  <a:close/>
                  <a:moveTo>
                    <a:pt x="13974" y="1800"/>
                  </a:moveTo>
                  <a:lnTo>
                    <a:pt x="16345" y="1800"/>
                  </a:lnTo>
                  <a:lnTo>
                    <a:pt x="15052" y="3238"/>
                  </a:lnTo>
                  <a:cubicBezTo>
                    <a:pt x="15052" y="3238"/>
                    <a:pt x="13974" y="1800"/>
                    <a:pt x="13974" y="1800"/>
                  </a:cubicBezTo>
                  <a:close/>
                  <a:moveTo>
                    <a:pt x="13349" y="6302"/>
                  </a:moveTo>
                  <a:lnTo>
                    <a:pt x="15011" y="4456"/>
                  </a:lnTo>
                  <a:lnTo>
                    <a:pt x="16394" y="6302"/>
                  </a:lnTo>
                  <a:cubicBezTo>
                    <a:pt x="16394" y="6302"/>
                    <a:pt x="13349" y="6302"/>
                    <a:pt x="13349" y="6302"/>
                  </a:cubicBezTo>
                  <a:close/>
                  <a:moveTo>
                    <a:pt x="13166" y="7202"/>
                  </a:moveTo>
                  <a:lnTo>
                    <a:pt x="16478" y="7202"/>
                  </a:lnTo>
                  <a:lnTo>
                    <a:pt x="11511" y="18249"/>
                  </a:lnTo>
                  <a:cubicBezTo>
                    <a:pt x="11511" y="18249"/>
                    <a:pt x="13166" y="7202"/>
                    <a:pt x="13166" y="7202"/>
                  </a:cubicBezTo>
                  <a:close/>
                  <a:moveTo>
                    <a:pt x="12478" y="7202"/>
                  </a:moveTo>
                  <a:lnTo>
                    <a:pt x="10797" y="18414"/>
                  </a:lnTo>
                  <a:lnTo>
                    <a:pt x="9117" y="7202"/>
                  </a:lnTo>
                  <a:cubicBezTo>
                    <a:pt x="9117" y="7202"/>
                    <a:pt x="12478" y="7202"/>
                    <a:pt x="12478" y="7202"/>
                  </a:cubicBezTo>
                  <a:close/>
                  <a:moveTo>
                    <a:pt x="8773" y="5716"/>
                  </a:moveTo>
                  <a:lnTo>
                    <a:pt x="7064" y="3817"/>
                  </a:lnTo>
                  <a:lnTo>
                    <a:pt x="8426" y="2000"/>
                  </a:lnTo>
                  <a:lnTo>
                    <a:pt x="10270" y="4051"/>
                  </a:lnTo>
                  <a:cubicBezTo>
                    <a:pt x="10270" y="4051"/>
                    <a:pt x="8773" y="5716"/>
                    <a:pt x="8773" y="5716"/>
                  </a:cubicBezTo>
                  <a:close/>
                  <a:moveTo>
                    <a:pt x="11325" y="4051"/>
                  </a:moveTo>
                  <a:lnTo>
                    <a:pt x="13169" y="2000"/>
                  </a:lnTo>
                  <a:lnTo>
                    <a:pt x="14531" y="3817"/>
                  </a:lnTo>
                  <a:lnTo>
                    <a:pt x="12822" y="5716"/>
                  </a:lnTo>
                  <a:cubicBezTo>
                    <a:pt x="12822" y="5716"/>
                    <a:pt x="11325" y="4051"/>
                    <a:pt x="11325" y="4051"/>
                  </a:cubicBezTo>
                  <a:close/>
                  <a:moveTo>
                    <a:pt x="12296" y="6302"/>
                  </a:moveTo>
                  <a:lnTo>
                    <a:pt x="9299" y="6302"/>
                  </a:lnTo>
                  <a:lnTo>
                    <a:pt x="10797" y="4638"/>
                  </a:lnTo>
                  <a:cubicBezTo>
                    <a:pt x="10797" y="4638"/>
                    <a:pt x="12296" y="6302"/>
                    <a:pt x="12296" y="6302"/>
                  </a:cubicBezTo>
                  <a:close/>
                  <a:moveTo>
                    <a:pt x="21200" y="5102"/>
                  </a:moveTo>
                  <a:lnTo>
                    <a:pt x="17771" y="527"/>
                  </a:lnTo>
                  <a:cubicBezTo>
                    <a:pt x="17518" y="189"/>
                    <a:pt x="17176" y="0"/>
                    <a:pt x="16817" y="0"/>
                  </a:cubicBezTo>
                  <a:lnTo>
                    <a:pt x="4779" y="0"/>
                  </a:lnTo>
                  <a:cubicBezTo>
                    <a:pt x="4420" y="0"/>
                    <a:pt x="4077" y="189"/>
                    <a:pt x="3824" y="527"/>
                  </a:cubicBezTo>
                  <a:lnTo>
                    <a:pt x="395" y="5102"/>
                  </a:lnTo>
                  <a:cubicBezTo>
                    <a:pt x="131" y="5455"/>
                    <a:pt x="-1" y="5921"/>
                    <a:pt x="-1" y="6387"/>
                  </a:cubicBezTo>
                  <a:cubicBezTo>
                    <a:pt x="1" y="6810"/>
                    <a:pt x="114" y="7233"/>
                    <a:pt x="341" y="7573"/>
                  </a:cubicBezTo>
                  <a:lnTo>
                    <a:pt x="9788" y="20995"/>
                  </a:lnTo>
                  <a:cubicBezTo>
                    <a:pt x="10045" y="21379"/>
                    <a:pt x="10412" y="21599"/>
                    <a:pt x="10797" y="21599"/>
                  </a:cubicBezTo>
                  <a:cubicBezTo>
                    <a:pt x="11183" y="21599"/>
                    <a:pt x="11550" y="21379"/>
                    <a:pt x="11807" y="20995"/>
                  </a:cubicBezTo>
                  <a:lnTo>
                    <a:pt x="21255" y="7573"/>
                  </a:lnTo>
                  <a:cubicBezTo>
                    <a:pt x="21485" y="7226"/>
                    <a:pt x="21598" y="6791"/>
                    <a:pt x="21595" y="6359"/>
                  </a:cubicBezTo>
                  <a:cubicBezTo>
                    <a:pt x="21593" y="5902"/>
                    <a:pt x="21459" y="5449"/>
                    <a:pt x="21200" y="5102"/>
                  </a:cubicBezTo>
                </a:path>
              </a:pathLst>
            </a:custGeom>
            <a:solidFill>
              <a:srgbClr val="FFFFFF">
                <a:alpha val="100000"/>
              </a:srgbClr>
            </a:solidFill>
            <a:ln w="9525">
              <a:noFill/>
            </a:ln>
          </p:spPr>
          <p:txBody>
            <a:bodyPr/>
            <a:lstStyle/>
            <a:p>
              <a:pPr marL="0" marR="0" lvl="0" indent="0" algn="l" defTabSz="914400" rtl="0" eaLnBrk="0" fontAlgn="base" latinLnBrk="0" hangingPunct="0">
                <a:lnSpc>
                  <a:spcPct val="100000"/>
                </a:lnSpc>
                <a:spcBef>
                  <a:spcPct val="0"/>
                </a:spcBef>
                <a:spcAft>
                  <a:spcPct val="0"/>
                </a:spcAft>
                <a:buClrTx/>
                <a:buSzTx/>
                <a:buFont typeface="Arial" pitchFamily="34" charset="0"/>
                <a:buNone/>
                <a:tabLst/>
                <a:defRPr/>
              </a:pPr>
              <a:endParaRPr kumimoji="0" lang="zh-CN" altLang="en-US" sz="2000" b="0" i="0" u="none" strike="noStrike" kern="0" cap="none" spc="0" normalizeH="0" baseline="0" noProof="0">
                <a:ln>
                  <a:noFill/>
                </a:ln>
                <a:solidFill>
                  <a:srgbClr val="000000"/>
                </a:solidFill>
                <a:effectLst/>
                <a:uLnTx/>
                <a:uFillTx/>
                <a:latin typeface="Calibri"/>
                <a:ea typeface="微软雅黑" pitchFamily="34" charset="-122"/>
                <a:cs typeface="+mn-cs"/>
              </a:endParaRPr>
            </a:p>
          </p:txBody>
        </p:sp>
      </p:grpSp>
      <p:pic>
        <p:nvPicPr>
          <p:cNvPr id="17" name="组合 22">
            <a:extLst>
              <a:ext uri="{FF2B5EF4-FFF2-40B4-BE49-F238E27FC236}">
                <a16:creationId xmlns="" xmlns:a16="http://schemas.microsoft.com/office/drawing/2014/main" id="{F4F50ADB-1448-485F-9A02-FF6BA4889453}"/>
              </a:ext>
            </a:extLst>
          </p:cNvPr>
          <p:cNvPicPr/>
          <p:nvPr/>
        </p:nvPicPr>
        <p:blipFill>
          <a:blip r:embed="rId4"/>
          <a:stretch>
            <a:fillRect/>
          </a:stretch>
        </p:blipFill>
        <p:spPr>
          <a:xfrm>
            <a:off x="4942904" y="1988840"/>
            <a:ext cx="694944" cy="652272"/>
          </a:xfrm>
          <a:prstGeom prst="rect">
            <a:avLst/>
          </a:prstGeom>
          <a:noFill/>
          <a:ln w="9525">
            <a:noFill/>
            <a:miter/>
          </a:ln>
        </p:spPr>
      </p:pic>
      <p:grpSp>
        <p:nvGrpSpPr>
          <p:cNvPr id="18" name="组 17"/>
          <p:cNvGrpSpPr/>
          <p:nvPr/>
        </p:nvGrpSpPr>
        <p:grpSpPr>
          <a:xfrm>
            <a:off x="1024961" y="1854454"/>
            <a:ext cx="3240000" cy="1397890"/>
            <a:chOff x="7573558" y="1789204"/>
            <a:chExt cx="3240000" cy="1397890"/>
          </a:xfrm>
        </p:grpSpPr>
        <p:grpSp>
          <p:nvGrpSpPr>
            <p:cNvPr id="19"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1" name="矩形 2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2" name="矩形 2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3" name="组 22"/>
          <p:cNvGrpSpPr/>
          <p:nvPr/>
        </p:nvGrpSpPr>
        <p:grpSpPr>
          <a:xfrm>
            <a:off x="7968208" y="1988840"/>
            <a:ext cx="3240000" cy="1397890"/>
            <a:chOff x="7573558" y="1789204"/>
            <a:chExt cx="3240000" cy="1397890"/>
          </a:xfrm>
        </p:grpSpPr>
        <p:grpSp>
          <p:nvGrpSpPr>
            <p:cNvPr id="24"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6" name="矩形 25">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7" name="矩形 2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2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8" name="组 27"/>
          <p:cNvGrpSpPr/>
          <p:nvPr/>
        </p:nvGrpSpPr>
        <p:grpSpPr>
          <a:xfrm>
            <a:off x="1024961" y="4117323"/>
            <a:ext cx="3240000" cy="1397890"/>
            <a:chOff x="7573558" y="1789204"/>
            <a:chExt cx="3240000" cy="1397890"/>
          </a:xfrm>
        </p:grpSpPr>
        <p:grpSp>
          <p:nvGrpSpPr>
            <p:cNvPr id="29"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1" name="矩形 3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2" name="矩形 3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3" name="组 32"/>
          <p:cNvGrpSpPr/>
          <p:nvPr/>
        </p:nvGrpSpPr>
        <p:grpSpPr>
          <a:xfrm>
            <a:off x="7968208" y="4117323"/>
            <a:ext cx="3240000" cy="1397890"/>
            <a:chOff x="7573558" y="1789204"/>
            <a:chExt cx="3240000" cy="1397890"/>
          </a:xfrm>
        </p:grpSpPr>
        <p:grpSp>
          <p:nvGrpSpPr>
            <p:cNvPr id="34"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6" name="矩形 35">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7" name="矩形 3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3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822407627"/>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a:lstStyle/>
          <a:p>
            <a:r>
              <a:rPr lang="zh-CN" altLang="en-US" dirty="0"/>
              <a:t>让金融更简单 让金融更美好</a:t>
            </a:r>
            <a:endParaRPr kumimoji="1" lang="zh-CN" altLang="en-US" dirty="0"/>
          </a:p>
        </p:txBody>
      </p:sp>
      <p:grpSp>
        <p:nvGrpSpPr>
          <p:cNvPr id="17" name="组 16"/>
          <p:cNvGrpSpPr/>
          <p:nvPr/>
        </p:nvGrpSpPr>
        <p:grpSpPr>
          <a:xfrm>
            <a:off x="1487488" y="1700808"/>
            <a:ext cx="3183440" cy="3525043"/>
            <a:chOff x="1544056" y="2149372"/>
            <a:chExt cx="3183440" cy="3525043"/>
          </a:xfrm>
        </p:grpSpPr>
        <p:sp>
          <p:nvSpPr>
            <p:cNvPr id="2" name="同心圆 15">
              <a:extLst>
                <a:ext uri="{FF2B5EF4-FFF2-40B4-BE49-F238E27FC236}">
                  <a16:creationId xmlns:a16="http://schemas.microsoft.com/office/drawing/2014/main" xmlns="" id="{8FAD4A47-A9CE-4D4F-86B8-47DCFCE427E4}"/>
                </a:ext>
              </a:extLst>
            </p:cNvPr>
            <p:cNvSpPr/>
            <p:nvPr/>
          </p:nvSpPr>
          <p:spPr>
            <a:xfrm>
              <a:off x="1544056" y="2490975"/>
              <a:ext cx="3183440" cy="3183440"/>
            </a:xfrm>
            <a:prstGeom prst="donut">
              <a:avLst>
                <a:gd name="adj" fmla="val 7621"/>
              </a:avLst>
            </a:prstGeom>
            <a:solidFill>
              <a:srgbClr val="C4C9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schemeClr val="tx1"/>
                </a:solidFill>
              </a:endParaRPr>
            </a:p>
          </p:txBody>
        </p:sp>
        <p:sp>
          <p:nvSpPr>
            <p:cNvPr id="3" name="椭圆 2">
              <a:extLst>
                <a:ext uri="{FF2B5EF4-FFF2-40B4-BE49-F238E27FC236}">
                  <a16:creationId xmlns:a16="http://schemas.microsoft.com/office/drawing/2014/main" xmlns="" id="{981D54D9-32A6-4EB7-9642-8D28CCB6CDA8}"/>
                </a:ext>
              </a:extLst>
            </p:cNvPr>
            <p:cNvSpPr/>
            <p:nvPr/>
          </p:nvSpPr>
          <p:spPr>
            <a:xfrm>
              <a:off x="2652444" y="2149372"/>
              <a:ext cx="966662" cy="966662"/>
            </a:xfrm>
            <a:prstGeom prst="ellipse">
              <a:avLst/>
            </a:prstGeom>
            <a:solidFill>
              <a:srgbClr val="4372C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latin typeface="微软雅黑" panose="020B0503020204020204" pitchFamily="34" charset="-122"/>
                  <a:ea typeface="微软雅黑" panose="020B0503020204020204" pitchFamily="34" charset="-122"/>
                </a:rPr>
                <a:t>1</a:t>
              </a:r>
              <a:endParaRPr lang="zh-HK" altLang="en-US" sz="4000" b="1" dirty="0">
                <a:latin typeface="微软雅黑" panose="020B0503020204020204" pitchFamily="34" charset="-122"/>
                <a:ea typeface="微软雅黑" panose="020B0503020204020204" pitchFamily="34" charset="-122"/>
              </a:endParaRPr>
            </a:p>
          </p:txBody>
        </p:sp>
        <p:sp>
          <p:nvSpPr>
            <p:cNvPr id="4" name="椭圆 3">
              <a:extLst>
                <a:ext uri="{FF2B5EF4-FFF2-40B4-BE49-F238E27FC236}">
                  <a16:creationId xmlns:a16="http://schemas.microsoft.com/office/drawing/2014/main" xmlns="" id="{4172723B-A76F-417D-A62D-1D53117338C1}"/>
                </a:ext>
              </a:extLst>
            </p:cNvPr>
            <p:cNvSpPr/>
            <p:nvPr/>
          </p:nvSpPr>
          <p:spPr>
            <a:xfrm>
              <a:off x="1610195" y="4707753"/>
              <a:ext cx="966662" cy="966662"/>
            </a:xfrm>
            <a:prstGeom prst="ellipse">
              <a:avLst/>
            </a:prstGeom>
            <a:solidFill>
              <a:srgbClr val="4372C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latin typeface="微软雅黑" panose="020B0503020204020204" pitchFamily="34" charset="-122"/>
                  <a:ea typeface="微软雅黑" panose="020B0503020204020204" pitchFamily="34" charset="-122"/>
                </a:rPr>
                <a:t>2</a:t>
              </a:r>
              <a:endParaRPr lang="zh-HK" altLang="en-US" sz="4000" b="1" dirty="0">
                <a:latin typeface="微软雅黑" panose="020B0503020204020204" pitchFamily="34" charset="-122"/>
                <a:ea typeface="微软雅黑" panose="020B0503020204020204" pitchFamily="34" charset="-122"/>
              </a:endParaRPr>
            </a:p>
          </p:txBody>
        </p:sp>
        <p:sp>
          <p:nvSpPr>
            <p:cNvPr id="5" name="椭圆 4">
              <a:extLst>
                <a:ext uri="{FF2B5EF4-FFF2-40B4-BE49-F238E27FC236}">
                  <a16:creationId xmlns:a16="http://schemas.microsoft.com/office/drawing/2014/main" xmlns="" id="{30EC90F8-7A03-4D06-8C95-3B2ADAEFAD6B}"/>
                </a:ext>
              </a:extLst>
            </p:cNvPr>
            <p:cNvSpPr/>
            <p:nvPr/>
          </p:nvSpPr>
          <p:spPr>
            <a:xfrm>
              <a:off x="3631397" y="4707753"/>
              <a:ext cx="966662" cy="966662"/>
            </a:xfrm>
            <a:prstGeom prst="ellipse">
              <a:avLst/>
            </a:prstGeom>
            <a:solidFill>
              <a:srgbClr val="4372C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4000" b="1" dirty="0">
                  <a:latin typeface="微软雅黑" panose="020B0503020204020204" pitchFamily="34" charset="-122"/>
                  <a:ea typeface="微软雅黑" panose="020B0503020204020204" pitchFamily="34" charset="-122"/>
                </a:rPr>
                <a:t>3</a:t>
              </a:r>
              <a:endParaRPr lang="zh-HK" altLang="en-US" sz="4000" b="1" dirty="0">
                <a:latin typeface="微软雅黑" panose="020B0503020204020204" pitchFamily="34" charset="-122"/>
                <a:ea typeface="微软雅黑" panose="020B0503020204020204" pitchFamily="34" charset="-122"/>
              </a:endParaRPr>
            </a:p>
          </p:txBody>
        </p:sp>
        <p:sp>
          <p:nvSpPr>
            <p:cNvPr id="6" name="椭圆 5">
              <a:extLst>
                <a:ext uri="{FF2B5EF4-FFF2-40B4-BE49-F238E27FC236}">
                  <a16:creationId xmlns:a16="http://schemas.microsoft.com/office/drawing/2014/main" xmlns="" id="{B3871B3E-46E0-47AE-A49B-9B904B7A7110}"/>
                </a:ext>
              </a:extLst>
            </p:cNvPr>
            <p:cNvSpPr/>
            <p:nvPr/>
          </p:nvSpPr>
          <p:spPr>
            <a:xfrm>
              <a:off x="2241866" y="3188785"/>
              <a:ext cx="1787817" cy="1787819"/>
            </a:xfrm>
            <a:prstGeom prst="ellipse">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b="1" smtClean="0">
                  <a:latin typeface="微软雅黑" panose="020B0503020204020204" pitchFamily="34" charset="-122"/>
                  <a:ea typeface="微软雅黑" panose="020B0503020204020204" pitchFamily="34" charset="-122"/>
                </a:rPr>
                <a:t>关键词</a:t>
              </a:r>
              <a:endParaRPr lang="zh-HK" altLang="en-US" sz="2800" b="1" dirty="0">
                <a:latin typeface="微软雅黑" panose="020B0503020204020204" pitchFamily="34" charset="-122"/>
                <a:ea typeface="微软雅黑" panose="020B0503020204020204" pitchFamily="34" charset="-122"/>
              </a:endParaRPr>
            </a:p>
          </p:txBody>
        </p:sp>
      </p:grpSp>
      <p:grpSp>
        <p:nvGrpSpPr>
          <p:cNvPr id="18" name="组 17"/>
          <p:cNvGrpSpPr/>
          <p:nvPr/>
        </p:nvGrpSpPr>
        <p:grpSpPr>
          <a:xfrm>
            <a:off x="5676854" y="1700808"/>
            <a:ext cx="5391128" cy="1115955"/>
            <a:chOff x="7573558" y="1789204"/>
            <a:chExt cx="3240000" cy="1115955"/>
          </a:xfrm>
        </p:grpSpPr>
        <p:grpSp>
          <p:nvGrpSpPr>
            <p:cNvPr id="19" name="组合 31">
              <a:extLst>
                <a:ext uri="{FF2B5EF4-FFF2-40B4-BE49-F238E27FC236}">
                  <a16:creationId xmlns="" xmlns:a16="http://schemas.microsoft.com/office/drawing/2014/main" id="{CDC40244-A310-4C3D-9986-CA192517ACF7}"/>
                </a:ext>
              </a:extLst>
            </p:cNvPr>
            <p:cNvGrpSpPr/>
            <p:nvPr/>
          </p:nvGrpSpPr>
          <p:grpSpPr>
            <a:xfrm>
              <a:off x="7573558" y="1789204"/>
              <a:ext cx="3240000" cy="1115955"/>
              <a:chOff x="874713" y="3137001"/>
              <a:chExt cx="3240000" cy="1115955"/>
            </a:xfrm>
          </p:grpSpPr>
          <p:sp>
            <p:nvSpPr>
              <p:cNvPr id="21" name="矩形 20">
                <a:extLst>
                  <a:ext uri="{FF2B5EF4-FFF2-40B4-BE49-F238E27FC236}">
                    <a16:creationId xmlns="" xmlns:a16="http://schemas.microsoft.com/office/drawing/2014/main" id="{B1602A64-58A0-4E75-B4E1-54317C0C2470}"/>
                  </a:ext>
                </a:extLst>
              </p:cNvPr>
              <p:cNvSpPr/>
              <p:nvPr/>
            </p:nvSpPr>
            <p:spPr>
              <a:xfrm>
                <a:off x="874713" y="3641057"/>
                <a:ext cx="3240000" cy="611899"/>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2" name="矩形 2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8" name="组 27"/>
          <p:cNvGrpSpPr/>
          <p:nvPr/>
        </p:nvGrpSpPr>
        <p:grpSpPr>
          <a:xfrm>
            <a:off x="5676854" y="3069525"/>
            <a:ext cx="5391128" cy="1115955"/>
            <a:chOff x="7573558" y="1789204"/>
            <a:chExt cx="3240000" cy="1115955"/>
          </a:xfrm>
        </p:grpSpPr>
        <p:grpSp>
          <p:nvGrpSpPr>
            <p:cNvPr id="29" name="组合 31">
              <a:extLst>
                <a:ext uri="{FF2B5EF4-FFF2-40B4-BE49-F238E27FC236}">
                  <a16:creationId xmlns="" xmlns:a16="http://schemas.microsoft.com/office/drawing/2014/main" id="{CDC40244-A310-4C3D-9986-CA192517ACF7}"/>
                </a:ext>
              </a:extLst>
            </p:cNvPr>
            <p:cNvGrpSpPr/>
            <p:nvPr/>
          </p:nvGrpSpPr>
          <p:grpSpPr>
            <a:xfrm>
              <a:off x="7573558" y="1789204"/>
              <a:ext cx="3240000" cy="1115955"/>
              <a:chOff x="874713" y="3137001"/>
              <a:chExt cx="3240000" cy="1115955"/>
            </a:xfrm>
          </p:grpSpPr>
          <p:sp>
            <p:nvSpPr>
              <p:cNvPr id="31" name="矩形 30">
                <a:extLst>
                  <a:ext uri="{FF2B5EF4-FFF2-40B4-BE49-F238E27FC236}">
                    <a16:creationId xmlns="" xmlns:a16="http://schemas.microsoft.com/office/drawing/2014/main" id="{B1602A64-58A0-4E75-B4E1-54317C0C2470}"/>
                  </a:ext>
                </a:extLst>
              </p:cNvPr>
              <p:cNvSpPr/>
              <p:nvPr/>
            </p:nvSpPr>
            <p:spPr>
              <a:xfrm>
                <a:off x="874713" y="3641057"/>
                <a:ext cx="3240000" cy="611899"/>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2" name="矩形 3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3" name="组 32"/>
          <p:cNvGrpSpPr/>
          <p:nvPr/>
        </p:nvGrpSpPr>
        <p:grpSpPr>
          <a:xfrm>
            <a:off x="5676854" y="4535843"/>
            <a:ext cx="5391128" cy="1115955"/>
            <a:chOff x="7573558" y="1789204"/>
            <a:chExt cx="3240000" cy="1115955"/>
          </a:xfrm>
        </p:grpSpPr>
        <p:grpSp>
          <p:nvGrpSpPr>
            <p:cNvPr id="34" name="组合 31">
              <a:extLst>
                <a:ext uri="{FF2B5EF4-FFF2-40B4-BE49-F238E27FC236}">
                  <a16:creationId xmlns="" xmlns:a16="http://schemas.microsoft.com/office/drawing/2014/main" id="{CDC40244-A310-4C3D-9986-CA192517ACF7}"/>
                </a:ext>
              </a:extLst>
            </p:cNvPr>
            <p:cNvGrpSpPr/>
            <p:nvPr/>
          </p:nvGrpSpPr>
          <p:grpSpPr>
            <a:xfrm>
              <a:off x="7573558" y="1789204"/>
              <a:ext cx="3240000" cy="1115955"/>
              <a:chOff x="874713" y="3137001"/>
              <a:chExt cx="3240000" cy="1115955"/>
            </a:xfrm>
          </p:grpSpPr>
          <p:sp>
            <p:nvSpPr>
              <p:cNvPr id="36" name="矩形 35">
                <a:extLst>
                  <a:ext uri="{FF2B5EF4-FFF2-40B4-BE49-F238E27FC236}">
                    <a16:creationId xmlns="" xmlns:a16="http://schemas.microsoft.com/office/drawing/2014/main" id="{B1602A64-58A0-4E75-B4E1-54317C0C2470}"/>
                  </a:ext>
                </a:extLst>
              </p:cNvPr>
              <p:cNvSpPr/>
              <p:nvPr/>
            </p:nvSpPr>
            <p:spPr>
              <a:xfrm>
                <a:off x="874713" y="3641057"/>
                <a:ext cx="3240000" cy="611899"/>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7" name="矩形 3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66272335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 17"/>
          <p:cNvGrpSpPr/>
          <p:nvPr/>
        </p:nvGrpSpPr>
        <p:grpSpPr>
          <a:xfrm>
            <a:off x="983432" y="1847813"/>
            <a:ext cx="5772887" cy="3814818"/>
            <a:chOff x="1028042" y="1595277"/>
            <a:chExt cx="6665543" cy="4404700"/>
          </a:xfrm>
        </p:grpSpPr>
        <p:cxnSp>
          <p:nvCxnSpPr>
            <p:cNvPr id="7" name="直接连接符 6">
              <a:extLst>
                <a:ext uri="{FF2B5EF4-FFF2-40B4-BE49-F238E27FC236}">
                  <a16:creationId xmlns:a16="http://schemas.microsoft.com/office/drawing/2014/main" xmlns="" id="{1CBDD6FC-E25E-41C5-8574-2CD2428BD389}"/>
                </a:ext>
              </a:extLst>
            </p:cNvPr>
            <p:cNvCxnSpPr/>
            <p:nvPr/>
          </p:nvCxnSpPr>
          <p:spPr>
            <a:xfrm>
              <a:off x="1948957" y="2402931"/>
              <a:ext cx="2251250" cy="1147815"/>
            </a:xfrm>
            <a:prstGeom prst="line">
              <a:avLst/>
            </a:prstGeom>
            <a:ln w="28575">
              <a:solidFill>
                <a:srgbClr val="4372C4"/>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xmlns="" id="{61E7AD1A-B0FB-4308-BB08-892CDBC50296}"/>
                </a:ext>
              </a:extLst>
            </p:cNvPr>
            <p:cNvCxnSpPr/>
            <p:nvPr/>
          </p:nvCxnSpPr>
          <p:spPr>
            <a:xfrm flipV="1">
              <a:off x="3327311" y="4197847"/>
              <a:ext cx="1007329" cy="610075"/>
            </a:xfrm>
            <a:prstGeom prst="line">
              <a:avLst/>
            </a:prstGeom>
            <a:ln w="28575">
              <a:solidFill>
                <a:srgbClr val="4372C4"/>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xmlns="" id="{4C0DA122-2ADD-46FB-B39D-75ADBE803AA8}"/>
                </a:ext>
              </a:extLst>
            </p:cNvPr>
            <p:cNvCxnSpPr/>
            <p:nvPr/>
          </p:nvCxnSpPr>
          <p:spPr>
            <a:xfrm flipH="1" flipV="1">
              <a:off x="4978426" y="4122732"/>
              <a:ext cx="1636223" cy="991366"/>
            </a:xfrm>
            <a:prstGeom prst="line">
              <a:avLst/>
            </a:prstGeom>
            <a:ln w="28575">
              <a:solidFill>
                <a:srgbClr val="4372C4"/>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xmlns="" id="{6B66117E-9562-415E-BED3-1A2A62D2A4E1}"/>
                </a:ext>
              </a:extLst>
            </p:cNvPr>
            <p:cNvCxnSpPr/>
            <p:nvPr/>
          </p:nvCxnSpPr>
          <p:spPr>
            <a:xfrm flipH="1">
              <a:off x="5255042" y="2516904"/>
              <a:ext cx="1359606" cy="767145"/>
            </a:xfrm>
            <a:prstGeom prst="line">
              <a:avLst/>
            </a:prstGeom>
            <a:ln w="28575">
              <a:solidFill>
                <a:srgbClr val="4372C4"/>
              </a:solidFill>
            </a:ln>
          </p:spPr>
          <p:style>
            <a:lnRef idx="1">
              <a:schemeClr val="accent1"/>
            </a:lnRef>
            <a:fillRef idx="0">
              <a:schemeClr val="accent1"/>
            </a:fillRef>
            <a:effectRef idx="0">
              <a:schemeClr val="accent1"/>
            </a:effectRef>
            <a:fontRef idx="minor">
              <a:schemeClr val="tx1"/>
            </a:fontRef>
          </p:style>
        </p:cxnSp>
        <p:sp>
          <p:nvSpPr>
            <p:cNvPr id="2" name="椭圆 1">
              <a:extLst>
                <a:ext uri="{FF2B5EF4-FFF2-40B4-BE49-F238E27FC236}">
                  <a16:creationId xmlns:a16="http://schemas.microsoft.com/office/drawing/2014/main" xmlns="" id="{76EFEAB9-AD66-4499-AB04-693E3A37CC69}"/>
                </a:ext>
              </a:extLst>
            </p:cNvPr>
            <p:cNvSpPr/>
            <p:nvPr/>
          </p:nvSpPr>
          <p:spPr>
            <a:xfrm>
              <a:off x="3628873" y="2718269"/>
              <a:ext cx="2014538" cy="2014538"/>
            </a:xfrm>
            <a:prstGeom prst="ellipse">
              <a:avLst/>
            </a:prstGeom>
            <a:solidFill>
              <a:srgbClr val="4372C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sz="2400" b="1" spc="300" dirty="0">
                  <a:latin typeface="微软雅黑" panose="020B0503020204020204" pitchFamily="34" charset="-122"/>
                  <a:ea typeface="微软雅黑" panose="020B0503020204020204" pitchFamily="34" charset="-122"/>
                </a:rPr>
                <a:t>TEXT</a:t>
              </a:r>
              <a:endParaRPr lang="zh-HK" altLang="en-US" sz="2400" b="1" spc="300" dirty="0">
                <a:latin typeface="微软雅黑" panose="020B0503020204020204" pitchFamily="34" charset="-122"/>
                <a:ea typeface="微软雅黑" panose="020B0503020204020204" pitchFamily="34" charset="-122"/>
              </a:endParaRPr>
            </a:p>
          </p:txBody>
        </p:sp>
        <p:sp>
          <p:nvSpPr>
            <p:cNvPr id="3" name="椭圆 2">
              <a:extLst>
                <a:ext uri="{FF2B5EF4-FFF2-40B4-BE49-F238E27FC236}">
                  <a16:creationId xmlns:a16="http://schemas.microsoft.com/office/drawing/2014/main" xmlns="" id="{BBA5904D-4DDF-4C8D-AF3B-2AB9289904C8}"/>
                </a:ext>
              </a:extLst>
            </p:cNvPr>
            <p:cNvSpPr/>
            <p:nvPr/>
          </p:nvSpPr>
          <p:spPr>
            <a:xfrm>
              <a:off x="6312024" y="1603995"/>
              <a:ext cx="1381561" cy="1381561"/>
            </a:xfrm>
            <a:prstGeom prst="ellipse">
              <a:avLst/>
            </a:prstGeom>
            <a:solidFill>
              <a:srgbClr val="4372C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sz="1400" b="1" spc="300" dirty="0">
                  <a:latin typeface="微软雅黑" panose="020B0503020204020204" pitchFamily="34" charset="-122"/>
                  <a:ea typeface="微软雅黑" panose="020B0503020204020204" pitchFamily="34" charset="-122"/>
                </a:rPr>
                <a:t>TEXT</a:t>
              </a:r>
              <a:endParaRPr lang="zh-HK" altLang="en-US" sz="1400" b="1" spc="300" dirty="0">
                <a:latin typeface="微软雅黑" panose="020B0503020204020204" pitchFamily="34" charset="-122"/>
                <a:ea typeface="微软雅黑" panose="020B0503020204020204" pitchFamily="34" charset="-122"/>
              </a:endParaRPr>
            </a:p>
          </p:txBody>
        </p:sp>
        <p:sp>
          <p:nvSpPr>
            <p:cNvPr id="4" name="椭圆 3">
              <a:extLst>
                <a:ext uri="{FF2B5EF4-FFF2-40B4-BE49-F238E27FC236}">
                  <a16:creationId xmlns:a16="http://schemas.microsoft.com/office/drawing/2014/main" xmlns="" id="{D3FAC345-C49B-4758-B2CE-C68C44F369C5}"/>
                </a:ext>
              </a:extLst>
            </p:cNvPr>
            <p:cNvSpPr/>
            <p:nvPr/>
          </p:nvSpPr>
          <p:spPr>
            <a:xfrm>
              <a:off x="6110763" y="4618416"/>
              <a:ext cx="1381561" cy="1381561"/>
            </a:xfrm>
            <a:prstGeom prst="ellipse">
              <a:avLst/>
            </a:prstGeom>
            <a:solidFill>
              <a:srgbClr val="4372C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sz="1400" b="1" spc="300" dirty="0">
                  <a:latin typeface="微软雅黑" panose="020B0503020204020204" pitchFamily="34" charset="-122"/>
                  <a:ea typeface="微软雅黑" panose="020B0503020204020204" pitchFamily="34" charset="-122"/>
                </a:rPr>
                <a:t>TEXT</a:t>
              </a:r>
              <a:endParaRPr lang="zh-HK" altLang="en-US" sz="1400" b="1" spc="300" dirty="0">
                <a:latin typeface="微软雅黑" panose="020B0503020204020204" pitchFamily="34" charset="-122"/>
                <a:ea typeface="微软雅黑" panose="020B0503020204020204" pitchFamily="34" charset="-122"/>
              </a:endParaRPr>
            </a:p>
          </p:txBody>
        </p:sp>
        <p:sp>
          <p:nvSpPr>
            <p:cNvPr id="5" name="椭圆 4">
              <a:extLst>
                <a:ext uri="{FF2B5EF4-FFF2-40B4-BE49-F238E27FC236}">
                  <a16:creationId xmlns:a16="http://schemas.microsoft.com/office/drawing/2014/main" xmlns="" id="{224759BD-08A3-4CA9-AB58-9102A19467E5}"/>
                </a:ext>
              </a:extLst>
            </p:cNvPr>
            <p:cNvSpPr/>
            <p:nvPr/>
          </p:nvSpPr>
          <p:spPr>
            <a:xfrm>
              <a:off x="2216873" y="4423319"/>
              <a:ext cx="1381561" cy="1381561"/>
            </a:xfrm>
            <a:prstGeom prst="ellipse">
              <a:avLst/>
            </a:prstGeom>
            <a:solidFill>
              <a:srgbClr val="4372C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sz="1400" b="1" spc="300" dirty="0">
                  <a:latin typeface="微软雅黑" panose="020B0503020204020204" pitchFamily="34" charset="-122"/>
                  <a:ea typeface="微软雅黑" panose="020B0503020204020204" pitchFamily="34" charset="-122"/>
                </a:rPr>
                <a:t>TEXT</a:t>
              </a:r>
              <a:endParaRPr lang="zh-HK" altLang="en-US" sz="1400" b="1" spc="300" dirty="0">
                <a:latin typeface="微软雅黑" panose="020B0503020204020204" pitchFamily="34" charset="-122"/>
                <a:ea typeface="微软雅黑" panose="020B0503020204020204" pitchFamily="34" charset="-122"/>
              </a:endParaRPr>
            </a:p>
          </p:txBody>
        </p:sp>
        <p:sp>
          <p:nvSpPr>
            <p:cNvPr id="6" name="椭圆 5">
              <a:extLst>
                <a:ext uri="{FF2B5EF4-FFF2-40B4-BE49-F238E27FC236}">
                  <a16:creationId xmlns:a16="http://schemas.microsoft.com/office/drawing/2014/main" xmlns="" id="{0919D2CC-07E2-4871-B977-E9C3CDA3C052}"/>
                </a:ext>
              </a:extLst>
            </p:cNvPr>
            <p:cNvSpPr/>
            <p:nvPr/>
          </p:nvSpPr>
          <p:spPr>
            <a:xfrm>
              <a:off x="1028042" y="1595277"/>
              <a:ext cx="1381561" cy="1381561"/>
            </a:xfrm>
            <a:prstGeom prst="ellipse">
              <a:avLst/>
            </a:prstGeom>
            <a:solidFill>
              <a:srgbClr val="4372C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HK" sz="1400" b="1" spc="300" dirty="0">
                  <a:latin typeface="微软雅黑" panose="020B0503020204020204" pitchFamily="34" charset="-122"/>
                  <a:ea typeface="微软雅黑" panose="020B0503020204020204" pitchFamily="34" charset="-122"/>
                </a:rPr>
                <a:t>TEXT</a:t>
              </a:r>
              <a:endParaRPr lang="zh-HK" altLang="en-US" sz="1400" b="1" spc="300" dirty="0">
                <a:latin typeface="微软雅黑" panose="020B0503020204020204" pitchFamily="34" charset="-122"/>
                <a:ea typeface="微软雅黑" panose="020B0503020204020204" pitchFamily="34" charset="-122"/>
              </a:endParaRPr>
            </a:p>
          </p:txBody>
        </p:sp>
      </p:grpSp>
      <p:sp>
        <p:nvSpPr>
          <p:cNvPr id="12" name="标题 11"/>
          <p:cNvSpPr>
            <a:spLocks noGrp="1"/>
          </p:cNvSpPr>
          <p:nvPr>
            <p:ph type="title"/>
          </p:nvPr>
        </p:nvSpPr>
        <p:spPr/>
        <p:txBody>
          <a:bodyPr/>
          <a:lstStyle/>
          <a:p>
            <a:r>
              <a:rPr lang="zh-CN" altLang="en-US" dirty="0"/>
              <a:t>让金融更简单 让金融更美好</a:t>
            </a:r>
            <a:endParaRPr kumimoji="1" lang="zh-CN" altLang="en-US" dirty="0"/>
          </a:p>
        </p:txBody>
      </p:sp>
      <p:grpSp>
        <p:nvGrpSpPr>
          <p:cNvPr id="13" name="组 12"/>
          <p:cNvGrpSpPr/>
          <p:nvPr/>
        </p:nvGrpSpPr>
        <p:grpSpPr>
          <a:xfrm>
            <a:off x="7752184" y="1754688"/>
            <a:ext cx="3240000" cy="4474374"/>
            <a:chOff x="7573558" y="1789204"/>
            <a:chExt cx="3240000" cy="4474374"/>
          </a:xfrm>
        </p:grpSpPr>
        <p:grpSp>
          <p:nvGrpSpPr>
            <p:cNvPr id="14" name="组合 31">
              <a:extLst>
                <a:ext uri="{FF2B5EF4-FFF2-40B4-BE49-F238E27FC236}">
                  <a16:creationId xmlns="" xmlns:a16="http://schemas.microsoft.com/office/drawing/2014/main" id="{CDC40244-A310-4C3D-9986-CA192517ACF7}"/>
                </a:ext>
              </a:extLst>
            </p:cNvPr>
            <p:cNvGrpSpPr/>
            <p:nvPr/>
          </p:nvGrpSpPr>
          <p:grpSpPr>
            <a:xfrm>
              <a:off x="7573558" y="1789204"/>
              <a:ext cx="3240000" cy="4474374"/>
              <a:chOff x="874713" y="3137001"/>
              <a:chExt cx="3240000" cy="4474374"/>
            </a:xfrm>
          </p:grpSpPr>
          <p:sp>
            <p:nvSpPr>
              <p:cNvPr id="16" name="矩形 15">
                <a:extLst>
                  <a:ext uri="{FF2B5EF4-FFF2-40B4-BE49-F238E27FC236}">
                    <a16:creationId xmlns="" xmlns:a16="http://schemas.microsoft.com/office/drawing/2014/main" id="{B1602A64-58A0-4E75-B4E1-54317C0C2470}"/>
                  </a:ext>
                </a:extLst>
              </p:cNvPr>
              <p:cNvSpPr/>
              <p:nvPr/>
            </p:nvSpPr>
            <p:spPr>
              <a:xfrm>
                <a:off x="874713" y="3641057"/>
                <a:ext cx="3240000" cy="3970318"/>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a:t>
                </a:r>
                <a:r>
                  <a:rPr lang="zh-CN" altLang="en-US" sz="1200" dirty="0" smtClean="0">
                    <a:solidFill>
                      <a:schemeClr val="tx1">
                        <a:lumMod val="95000"/>
                        <a:lumOff val="5000"/>
                      </a:schemeClr>
                    </a:solidFill>
                    <a:latin typeface="Microsoft YaHei Light" charset="-122"/>
                    <a:ea typeface="Microsoft YaHei Light" charset="-122"/>
                    <a:cs typeface="Microsoft YaHei Light" charset="-122"/>
                  </a:rPr>
                  <a:t>中</a:t>
                </a:r>
                <a:endParaRPr lang="en-US" altLang="zh-CN" sz="1200" dirty="0" smtClean="0">
                  <a:solidFill>
                    <a:schemeClr val="tx1">
                      <a:lumMod val="95000"/>
                      <a:lumOff val="5000"/>
                    </a:schemeClr>
                  </a:solidFill>
                  <a:latin typeface="Microsoft YaHei Light" charset="-122"/>
                  <a:ea typeface="Microsoft YaHei Light" charset="-122"/>
                  <a:cs typeface="Microsoft YaHei Light" charset="-122"/>
                </a:endParaRPr>
              </a:p>
              <a:p>
                <a:pP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a:p>
                <a:pPr defTabSz="914400">
                  <a:lnSpc>
                    <a:spcPct val="150000"/>
                  </a:lnSpc>
                </a:pPr>
                <a:endParaRPr lang="en-US" altLang="zh-CN" sz="1200" dirty="0" smtClean="0">
                  <a:solidFill>
                    <a:schemeClr val="tx1">
                      <a:lumMod val="95000"/>
                      <a:lumOff val="5000"/>
                    </a:schemeClr>
                  </a:solidFill>
                  <a:latin typeface="Microsoft YaHei Light" charset="-122"/>
                  <a:ea typeface="Microsoft YaHei Light" charset="-122"/>
                  <a:cs typeface="Microsoft YaHei Light" charset="-122"/>
                </a:endParaRPr>
              </a:p>
              <a:p>
                <a:pP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a:t>
                </a:r>
                <a:r>
                  <a:rPr lang="zh-CN" altLang="en-US" sz="1200" dirty="0" smtClean="0">
                    <a:solidFill>
                      <a:schemeClr val="tx1">
                        <a:lumMod val="95000"/>
                        <a:lumOff val="5000"/>
                      </a:schemeClr>
                    </a:solidFill>
                    <a:latin typeface="Microsoft YaHei Light" charset="-122"/>
                    <a:ea typeface="Microsoft YaHei Light" charset="-122"/>
                    <a:cs typeface="Microsoft YaHei Light" charset="-122"/>
                  </a:rPr>
                  <a:t>中</a:t>
                </a:r>
                <a:endParaRPr lang="en-US" altLang="zh-CN" sz="1200" dirty="0">
                  <a:solidFill>
                    <a:schemeClr val="tx1">
                      <a:lumMod val="95000"/>
                      <a:lumOff val="5000"/>
                    </a:schemeClr>
                  </a:solidFill>
                  <a:latin typeface="Microsoft YaHei Light" charset="-122"/>
                  <a:ea typeface="Microsoft YaHei Light" charset="-122"/>
                  <a:cs typeface="Microsoft YaHei Light" charset="-122"/>
                </a:endParaRPr>
              </a:p>
              <a:p>
                <a:pPr defTabSz="914400">
                  <a:lnSpc>
                    <a:spcPct val="150000"/>
                  </a:lnSpc>
                </a:pPr>
                <a:r>
                  <a:rPr lang="zh-CN" altLang="en-US" sz="1200" dirty="0">
                    <a:solidFill>
                      <a:schemeClr val="tx1">
                        <a:lumMod val="95000"/>
                        <a:lumOff val="5000"/>
                      </a:schemeClr>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a:p>
                <a:pPr defTabSz="914400">
                  <a:lnSpc>
                    <a:spcPct val="150000"/>
                  </a:lnSpc>
                </a:pPr>
                <a:endParaRPr lang="zh-CN" altLang="en-US" sz="1200" dirty="0">
                  <a:solidFill>
                    <a:schemeClr val="tx1">
                      <a:lumMod val="95000"/>
                      <a:lumOff val="5000"/>
                    </a:schemeClr>
                  </a:solidFill>
                  <a:latin typeface="Microsoft YaHei Light" charset="-122"/>
                  <a:ea typeface="Microsoft YaHei Light" charset="-122"/>
                  <a:cs typeface="Microsoft YaHei Light" charset="-122"/>
                </a:endParaRPr>
              </a:p>
            </p:txBody>
          </p:sp>
          <p:sp>
            <p:nvSpPr>
              <p:cNvPr id="17" name="矩形 1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chemeClr val="tx1">
                        <a:lumMod val="95000"/>
                        <a:lumOff val="5000"/>
                      </a:schemeClr>
                    </a:solidFill>
                    <a:latin typeface="Calibri"/>
                    <a:ea typeface="微软雅黑"/>
                  </a:rPr>
                  <a:t>标题文字添加</a:t>
                </a:r>
              </a:p>
            </p:txBody>
          </p:sp>
        </p:grpSp>
        <p:cxnSp>
          <p:nvCxnSpPr>
            <p:cNvPr id="1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45546089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9"/>
          <p:cNvGrpSpPr/>
          <p:nvPr/>
        </p:nvGrpSpPr>
        <p:grpSpPr>
          <a:xfrm>
            <a:off x="4202802" y="1734586"/>
            <a:ext cx="3756748" cy="3758780"/>
            <a:chOff x="4074688" y="1702809"/>
            <a:chExt cx="4042624" cy="4044811"/>
          </a:xfrm>
        </p:grpSpPr>
        <p:sp>
          <p:nvSpPr>
            <p:cNvPr id="3" name="Freeform 21"/>
            <p:cNvSpPr>
              <a:spLocks/>
            </p:cNvSpPr>
            <p:nvPr/>
          </p:nvSpPr>
          <p:spPr bwMode="auto">
            <a:xfrm>
              <a:off x="4074688" y="1724683"/>
              <a:ext cx="1846307" cy="1846307"/>
            </a:xfrm>
            <a:custGeom>
              <a:avLst/>
              <a:gdLst>
                <a:gd name="T0" fmla="*/ 844 w 844"/>
                <a:gd name="T1" fmla="*/ 0 h 844"/>
                <a:gd name="T2" fmla="*/ 619 w 844"/>
                <a:gd name="T3" fmla="*/ 226 h 844"/>
                <a:gd name="T4" fmla="*/ 445 w 844"/>
                <a:gd name="T5" fmla="*/ 52 h 844"/>
                <a:gd name="T6" fmla="*/ 16 w 844"/>
                <a:gd name="T7" fmla="*/ 480 h 844"/>
                <a:gd name="T8" fmla="*/ 190 w 844"/>
                <a:gd name="T9" fmla="*/ 654 h 844"/>
                <a:gd name="T10" fmla="*/ 0 w 844"/>
                <a:gd name="T11" fmla="*/ 844 h 844"/>
                <a:gd name="T12" fmla="*/ 844 w 844"/>
                <a:gd name="T13" fmla="*/ 844 h 844"/>
                <a:gd name="T14" fmla="*/ 844 w 844"/>
                <a:gd name="T15" fmla="*/ 0 h 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4" h="844">
                  <a:moveTo>
                    <a:pt x="844" y="0"/>
                  </a:moveTo>
                  <a:lnTo>
                    <a:pt x="619" y="226"/>
                  </a:lnTo>
                  <a:lnTo>
                    <a:pt x="445" y="52"/>
                  </a:lnTo>
                  <a:lnTo>
                    <a:pt x="16" y="480"/>
                  </a:lnTo>
                  <a:lnTo>
                    <a:pt x="190" y="654"/>
                  </a:lnTo>
                  <a:lnTo>
                    <a:pt x="0" y="844"/>
                  </a:lnTo>
                  <a:lnTo>
                    <a:pt x="844" y="844"/>
                  </a:lnTo>
                  <a:lnTo>
                    <a:pt x="844" y="0"/>
                  </a:lnTo>
                  <a:close/>
                </a:path>
              </a:pathLst>
            </a:custGeom>
            <a:solidFill>
              <a:srgbClr val="4372C4"/>
            </a:solidFill>
            <a:ln>
              <a:noFill/>
            </a:ln>
          </p:spPr>
          <p:txBody>
            <a:bodyPr vert="horz" wrap="square" lIns="91440" tIns="45720" rIns="91440" bIns="45720" numCol="1" anchor="t" anchorCtr="0" compatLnSpc="1">
              <a:prstTxWarp prst="textNoShape">
                <a:avLst/>
              </a:prstTxWarp>
            </a:bodyPr>
            <a:lstStyle/>
            <a:p>
              <a:endParaRPr lang="zh-CN" altLang="en-US" sz="4000" dirty="0">
                <a:solidFill>
                  <a:srgbClr val="0070C0"/>
                </a:solidFill>
              </a:endParaRPr>
            </a:p>
          </p:txBody>
        </p:sp>
        <p:sp>
          <p:nvSpPr>
            <p:cNvPr id="4" name="Freeform 22"/>
            <p:cNvSpPr>
              <a:spLocks/>
            </p:cNvSpPr>
            <p:nvPr/>
          </p:nvSpPr>
          <p:spPr bwMode="auto">
            <a:xfrm>
              <a:off x="4096564" y="3901313"/>
              <a:ext cx="1846307" cy="1846307"/>
            </a:xfrm>
            <a:custGeom>
              <a:avLst/>
              <a:gdLst>
                <a:gd name="T0" fmla="*/ 0 w 844"/>
                <a:gd name="T1" fmla="*/ 0 h 844"/>
                <a:gd name="T2" fmla="*/ 226 w 844"/>
                <a:gd name="T3" fmla="*/ 226 h 844"/>
                <a:gd name="T4" fmla="*/ 52 w 844"/>
                <a:gd name="T5" fmla="*/ 400 h 844"/>
                <a:gd name="T6" fmla="*/ 480 w 844"/>
                <a:gd name="T7" fmla="*/ 828 h 844"/>
                <a:gd name="T8" fmla="*/ 654 w 844"/>
                <a:gd name="T9" fmla="*/ 654 h 844"/>
                <a:gd name="T10" fmla="*/ 844 w 844"/>
                <a:gd name="T11" fmla="*/ 844 h 844"/>
                <a:gd name="T12" fmla="*/ 844 w 844"/>
                <a:gd name="T13" fmla="*/ 0 h 844"/>
                <a:gd name="T14" fmla="*/ 0 w 844"/>
                <a:gd name="T15" fmla="*/ 0 h 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4" h="844">
                  <a:moveTo>
                    <a:pt x="0" y="0"/>
                  </a:moveTo>
                  <a:lnTo>
                    <a:pt x="226" y="226"/>
                  </a:lnTo>
                  <a:lnTo>
                    <a:pt x="52" y="400"/>
                  </a:lnTo>
                  <a:lnTo>
                    <a:pt x="480" y="828"/>
                  </a:lnTo>
                  <a:lnTo>
                    <a:pt x="654" y="654"/>
                  </a:lnTo>
                  <a:lnTo>
                    <a:pt x="844" y="844"/>
                  </a:lnTo>
                  <a:lnTo>
                    <a:pt x="844" y="0"/>
                  </a:lnTo>
                  <a:lnTo>
                    <a:pt x="0" y="0"/>
                  </a:lnTo>
                  <a:close/>
                </a:path>
              </a:pathLst>
            </a:custGeom>
            <a:solidFill>
              <a:srgbClr val="4372C4"/>
            </a:solidFill>
            <a:ln>
              <a:noFill/>
            </a:ln>
          </p:spPr>
          <p:txBody>
            <a:bodyPr vert="horz" wrap="square" lIns="91440" tIns="45720" rIns="91440" bIns="45720" numCol="1" anchor="t" anchorCtr="0" compatLnSpc="1">
              <a:prstTxWarp prst="textNoShape">
                <a:avLst/>
              </a:prstTxWarp>
            </a:bodyPr>
            <a:lstStyle/>
            <a:p>
              <a:endParaRPr lang="zh-CN" altLang="en-US" sz="4000">
                <a:solidFill>
                  <a:srgbClr val="0070C0"/>
                </a:solidFill>
              </a:endParaRPr>
            </a:p>
          </p:txBody>
        </p:sp>
        <p:sp>
          <p:nvSpPr>
            <p:cNvPr id="5" name="Freeform 23"/>
            <p:cNvSpPr>
              <a:spLocks/>
            </p:cNvSpPr>
            <p:nvPr/>
          </p:nvSpPr>
          <p:spPr bwMode="auto">
            <a:xfrm>
              <a:off x="6271005" y="3879438"/>
              <a:ext cx="1846307" cy="1846307"/>
            </a:xfrm>
            <a:custGeom>
              <a:avLst/>
              <a:gdLst>
                <a:gd name="T0" fmla="*/ 0 w 844"/>
                <a:gd name="T1" fmla="*/ 844 h 844"/>
                <a:gd name="T2" fmla="*/ 226 w 844"/>
                <a:gd name="T3" fmla="*/ 619 h 844"/>
                <a:gd name="T4" fmla="*/ 400 w 844"/>
                <a:gd name="T5" fmla="*/ 793 h 844"/>
                <a:gd name="T6" fmla="*/ 828 w 844"/>
                <a:gd name="T7" fmla="*/ 364 h 844"/>
                <a:gd name="T8" fmla="*/ 655 w 844"/>
                <a:gd name="T9" fmla="*/ 190 h 844"/>
                <a:gd name="T10" fmla="*/ 844 w 844"/>
                <a:gd name="T11" fmla="*/ 0 h 844"/>
                <a:gd name="T12" fmla="*/ 0 w 844"/>
                <a:gd name="T13" fmla="*/ 0 h 844"/>
                <a:gd name="T14" fmla="*/ 0 w 844"/>
                <a:gd name="T15" fmla="*/ 844 h 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4" h="844">
                  <a:moveTo>
                    <a:pt x="0" y="844"/>
                  </a:moveTo>
                  <a:lnTo>
                    <a:pt x="226" y="619"/>
                  </a:lnTo>
                  <a:lnTo>
                    <a:pt x="400" y="793"/>
                  </a:lnTo>
                  <a:lnTo>
                    <a:pt x="828" y="364"/>
                  </a:lnTo>
                  <a:lnTo>
                    <a:pt x="655" y="190"/>
                  </a:lnTo>
                  <a:lnTo>
                    <a:pt x="844" y="0"/>
                  </a:lnTo>
                  <a:lnTo>
                    <a:pt x="0" y="0"/>
                  </a:lnTo>
                  <a:lnTo>
                    <a:pt x="0" y="844"/>
                  </a:lnTo>
                  <a:close/>
                </a:path>
              </a:pathLst>
            </a:custGeom>
            <a:solidFill>
              <a:srgbClr val="4372C4"/>
            </a:solidFill>
            <a:ln>
              <a:noFill/>
            </a:ln>
          </p:spPr>
          <p:txBody>
            <a:bodyPr vert="horz" wrap="square" lIns="91440" tIns="45720" rIns="91440" bIns="45720" numCol="1" anchor="t" anchorCtr="0" compatLnSpc="1">
              <a:prstTxWarp prst="textNoShape">
                <a:avLst/>
              </a:prstTxWarp>
            </a:bodyPr>
            <a:lstStyle/>
            <a:p>
              <a:endParaRPr lang="zh-CN" altLang="en-US" sz="4000">
                <a:solidFill>
                  <a:srgbClr val="0070C0"/>
                </a:solidFill>
              </a:endParaRPr>
            </a:p>
          </p:txBody>
        </p:sp>
        <p:sp>
          <p:nvSpPr>
            <p:cNvPr id="6" name="Freeform 24"/>
            <p:cNvSpPr>
              <a:spLocks/>
            </p:cNvSpPr>
            <p:nvPr/>
          </p:nvSpPr>
          <p:spPr bwMode="auto">
            <a:xfrm>
              <a:off x="6251317" y="1702809"/>
              <a:ext cx="1844120" cy="1846307"/>
            </a:xfrm>
            <a:custGeom>
              <a:avLst/>
              <a:gdLst>
                <a:gd name="T0" fmla="*/ 843 w 843"/>
                <a:gd name="T1" fmla="*/ 844 h 844"/>
                <a:gd name="T2" fmla="*/ 619 w 843"/>
                <a:gd name="T3" fmla="*/ 619 h 844"/>
                <a:gd name="T4" fmla="*/ 792 w 843"/>
                <a:gd name="T5" fmla="*/ 445 h 844"/>
                <a:gd name="T6" fmla="*/ 363 w 843"/>
                <a:gd name="T7" fmla="*/ 16 h 844"/>
                <a:gd name="T8" fmla="*/ 189 w 843"/>
                <a:gd name="T9" fmla="*/ 190 h 844"/>
                <a:gd name="T10" fmla="*/ 0 w 843"/>
                <a:gd name="T11" fmla="*/ 0 h 844"/>
                <a:gd name="T12" fmla="*/ 0 w 843"/>
                <a:gd name="T13" fmla="*/ 844 h 844"/>
                <a:gd name="T14" fmla="*/ 843 w 843"/>
                <a:gd name="T15" fmla="*/ 844 h 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43" h="844">
                  <a:moveTo>
                    <a:pt x="843" y="844"/>
                  </a:moveTo>
                  <a:lnTo>
                    <a:pt x="619" y="619"/>
                  </a:lnTo>
                  <a:lnTo>
                    <a:pt x="792" y="445"/>
                  </a:lnTo>
                  <a:lnTo>
                    <a:pt x="363" y="16"/>
                  </a:lnTo>
                  <a:lnTo>
                    <a:pt x="189" y="190"/>
                  </a:lnTo>
                  <a:lnTo>
                    <a:pt x="0" y="0"/>
                  </a:lnTo>
                  <a:lnTo>
                    <a:pt x="0" y="844"/>
                  </a:lnTo>
                  <a:lnTo>
                    <a:pt x="843" y="844"/>
                  </a:lnTo>
                  <a:close/>
                </a:path>
              </a:pathLst>
            </a:custGeom>
            <a:solidFill>
              <a:srgbClr val="4372C4"/>
            </a:solidFill>
            <a:ln>
              <a:noFill/>
            </a:ln>
          </p:spPr>
          <p:txBody>
            <a:bodyPr vert="horz" wrap="square" lIns="91440" tIns="45720" rIns="91440" bIns="45720" numCol="1" anchor="t" anchorCtr="0" compatLnSpc="1">
              <a:prstTxWarp prst="textNoShape">
                <a:avLst/>
              </a:prstTxWarp>
            </a:bodyPr>
            <a:lstStyle/>
            <a:p>
              <a:endParaRPr lang="zh-CN" altLang="en-US" sz="4000">
                <a:solidFill>
                  <a:srgbClr val="0070C0"/>
                </a:solidFill>
              </a:endParaRPr>
            </a:p>
          </p:txBody>
        </p:sp>
        <p:sp>
          <p:nvSpPr>
            <p:cNvPr id="7" name="Freeform 17"/>
            <p:cNvSpPr>
              <a:spLocks noEditPoints="1"/>
            </p:cNvSpPr>
            <p:nvPr/>
          </p:nvSpPr>
          <p:spPr bwMode="auto">
            <a:xfrm>
              <a:off x="5168170" y="4093777"/>
              <a:ext cx="437133" cy="632249"/>
            </a:xfrm>
            <a:custGeom>
              <a:avLst/>
              <a:gdLst>
                <a:gd name="T0" fmla="*/ 197 w 213"/>
                <a:gd name="T1" fmla="*/ 225 h 308"/>
                <a:gd name="T2" fmla="*/ 179 w 213"/>
                <a:gd name="T3" fmla="*/ 308 h 308"/>
                <a:gd name="T4" fmla="*/ 107 w 213"/>
                <a:gd name="T5" fmla="*/ 285 h 308"/>
                <a:gd name="T6" fmla="*/ 34 w 213"/>
                <a:gd name="T7" fmla="*/ 308 h 308"/>
                <a:gd name="T8" fmla="*/ 16 w 213"/>
                <a:gd name="T9" fmla="*/ 225 h 308"/>
                <a:gd name="T10" fmla="*/ 14 w 213"/>
                <a:gd name="T11" fmla="*/ 177 h 308"/>
                <a:gd name="T12" fmla="*/ 107 w 213"/>
                <a:gd name="T13" fmla="*/ 67 h 308"/>
                <a:gd name="T14" fmla="*/ 199 w 213"/>
                <a:gd name="T15" fmla="*/ 177 h 308"/>
                <a:gd name="T16" fmla="*/ 134 w 213"/>
                <a:gd name="T17" fmla="*/ 38 h 308"/>
                <a:gd name="T18" fmla="*/ 61 w 213"/>
                <a:gd name="T19" fmla="*/ 0 h 308"/>
                <a:gd name="T20" fmla="*/ 134 w 213"/>
                <a:gd name="T21" fmla="*/ 38 h 308"/>
                <a:gd name="T22" fmla="*/ 100 w 213"/>
                <a:gd name="T23" fmla="*/ 112 h 308"/>
                <a:gd name="T24" fmla="*/ 57 w 213"/>
                <a:gd name="T25" fmla="*/ 149 h 308"/>
                <a:gd name="T26" fmla="*/ 100 w 213"/>
                <a:gd name="T27" fmla="*/ 186 h 308"/>
                <a:gd name="T28" fmla="*/ 86 w 213"/>
                <a:gd name="T29" fmla="*/ 195 h 308"/>
                <a:gd name="T30" fmla="*/ 68 w 213"/>
                <a:gd name="T31" fmla="*/ 225 h 308"/>
                <a:gd name="T32" fmla="*/ 100 w 213"/>
                <a:gd name="T33" fmla="*/ 252 h 308"/>
                <a:gd name="T34" fmla="*/ 113 w 213"/>
                <a:gd name="T35" fmla="*/ 235 h 308"/>
                <a:gd name="T36" fmla="*/ 145 w 213"/>
                <a:gd name="T37" fmla="*/ 172 h 308"/>
                <a:gd name="T38" fmla="*/ 113 w 213"/>
                <a:gd name="T39" fmla="*/ 135 h 308"/>
                <a:gd name="T40" fmla="*/ 127 w 213"/>
                <a:gd name="T41" fmla="*/ 148 h 308"/>
                <a:gd name="T42" fmla="*/ 143 w 213"/>
                <a:gd name="T43" fmla="*/ 121 h 308"/>
                <a:gd name="T44" fmla="*/ 113 w 213"/>
                <a:gd name="T45" fmla="*/ 101 h 308"/>
                <a:gd name="T46" fmla="*/ 142 w 213"/>
                <a:gd name="T47" fmla="*/ 50 h 308"/>
                <a:gd name="T48" fmla="*/ 144 w 213"/>
                <a:gd name="T49" fmla="*/ 68 h 308"/>
                <a:gd name="T50" fmla="*/ 70 w 213"/>
                <a:gd name="T51" fmla="*/ 68 h 308"/>
                <a:gd name="T52" fmla="*/ 72 w 213"/>
                <a:gd name="T53" fmla="*/ 50 h 308"/>
                <a:gd name="T54" fmla="*/ 131 w 213"/>
                <a:gd name="T55" fmla="*/ 46 h 308"/>
                <a:gd name="T56" fmla="*/ 100 w 213"/>
                <a:gd name="T57" fmla="*/ 135 h 308"/>
                <a:gd name="T58" fmla="*/ 91 w 213"/>
                <a:gd name="T59" fmla="*/ 152 h 308"/>
                <a:gd name="T60" fmla="*/ 91 w 213"/>
                <a:gd name="T61" fmla="*/ 137 h 308"/>
                <a:gd name="T62" fmla="*/ 128 w 213"/>
                <a:gd name="T63" fmla="*/ 202 h 308"/>
                <a:gd name="T64" fmla="*/ 113 w 213"/>
                <a:gd name="T65" fmla="*/ 213 h 308"/>
                <a:gd name="T66" fmla="*/ 128 w 213"/>
                <a:gd name="T67" fmla="*/ 202 h 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13" h="308">
                  <a:moveTo>
                    <a:pt x="198" y="196"/>
                  </a:moveTo>
                  <a:cubicBezTo>
                    <a:pt x="197" y="225"/>
                    <a:pt x="197" y="225"/>
                    <a:pt x="197" y="225"/>
                  </a:cubicBezTo>
                  <a:cubicBezTo>
                    <a:pt x="198" y="246"/>
                    <a:pt x="204" y="260"/>
                    <a:pt x="213" y="268"/>
                  </a:cubicBezTo>
                  <a:cubicBezTo>
                    <a:pt x="179" y="308"/>
                    <a:pt x="179" y="308"/>
                    <a:pt x="179" y="308"/>
                  </a:cubicBezTo>
                  <a:cubicBezTo>
                    <a:pt x="176" y="304"/>
                    <a:pt x="172" y="300"/>
                    <a:pt x="164" y="297"/>
                  </a:cubicBezTo>
                  <a:cubicBezTo>
                    <a:pt x="150" y="289"/>
                    <a:pt x="130" y="285"/>
                    <a:pt x="107" y="285"/>
                  </a:cubicBezTo>
                  <a:cubicBezTo>
                    <a:pt x="83" y="285"/>
                    <a:pt x="64" y="289"/>
                    <a:pt x="49" y="297"/>
                  </a:cubicBezTo>
                  <a:cubicBezTo>
                    <a:pt x="42" y="300"/>
                    <a:pt x="37" y="304"/>
                    <a:pt x="34" y="308"/>
                  </a:cubicBezTo>
                  <a:cubicBezTo>
                    <a:pt x="0" y="268"/>
                    <a:pt x="0" y="268"/>
                    <a:pt x="0" y="268"/>
                  </a:cubicBezTo>
                  <a:cubicBezTo>
                    <a:pt x="10" y="260"/>
                    <a:pt x="15" y="246"/>
                    <a:pt x="16" y="225"/>
                  </a:cubicBezTo>
                  <a:cubicBezTo>
                    <a:pt x="15" y="196"/>
                    <a:pt x="15" y="196"/>
                    <a:pt x="15" y="196"/>
                  </a:cubicBezTo>
                  <a:cubicBezTo>
                    <a:pt x="14" y="190"/>
                    <a:pt x="14" y="184"/>
                    <a:pt x="14" y="177"/>
                  </a:cubicBezTo>
                  <a:cubicBezTo>
                    <a:pt x="14" y="145"/>
                    <a:pt x="23" y="118"/>
                    <a:pt x="41" y="98"/>
                  </a:cubicBezTo>
                  <a:cubicBezTo>
                    <a:pt x="59" y="77"/>
                    <a:pt x="80" y="67"/>
                    <a:pt x="107" y="67"/>
                  </a:cubicBezTo>
                  <a:cubicBezTo>
                    <a:pt x="133" y="67"/>
                    <a:pt x="155" y="77"/>
                    <a:pt x="172" y="98"/>
                  </a:cubicBezTo>
                  <a:cubicBezTo>
                    <a:pt x="190" y="118"/>
                    <a:pt x="199" y="145"/>
                    <a:pt x="199" y="177"/>
                  </a:cubicBezTo>
                  <a:cubicBezTo>
                    <a:pt x="199" y="184"/>
                    <a:pt x="199" y="190"/>
                    <a:pt x="198" y="196"/>
                  </a:cubicBezTo>
                  <a:close/>
                  <a:moveTo>
                    <a:pt x="134" y="38"/>
                  </a:moveTo>
                  <a:cubicBezTo>
                    <a:pt x="79" y="38"/>
                    <a:pt x="79" y="38"/>
                    <a:pt x="79" y="38"/>
                  </a:cubicBezTo>
                  <a:cubicBezTo>
                    <a:pt x="61" y="0"/>
                    <a:pt x="61" y="0"/>
                    <a:pt x="61" y="0"/>
                  </a:cubicBezTo>
                  <a:cubicBezTo>
                    <a:pt x="152" y="0"/>
                    <a:pt x="152" y="0"/>
                    <a:pt x="152" y="0"/>
                  </a:cubicBezTo>
                  <a:cubicBezTo>
                    <a:pt x="134" y="38"/>
                    <a:pt x="134" y="38"/>
                    <a:pt x="134" y="38"/>
                  </a:cubicBezTo>
                  <a:close/>
                  <a:moveTo>
                    <a:pt x="100" y="101"/>
                  </a:moveTo>
                  <a:cubicBezTo>
                    <a:pt x="100" y="112"/>
                    <a:pt x="100" y="112"/>
                    <a:pt x="100" y="112"/>
                  </a:cubicBezTo>
                  <a:cubicBezTo>
                    <a:pt x="87" y="114"/>
                    <a:pt x="77" y="117"/>
                    <a:pt x="70" y="122"/>
                  </a:cubicBezTo>
                  <a:cubicBezTo>
                    <a:pt x="62" y="128"/>
                    <a:pt x="57" y="137"/>
                    <a:pt x="57" y="149"/>
                  </a:cubicBezTo>
                  <a:cubicBezTo>
                    <a:pt x="57" y="160"/>
                    <a:pt x="61" y="168"/>
                    <a:pt x="70" y="174"/>
                  </a:cubicBezTo>
                  <a:cubicBezTo>
                    <a:pt x="75" y="178"/>
                    <a:pt x="85" y="182"/>
                    <a:pt x="100" y="186"/>
                  </a:cubicBezTo>
                  <a:cubicBezTo>
                    <a:pt x="100" y="212"/>
                    <a:pt x="100" y="212"/>
                    <a:pt x="100" y="212"/>
                  </a:cubicBezTo>
                  <a:cubicBezTo>
                    <a:pt x="90" y="211"/>
                    <a:pt x="86" y="205"/>
                    <a:pt x="86" y="195"/>
                  </a:cubicBezTo>
                  <a:cubicBezTo>
                    <a:pt x="55" y="195"/>
                    <a:pt x="55" y="195"/>
                    <a:pt x="55" y="195"/>
                  </a:cubicBezTo>
                  <a:cubicBezTo>
                    <a:pt x="55" y="207"/>
                    <a:pt x="59" y="217"/>
                    <a:pt x="68" y="225"/>
                  </a:cubicBezTo>
                  <a:cubicBezTo>
                    <a:pt x="76" y="231"/>
                    <a:pt x="87" y="235"/>
                    <a:pt x="100" y="235"/>
                  </a:cubicBezTo>
                  <a:cubicBezTo>
                    <a:pt x="100" y="252"/>
                    <a:pt x="100" y="252"/>
                    <a:pt x="100" y="252"/>
                  </a:cubicBezTo>
                  <a:cubicBezTo>
                    <a:pt x="113" y="252"/>
                    <a:pt x="113" y="252"/>
                    <a:pt x="113" y="252"/>
                  </a:cubicBezTo>
                  <a:cubicBezTo>
                    <a:pt x="113" y="235"/>
                    <a:pt x="113" y="235"/>
                    <a:pt x="113" y="235"/>
                  </a:cubicBezTo>
                  <a:cubicBezTo>
                    <a:pt x="143" y="234"/>
                    <a:pt x="158" y="221"/>
                    <a:pt x="158" y="197"/>
                  </a:cubicBezTo>
                  <a:cubicBezTo>
                    <a:pt x="158" y="187"/>
                    <a:pt x="154" y="178"/>
                    <a:pt x="145" y="172"/>
                  </a:cubicBezTo>
                  <a:cubicBezTo>
                    <a:pt x="139" y="167"/>
                    <a:pt x="128" y="162"/>
                    <a:pt x="113" y="159"/>
                  </a:cubicBezTo>
                  <a:cubicBezTo>
                    <a:pt x="113" y="135"/>
                    <a:pt x="113" y="135"/>
                    <a:pt x="113" y="135"/>
                  </a:cubicBezTo>
                  <a:cubicBezTo>
                    <a:pt x="118" y="135"/>
                    <a:pt x="121" y="136"/>
                    <a:pt x="123" y="139"/>
                  </a:cubicBezTo>
                  <a:cubicBezTo>
                    <a:pt x="126" y="141"/>
                    <a:pt x="127" y="144"/>
                    <a:pt x="127" y="148"/>
                  </a:cubicBezTo>
                  <a:cubicBezTo>
                    <a:pt x="157" y="148"/>
                    <a:pt x="157" y="148"/>
                    <a:pt x="157" y="148"/>
                  </a:cubicBezTo>
                  <a:cubicBezTo>
                    <a:pt x="157" y="136"/>
                    <a:pt x="152" y="127"/>
                    <a:pt x="143" y="121"/>
                  </a:cubicBezTo>
                  <a:cubicBezTo>
                    <a:pt x="136" y="116"/>
                    <a:pt x="126" y="113"/>
                    <a:pt x="113" y="112"/>
                  </a:cubicBezTo>
                  <a:cubicBezTo>
                    <a:pt x="113" y="101"/>
                    <a:pt x="113" y="101"/>
                    <a:pt x="113" y="101"/>
                  </a:cubicBezTo>
                  <a:cubicBezTo>
                    <a:pt x="100" y="101"/>
                    <a:pt x="100" y="101"/>
                    <a:pt x="100" y="101"/>
                  </a:cubicBezTo>
                  <a:close/>
                  <a:moveTo>
                    <a:pt x="142" y="50"/>
                  </a:moveTo>
                  <a:cubicBezTo>
                    <a:pt x="144" y="53"/>
                    <a:pt x="146" y="56"/>
                    <a:pt x="146" y="60"/>
                  </a:cubicBezTo>
                  <a:cubicBezTo>
                    <a:pt x="146" y="63"/>
                    <a:pt x="145" y="66"/>
                    <a:pt x="144" y="68"/>
                  </a:cubicBezTo>
                  <a:cubicBezTo>
                    <a:pt x="132" y="61"/>
                    <a:pt x="120" y="58"/>
                    <a:pt x="107" y="58"/>
                  </a:cubicBezTo>
                  <a:cubicBezTo>
                    <a:pt x="93" y="58"/>
                    <a:pt x="81" y="61"/>
                    <a:pt x="70" y="68"/>
                  </a:cubicBezTo>
                  <a:cubicBezTo>
                    <a:pt x="68" y="66"/>
                    <a:pt x="67" y="63"/>
                    <a:pt x="67" y="60"/>
                  </a:cubicBezTo>
                  <a:cubicBezTo>
                    <a:pt x="67" y="56"/>
                    <a:pt x="69" y="53"/>
                    <a:pt x="72" y="50"/>
                  </a:cubicBezTo>
                  <a:cubicBezTo>
                    <a:pt x="74" y="47"/>
                    <a:pt x="78" y="46"/>
                    <a:pt x="82" y="46"/>
                  </a:cubicBezTo>
                  <a:cubicBezTo>
                    <a:pt x="131" y="46"/>
                    <a:pt x="131" y="46"/>
                    <a:pt x="131" y="46"/>
                  </a:cubicBezTo>
                  <a:cubicBezTo>
                    <a:pt x="135" y="46"/>
                    <a:pt x="139" y="47"/>
                    <a:pt x="142" y="50"/>
                  </a:cubicBezTo>
                  <a:close/>
                  <a:moveTo>
                    <a:pt x="100" y="135"/>
                  </a:moveTo>
                  <a:cubicBezTo>
                    <a:pt x="100" y="156"/>
                    <a:pt x="100" y="156"/>
                    <a:pt x="100" y="156"/>
                  </a:cubicBezTo>
                  <a:cubicBezTo>
                    <a:pt x="91" y="152"/>
                    <a:pt x="91" y="152"/>
                    <a:pt x="91" y="152"/>
                  </a:cubicBezTo>
                  <a:cubicBezTo>
                    <a:pt x="88" y="150"/>
                    <a:pt x="87" y="148"/>
                    <a:pt x="87" y="144"/>
                  </a:cubicBezTo>
                  <a:cubicBezTo>
                    <a:pt x="87" y="141"/>
                    <a:pt x="88" y="139"/>
                    <a:pt x="91" y="137"/>
                  </a:cubicBezTo>
                  <a:cubicBezTo>
                    <a:pt x="93" y="136"/>
                    <a:pt x="96" y="135"/>
                    <a:pt x="100" y="135"/>
                  </a:cubicBezTo>
                  <a:close/>
                  <a:moveTo>
                    <a:pt x="128" y="202"/>
                  </a:moveTo>
                  <a:cubicBezTo>
                    <a:pt x="128" y="206"/>
                    <a:pt x="126" y="208"/>
                    <a:pt x="123" y="210"/>
                  </a:cubicBezTo>
                  <a:cubicBezTo>
                    <a:pt x="121" y="212"/>
                    <a:pt x="117" y="213"/>
                    <a:pt x="113" y="213"/>
                  </a:cubicBezTo>
                  <a:cubicBezTo>
                    <a:pt x="113" y="189"/>
                    <a:pt x="113" y="189"/>
                    <a:pt x="113" y="189"/>
                  </a:cubicBezTo>
                  <a:cubicBezTo>
                    <a:pt x="123" y="191"/>
                    <a:pt x="128" y="196"/>
                    <a:pt x="128" y="20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4000"/>
            </a:p>
          </p:txBody>
        </p:sp>
        <p:sp>
          <p:nvSpPr>
            <p:cNvPr id="8" name="Freeform 16"/>
            <p:cNvSpPr>
              <a:spLocks noEditPoints="1"/>
            </p:cNvSpPr>
            <p:nvPr/>
          </p:nvSpPr>
          <p:spPr bwMode="auto">
            <a:xfrm>
              <a:off x="6660391" y="4144997"/>
              <a:ext cx="498765" cy="529809"/>
            </a:xfrm>
            <a:custGeom>
              <a:avLst/>
              <a:gdLst>
                <a:gd name="T0" fmla="*/ 219 w 220"/>
                <a:gd name="T1" fmla="*/ 132 h 234"/>
                <a:gd name="T2" fmla="*/ 181 w 220"/>
                <a:gd name="T3" fmla="*/ 206 h 234"/>
                <a:gd name="T4" fmla="*/ 102 w 220"/>
                <a:gd name="T5" fmla="*/ 232 h 234"/>
                <a:gd name="T6" fmla="*/ 28 w 220"/>
                <a:gd name="T7" fmla="*/ 195 h 234"/>
                <a:gd name="T8" fmla="*/ 2 w 220"/>
                <a:gd name="T9" fmla="*/ 116 h 234"/>
                <a:gd name="T10" fmla="*/ 19 w 220"/>
                <a:gd name="T11" fmla="*/ 65 h 234"/>
                <a:gd name="T12" fmla="*/ 109 w 220"/>
                <a:gd name="T13" fmla="*/ 129 h 234"/>
                <a:gd name="T14" fmla="*/ 219 w 220"/>
                <a:gd name="T15" fmla="*/ 114 h 234"/>
                <a:gd name="T16" fmla="*/ 219 w 220"/>
                <a:gd name="T17" fmla="*/ 132 h 234"/>
                <a:gd name="T18" fmla="*/ 218 w 220"/>
                <a:gd name="T19" fmla="*/ 104 h 234"/>
                <a:gd name="T20" fmla="*/ 115 w 220"/>
                <a:gd name="T21" fmla="*/ 118 h 234"/>
                <a:gd name="T22" fmla="*/ 101 w 220"/>
                <a:gd name="T23" fmla="*/ 15 h 234"/>
                <a:gd name="T24" fmla="*/ 119 w 220"/>
                <a:gd name="T25" fmla="*/ 15 h 234"/>
                <a:gd name="T26" fmla="*/ 184 w 220"/>
                <a:gd name="T27" fmla="*/ 43 h 234"/>
                <a:gd name="T28" fmla="*/ 218 w 220"/>
                <a:gd name="T29" fmla="*/ 104 h 234"/>
                <a:gd name="T30" fmla="*/ 82 w 220"/>
                <a:gd name="T31" fmla="*/ 0 h 234"/>
                <a:gd name="T32" fmla="*/ 95 w 220"/>
                <a:gd name="T33" fmla="*/ 96 h 234"/>
                <a:gd name="T34" fmla="*/ 15 w 220"/>
                <a:gd name="T35" fmla="*/ 40 h 234"/>
                <a:gd name="T36" fmla="*/ 82 w 220"/>
                <a:gd name="T37" fmla="*/ 0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20" h="234">
                  <a:moveTo>
                    <a:pt x="219" y="132"/>
                  </a:moveTo>
                  <a:cubicBezTo>
                    <a:pt x="217" y="162"/>
                    <a:pt x="204" y="187"/>
                    <a:pt x="181" y="206"/>
                  </a:cubicBezTo>
                  <a:cubicBezTo>
                    <a:pt x="159" y="226"/>
                    <a:pt x="132" y="234"/>
                    <a:pt x="102" y="232"/>
                  </a:cubicBezTo>
                  <a:cubicBezTo>
                    <a:pt x="72" y="230"/>
                    <a:pt x="48" y="218"/>
                    <a:pt x="28" y="195"/>
                  </a:cubicBezTo>
                  <a:cubicBezTo>
                    <a:pt x="9" y="172"/>
                    <a:pt x="0" y="146"/>
                    <a:pt x="2" y="116"/>
                  </a:cubicBezTo>
                  <a:cubicBezTo>
                    <a:pt x="3" y="98"/>
                    <a:pt x="9" y="81"/>
                    <a:pt x="19" y="65"/>
                  </a:cubicBezTo>
                  <a:cubicBezTo>
                    <a:pt x="109" y="129"/>
                    <a:pt x="109" y="129"/>
                    <a:pt x="109" y="129"/>
                  </a:cubicBezTo>
                  <a:cubicBezTo>
                    <a:pt x="219" y="114"/>
                    <a:pt x="219" y="114"/>
                    <a:pt x="219" y="114"/>
                  </a:cubicBezTo>
                  <a:cubicBezTo>
                    <a:pt x="219" y="119"/>
                    <a:pt x="220" y="125"/>
                    <a:pt x="219" y="132"/>
                  </a:cubicBezTo>
                  <a:close/>
                  <a:moveTo>
                    <a:pt x="218" y="104"/>
                  </a:moveTo>
                  <a:cubicBezTo>
                    <a:pt x="115" y="118"/>
                    <a:pt x="115" y="118"/>
                    <a:pt x="115" y="118"/>
                  </a:cubicBezTo>
                  <a:cubicBezTo>
                    <a:pt x="101" y="15"/>
                    <a:pt x="101" y="15"/>
                    <a:pt x="101" y="15"/>
                  </a:cubicBezTo>
                  <a:cubicBezTo>
                    <a:pt x="107" y="15"/>
                    <a:pt x="113" y="15"/>
                    <a:pt x="119" y="15"/>
                  </a:cubicBezTo>
                  <a:cubicBezTo>
                    <a:pt x="144" y="17"/>
                    <a:pt x="165" y="27"/>
                    <a:pt x="184" y="43"/>
                  </a:cubicBezTo>
                  <a:cubicBezTo>
                    <a:pt x="202" y="60"/>
                    <a:pt x="213" y="80"/>
                    <a:pt x="218" y="104"/>
                  </a:cubicBezTo>
                  <a:close/>
                  <a:moveTo>
                    <a:pt x="82" y="0"/>
                  </a:moveTo>
                  <a:cubicBezTo>
                    <a:pt x="95" y="96"/>
                    <a:pt x="95" y="96"/>
                    <a:pt x="95" y="96"/>
                  </a:cubicBezTo>
                  <a:cubicBezTo>
                    <a:pt x="15" y="40"/>
                    <a:pt x="15" y="40"/>
                    <a:pt x="15" y="40"/>
                  </a:cubicBezTo>
                  <a:cubicBezTo>
                    <a:pt x="32" y="18"/>
                    <a:pt x="55" y="5"/>
                    <a:pt x="8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4000"/>
            </a:p>
          </p:txBody>
        </p:sp>
        <p:grpSp>
          <p:nvGrpSpPr>
            <p:cNvPr id="9" name="组合 16"/>
            <p:cNvGrpSpPr/>
            <p:nvPr/>
          </p:nvGrpSpPr>
          <p:grpSpPr>
            <a:xfrm>
              <a:off x="5135657" y="2726589"/>
              <a:ext cx="584081" cy="584081"/>
              <a:chOff x="3760788" y="2187575"/>
              <a:chExt cx="423863" cy="423863"/>
            </a:xfrm>
            <a:solidFill>
              <a:srgbClr val="FFFFFF"/>
            </a:solidFill>
          </p:grpSpPr>
          <p:sp>
            <p:nvSpPr>
              <p:cNvPr id="15" name="Freeform 28"/>
              <p:cNvSpPr>
                <a:spLocks/>
              </p:cNvSpPr>
              <p:nvPr/>
            </p:nvSpPr>
            <p:spPr bwMode="auto">
              <a:xfrm>
                <a:off x="3867151" y="2293938"/>
                <a:ext cx="161925" cy="160338"/>
              </a:xfrm>
              <a:custGeom>
                <a:avLst/>
                <a:gdLst>
                  <a:gd name="T0" fmla="*/ 69 w 102"/>
                  <a:gd name="T1" fmla="*/ 0 h 101"/>
                  <a:gd name="T2" fmla="*/ 34 w 102"/>
                  <a:gd name="T3" fmla="*/ 0 h 101"/>
                  <a:gd name="T4" fmla="*/ 34 w 102"/>
                  <a:gd name="T5" fmla="*/ 34 h 101"/>
                  <a:gd name="T6" fmla="*/ 0 w 102"/>
                  <a:gd name="T7" fmla="*/ 34 h 101"/>
                  <a:gd name="T8" fmla="*/ 0 w 102"/>
                  <a:gd name="T9" fmla="*/ 68 h 101"/>
                  <a:gd name="T10" fmla="*/ 34 w 102"/>
                  <a:gd name="T11" fmla="*/ 68 h 101"/>
                  <a:gd name="T12" fmla="*/ 34 w 102"/>
                  <a:gd name="T13" fmla="*/ 101 h 101"/>
                  <a:gd name="T14" fmla="*/ 69 w 102"/>
                  <a:gd name="T15" fmla="*/ 101 h 101"/>
                  <a:gd name="T16" fmla="*/ 69 w 102"/>
                  <a:gd name="T17" fmla="*/ 68 h 101"/>
                  <a:gd name="T18" fmla="*/ 102 w 102"/>
                  <a:gd name="T19" fmla="*/ 68 h 101"/>
                  <a:gd name="T20" fmla="*/ 102 w 102"/>
                  <a:gd name="T21" fmla="*/ 34 h 101"/>
                  <a:gd name="T22" fmla="*/ 69 w 102"/>
                  <a:gd name="T23" fmla="*/ 34 h 101"/>
                  <a:gd name="T24" fmla="*/ 69 w 102"/>
                  <a:gd name="T25"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2" h="101">
                    <a:moveTo>
                      <a:pt x="69" y="0"/>
                    </a:moveTo>
                    <a:lnTo>
                      <a:pt x="34" y="0"/>
                    </a:lnTo>
                    <a:lnTo>
                      <a:pt x="34" y="34"/>
                    </a:lnTo>
                    <a:lnTo>
                      <a:pt x="0" y="34"/>
                    </a:lnTo>
                    <a:lnTo>
                      <a:pt x="0" y="68"/>
                    </a:lnTo>
                    <a:lnTo>
                      <a:pt x="34" y="68"/>
                    </a:lnTo>
                    <a:lnTo>
                      <a:pt x="34" y="101"/>
                    </a:lnTo>
                    <a:lnTo>
                      <a:pt x="69" y="101"/>
                    </a:lnTo>
                    <a:lnTo>
                      <a:pt x="69" y="68"/>
                    </a:lnTo>
                    <a:lnTo>
                      <a:pt x="102" y="68"/>
                    </a:lnTo>
                    <a:lnTo>
                      <a:pt x="102" y="34"/>
                    </a:lnTo>
                    <a:lnTo>
                      <a:pt x="69" y="34"/>
                    </a:lnTo>
                    <a:lnTo>
                      <a:pt x="6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4000"/>
              </a:p>
            </p:txBody>
          </p:sp>
          <p:sp>
            <p:nvSpPr>
              <p:cNvPr id="16" name="Freeform 29"/>
              <p:cNvSpPr>
                <a:spLocks noEditPoints="1"/>
              </p:cNvSpPr>
              <p:nvPr/>
            </p:nvSpPr>
            <p:spPr bwMode="auto">
              <a:xfrm>
                <a:off x="3760788" y="2187575"/>
                <a:ext cx="423863" cy="423863"/>
              </a:xfrm>
              <a:custGeom>
                <a:avLst/>
                <a:gdLst>
                  <a:gd name="T0" fmla="*/ 235 w 238"/>
                  <a:gd name="T1" fmla="*/ 203 h 238"/>
                  <a:gd name="T2" fmla="*/ 194 w 238"/>
                  <a:gd name="T3" fmla="*/ 162 h 238"/>
                  <a:gd name="T4" fmla="*/ 211 w 238"/>
                  <a:gd name="T5" fmla="*/ 105 h 238"/>
                  <a:gd name="T6" fmla="*/ 106 w 238"/>
                  <a:gd name="T7" fmla="*/ 0 h 238"/>
                  <a:gd name="T8" fmla="*/ 0 w 238"/>
                  <a:gd name="T9" fmla="*/ 105 h 238"/>
                  <a:gd name="T10" fmla="*/ 106 w 238"/>
                  <a:gd name="T11" fmla="*/ 210 h 238"/>
                  <a:gd name="T12" fmla="*/ 162 w 238"/>
                  <a:gd name="T13" fmla="*/ 193 h 238"/>
                  <a:gd name="T14" fmla="*/ 203 w 238"/>
                  <a:gd name="T15" fmla="*/ 235 h 238"/>
                  <a:gd name="T16" fmla="*/ 214 w 238"/>
                  <a:gd name="T17" fmla="*/ 235 h 238"/>
                  <a:gd name="T18" fmla="*/ 235 w 238"/>
                  <a:gd name="T19" fmla="*/ 214 h 238"/>
                  <a:gd name="T20" fmla="*/ 235 w 238"/>
                  <a:gd name="T21" fmla="*/ 203 h 238"/>
                  <a:gd name="T22" fmla="*/ 106 w 238"/>
                  <a:gd name="T23" fmla="*/ 180 h 238"/>
                  <a:gd name="T24" fmla="*/ 30 w 238"/>
                  <a:gd name="T25" fmla="*/ 105 h 238"/>
                  <a:gd name="T26" fmla="*/ 106 w 238"/>
                  <a:gd name="T27" fmla="*/ 30 h 238"/>
                  <a:gd name="T28" fmla="*/ 181 w 238"/>
                  <a:gd name="T29" fmla="*/ 105 h 238"/>
                  <a:gd name="T30" fmla="*/ 106 w 238"/>
                  <a:gd name="T31" fmla="*/ 18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38" h="238">
                    <a:moveTo>
                      <a:pt x="235" y="203"/>
                    </a:moveTo>
                    <a:cubicBezTo>
                      <a:pt x="194" y="162"/>
                      <a:pt x="194" y="162"/>
                      <a:pt x="194" y="162"/>
                    </a:cubicBezTo>
                    <a:cubicBezTo>
                      <a:pt x="204" y="145"/>
                      <a:pt x="211" y="126"/>
                      <a:pt x="211" y="105"/>
                    </a:cubicBezTo>
                    <a:cubicBezTo>
                      <a:pt x="211" y="47"/>
                      <a:pt x="164" y="0"/>
                      <a:pt x="106" y="0"/>
                    </a:cubicBezTo>
                    <a:cubicBezTo>
                      <a:pt x="47" y="0"/>
                      <a:pt x="0" y="47"/>
                      <a:pt x="0" y="105"/>
                    </a:cubicBezTo>
                    <a:cubicBezTo>
                      <a:pt x="0" y="163"/>
                      <a:pt x="47" y="210"/>
                      <a:pt x="106" y="210"/>
                    </a:cubicBezTo>
                    <a:cubicBezTo>
                      <a:pt x="126" y="210"/>
                      <a:pt x="146" y="204"/>
                      <a:pt x="162" y="193"/>
                    </a:cubicBezTo>
                    <a:cubicBezTo>
                      <a:pt x="203" y="235"/>
                      <a:pt x="203" y="235"/>
                      <a:pt x="203" y="235"/>
                    </a:cubicBezTo>
                    <a:cubicBezTo>
                      <a:pt x="206" y="238"/>
                      <a:pt x="211" y="238"/>
                      <a:pt x="214" y="235"/>
                    </a:cubicBezTo>
                    <a:cubicBezTo>
                      <a:pt x="235" y="214"/>
                      <a:pt x="235" y="214"/>
                      <a:pt x="235" y="214"/>
                    </a:cubicBezTo>
                    <a:cubicBezTo>
                      <a:pt x="238" y="211"/>
                      <a:pt x="238" y="206"/>
                      <a:pt x="235" y="203"/>
                    </a:cubicBezTo>
                    <a:close/>
                    <a:moveTo>
                      <a:pt x="106" y="180"/>
                    </a:moveTo>
                    <a:cubicBezTo>
                      <a:pt x="64" y="180"/>
                      <a:pt x="30" y="146"/>
                      <a:pt x="30" y="105"/>
                    </a:cubicBezTo>
                    <a:cubicBezTo>
                      <a:pt x="30" y="64"/>
                      <a:pt x="64" y="30"/>
                      <a:pt x="106" y="30"/>
                    </a:cubicBezTo>
                    <a:cubicBezTo>
                      <a:pt x="147" y="30"/>
                      <a:pt x="181" y="64"/>
                      <a:pt x="181" y="105"/>
                    </a:cubicBezTo>
                    <a:cubicBezTo>
                      <a:pt x="181" y="146"/>
                      <a:pt x="147" y="180"/>
                      <a:pt x="106" y="18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sz="4000"/>
              </a:p>
            </p:txBody>
          </p:sp>
        </p:grpSp>
        <p:sp>
          <p:nvSpPr>
            <p:cNvPr id="10" name="Freeform 33"/>
            <p:cNvSpPr>
              <a:spLocks noEditPoints="1"/>
            </p:cNvSpPr>
            <p:nvPr/>
          </p:nvSpPr>
          <p:spPr bwMode="auto">
            <a:xfrm>
              <a:off x="6522575" y="2700338"/>
              <a:ext cx="500952" cy="645333"/>
            </a:xfrm>
            <a:custGeom>
              <a:avLst/>
              <a:gdLst>
                <a:gd name="T0" fmla="*/ 197 w 221"/>
                <a:gd name="T1" fmla="*/ 124 h 285"/>
                <a:gd name="T2" fmla="*/ 144 w 221"/>
                <a:gd name="T3" fmla="*/ 86 h 285"/>
                <a:gd name="T4" fmla="*/ 152 w 221"/>
                <a:gd name="T5" fmla="*/ 86 h 285"/>
                <a:gd name="T6" fmla="*/ 194 w 221"/>
                <a:gd name="T7" fmla="*/ 90 h 285"/>
                <a:gd name="T8" fmla="*/ 202 w 221"/>
                <a:gd name="T9" fmla="*/ 88 h 285"/>
                <a:gd name="T10" fmla="*/ 176 w 221"/>
                <a:gd name="T11" fmla="*/ 81 h 285"/>
                <a:gd name="T12" fmla="*/ 142 w 221"/>
                <a:gd name="T13" fmla="*/ 82 h 285"/>
                <a:gd name="T14" fmla="*/ 155 w 221"/>
                <a:gd name="T15" fmla="*/ 80 h 285"/>
                <a:gd name="T16" fmla="*/ 189 w 221"/>
                <a:gd name="T17" fmla="*/ 64 h 285"/>
                <a:gd name="T18" fmla="*/ 192 w 221"/>
                <a:gd name="T19" fmla="*/ 60 h 285"/>
                <a:gd name="T20" fmla="*/ 171 w 221"/>
                <a:gd name="T21" fmla="*/ 65 h 285"/>
                <a:gd name="T22" fmla="*/ 160 w 221"/>
                <a:gd name="T23" fmla="*/ 73 h 285"/>
                <a:gd name="T24" fmla="*/ 132 w 221"/>
                <a:gd name="T25" fmla="*/ 78 h 285"/>
                <a:gd name="T26" fmla="*/ 158 w 221"/>
                <a:gd name="T27" fmla="*/ 8 h 285"/>
                <a:gd name="T28" fmla="*/ 140 w 221"/>
                <a:gd name="T29" fmla="*/ 5 h 285"/>
                <a:gd name="T30" fmla="*/ 112 w 221"/>
                <a:gd name="T31" fmla="*/ 10 h 285"/>
                <a:gd name="T32" fmla="*/ 101 w 221"/>
                <a:gd name="T33" fmla="*/ 10 h 285"/>
                <a:gd name="T34" fmla="*/ 90 w 221"/>
                <a:gd name="T35" fmla="*/ 10 h 285"/>
                <a:gd name="T36" fmla="*/ 54 w 221"/>
                <a:gd name="T37" fmla="*/ 22 h 285"/>
                <a:gd name="T38" fmla="*/ 48 w 221"/>
                <a:gd name="T39" fmla="*/ 52 h 285"/>
                <a:gd name="T40" fmla="*/ 89 w 221"/>
                <a:gd name="T41" fmla="*/ 85 h 285"/>
                <a:gd name="T42" fmla="*/ 7 w 221"/>
                <a:gd name="T43" fmla="*/ 168 h 285"/>
                <a:gd name="T44" fmla="*/ 25 w 221"/>
                <a:gd name="T45" fmla="*/ 252 h 285"/>
                <a:gd name="T46" fmla="*/ 96 w 221"/>
                <a:gd name="T47" fmla="*/ 285 h 285"/>
                <a:gd name="T48" fmla="*/ 213 w 221"/>
                <a:gd name="T49" fmla="*/ 216 h 285"/>
                <a:gd name="T50" fmla="*/ 197 w 221"/>
                <a:gd name="T51" fmla="*/ 124 h 285"/>
                <a:gd name="T52" fmla="*/ 90 w 221"/>
                <a:gd name="T53" fmla="*/ 19 h 285"/>
                <a:gd name="T54" fmla="*/ 101 w 221"/>
                <a:gd name="T55" fmla="*/ 19 h 285"/>
                <a:gd name="T56" fmla="*/ 112 w 221"/>
                <a:gd name="T57" fmla="*/ 19 h 285"/>
                <a:gd name="T58" fmla="*/ 131 w 221"/>
                <a:gd name="T59" fmla="*/ 17 h 285"/>
                <a:gd name="T60" fmla="*/ 119 w 221"/>
                <a:gd name="T61" fmla="*/ 26 h 285"/>
                <a:gd name="T62" fmla="*/ 63 w 221"/>
                <a:gd name="T63" fmla="*/ 26 h 285"/>
                <a:gd name="T64" fmla="*/ 90 w 221"/>
                <a:gd name="T65" fmla="*/ 19 h 285"/>
                <a:gd name="T66" fmla="*/ 136 w 221"/>
                <a:gd name="T67" fmla="*/ 174 h 285"/>
                <a:gd name="T68" fmla="*/ 136 w 221"/>
                <a:gd name="T69" fmla="*/ 181 h 285"/>
                <a:gd name="T70" fmla="*/ 123 w 221"/>
                <a:gd name="T71" fmla="*/ 181 h 285"/>
                <a:gd name="T72" fmla="*/ 116 w 221"/>
                <a:gd name="T73" fmla="*/ 192 h 285"/>
                <a:gd name="T74" fmla="*/ 134 w 221"/>
                <a:gd name="T75" fmla="*/ 192 h 285"/>
                <a:gd name="T76" fmla="*/ 134 w 221"/>
                <a:gd name="T77" fmla="*/ 199 h 285"/>
                <a:gd name="T78" fmla="*/ 115 w 221"/>
                <a:gd name="T79" fmla="*/ 199 h 285"/>
                <a:gd name="T80" fmla="*/ 115 w 221"/>
                <a:gd name="T81" fmla="*/ 223 h 285"/>
                <a:gd name="T82" fmla="*/ 105 w 221"/>
                <a:gd name="T83" fmla="*/ 223 h 285"/>
                <a:gd name="T84" fmla="*/ 105 w 221"/>
                <a:gd name="T85" fmla="*/ 199 h 285"/>
                <a:gd name="T86" fmla="*/ 87 w 221"/>
                <a:gd name="T87" fmla="*/ 199 h 285"/>
                <a:gd name="T88" fmla="*/ 87 w 221"/>
                <a:gd name="T89" fmla="*/ 192 h 285"/>
                <a:gd name="T90" fmla="*/ 104 w 221"/>
                <a:gd name="T91" fmla="*/ 192 h 285"/>
                <a:gd name="T92" fmla="*/ 98 w 221"/>
                <a:gd name="T93" fmla="*/ 181 h 285"/>
                <a:gd name="T94" fmla="*/ 85 w 221"/>
                <a:gd name="T95" fmla="*/ 181 h 285"/>
                <a:gd name="T96" fmla="*/ 85 w 221"/>
                <a:gd name="T97" fmla="*/ 174 h 285"/>
                <a:gd name="T98" fmla="*/ 94 w 221"/>
                <a:gd name="T99" fmla="*/ 174 h 285"/>
                <a:gd name="T100" fmla="*/ 80 w 221"/>
                <a:gd name="T101" fmla="*/ 151 h 285"/>
                <a:gd name="T102" fmla="*/ 92 w 221"/>
                <a:gd name="T103" fmla="*/ 151 h 285"/>
                <a:gd name="T104" fmla="*/ 110 w 221"/>
                <a:gd name="T105" fmla="*/ 186 h 285"/>
                <a:gd name="T106" fmla="*/ 129 w 221"/>
                <a:gd name="T107" fmla="*/ 151 h 285"/>
                <a:gd name="T108" fmla="*/ 140 w 221"/>
                <a:gd name="T109" fmla="*/ 151 h 285"/>
                <a:gd name="T110" fmla="*/ 127 w 221"/>
                <a:gd name="T111" fmla="*/ 174 h 285"/>
                <a:gd name="T112" fmla="*/ 136 w 221"/>
                <a:gd name="T113" fmla="*/ 174 h 285"/>
                <a:gd name="T114" fmla="*/ 136 w 221"/>
                <a:gd name="T115" fmla="*/ 174 h 285"/>
                <a:gd name="T116" fmla="*/ 136 w 221"/>
                <a:gd name="T117" fmla="*/ 174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1" h="285">
                  <a:moveTo>
                    <a:pt x="197" y="124"/>
                  </a:moveTo>
                  <a:cubicBezTo>
                    <a:pt x="184" y="104"/>
                    <a:pt x="166" y="91"/>
                    <a:pt x="144" y="86"/>
                  </a:cubicBezTo>
                  <a:cubicBezTo>
                    <a:pt x="146" y="86"/>
                    <a:pt x="149" y="86"/>
                    <a:pt x="152" y="86"/>
                  </a:cubicBezTo>
                  <a:cubicBezTo>
                    <a:pt x="163" y="85"/>
                    <a:pt x="186" y="80"/>
                    <a:pt x="194" y="90"/>
                  </a:cubicBezTo>
                  <a:cubicBezTo>
                    <a:pt x="195" y="92"/>
                    <a:pt x="203" y="89"/>
                    <a:pt x="202" y="88"/>
                  </a:cubicBezTo>
                  <a:cubicBezTo>
                    <a:pt x="197" y="80"/>
                    <a:pt x="185" y="81"/>
                    <a:pt x="176" y="81"/>
                  </a:cubicBezTo>
                  <a:cubicBezTo>
                    <a:pt x="166" y="82"/>
                    <a:pt x="153" y="84"/>
                    <a:pt x="142" y="82"/>
                  </a:cubicBezTo>
                  <a:cubicBezTo>
                    <a:pt x="147" y="82"/>
                    <a:pt x="151" y="81"/>
                    <a:pt x="155" y="80"/>
                  </a:cubicBezTo>
                  <a:cubicBezTo>
                    <a:pt x="167" y="77"/>
                    <a:pt x="175" y="64"/>
                    <a:pt x="189" y="64"/>
                  </a:cubicBezTo>
                  <a:cubicBezTo>
                    <a:pt x="192" y="64"/>
                    <a:pt x="198" y="60"/>
                    <a:pt x="192" y="60"/>
                  </a:cubicBezTo>
                  <a:cubicBezTo>
                    <a:pt x="184" y="60"/>
                    <a:pt x="178" y="62"/>
                    <a:pt x="171" y="65"/>
                  </a:cubicBezTo>
                  <a:cubicBezTo>
                    <a:pt x="167" y="68"/>
                    <a:pt x="163" y="71"/>
                    <a:pt x="160" y="73"/>
                  </a:cubicBezTo>
                  <a:cubicBezTo>
                    <a:pt x="152" y="78"/>
                    <a:pt x="142" y="78"/>
                    <a:pt x="132" y="78"/>
                  </a:cubicBezTo>
                  <a:cubicBezTo>
                    <a:pt x="149" y="55"/>
                    <a:pt x="163" y="20"/>
                    <a:pt x="158" y="8"/>
                  </a:cubicBezTo>
                  <a:cubicBezTo>
                    <a:pt x="155" y="1"/>
                    <a:pt x="149" y="0"/>
                    <a:pt x="140" y="5"/>
                  </a:cubicBezTo>
                  <a:cubicBezTo>
                    <a:pt x="131" y="10"/>
                    <a:pt x="121" y="10"/>
                    <a:pt x="112" y="10"/>
                  </a:cubicBezTo>
                  <a:cubicBezTo>
                    <a:pt x="108" y="10"/>
                    <a:pt x="105" y="10"/>
                    <a:pt x="101" y="10"/>
                  </a:cubicBezTo>
                  <a:cubicBezTo>
                    <a:pt x="97" y="10"/>
                    <a:pt x="94" y="10"/>
                    <a:pt x="90" y="10"/>
                  </a:cubicBezTo>
                  <a:cubicBezTo>
                    <a:pt x="78" y="10"/>
                    <a:pt x="65" y="11"/>
                    <a:pt x="54" y="22"/>
                  </a:cubicBezTo>
                  <a:cubicBezTo>
                    <a:pt x="46" y="30"/>
                    <a:pt x="44" y="41"/>
                    <a:pt x="48" y="52"/>
                  </a:cubicBezTo>
                  <a:cubicBezTo>
                    <a:pt x="52" y="63"/>
                    <a:pt x="65" y="76"/>
                    <a:pt x="89" y="85"/>
                  </a:cubicBezTo>
                  <a:cubicBezTo>
                    <a:pt x="32" y="93"/>
                    <a:pt x="16" y="131"/>
                    <a:pt x="7" y="168"/>
                  </a:cubicBezTo>
                  <a:cubicBezTo>
                    <a:pt x="0" y="199"/>
                    <a:pt x="6" y="229"/>
                    <a:pt x="25" y="252"/>
                  </a:cubicBezTo>
                  <a:cubicBezTo>
                    <a:pt x="42" y="273"/>
                    <a:pt x="67" y="285"/>
                    <a:pt x="96" y="285"/>
                  </a:cubicBezTo>
                  <a:cubicBezTo>
                    <a:pt x="165" y="285"/>
                    <a:pt x="200" y="275"/>
                    <a:pt x="213" y="216"/>
                  </a:cubicBezTo>
                  <a:cubicBezTo>
                    <a:pt x="221" y="184"/>
                    <a:pt x="215" y="150"/>
                    <a:pt x="197" y="124"/>
                  </a:cubicBezTo>
                  <a:close/>
                  <a:moveTo>
                    <a:pt x="90" y="19"/>
                  </a:moveTo>
                  <a:cubicBezTo>
                    <a:pt x="94" y="19"/>
                    <a:pt x="97" y="19"/>
                    <a:pt x="101" y="19"/>
                  </a:cubicBezTo>
                  <a:cubicBezTo>
                    <a:pt x="104" y="19"/>
                    <a:pt x="108" y="19"/>
                    <a:pt x="112" y="19"/>
                  </a:cubicBezTo>
                  <a:cubicBezTo>
                    <a:pt x="118" y="19"/>
                    <a:pt x="125" y="19"/>
                    <a:pt x="131" y="17"/>
                  </a:cubicBezTo>
                  <a:cubicBezTo>
                    <a:pt x="127" y="20"/>
                    <a:pt x="123" y="23"/>
                    <a:pt x="119" y="26"/>
                  </a:cubicBezTo>
                  <a:cubicBezTo>
                    <a:pt x="98" y="39"/>
                    <a:pt x="83" y="50"/>
                    <a:pt x="63" y="26"/>
                  </a:cubicBezTo>
                  <a:cubicBezTo>
                    <a:pt x="71" y="20"/>
                    <a:pt x="80" y="19"/>
                    <a:pt x="90" y="19"/>
                  </a:cubicBezTo>
                  <a:close/>
                  <a:moveTo>
                    <a:pt x="136" y="174"/>
                  </a:moveTo>
                  <a:cubicBezTo>
                    <a:pt x="136" y="181"/>
                    <a:pt x="136" y="181"/>
                    <a:pt x="136" y="181"/>
                  </a:cubicBezTo>
                  <a:cubicBezTo>
                    <a:pt x="123" y="181"/>
                    <a:pt x="123" y="181"/>
                    <a:pt x="123" y="181"/>
                  </a:cubicBezTo>
                  <a:cubicBezTo>
                    <a:pt x="116" y="192"/>
                    <a:pt x="116" y="192"/>
                    <a:pt x="116" y="192"/>
                  </a:cubicBezTo>
                  <a:cubicBezTo>
                    <a:pt x="134" y="192"/>
                    <a:pt x="134" y="192"/>
                    <a:pt x="134" y="192"/>
                  </a:cubicBezTo>
                  <a:cubicBezTo>
                    <a:pt x="134" y="199"/>
                    <a:pt x="134" y="199"/>
                    <a:pt x="134" y="199"/>
                  </a:cubicBezTo>
                  <a:cubicBezTo>
                    <a:pt x="115" y="199"/>
                    <a:pt x="115" y="199"/>
                    <a:pt x="115" y="199"/>
                  </a:cubicBezTo>
                  <a:cubicBezTo>
                    <a:pt x="115" y="223"/>
                    <a:pt x="115" y="223"/>
                    <a:pt x="115" y="223"/>
                  </a:cubicBezTo>
                  <a:cubicBezTo>
                    <a:pt x="105" y="223"/>
                    <a:pt x="105" y="223"/>
                    <a:pt x="105" y="223"/>
                  </a:cubicBezTo>
                  <a:cubicBezTo>
                    <a:pt x="105" y="199"/>
                    <a:pt x="105" y="199"/>
                    <a:pt x="105" y="199"/>
                  </a:cubicBezTo>
                  <a:cubicBezTo>
                    <a:pt x="87" y="199"/>
                    <a:pt x="87" y="199"/>
                    <a:pt x="87" y="199"/>
                  </a:cubicBezTo>
                  <a:cubicBezTo>
                    <a:pt x="87" y="192"/>
                    <a:pt x="87" y="192"/>
                    <a:pt x="87" y="192"/>
                  </a:cubicBezTo>
                  <a:cubicBezTo>
                    <a:pt x="104" y="192"/>
                    <a:pt x="104" y="192"/>
                    <a:pt x="104" y="192"/>
                  </a:cubicBezTo>
                  <a:cubicBezTo>
                    <a:pt x="98" y="181"/>
                    <a:pt x="98" y="181"/>
                    <a:pt x="98" y="181"/>
                  </a:cubicBezTo>
                  <a:cubicBezTo>
                    <a:pt x="85" y="181"/>
                    <a:pt x="85" y="181"/>
                    <a:pt x="85" y="181"/>
                  </a:cubicBezTo>
                  <a:cubicBezTo>
                    <a:pt x="85" y="174"/>
                    <a:pt x="85" y="174"/>
                    <a:pt x="85" y="174"/>
                  </a:cubicBezTo>
                  <a:cubicBezTo>
                    <a:pt x="94" y="174"/>
                    <a:pt x="94" y="174"/>
                    <a:pt x="94" y="174"/>
                  </a:cubicBezTo>
                  <a:cubicBezTo>
                    <a:pt x="80" y="151"/>
                    <a:pt x="80" y="151"/>
                    <a:pt x="80" y="151"/>
                  </a:cubicBezTo>
                  <a:cubicBezTo>
                    <a:pt x="92" y="151"/>
                    <a:pt x="92" y="151"/>
                    <a:pt x="92" y="151"/>
                  </a:cubicBezTo>
                  <a:cubicBezTo>
                    <a:pt x="110" y="186"/>
                    <a:pt x="110" y="186"/>
                    <a:pt x="110" y="186"/>
                  </a:cubicBezTo>
                  <a:cubicBezTo>
                    <a:pt x="129" y="151"/>
                    <a:pt x="129" y="151"/>
                    <a:pt x="129" y="151"/>
                  </a:cubicBezTo>
                  <a:cubicBezTo>
                    <a:pt x="140" y="151"/>
                    <a:pt x="140" y="151"/>
                    <a:pt x="140" y="151"/>
                  </a:cubicBezTo>
                  <a:cubicBezTo>
                    <a:pt x="127" y="174"/>
                    <a:pt x="127" y="174"/>
                    <a:pt x="127" y="174"/>
                  </a:cubicBezTo>
                  <a:lnTo>
                    <a:pt x="136" y="174"/>
                  </a:lnTo>
                  <a:close/>
                  <a:moveTo>
                    <a:pt x="136" y="174"/>
                  </a:moveTo>
                  <a:cubicBezTo>
                    <a:pt x="136" y="174"/>
                    <a:pt x="136" y="174"/>
                    <a:pt x="136" y="174"/>
                  </a:cubicBezTo>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zh-CN" altLang="en-US" sz="4000"/>
            </a:p>
          </p:txBody>
        </p:sp>
        <p:sp>
          <p:nvSpPr>
            <p:cNvPr id="11" name="矩形 10"/>
            <p:cNvSpPr/>
            <p:nvPr/>
          </p:nvSpPr>
          <p:spPr>
            <a:xfrm>
              <a:off x="4562587" y="2379533"/>
              <a:ext cx="1261884" cy="307777"/>
            </a:xfrm>
            <a:prstGeom prst="rect">
              <a:avLst/>
            </a:prstGeom>
          </p:spPr>
          <p:txBody>
            <a:bodyPr wrap="none">
              <a:spAutoFit/>
            </a:bodyPr>
            <a:lstStyle/>
            <a:p>
              <a:r>
                <a:rPr lang="zh-CN" altLang="en-US" sz="1400" dirty="0">
                  <a:solidFill>
                    <a:srgbClr val="FFFFFF"/>
                  </a:solidFill>
                  <a:latin typeface="+mn-ea"/>
                  <a:cs typeface="Arial" panose="020B0604020202020204" pitchFamily="34" charset="0"/>
                </a:rPr>
                <a:t>这里添加标题</a:t>
              </a:r>
              <a:endParaRPr lang="zh-CN" altLang="en-US" sz="1400" dirty="0">
                <a:solidFill>
                  <a:srgbClr val="FFFFFF"/>
                </a:solidFill>
                <a:latin typeface="+mn-ea"/>
              </a:endParaRPr>
            </a:p>
          </p:txBody>
        </p:sp>
        <p:sp>
          <p:nvSpPr>
            <p:cNvPr id="12" name="矩形 11"/>
            <p:cNvSpPr/>
            <p:nvPr/>
          </p:nvSpPr>
          <p:spPr>
            <a:xfrm>
              <a:off x="6293908" y="2379533"/>
              <a:ext cx="1261884" cy="307777"/>
            </a:xfrm>
            <a:prstGeom prst="rect">
              <a:avLst/>
            </a:prstGeom>
          </p:spPr>
          <p:txBody>
            <a:bodyPr wrap="none">
              <a:spAutoFit/>
            </a:bodyPr>
            <a:lstStyle/>
            <a:p>
              <a:r>
                <a:rPr lang="zh-CN" altLang="en-US" sz="1400" dirty="0">
                  <a:solidFill>
                    <a:srgbClr val="FFFFFF"/>
                  </a:solidFill>
                  <a:latin typeface="+mn-ea"/>
                  <a:cs typeface="Arial" panose="020B0604020202020204" pitchFamily="34" charset="0"/>
                </a:rPr>
                <a:t>这里添加标题</a:t>
              </a:r>
              <a:endParaRPr lang="zh-CN" altLang="en-US" sz="1400" dirty="0">
                <a:solidFill>
                  <a:srgbClr val="FFFFFF"/>
                </a:solidFill>
                <a:latin typeface="+mn-ea"/>
              </a:endParaRPr>
            </a:p>
          </p:txBody>
        </p:sp>
        <p:sp>
          <p:nvSpPr>
            <p:cNvPr id="13" name="矩形 12"/>
            <p:cNvSpPr/>
            <p:nvPr/>
          </p:nvSpPr>
          <p:spPr>
            <a:xfrm>
              <a:off x="6293908" y="4742105"/>
              <a:ext cx="1261884" cy="307777"/>
            </a:xfrm>
            <a:prstGeom prst="rect">
              <a:avLst/>
            </a:prstGeom>
          </p:spPr>
          <p:txBody>
            <a:bodyPr wrap="none">
              <a:spAutoFit/>
            </a:bodyPr>
            <a:lstStyle/>
            <a:p>
              <a:r>
                <a:rPr lang="zh-CN" altLang="en-US" sz="1400" dirty="0">
                  <a:solidFill>
                    <a:srgbClr val="FFFFFF"/>
                  </a:solidFill>
                  <a:latin typeface="+mn-ea"/>
                  <a:cs typeface="Arial" panose="020B0604020202020204" pitchFamily="34" charset="0"/>
                </a:rPr>
                <a:t>这里添加标题</a:t>
              </a:r>
              <a:endParaRPr lang="zh-CN" altLang="en-US" sz="1400" dirty="0">
                <a:solidFill>
                  <a:srgbClr val="FFFFFF"/>
                </a:solidFill>
                <a:latin typeface="+mn-ea"/>
              </a:endParaRPr>
            </a:p>
          </p:txBody>
        </p:sp>
        <p:sp>
          <p:nvSpPr>
            <p:cNvPr id="14" name="矩形 13"/>
            <p:cNvSpPr/>
            <p:nvPr/>
          </p:nvSpPr>
          <p:spPr>
            <a:xfrm>
              <a:off x="4640107" y="4742105"/>
              <a:ext cx="1261884" cy="307777"/>
            </a:xfrm>
            <a:prstGeom prst="rect">
              <a:avLst/>
            </a:prstGeom>
          </p:spPr>
          <p:txBody>
            <a:bodyPr wrap="none">
              <a:spAutoFit/>
            </a:bodyPr>
            <a:lstStyle/>
            <a:p>
              <a:r>
                <a:rPr lang="zh-CN" altLang="en-US" sz="1400" dirty="0">
                  <a:solidFill>
                    <a:srgbClr val="FFFFFF"/>
                  </a:solidFill>
                  <a:latin typeface="+mn-ea"/>
                  <a:cs typeface="Arial" panose="020B0604020202020204" pitchFamily="34" charset="0"/>
                </a:rPr>
                <a:t>这里添加标题</a:t>
              </a:r>
              <a:endParaRPr lang="zh-CN" altLang="en-US" sz="1400" dirty="0">
                <a:solidFill>
                  <a:srgbClr val="FFFFFF"/>
                </a:solidFill>
                <a:latin typeface="+mn-ea"/>
              </a:endParaRPr>
            </a:p>
          </p:txBody>
        </p:sp>
      </p:grpSp>
      <p:grpSp>
        <p:nvGrpSpPr>
          <p:cNvPr id="26" name="组 25"/>
          <p:cNvGrpSpPr/>
          <p:nvPr/>
        </p:nvGrpSpPr>
        <p:grpSpPr>
          <a:xfrm>
            <a:off x="1024961" y="1854454"/>
            <a:ext cx="3240000" cy="1397890"/>
            <a:chOff x="7573558" y="1789204"/>
            <a:chExt cx="3240000" cy="1397890"/>
          </a:xfrm>
        </p:grpSpPr>
        <p:grpSp>
          <p:nvGrpSpPr>
            <p:cNvPr id="2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9" name="矩形 2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0" name="矩形 2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1" name="组 30"/>
          <p:cNvGrpSpPr/>
          <p:nvPr/>
        </p:nvGrpSpPr>
        <p:grpSpPr>
          <a:xfrm>
            <a:off x="7968208" y="1988840"/>
            <a:ext cx="3240000" cy="1397890"/>
            <a:chOff x="7573558" y="1789204"/>
            <a:chExt cx="3240000" cy="1397890"/>
          </a:xfrm>
        </p:grpSpPr>
        <p:grpSp>
          <p:nvGrpSpPr>
            <p:cNvPr id="3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4" name="矩形 3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5" name="矩形 3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3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6" name="组 35"/>
          <p:cNvGrpSpPr/>
          <p:nvPr/>
        </p:nvGrpSpPr>
        <p:grpSpPr>
          <a:xfrm>
            <a:off x="1024961" y="4117323"/>
            <a:ext cx="3240000" cy="1397890"/>
            <a:chOff x="7573558" y="1789204"/>
            <a:chExt cx="3240000" cy="1397890"/>
          </a:xfrm>
        </p:grpSpPr>
        <p:grpSp>
          <p:nvGrpSpPr>
            <p:cNvPr id="3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9" name="矩形 3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0" name="矩形 3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41" name="组 40"/>
          <p:cNvGrpSpPr/>
          <p:nvPr/>
        </p:nvGrpSpPr>
        <p:grpSpPr>
          <a:xfrm>
            <a:off x="7968208" y="4117323"/>
            <a:ext cx="3240000" cy="1397890"/>
            <a:chOff x="7573558" y="1789204"/>
            <a:chExt cx="3240000" cy="1397890"/>
          </a:xfrm>
        </p:grpSpPr>
        <p:grpSp>
          <p:nvGrpSpPr>
            <p:cNvPr id="4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44" name="矩形 4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algn="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5" name="矩形 4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r" defTabSz="914400"/>
                <a:r>
                  <a:rPr lang="zh-CN" altLang="en-US" sz="1800" b="1" dirty="0">
                    <a:solidFill>
                      <a:srgbClr val="141735"/>
                    </a:solidFill>
                    <a:latin typeface="Calibri"/>
                    <a:ea typeface="微软雅黑"/>
                  </a:rPr>
                  <a:t>标题文字添加</a:t>
                </a:r>
              </a:p>
            </p:txBody>
          </p:sp>
        </p:grpSp>
        <p:cxnSp>
          <p:nvCxnSpPr>
            <p:cNvPr id="4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10075072"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
        <p:nvSpPr>
          <p:cNvPr id="46" name="标题 45"/>
          <p:cNvSpPr>
            <a:spLocks noGrp="1"/>
          </p:cNvSpPr>
          <p:nvPr>
            <p:ph type="title"/>
          </p:nvPr>
        </p:nvSpPr>
        <p:spPr/>
        <p:txBody>
          <a:bodyPr/>
          <a:lstStyle/>
          <a:p>
            <a:r>
              <a:rPr lang="zh-CN" altLang="en-US" dirty="0"/>
              <a:t>让金融更简单 让金融更美好</a:t>
            </a:r>
            <a:endParaRPr kumimoji="1" lang="zh-CN" altLang="en-US" dirty="0"/>
          </a:p>
        </p:txBody>
      </p:sp>
    </p:spTree>
    <p:extLst>
      <p:ext uri="{BB962C8B-B14F-4D97-AF65-F5344CB8AC3E}">
        <p14:creationId xmlns:p14="http://schemas.microsoft.com/office/powerpoint/2010/main" val="172950425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xmlns="" id="{EF2FE308-1248-4759-88F0-B62190BB391F}"/>
              </a:ext>
            </a:extLst>
          </p:cNvPr>
          <p:cNvSpPr/>
          <p:nvPr/>
        </p:nvSpPr>
        <p:spPr>
          <a:xfrm>
            <a:off x="4493623" y="2205037"/>
            <a:ext cx="3187337" cy="2447925"/>
          </a:xfrm>
          <a:prstGeom prst="rect">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a:ea typeface="微软雅黑"/>
              <a:cs typeface="+mn-cs"/>
            </a:endParaRPr>
          </a:p>
        </p:txBody>
      </p:sp>
      <p:pic>
        <p:nvPicPr>
          <p:cNvPr id="20" name="图片 19">
            <a:extLst>
              <a:ext uri="{FF2B5EF4-FFF2-40B4-BE49-F238E27FC236}">
                <a16:creationId xmlns:a16="http://schemas.microsoft.com/office/drawing/2014/main" xmlns="" id="{750DE551-CAAB-4DBD-A32E-10ABED4FBD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440" y="2205037"/>
            <a:ext cx="3640183" cy="2447925"/>
          </a:xfrm>
          <a:prstGeom prst="rect">
            <a:avLst/>
          </a:prstGeom>
        </p:spPr>
      </p:pic>
      <p:sp>
        <p:nvSpPr>
          <p:cNvPr id="21" name="文本框 20">
            <a:extLst>
              <a:ext uri="{FF2B5EF4-FFF2-40B4-BE49-F238E27FC236}">
                <a16:creationId xmlns:a16="http://schemas.microsoft.com/office/drawing/2014/main" xmlns="" id="{F84B917A-2509-4710-A451-6E697A35CD5D}"/>
              </a:ext>
            </a:extLst>
          </p:cNvPr>
          <p:cNvSpPr txBox="1"/>
          <p:nvPr/>
        </p:nvSpPr>
        <p:spPr>
          <a:xfrm>
            <a:off x="765101" y="4848294"/>
            <a:ext cx="10855399" cy="1477328"/>
          </a:xfrm>
          <a:prstGeom prst="rect">
            <a:avLst/>
          </a:prstGeom>
          <a:noFill/>
        </p:spPr>
        <p:txBody>
          <a:bodyPr wrap="square" rtlCol="0">
            <a:spAutoFit/>
          </a:bodyPr>
          <a:lstStyle/>
          <a:p>
            <a:pPr>
              <a:lnSpc>
                <a:spcPct val="150000"/>
              </a:lnSpc>
            </a:pPr>
            <a:r>
              <a:rPr lang="zh-CN" altLang="en-US" sz="1200" dirty="0" smtClean="0">
                <a:solidFill>
                  <a:srgbClr val="141735"/>
                </a:solidFill>
                <a:latin typeface="Microsoft YaHei Light" charset="-122"/>
                <a:ea typeface="Microsoft YaHei Light" charset="-122"/>
                <a:cs typeface="Microsoft YaHei Light" charset="-122"/>
              </a:rPr>
              <a:t>兴业数字金融服务（上海）股份有限公司，让金融更简单，让金融更</a:t>
            </a:r>
            <a:r>
              <a:rPr lang="zh-CN" altLang="en-US" sz="1200" dirty="0">
                <a:solidFill>
                  <a:srgbClr val="141735"/>
                </a:solidFill>
                <a:latin typeface="Microsoft YaHei Light" charset="-122"/>
                <a:ea typeface="Microsoft YaHei Light" charset="-122"/>
                <a:cs typeface="Microsoft YaHei Light" charset="-122"/>
              </a:rPr>
              <a:t>美好。兴业数字金融服务（上海）股份有限公司，让金融更简单，让金融更美好</a:t>
            </a:r>
            <a:r>
              <a:rPr lang="zh-CN" altLang="en-US" sz="1200" dirty="0" smtClean="0">
                <a:solidFill>
                  <a:srgbClr val="141735"/>
                </a:solidFill>
                <a:latin typeface="Microsoft YaHei Light" charset="-122"/>
                <a:ea typeface="Microsoft YaHei Light" charset="-122"/>
                <a:cs typeface="Microsoft YaHei Light" charset="-122"/>
              </a:rPr>
              <a:t>。兴</a:t>
            </a:r>
            <a:r>
              <a:rPr lang="zh-CN" altLang="en-US" sz="1200" dirty="0">
                <a:solidFill>
                  <a:srgbClr val="141735"/>
                </a:solidFill>
                <a:latin typeface="Microsoft YaHei Light" charset="-122"/>
                <a:ea typeface="Microsoft YaHei Light" charset="-122"/>
                <a:cs typeface="Microsoft YaHei Light" charset="-122"/>
              </a:rPr>
              <a:t>业数字金融服务（上海）股份有限公司，让金融更简单，让金融更美好。</a:t>
            </a:r>
          </a:p>
          <a:p>
            <a:pPr>
              <a:lnSpc>
                <a:spcPct val="150000"/>
              </a:lnSpc>
            </a:pPr>
            <a:r>
              <a:rPr lang="zh-CN" altLang="en-US" sz="1200" dirty="0">
                <a:solidFill>
                  <a:srgbClr val="141735"/>
                </a:solidFill>
                <a:latin typeface="Microsoft YaHei Light" charset="-122"/>
                <a:ea typeface="Microsoft YaHei Light" charset="-122"/>
                <a:cs typeface="Microsoft YaHei Light" charset="-122"/>
              </a:rPr>
              <a:t>兴业数字金融服务（上海）股份有限公司，让金融更简单，让金融更美好</a:t>
            </a:r>
            <a:r>
              <a:rPr lang="zh-CN" altLang="en-US" sz="1200" dirty="0" smtClean="0">
                <a:solidFill>
                  <a:srgbClr val="141735"/>
                </a:solidFill>
                <a:latin typeface="Microsoft YaHei Light" charset="-122"/>
                <a:ea typeface="Microsoft YaHei Light" charset="-122"/>
                <a:cs typeface="Microsoft YaHei Light" charset="-122"/>
              </a:rPr>
              <a:t>。</a:t>
            </a:r>
            <a:r>
              <a:rPr lang="zh-CN" altLang="en-US" sz="1200" dirty="0">
                <a:solidFill>
                  <a:srgbClr val="141735"/>
                </a:solidFill>
                <a:latin typeface="Microsoft YaHei Light" charset="-122"/>
                <a:ea typeface="Microsoft YaHei Light" charset="-122"/>
                <a:cs typeface="Microsoft YaHei Light" charset="-122"/>
              </a:rPr>
              <a:t>兴业数字金融服务（上海）股份有限公司，让金融更简单，让金融更美好</a:t>
            </a:r>
            <a:r>
              <a:rPr lang="zh-CN" altLang="en-US" sz="1200" dirty="0" smtClean="0">
                <a:solidFill>
                  <a:srgbClr val="141735"/>
                </a:solidFill>
                <a:latin typeface="Microsoft YaHei Light" charset="-122"/>
                <a:ea typeface="Microsoft YaHei Light" charset="-122"/>
                <a:cs typeface="Microsoft YaHei Light" charset="-122"/>
              </a:rPr>
              <a:t>。</a:t>
            </a:r>
            <a:r>
              <a:rPr lang="zh-CN" altLang="en-US" sz="1200" dirty="0">
                <a:solidFill>
                  <a:srgbClr val="141735"/>
                </a:solidFill>
                <a:latin typeface="Microsoft YaHei Light" charset="-122"/>
                <a:ea typeface="Microsoft YaHei Light" charset="-122"/>
                <a:cs typeface="Microsoft YaHei Light" charset="-122"/>
              </a:rPr>
              <a:t>兴业数字金融服务（上海）股份有限公司，让金融更简单，让金融更美好。</a:t>
            </a:r>
          </a:p>
          <a:p>
            <a:pPr>
              <a:lnSpc>
                <a:spcPct val="150000"/>
              </a:lnSpc>
            </a:pPr>
            <a:endParaRPr lang="zh-CN" altLang="en-US" sz="1200" dirty="0">
              <a:solidFill>
                <a:srgbClr val="141735"/>
              </a:solidFill>
              <a:latin typeface="Microsoft YaHei Light" charset="-122"/>
              <a:ea typeface="Microsoft YaHei Light" charset="-122"/>
              <a:cs typeface="Microsoft YaHei Light" charset="-122"/>
            </a:endParaRPr>
          </a:p>
        </p:txBody>
      </p:sp>
      <p:sp>
        <p:nvSpPr>
          <p:cNvPr id="22" name="文本框 21">
            <a:extLst>
              <a:ext uri="{FF2B5EF4-FFF2-40B4-BE49-F238E27FC236}">
                <a16:creationId xmlns:a16="http://schemas.microsoft.com/office/drawing/2014/main" xmlns="" id="{6AFAB47F-01A7-48B0-8AC2-4F29A2034591}"/>
              </a:ext>
            </a:extLst>
          </p:cNvPr>
          <p:cNvSpPr txBox="1"/>
          <p:nvPr/>
        </p:nvSpPr>
        <p:spPr>
          <a:xfrm>
            <a:off x="5039493" y="3039925"/>
            <a:ext cx="2113014" cy="307777"/>
          </a:xfrm>
          <a:prstGeom prst="rect">
            <a:avLst/>
          </a:prstGeom>
          <a:noFill/>
        </p:spPr>
        <p:txBody>
          <a:bodyPr wrap="none" rtlCol="0">
            <a:spAutoFit/>
          </a:bodyPr>
          <a:lstStyle/>
          <a:p>
            <a:pPr defTabSz="914400"/>
            <a:r>
              <a:rPr lang="en-US" altLang="zh-CN" sz="1400" b="1" dirty="0">
                <a:solidFill>
                  <a:prstClr val="white"/>
                </a:solidFill>
                <a:latin typeface="Arial" panose="020B0604020202020204" pitchFamily="34" charset="0"/>
                <a:ea typeface="微软雅黑"/>
                <a:cs typeface="Arial" panose="020B0604020202020204" pitchFamily="34" charset="0"/>
              </a:rPr>
              <a:t>We are a creative team</a:t>
            </a:r>
            <a:endParaRPr lang="zh-CN" altLang="en-US" sz="1400" b="1" dirty="0">
              <a:solidFill>
                <a:prstClr val="white"/>
              </a:solidFill>
              <a:latin typeface="Arial" panose="020B0604020202020204" pitchFamily="34" charset="0"/>
              <a:ea typeface="微软雅黑"/>
              <a:cs typeface="Arial" panose="020B0604020202020204" pitchFamily="34" charset="0"/>
            </a:endParaRPr>
          </a:p>
        </p:txBody>
      </p:sp>
      <p:sp>
        <p:nvSpPr>
          <p:cNvPr id="23" name="文本框 22">
            <a:extLst>
              <a:ext uri="{FF2B5EF4-FFF2-40B4-BE49-F238E27FC236}">
                <a16:creationId xmlns:a16="http://schemas.microsoft.com/office/drawing/2014/main" xmlns="" id="{545487D2-2DD6-41BE-80DC-1FB925BB3104}"/>
              </a:ext>
            </a:extLst>
          </p:cNvPr>
          <p:cNvSpPr txBox="1"/>
          <p:nvPr/>
        </p:nvSpPr>
        <p:spPr>
          <a:xfrm>
            <a:off x="4628729" y="3461059"/>
            <a:ext cx="2934542" cy="646331"/>
          </a:xfrm>
          <a:prstGeom prst="rect">
            <a:avLst/>
          </a:prstGeom>
          <a:noFill/>
        </p:spPr>
        <p:txBody>
          <a:bodyPr wrap="square" rtlCol="0">
            <a:spAutoFit/>
          </a:bodyPr>
          <a:lstStyle/>
          <a:p>
            <a:pPr defTabSz="914400">
              <a:lnSpc>
                <a:spcPct val="150000"/>
              </a:lnSpc>
            </a:pPr>
            <a:r>
              <a:rPr lang="zh-CN" altLang="en-US" sz="1200" dirty="0" smtClean="0">
                <a:solidFill>
                  <a:schemeClr val="bg1"/>
                </a:solidFill>
                <a:latin typeface="Microsoft YaHei Light" charset="-122"/>
                <a:ea typeface="Microsoft YaHei Light" charset="-122"/>
                <a:cs typeface="Microsoft YaHei Light" charset="-122"/>
              </a:rPr>
              <a:t>兴业数字金融服务（上海）股份有限公司，让金融更简单，让金融更美好。</a:t>
            </a:r>
            <a:endParaRPr lang="zh-CN" altLang="en-US" sz="1200" dirty="0">
              <a:solidFill>
                <a:schemeClr val="bg1"/>
              </a:solidFill>
              <a:latin typeface="Microsoft YaHei Light" charset="-122"/>
              <a:ea typeface="Microsoft YaHei Light" charset="-122"/>
              <a:cs typeface="Microsoft YaHei Light" charset="-122"/>
            </a:endParaRPr>
          </a:p>
        </p:txBody>
      </p:sp>
      <p:pic>
        <p:nvPicPr>
          <p:cNvPr id="24" name="图片 23">
            <a:extLst>
              <a:ext uri="{FF2B5EF4-FFF2-40B4-BE49-F238E27FC236}">
                <a16:creationId xmlns:a16="http://schemas.microsoft.com/office/drawing/2014/main" xmlns="" id="{C735F051-C368-4EDA-9B71-2FD50943FC5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6173" y="2546168"/>
            <a:ext cx="499654" cy="499654"/>
          </a:xfrm>
          <a:prstGeom prst="rect">
            <a:avLst/>
          </a:prstGeom>
        </p:spPr>
      </p:pic>
      <p:pic>
        <p:nvPicPr>
          <p:cNvPr id="25" name="Picture 6" descr="https://timgsa.baidu.com/timg?image&amp;quality=80&amp;size=b9999_10000&amp;sec=1488626071255&amp;di=3d7e35310d32a681b160828a44f0eed8&amp;imgtype=0&amp;src=http%3A%2F%2Fimg1.soufunimg.com%2Fzxb%2F2014_08%2F22%2F87%2F64%2Fpic%2F007428077400.jpg">
            <a:extLst>
              <a:ext uri="{FF2B5EF4-FFF2-40B4-BE49-F238E27FC236}">
                <a16:creationId xmlns:a16="http://schemas.microsoft.com/office/drawing/2014/main" xmlns="" id="{7CC032A1-26E8-4C9A-972C-DD5C89F781D9}"/>
              </a:ext>
            </a:extLst>
          </p:cNvPr>
          <p:cNvPicPr>
            <a:picLocks noChangeAspect="1" noChangeArrowheads="1"/>
          </p:cNvPicPr>
          <p:nvPr/>
        </p:nvPicPr>
        <p:blipFill>
          <a:blip r:embed="rId4" cstate="print">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680144" y="2205037"/>
            <a:ext cx="3640183" cy="2447925"/>
          </a:xfrm>
          <a:prstGeom prst="rect">
            <a:avLst/>
          </a:prstGeom>
          <a:noFill/>
          <a:extLst>
            <a:ext uri="{909E8E84-426E-40DD-AFC4-6F175D3DCCD1}">
              <a14:hiddenFill xmlns:a14="http://schemas.microsoft.com/office/drawing/2010/main">
                <a:solidFill>
                  <a:srgbClr val="FFFFFF"/>
                </a:solidFill>
              </a14:hiddenFill>
            </a:ext>
          </a:extLst>
        </p:spPr>
      </p:pic>
      <p:pic>
        <p:nvPicPr>
          <p:cNvPr id="26" name="图片 25">
            <a:extLst>
              <a:ext uri="{FF2B5EF4-FFF2-40B4-BE49-F238E27FC236}">
                <a16:creationId xmlns:a16="http://schemas.microsoft.com/office/drawing/2014/main" xmlns="" id="{D263B3C5-EBFD-49EC-B89C-6A133E6D384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1736" y="2205036"/>
            <a:ext cx="3671888" cy="2447925"/>
          </a:xfrm>
          <a:prstGeom prst="rect">
            <a:avLst/>
          </a:prstGeom>
        </p:spPr>
      </p:pic>
      <p:sp>
        <p:nvSpPr>
          <p:cNvPr id="2" name="标题 1"/>
          <p:cNvSpPr>
            <a:spLocks noGrp="1"/>
          </p:cNvSpPr>
          <p:nvPr>
            <p:ph type="title"/>
          </p:nvPr>
        </p:nvSpPr>
        <p:spPr/>
        <p:txBody>
          <a:bodyPr/>
          <a:lstStyle/>
          <a:p>
            <a:r>
              <a:rPr lang="zh-CN" altLang="en-US" dirty="0"/>
              <a:t>让金融更简单 让金融更美好</a:t>
            </a:r>
          </a:p>
        </p:txBody>
      </p:sp>
      <p:sp>
        <p:nvSpPr>
          <p:cNvPr id="4" name="文本占位符 3"/>
          <p:cNvSpPr>
            <a:spLocks noGrp="1"/>
          </p:cNvSpPr>
          <p:nvPr>
            <p:ph type="body" sz="quarter" idx="10"/>
          </p:nvPr>
        </p:nvSpPr>
        <p:spPr>
          <a:prstGeom prst="rect">
            <a:avLst/>
          </a:prstGeom>
        </p:spPr>
        <p:txBody>
          <a:bodyPr/>
          <a:lstStyle/>
          <a:p>
            <a:r>
              <a:rPr kumimoji="1" lang="zh-CN" altLang="en-US" dirty="0" smtClean="0"/>
              <a:t>这里是一个小标题，如果有解释行文字，请输入这里，保证页面主次层次</a:t>
            </a:r>
            <a:endParaRPr kumimoji="1" lang="zh-CN" altLang="en-US" dirty="0"/>
          </a:p>
        </p:txBody>
      </p:sp>
    </p:spTree>
    <p:extLst>
      <p:ext uri="{BB962C8B-B14F-4D97-AF65-F5344CB8AC3E}">
        <p14:creationId xmlns:p14="http://schemas.microsoft.com/office/powerpoint/2010/main" val="881850157"/>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p:cNvSpPr>
            <a:spLocks noGrp="1"/>
          </p:cNvSpPr>
          <p:nvPr>
            <p:ph type="title"/>
          </p:nvPr>
        </p:nvSpPr>
        <p:spPr/>
        <p:txBody>
          <a:bodyPr/>
          <a:lstStyle/>
          <a:p>
            <a:r>
              <a:rPr lang="zh-CN" altLang="en-US" dirty="0"/>
              <a:t>让金融更简单 让金融更美好</a:t>
            </a:r>
            <a:endParaRPr kumimoji="1" lang="zh-CN" altLang="en-US" dirty="0"/>
          </a:p>
        </p:txBody>
      </p:sp>
      <p:pic>
        <p:nvPicPr>
          <p:cNvPr id="3" name="图片占位符 28">
            <a:extLst>
              <a:ext uri="{FF2B5EF4-FFF2-40B4-BE49-F238E27FC236}">
                <a16:creationId xmlns="" xmlns:a16="http://schemas.microsoft.com/office/drawing/2014/main" id="{A5AD8428-710F-4AFB-9912-415C2E0F8B77}"/>
              </a:ext>
            </a:extLst>
          </p:cNvPr>
          <p:cNvPicPr>
            <a:picLocks noChangeAspect="1"/>
          </p:cNvPicPr>
          <p:nvPr/>
        </p:nvPicPr>
        <p:blipFill>
          <a:blip r:embed="rId2" cstate="print">
            <a:grayscl/>
            <a:extLst>
              <a:ext uri="{28A0092B-C50C-407E-A947-70E740481C1C}">
                <a14:useLocalDpi xmlns:a14="http://schemas.microsoft.com/office/drawing/2010/main" val="0"/>
              </a:ext>
            </a:extLst>
          </a:blip>
          <a:srcRect t="13093" b="13093"/>
          <a:stretch>
            <a:fillRect/>
          </a:stretch>
        </p:blipFill>
        <p:spPr>
          <a:xfrm>
            <a:off x="6379229" y="1628800"/>
            <a:ext cx="4916487" cy="2419350"/>
          </a:xfrm>
          <a:custGeom>
            <a:avLst/>
            <a:gdLst>
              <a:gd name="connsiteX0" fmla="*/ 0 w 4916487"/>
              <a:gd name="connsiteY0" fmla="*/ 0 h 2419350"/>
              <a:gd name="connsiteX1" fmla="*/ 4916487 w 4916487"/>
              <a:gd name="connsiteY1" fmla="*/ 0 h 2419350"/>
              <a:gd name="connsiteX2" fmla="*/ 4916487 w 4916487"/>
              <a:gd name="connsiteY2" fmla="*/ 2419350 h 2419350"/>
              <a:gd name="connsiteX3" fmla="*/ 0 w 4916487"/>
              <a:gd name="connsiteY3" fmla="*/ 2419350 h 2419350"/>
            </a:gdLst>
            <a:ahLst/>
            <a:cxnLst>
              <a:cxn ang="0">
                <a:pos x="connsiteX0" y="connsiteY0"/>
              </a:cxn>
              <a:cxn ang="0">
                <a:pos x="connsiteX1" y="connsiteY1"/>
              </a:cxn>
              <a:cxn ang="0">
                <a:pos x="connsiteX2" y="connsiteY2"/>
              </a:cxn>
              <a:cxn ang="0">
                <a:pos x="connsiteX3" y="connsiteY3"/>
              </a:cxn>
            </a:cxnLst>
            <a:rect l="l" t="t" r="r" b="b"/>
            <a:pathLst>
              <a:path w="4916487" h="2419350">
                <a:moveTo>
                  <a:pt x="0" y="0"/>
                </a:moveTo>
                <a:lnTo>
                  <a:pt x="4916487" y="0"/>
                </a:lnTo>
                <a:lnTo>
                  <a:pt x="4916487" y="2419350"/>
                </a:lnTo>
                <a:lnTo>
                  <a:pt x="0" y="2419350"/>
                </a:lnTo>
                <a:close/>
              </a:path>
            </a:pathLst>
          </a:custGeom>
        </p:spPr>
      </p:pic>
      <p:pic>
        <p:nvPicPr>
          <p:cNvPr id="4" name="图片占位符 27">
            <a:extLst>
              <a:ext uri="{FF2B5EF4-FFF2-40B4-BE49-F238E27FC236}">
                <a16:creationId xmlns="" xmlns:a16="http://schemas.microsoft.com/office/drawing/2014/main" id="{7B6F24AA-5892-4B8C-8DFA-EE17ED118781}"/>
              </a:ext>
            </a:extLst>
          </p:cNvPr>
          <p:cNvPicPr>
            <a:picLocks noChangeAspect="1"/>
          </p:cNvPicPr>
          <p:nvPr/>
        </p:nvPicPr>
        <p:blipFill>
          <a:blip r:embed="rId3" cstate="print">
            <a:grayscl/>
            <a:extLst>
              <a:ext uri="{28A0092B-C50C-407E-A947-70E740481C1C}">
                <a14:useLocalDpi xmlns:a14="http://schemas.microsoft.com/office/drawing/2010/main" val="0"/>
              </a:ext>
            </a:extLst>
          </a:blip>
          <a:srcRect t="13093" b="13093"/>
          <a:stretch>
            <a:fillRect/>
          </a:stretch>
        </p:blipFill>
        <p:spPr>
          <a:xfrm>
            <a:off x="853141" y="1628800"/>
            <a:ext cx="4916487" cy="2419350"/>
          </a:xfrm>
          <a:custGeom>
            <a:avLst/>
            <a:gdLst>
              <a:gd name="connsiteX0" fmla="*/ 0 w 4916487"/>
              <a:gd name="connsiteY0" fmla="*/ 0 h 2419350"/>
              <a:gd name="connsiteX1" fmla="*/ 4916487 w 4916487"/>
              <a:gd name="connsiteY1" fmla="*/ 0 h 2419350"/>
              <a:gd name="connsiteX2" fmla="*/ 4916487 w 4916487"/>
              <a:gd name="connsiteY2" fmla="*/ 2419350 h 2419350"/>
              <a:gd name="connsiteX3" fmla="*/ 0 w 4916487"/>
              <a:gd name="connsiteY3" fmla="*/ 2419350 h 2419350"/>
            </a:gdLst>
            <a:ahLst/>
            <a:cxnLst>
              <a:cxn ang="0">
                <a:pos x="connsiteX0" y="connsiteY0"/>
              </a:cxn>
              <a:cxn ang="0">
                <a:pos x="connsiteX1" y="connsiteY1"/>
              </a:cxn>
              <a:cxn ang="0">
                <a:pos x="connsiteX2" y="connsiteY2"/>
              </a:cxn>
              <a:cxn ang="0">
                <a:pos x="connsiteX3" y="connsiteY3"/>
              </a:cxn>
            </a:cxnLst>
            <a:rect l="l" t="t" r="r" b="b"/>
            <a:pathLst>
              <a:path w="4916487" h="2419350">
                <a:moveTo>
                  <a:pt x="0" y="0"/>
                </a:moveTo>
                <a:lnTo>
                  <a:pt x="4916487" y="0"/>
                </a:lnTo>
                <a:lnTo>
                  <a:pt x="4916487" y="2419350"/>
                </a:lnTo>
                <a:lnTo>
                  <a:pt x="0" y="2419350"/>
                </a:lnTo>
                <a:close/>
              </a:path>
            </a:pathLst>
          </a:custGeom>
        </p:spPr>
      </p:pic>
      <p:sp>
        <p:nvSpPr>
          <p:cNvPr id="5" name="矩形 4">
            <a:extLst>
              <a:ext uri="{FF2B5EF4-FFF2-40B4-BE49-F238E27FC236}">
                <a16:creationId xmlns="" xmlns:a16="http://schemas.microsoft.com/office/drawing/2014/main" id="{90F0748B-F524-4D1A-8C8E-9CB562430B5B}"/>
              </a:ext>
            </a:extLst>
          </p:cNvPr>
          <p:cNvSpPr/>
          <p:nvPr/>
        </p:nvSpPr>
        <p:spPr>
          <a:xfrm>
            <a:off x="853140" y="1628800"/>
            <a:ext cx="1504949" cy="2419350"/>
          </a:xfrm>
          <a:prstGeom prst="rect">
            <a:avLst/>
          </a:prstGeom>
          <a:solidFill>
            <a:srgbClr val="4372C4">
              <a:alpha val="9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6" name="矩形 5">
            <a:extLst>
              <a:ext uri="{FF2B5EF4-FFF2-40B4-BE49-F238E27FC236}">
                <a16:creationId xmlns="" xmlns:a16="http://schemas.microsoft.com/office/drawing/2014/main" id="{8918690C-D55F-46AA-8128-00A7D56AAFB2}"/>
              </a:ext>
            </a:extLst>
          </p:cNvPr>
          <p:cNvSpPr/>
          <p:nvPr/>
        </p:nvSpPr>
        <p:spPr>
          <a:xfrm>
            <a:off x="9790766" y="1628800"/>
            <a:ext cx="1504949" cy="2419350"/>
          </a:xfrm>
          <a:prstGeom prst="rect">
            <a:avLst/>
          </a:prstGeom>
          <a:solidFill>
            <a:srgbClr val="4372C4">
              <a:alpha val="9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7" name="椭圆 5">
            <a:extLst>
              <a:ext uri="{FF2B5EF4-FFF2-40B4-BE49-F238E27FC236}">
                <a16:creationId xmlns="" xmlns:a16="http://schemas.microsoft.com/office/drawing/2014/main" id="{C7B3DD58-E362-4A64-AB7D-9E27565FBCF6}"/>
              </a:ext>
            </a:extLst>
          </p:cNvPr>
          <p:cNvSpPr/>
          <p:nvPr/>
        </p:nvSpPr>
        <p:spPr>
          <a:xfrm>
            <a:off x="1186514" y="2456644"/>
            <a:ext cx="838200" cy="763662"/>
          </a:xfrm>
          <a:custGeom>
            <a:avLst/>
            <a:gdLst>
              <a:gd name="connsiteX0" fmla="*/ 138332 w 334963"/>
              <a:gd name="connsiteY0" fmla="*/ 262313 h 305176"/>
              <a:gd name="connsiteX1" fmla="*/ 143587 w 334963"/>
              <a:gd name="connsiteY1" fmla="*/ 267671 h 305176"/>
              <a:gd name="connsiteX2" fmla="*/ 143587 w 334963"/>
              <a:gd name="connsiteY2" fmla="*/ 279726 h 305176"/>
              <a:gd name="connsiteX3" fmla="*/ 169863 w 334963"/>
              <a:gd name="connsiteY3" fmla="*/ 291781 h 305176"/>
              <a:gd name="connsiteX4" fmla="*/ 196139 w 334963"/>
              <a:gd name="connsiteY4" fmla="*/ 279726 h 305176"/>
              <a:gd name="connsiteX5" fmla="*/ 196139 w 334963"/>
              <a:gd name="connsiteY5" fmla="*/ 267671 h 305176"/>
              <a:gd name="connsiteX6" fmla="*/ 201394 w 334963"/>
              <a:gd name="connsiteY6" fmla="*/ 262313 h 305176"/>
              <a:gd name="connsiteX7" fmla="*/ 207963 w 334963"/>
              <a:gd name="connsiteY7" fmla="*/ 267671 h 305176"/>
              <a:gd name="connsiteX8" fmla="*/ 207963 w 334963"/>
              <a:gd name="connsiteY8" fmla="*/ 283745 h 305176"/>
              <a:gd name="connsiteX9" fmla="*/ 204022 w 334963"/>
              <a:gd name="connsiteY9" fmla="*/ 289102 h 305176"/>
              <a:gd name="connsiteX10" fmla="*/ 172491 w 334963"/>
              <a:gd name="connsiteY10" fmla="*/ 303837 h 305176"/>
              <a:gd name="connsiteX11" fmla="*/ 169863 w 334963"/>
              <a:gd name="connsiteY11" fmla="*/ 305176 h 305176"/>
              <a:gd name="connsiteX12" fmla="*/ 167236 w 334963"/>
              <a:gd name="connsiteY12" fmla="*/ 303837 h 305176"/>
              <a:gd name="connsiteX13" fmla="*/ 135705 w 334963"/>
              <a:gd name="connsiteY13" fmla="*/ 289102 h 305176"/>
              <a:gd name="connsiteX14" fmla="*/ 131763 w 334963"/>
              <a:gd name="connsiteY14" fmla="*/ 283745 h 305176"/>
              <a:gd name="connsiteX15" fmla="*/ 131763 w 334963"/>
              <a:gd name="connsiteY15" fmla="*/ 267671 h 305176"/>
              <a:gd name="connsiteX16" fmla="*/ 138332 w 334963"/>
              <a:gd name="connsiteY16" fmla="*/ 262313 h 305176"/>
              <a:gd name="connsiteX17" fmla="*/ 128043 w 334963"/>
              <a:gd name="connsiteY17" fmla="*/ 230563 h 305176"/>
              <a:gd name="connsiteX18" fmla="*/ 125413 w 334963"/>
              <a:gd name="connsiteY18" fmla="*/ 233341 h 305176"/>
              <a:gd name="connsiteX19" fmla="*/ 125413 w 334963"/>
              <a:gd name="connsiteY19" fmla="*/ 238898 h 305176"/>
              <a:gd name="connsiteX20" fmla="*/ 128043 w 334963"/>
              <a:gd name="connsiteY20" fmla="*/ 241676 h 305176"/>
              <a:gd name="connsiteX21" fmla="*/ 206922 w 334963"/>
              <a:gd name="connsiteY21" fmla="*/ 241676 h 305176"/>
              <a:gd name="connsiteX22" fmla="*/ 209551 w 334963"/>
              <a:gd name="connsiteY22" fmla="*/ 238898 h 305176"/>
              <a:gd name="connsiteX23" fmla="*/ 209551 w 334963"/>
              <a:gd name="connsiteY23" fmla="*/ 233341 h 305176"/>
              <a:gd name="connsiteX24" fmla="*/ 206922 w 334963"/>
              <a:gd name="connsiteY24" fmla="*/ 230563 h 305176"/>
              <a:gd name="connsiteX25" fmla="*/ 128043 w 334963"/>
              <a:gd name="connsiteY25" fmla="*/ 230563 h 305176"/>
              <a:gd name="connsiteX26" fmla="*/ 128781 w 334963"/>
              <a:gd name="connsiteY26" fmla="*/ 219451 h 305176"/>
              <a:gd name="connsiteX27" fmla="*/ 207769 w 334963"/>
              <a:gd name="connsiteY27" fmla="*/ 219451 h 305176"/>
              <a:gd name="connsiteX28" fmla="*/ 222250 w 334963"/>
              <a:gd name="connsiteY28" fmla="*/ 233556 h 305176"/>
              <a:gd name="connsiteX29" fmla="*/ 222250 w 334963"/>
              <a:gd name="connsiteY29" fmla="*/ 238684 h 305176"/>
              <a:gd name="connsiteX30" fmla="*/ 207769 w 334963"/>
              <a:gd name="connsiteY30" fmla="*/ 252789 h 305176"/>
              <a:gd name="connsiteX31" fmla="*/ 128781 w 334963"/>
              <a:gd name="connsiteY31" fmla="*/ 252789 h 305176"/>
              <a:gd name="connsiteX32" fmla="*/ 114300 w 334963"/>
              <a:gd name="connsiteY32" fmla="*/ 238684 h 305176"/>
              <a:gd name="connsiteX33" fmla="*/ 114300 w 334963"/>
              <a:gd name="connsiteY33" fmla="*/ 233556 h 305176"/>
              <a:gd name="connsiteX34" fmla="*/ 128781 w 334963"/>
              <a:gd name="connsiteY34" fmla="*/ 219451 h 305176"/>
              <a:gd name="connsiteX35" fmla="*/ 266120 w 334963"/>
              <a:gd name="connsiteY35" fmla="*/ 168353 h 305176"/>
              <a:gd name="connsiteX36" fmla="*/ 305614 w 334963"/>
              <a:gd name="connsiteY36" fmla="*/ 198019 h 305176"/>
              <a:gd name="connsiteX37" fmla="*/ 306930 w 334963"/>
              <a:gd name="connsiteY37" fmla="*/ 205758 h 305176"/>
              <a:gd name="connsiteX38" fmla="*/ 301664 w 334963"/>
              <a:gd name="connsiteY38" fmla="*/ 208338 h 305176"/>
              <a:gd name="connsiteX39" fmla="*/ 299032 w 334963"/>
              <a:gd name="connsiteY39" fmla="*/ 207048 h 305176"/>
              <a:gd name="connsiteX40" fmla="*/ 259538 w 334963"/>
              <a:gd name="connsiteY40" fmla="*/ 178672 h 305176"/>
              <a:gd name="connsiteX41" fmla="*/ 258221 w 334963"/>
              <a:gd name="connsiteY41" fmla="*/ 169643 h 305176"/>
              <a:gd name="connsiteX42" fmla="*/ 266120 w 334963"/>
              <a:gd name="connsiteY42" fmla="*/ 168353 h 305176"/>
              <a:gd name="connsiteX43" fmla="*/ 75093 w 334963"/>
              <a:gd name="connsiteY43" fmla="*/ 166503 h 305176"/>
              <a:gd name="connsiteX44" fmla="*/ 83067 w 334963"/>
              <a:gd name="connsiteY44" fmla="*/ 167810 h 305176"/>
              <a:gd name="connsiteX45" fmla="*/ 81738 w 334963"/>
              <a:gd name="connsiteY45" fmla="*/ 175654 h 305176"/>
              <a:gd name="connsiteX46" fmla="*/ 39208 w 334963"/>
              <a:gd name="connsiteY46" fmla="*/ 207031 h 305176"/>
              <a:gd name="connsiteX47" fmla="*/ 35221 w 334963"/>
              <a:gd name="connsiteY47" fmla="*/ 208338 h 305176"/>
              <a:gd name="connsiteX48" fmla="*/ 31233 w 334963"/>
              <a:gd name="connsiteY48" fmla="*/ 205723 h 305176"/>
              <a:gd name="connsiteX49" fmla="*/ 32562 w 334963"/>
              <a:gd name="connsiteY49" fmla="*/ 197879 h 305176"/>
              <a:gd name="connsiteX50" fmla="*/ 75093 w 334963"/>
              <a:gd name="connsiteY50" fmla="*/ 166503 h 305176"/>
              <a:gd name="connsiteX51" fmla="*/ 284569 w 334963"/>
              <a:gd name="connsiteY51" fmla="*/ 98801 h 305176"/>
              <a:gd name="connsiteX52" fmla="*/ 329795 w 334963"/>
              <a:gd name="connsiteY52" fmla="*/ 98801 h 305176"/>
              <a:gd name="connsiteX53" fmla="*/ 334963 w 334963"/>
              <a:gd name="connsiteY53" fmla="*/ 104975 h 305176"/>
              <a:gd name="connsiteX54" fmla="*/ 329795 w 334963"/>
              <a:gd name="connsiteY54" fmla="*/ 109914 h 305176"/>
              <a:gd name="connsiteX55" fmla="*/ 284569 w 334963"/>
              <a:gd name="connsiteY55" fmla="*/ 109914 h 305176"/>
              <a:gd name="connsiteX56" fmla="*/ 279400 w 334963"/>
              <a:gd name="connsiteY56" fmla="*/ 104975 h 305176"/>
              <a:gd name="connsiteX57" fmla="*/ 284569 w 334963"/>
              <a:gd name="connsiteY57" fmla="*/ 98801 h 305176"/>
              <a:gd name="connsiteX58" fmla="*/ 5340 w 334963"/>
              <a:gd name="connsiteY58" fmla="*/ 98801 h 305176"/>
              <a:gd name="connsiteX59" fmla="*/ 53398 w 334963"/>
              <a:gd name="connsiteY59" fmla="*/ 98801 h 305176"/>
              <a:gd name="connsiteX60" fmla="*/ 58738 w 334963"/>
              <a:gd name="connsiteY60" fmla="*/ 104975 h 305176"/>
              <a:gd name="connsiteX61" fmla="*/ 53398 w 334963"/>
              <a:gd name="connsiteY61" fmla="*/ 109914 h 305176"/>
              <a:gd name="connsiteX62" fmla="*/ 5340 w 334963"/>
              <a:gd name="connsiteY62" fmla="*/ 109914 h 305176"/>
              <a:gd name="connsiteX63" fmla="*/ 0 w 334963"/>
              <a:gd name="connsiteY63" fmla="*/ 104975 h 305176"/>
              <a:gd name="connsiteX64" fmla="*/ 5340 w 334963"/>
              <a:gd name="connsiteY64" fmla="*/ 98801 h 305176"/>
              <a:gd name="connsiteX65" fmla="*/ 164887 w 334963"/>
              <a:gd name="connsiteY65" fmla="*/ 36888 h 305176"/>
              <a:gd name="connsiteX66" fmla="*/ 171451 w 334963"/>
              <a:gd name="connsiteY66" fmla="*/ 43604 h 305176"/>
              <a:gd name="connsiteX67" fmla="*/ 164887 w 334963"/>
              <a:gd name="connsiteY67" fmla="*/ 48977 h 305176"/>
              <a:gd name="connsiteX68" fmla="*/ 115003 w 334963"/>
              <a:gd name="connsiteY68" fmla="*/ 100022 h 305176"/>
              <a:gd name="connsiteX69" fmla="*/ 109752 w 334963"/>
              <a:gd name="connsiteY69" fmla="*/ 106738 h 305176"/>
              <a:gd name="connsiteX70" fmla="*/ 103188 w 334963"/>
              <a:gd name="connsiteY70" fmla="*/ 100022 h 305176"/>
              <a:gd name="connsiteX71" fmla="*/ 164887 w 334963"/>
              <a:gd name="connsiteY71" fmla="*/ 36888 h 305176"/>
              <a:gd name="connsiteX72" fmla="*/ 169069 w 334963"/>
              <a:gd name="connsiteY72" fmla="*/ 9901 h 305176"/>
              <a:gd name="connsiteX73" fmla="*/ 258763 w 334963"/>
              <a:gd name="connsiteY73" fmla="*/ 99286 h 305176"/>
              <a:gd name="connsiteX74" fmla="*/ 240297 w 334963"/>
              <a:gd name="connsiteY74" fmla="*/ 154495 h 305176"/>
              <a:gd name="connsiteX75" fmla="*/ 221830 w 334963"/>
              <a:gd name="connsiteY75" fmla="*/ 208389 h 305176"/>
              <a:gd name="connsiteX76" fmla="*/ 217873 w 334963"/>
              <a:gd name="connsiteY76" fmla="*/ 214962 h 305176"/>
              <a:gd name="connsiteX77" fmla="*/ 211278 w 334963"/>
              <a:gd name="connsiteY77" fmla="*/ 212333 h 305176"/>
              <a:gd name="connsiteX78" fmla="*/ 231064 w 334963"/>
              <a:gd name="connsiteY78" fmla="*/ 147923 h 305176"/>
              <a:gd name="connsiteX79" fmla="*/ 248211 w 334963"/>
              <a:gd name="connsiteY79" fmla="*/ 99286 h 305176"/>
              <a:gd name="connsiteX80" fmla="*/ 169069 w 334963"/>
              <a:gd name="connsiteY80" fmla="*/ 21731 h 305176"/>
              <a:gd name="connsiteX81" fmla="*/ 89927 w 334963"/>
              <a:gd name="connsiteY81" fmla="*/ 99286 h 305176"/>
              <a:gd name="connsiteX82" fmla="*/ 107075 w 334963"/>
              <a:gd name="connsiteY82" fmla="*/ 146608 h 305176"/>
              <a:gd name="connsiteX83" fmla="*/ 107075 w 334963"/>
              <a:gd name="connsiteY83" fmla="*/ 147923 h 305176"/>
              <a:gd name="connsiteX84" fmla="*/ 128179 w 334963"/>
              <a:gd name="connsiteY84" fmla="*/ 212333 h 305176"/>
              <a:gd name="connsiteX85" fmla="*/ 122903 w 334963"/>
              <a:gd name="connsiteY85" fmla="*/ 216276 h 305176"/>
              <a:gd name="connsiteX86" fmla="*/ 120265 w 334963"/>
              <a:gd name="connsiteY86" fmla="*/ 214962 h 305176"/>
              <a:gd name="connsiteX87" fmla="*/ 117627 w 334963"/>
              <a:gd name="connsiteY87" fmla="*/ 207075 h 305176"/>
              <a:gd name="connsiteX88" fmla="*/ 97842 w 334963"/>
              <a:gd name="connsiteY88" fmla="*/ 154495 h 305176"/>
              <a:gd name="connsiteX89" fmla="*/ 79375 w 334963"/>
              <a:gd name="connsiteY89" fmla="*/ 99286 h 305176"/>
              <a:gd name="connsiteX90" fmla="*/ 169069 w 334963"/>
              <a:gd name="connsiteY90" fmla="*/ 9901 h 305176"/>
              <a:gd name="connsiteX91" fmla="*/ 39107 w 334963"/>
              <a:gd name="connsiteY91" fmla="*/ 1482 h 305176"/>
              <a:gd name="connsiteX92" fmla="*/ 79917 w 334963"/>
              <a:gd name="connsiteY92" fmla="*/ 31115 h 305176"/>
              <a:gd name="connsiteX93" fmla="*/ 81234 w 334963"/>
              <a:gd name="connsiteY93" fmla="*/ 40544 h 305176"/>
              <a:gd name="connsiteX94" fmla="*/ 75968 w 334963"/>
              <a:gd name="connsiteY94" fmla="*/ 43238 h 305176"/>
              <a:gd name="connsiteX95" fmla="*/ 72019 w 334963"/>
              <a:gd name="connsiteY95" fmla="*/ 41891 h 305176"/>
              <a:gd name="connsiteX96" fmla="*/ 32525 w 334963"/>
              <a:gd name="connsiteY96" fmla="*/ 10911 h 305176"/>
              <a:gd name="connsiteX97" fmla="*/ 31208 w 334963"/>
              <a:gd name="connsiteY97" fmla="*/ 2829 h 305176"/>
              <a:gd name="connsiteX98" fmla="*/ 39107 w 334963"/>
              <a:gd name="connsiteY98" fmla="*/ 1482 h 305176"/>
              <a:gd name="connsiteX99" fmla="*/ 299086 w 334963"/>
              <a:gd name="connsiteY99" fmla="*/ 1451 h 305176"/>
              <a:gd name="connsiteX100" fmla="*/ 306944 w 334963"/>
              <a:gd name="connsiteY100" fmla="*/ 2782 h 305176"/>
              <a:gd name="connsiteX101" fmla="*/ 305634 w 334963"/>
              <a:gd name="connsiteY101" fmla="*/ 10771 h 305176"/>
              <a:gd name="connsiteX102" fmla="*/ 267653 w 334963"/>
              <a:gd name="connsiteY102" fmla="*/ 38732 h 305176"/>
              <a:gd name="connsiteX103" fmla="*/ 265033 w 334963"/>
              <a:gd name="connsiteY103" fmla="*/ 40063 h 305176"/>
              <a:gd name="connsiteX104" fmla="*/ 259795 w 334963"/>
              <a:gd name="connsiteY104" fmla="*/ 37400 h 305176"/>
              <a:gd name="connsiteX105" fmla="*/ 261104 w 334963"/>
              <a:gd name="connsiteY105" fmla="*/ 29411 h 305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Lst>
            <a:rect l="l" t="t" r="r" b="b"/>
            <a:pathLst>
              <a:path w="334963" h="305176">
                <a:moveTo>
                  <a:pt x="138332" y="262313"/>
                </a:moveTo>
                <a:cubicBezTo>
                  <a:pt x="140960" y="262313"/>
                  <a:pt x="143587" y="264992"/>
                  <a:pt x="143587" y="267671"/>
                </a:cubicBezTo>
                <a:cubicBezTo>
                  <a:pt x="143587" y="267671"/>
                  <a:pt x="143587" y="267671"/>
                  <a:pt x="143587" y="279726"/>
                </a:cubicBezTo>
                <a:cubicBezTo>
                  <a:pt x="143587" y="279726"/>
                  <a:pt x="143587" y="279726"/>
                  <a:pt x="169863" y="291781"/>
                </a:cubicBezTo>
                <a:cubicBezTo>
                  <a:pt x="169863" y="291781"/>
                  <a:pt x="169863" y="291781"/>
                  <a:pt x="196139" y="279726"/>
                </a:cubicBezTo>
                <a:cubicBezTo>
                  <a:pt x="196139" y="279726"/>
                  <a:pt x="196139" y="279726"/>
                  <a:pt x="196139" y="267671"/>
                </a:cubicBezTo>
                <a:cubicBezTo>
                  <a:pt x="196139" y="264992"/>
                  <a:pt x="198767" y="262313"/>
                  <a:pt x="201394" y="262313"/>
                </a:cubicBezTo>
                <a:cubicBezTo>
                  <a:pt x="205336" y="262313"/>
                  <a:pt x="207963" y="264992"/>
                  <a:pt x="207963" y="267671"/>
                </a:cubicBezTo>
                <a:cubicBezTo>
                  <a:pt x="207963" y="267671"/>
                  <a:pt x="207963" y="267671"/>
                  <a:pt x="207963" y="283745"/>
                </a:cubicBezTo>
                <a:cubicBezTo>
                  <a:pt x="207963" y="285084"/>
                  <a:pt x="206649" y="287763"/>
                  <a:pt x="204022" y="289102"/>
                </a:cubicBezTo>
                <a:cubicBezTo>
                  <a:pt x="204022" y="289102"/>
                  <a:pt x="204022" y="289102"/>
                  <a:pt x="172491" y="303837"/>
                </a:cubicBezTo>
                <a:cubicBezTo>
                  <a:pt x="171177" y="303837"/>
                  <a:pt x="171177" y="305176"/>
                  <a:pt x="169863" y="305176"/>
                </a:cubicBezTo>
                <a:cubicBezTo>
                  <a:pt x="168549" y="305176"/>
                  <a:pt x="168549" y="303837"/>
                  <a:pt x="167236" y="303837"/>
                </a:cubicBezTo>
                <a:cubicBezTo>
                  <a:pt x="167236" y="303837"/>
                  <a:pt x="167236" y="303837"/>
                  <a:pt x="135705" y="289102"/>
                </a:cubicBezTo>
                <a:cubicBezTo>
                  <a:pt x="133077" y="287763"/>
                  <a:pt x="131763" y="286423"/>
                  <a:pt x="131763" y="283745"/>
                </a:cubicBezTo>
                <a:cubicBezTo>
                  <a:pt x="131763" y="283745"/>
                  <a:pt x="131763" y="283745"/>
                  <a:pt x="131763" y="267671"/>
                </a:cubicBezTo>
                <a:cubicBezTo>
                  <a:pt x="131763" y="264992"/>
                  <a:pt x="134391" y="262313"/>
                  <a:pt x="138332" y="262313"/>
                </a:cubicBezTo>
                <a:close/>
                <a:moveTo>
                  <a:pt x="128043" y="230563"/>
                </a:moveTo>
                <a:cubicBezTo>
                  <a:pt x="126728" y="230563"/>
                  <a:pt x="125413" y="231952"/>
                  <a:pt x="125413" y="233341"/>
                </a:cubicBezTo>
                <a:cubicBezTo>
                  <a:pt x="125413" y="233341"/>
                  <a:pt x="125413" y="233341"/>
                  <a:pt x="125413" y="238898"/>
                </a:cubicBezTo>
                <a:cubicBezTo>
                  <a:pt x="125413" y="240287"/>
                  <a:pt x="126728" y="241676"/>
                  <a:pt x="128043" y="241676"/>
                </a:cubicBezTo>
                <a:cubicBezTo>
                  <a:pt x="128043" y="241676"/>
                  <a:pt x="128043" y="241676"/>
                  <a:pt x="206922" y="241676"/>
                </a:cubicBezTo>
                <a:cubicBezTo>
                  <a:pt x="208237" y="241676"/>
                  <a:pt x="209551" y="240287"/>
                  <a:pt x="209551" y="238898"/>
                </a:cubicBezTo>
                <a:cubicBezTo>
                  <a:pt x="209551" y="238898"/>
                  <a:pt x="209551" y="238898"/>
                  <a:pt x="209551" y="233341"/>
                </a:cubicBezTo>
                <a:cubicBezTo>
                  <a:pt x="209551" y="231952"/>
                  <a:pt x="208237" y="230563"/>
                  <a:pt x="206922" y="230563"/>
                </a:cubicBezTo>
                <a:cubicBezTo>
                  <a:pt x="206922" y="230563"/>
                  <a:pt x="206922" y="230563"/>
                  <a:pt x="128043" y="230563"/>
                </a:cubicBezTo>
                <a:close/>
                <a:moveTo>
                  <a:pt x="128781" y="219451"/>
                </a:moveTo>
                <a:cubicBezTo>
                  <a:pt x="128781" y="219451"/>
                  <a:pt x="128781" y="219451"/>
                  <a:pt x="207769" y="219451"/>
                </a:cubicBezTo>
                <a:cubicBezTo>
                  <a:pt x="215668" y="219451"/>
                  <a:pt x="222250" y="225862"/>
                  <a:pt x="222250" y="233556"/>
                </a:cubicBezTo>
                <a:cubicBezTo>
                  <a:pt x="222250" y="233556"/>
                  <a:pt x="222250" y="233556"/>
                  <a:pt x="222250" y="238684"/>
                </a:cubicBezTo>
                <a:cubicBezTo>
                  <a:pt x="222250" y="246378"/>
                  <a:pt x="215668" y="252789"/>
                  <a:pt x="207769" y="252789"/>
                </a:cubicBezTo>
                <a:cubicBezTo>
                  <a:pt x="207769" y="252789"/>
                  <a:pt x="207769" y="252789"/>
                  <a:pt x="128781" y="252789"/>
                </a:cubicBezTo>
                <a:cubicBezTo>
                  <a:pt x="120883" y="252789"/>
                  <a:pt x="114300" y="246378"/>
                  <a:pt x="114300" y="238684"/>
                </a:cubicBezTo>
                <a:cubicBezTo>
                  <a:pt x="114300" y="238684"/>
                  <a:pt x="114300" y="238684"/>
                  <a:pt x="114300" y="233556"/>
                </a:cubicBezTo>
                <a:cubicBezTo>
                  <a:pt x="114300" y="225862"/>
                  <a:pt x="120883" y="219451"/>
                  <a:pt x="128781" y="219451"/>
                </a:cubicBezTo>
                <a:close/>
                <a:moveTo>
                  <a:pt x="266120" y="168353"/>
                </a:moveTo>
                <a:cubicBezTo>
                  <a:pt x="266120" y="168353"/>
                  <a:pt x="266120" y="168353"/>
                  <a:pt x="305614" y="198019"/>
                </a:cubicBezTo>
                <a:cubicBezTo>
                  <a:pt x="308247" y="199309"/>
                  <a:pt x="309563" y="203179"/>
                  <a:pt x="306930" y="205758"/>
                </a:cubicBezTo>
                <a:cubicBezTo>
                  <a:pt x="305614" y="207048"/>
                  <a:pt x="304297" y="208338"/>
                  <a:pt x="301664" y="208338"/>
                </a:cubicBezTo>
                <a:cubicBezTo>
                  <a:pt x="301664" y="208338"/>
                  <a:pt x="300348" y="208338"/>
                  <a:pt x="299032" y="207048"/>
                </a:cubicBezTo>
                <a:cubicBezTo>
                  <a:pt x="299032" y="207048"/>
                  <a:pt x="299032" y="207048"/>
                  <a:pt x="259538" y="178672"/>
                </a:cubicBezTo>
                <a:cubicBezTo>
                  <a:pt x="256905" y="176092"/>
                  <a:pt x="255588" y="172222"/>
                  <a:pt x="258221" y="169643"/>
                </a:cubicBezTo>
                <a:cubicBezTo>
                  <a:pt x="259538" y="167063"/>
                  <a:pt x="263487" y="167063"/>
                  <a:pt x="266120" y="168353"/>
                </a:cubicBezTo>
                <a:close/>
                <a:moveTo>
                  <a:pt x="75093" y="166503"/>
                </a:moveTo>
                <a:cubicBezTo>
                  <a:pt x="77751" y="163888"/>
                  <a:pt x="81738" y="165195"/>
                  <a:pt x="83067" y="167810"/>
                </a:cubicBezTo>
                <a:cubicBezTo>
                  <a:pt x="85725" y="170425"/>
                  <a:pt x="84396" y="174347"/>
                  <a:pt x="81738" y="175654"/>
                </a:cubicBezTo>
                <a:cubicBezTo>
                  <a:pt x="81738" y="175654"/>
                  <a:pt x="81738" y="175654"/>
                  <a:pt x="39208" y="207031"/>
                </a:cubicBezTo>
                <a:cubicBezTo>
                  <a:pt x="37879" y="208338"/>
                  <a:pt x="36550" y="208338"/>
                  <a:pt x="35221" y="208338"/>
                </a:cubicBezTo>
                <a:cubicBezTo>
                  <a:pt x="33892" y="208338"/>
                  <a:pt x="31233" y="207031"/>
                  <a:pt x="31233" y="205723"/>
                </a:cubicBezTo>
                <a:cubicBezTo>
                  <a:pt x="28575" y="203109"/>
                  <a:pt x="29904" y="199187"/>
                  <a:pt x="32562" y="197879"/>
                </a:cubicBezTo>
                <a:cubicBezTo>
                  <a:pt x="32562" y="197879"/>
                  <a:pt x="32562" y="197879"/>
                  <a:pt x="75093" y="166503"/>
                </a:cubicBezTo>
                <a:close/>
                <a:moveTo>
                  <a:pt x="284569" y="98801"/>
                </a:moveTo>
                <a:cubicBezTo>
                  <a:pt x="284569" y="98801"/>
                  <a:pt x="284569" y="98801"/>
                  <a:pt x="329795" y="98801"/>
                </a:cubicBezTo>
                <a:cubicBezTo>
                  <a:pt x="332379" y="98801"/>
                  <a:pt x="334963" y="101271"/>
                  <a:pt x="334963" y="104975"/>
                </a:cubicBezTo>
                <a:cubicBezTo>
                  <a:pt x="334963" y="107444"/>
                  <a:pt x="332379" y="109914"/>
                  <a:pt x="329795" y="109914"/>
                </a:cubicBezTo>
                <a:cubicBezTo>
                  <a:pt x="329795" y="109914"/>
                  <a:pt x="329795" y="109914"/>
                  <a:pt x="284569" y="109914"/>
                </a:cubicBezTo>
                <a:cubicBezTo>
                  <a:pt x="281985" y="109914"/>
                  <a:pt x="279400" y="107444"/>
                  <a:pt x="279400" y="104975"/>
                </a:cubicBezTo>
                <a:cubicBezTo>
                  <a:pt x="279400" y="101271"/>
                  <a:pt x="281985" y="98801"/>
                  <a:pt x="284569" y="98801"/>
                </a:cubicBezTo>
                <a:close/>
                <a:moveTo>
                  <a:pt x="5340" y="98801"/>
                </a:moveTo>
                <a:cubicBezTo>
                  <a:pt x="5340" y="98801"/>
                  <a:pt x="5340" y="98801"/>
                  <a:pt x="53398" y="98801"/>
                </a:cubicBezTo>
                <a:cubicBezTo>
                  <a:pt x="56068" y="98801"/>
                  <a:pt x="58738" y="101271"/>
                  <a:pt x="58738" y="104975"/>
                </a:cubicBezTo>
                <a:cubicBezTo>
                  <a:pt x="58738" y="107444"/>
                  <a:pt x="56068" y="109914"/>
                  <a:pt x="53398" y="109914"/>
                </a:cubicBezTo>
                <a:cubicBezTo>
                  <a:pt x="53398" y="109914"/>
                  <a:pt x="53398" y="109914"/>
                  <a:pt x="5340" y="109914"/>
                </a:cubicBezTo>
                <a:cubicBezTo>
                  <a:pt x="2670" y="109914"/>
                  <a:pt x="0" y="107444"/>
                  <a:pt x="0" y="104975"/>
                </a:cubicBezTo>
                <a:cubicBezTo>
                  <a:pt x="0" y="101271"/>
                  <a:pt x="2670" y="98801"/>
                  <a:pt x="5340" y="98801"/>
                </a:cubicBezTo>
                <a:close/>
                <a:moveTo>
                  <a:pt x="164887" y="36888"/>
                </a:moveTo>
                <a:cubicBezTo>
                  <a:pt x="168826" y="36888"/>
                  <a:pt x="171451" y="40918"/>
                  <a:pt x="171451" y="43604"/>
                </a:cubicBezTo>
                <a:cubicBezTo>
                  <a:pt x="171451" y="46291"/>
                  <a:pt x="168826" y="48977"/>
                  <a:pt x="164887" y="48977"/>
                </a:cubicBezTo>
                <a:cubicBezTo>
                  <a:pt x="137320" y="48977"/>
                  <a:pt x="115003" y="71813"/>
                  <a:pt x="115003" y="100022"/>
                </a:cubicBezTo>
                <a:cubicBezTo>
                  <a:pt x="115003" y="104051"/>
                  <a:pt x="112377" y="106738"/>
                  <a:pt x="109752" y="106738"/>
                </a:cubicBezTo>
                <a:cubicBezTo>
                  <a:pt x="105814" y="106738"/>
                  <a:pt x="103188" y="104051"/>
                  <a:pt x="103188" y="100022"/>
                </a:cubicBezTo>
                <a:cubicBezTo>
                  <a:pt x="103188" y="65097"/>
                  <a:pt x="130756" y="36888"/>
                  <a:pt x="164887" y="36888"/>
                </a:cubicBezTo>
                <a:close/>
                <a:moveTo>
                  <a:pt x="169069" y="9901"/>
                </a:moveTo>
                <a:cubicBezTo>
                  <a:pt x="219192" y="9901"/>
                  <a:pt x="258763" y="50650"/>
                  <a:pt x="258763" y="99286"/>
                </a:cubicBezTo>
                <a:cubicBezTo>
                  <a:pt x="258763" y="120318"/>
                  <a:pt x="253487" y="138721"/>
                  <a:pt x="240297" y="154495"/>
                </a:cubicBezTo>
                <a:cubicBezTo>
                  <a:pt x="215235" y="189986"/>
                  <a:pt x="221830" y="207075"/>
                  <a:pt x="221830" y="208389"/>
                </a:cubicBezTo>
                <a:cubicBezTo>
                  <a:pt x="223149" y="211018"/>
                  <a:pt x="221830" y="213647"/>
                  <a:pt x="217873" y="214962"/>
                </a:cubicBezTo>
                <a:cubicBezTo>
                  <a:pt x="215235" y="216276"/>
                  <a:pt x="212597" y="214962"/>
                  <a:pt x="211278" y="212333"/>
                </a:cubicBezTo>
                <a:cubicBezTo>
                  <a:pt x="209959" y="211018"/>
                  <a:pt x="200726" y="188672"/>
                  <a:pt x="231064" y="147923"/>
                </a:cubicBezTo>
                <a:cubicBezTo>
                  <a:pt x="241616" y="133463"/>
                  <a:pt x="248211" y="117689"/>
                  <a:pt x="248211" y="99286"/>
                </a:cubicBezTo>
                <a:cubicBezTo>
                  <a:pt x="248211" y="55908"/>
                  <a:pt x="212597" y="21731"/>
                  <a:pt x="169069" y="21731"/>
                </a:cubicBezTo>
                <a:cubicBezTo>
                  <a:pt x="125541" y="21731"/>
                  <a:pt x="89927" y="55908"/>
                  <a:pt x="89927" y="99286"/>
                </a:cubicBezTo>
                <a:cubicBezTo>
                  <a:pt x="89927" y="116375"/>
                  <a:pt x="96523" y="133463"/>
                  <a:pt x="107075" y="146608"/>
                </a:cubicBezTo>
                <a:cubicBezTo>
                  <a:pt x="107075" y="147923"/>
                  <a:pt x="107075" y="147923"/>
                  <a:pt x="107075" y="147923"/>
                </a:cubicBezTo>
                <a:cubicBezTo>
                  <a:pt x="137413" y="189986"/>
                  <a:pt x="129498" y="211018"/>
                  <a:pt x="128179" y="212333"/>
                </a:cubicBezTo>
                <a:cubicBezTo>
                  <a:pt x="126860" y="214962"/>
                  <a:pt x="124222" y="216276"/>
                  <a:pt x="122903" y="216276"/>
                </a:cubicBezTo>
                <a:cubicBezTo>
                  <a:pt x="121584" y="216276"/>
                  <a:pt x="120265" y="216276"/>
                  <a:pt x="120265" y="214962"/>
                </a:cubicBezTo>
                <a:cubicBezTo>
                  <a:pt x="117627" y="213647"/>
                  <a:pt x="116308" y="211018"/>
                  <a:pt x="117627" y="207075"/>
                </a:cubicBezTo>
                <a:cubicBezTo>
                  <a:pt x="117627" y="207075"/>
                  <a:pt x="124222" y="191301"/>
                  <a:pt x="97842" y="154495"/>
                </a:cubicBezTo>
                <a:cubicBezTo>
                  <a:pt x="84651" y="138721"/>
                  <a:pt x="79375" y="120318"/>
                  <a:pt x="79375" y="99286"/>
                </a:cubicBezTo>
                <a:cubicBezTo>
                  <a:pt x="79375" y="50650"/>
                  <a:pt x="118946" y="9901"/>
                  <a:pt x="169069" y="9901"/>
                </a:cubicBezTo>
                <a:close/>
                <a:moveTo>
                  <a:pt x="39107" y="1482"/>
                </a:moveTo>
                <a:cubicBezTo>
                  <a:pt x="39107" y="1482"/>
                  <a:pt x="39107" y="1482"/>
                  <a:pt x="79917" y="31115"/>
                </a:cubicBezTo>
                <a:cubicBezTo>
                  <a:pt x="82550" y="33809"/>
                  <a:pt x="82550" y="37850"/>
                  <a:pt x="81234" y="40544"/>
                </a:cubicBezTo>
                <a:cubicBezTo>
                  <a:pt x="79917" y="41891"/>
                  <a:pt x="78601" y="43238"/>
                  <a:pt x="75968" y="43238"/>
                </a:cubicBezTo>
                <a:cubicBezTo>
                  <a:pt x="74651" y="43238"/>
                  <a:pt x="73335" y="41891"/>
                  <a:pt x="72019" y="41891"/>
                </a:cubicBezTo>
                <a:lnTo>
                  <a:pt x="32525" y="10911"/>
                </a:lnTo>
                <a:cubicBezTo>
                  <a:pt x="29892" y="8217"/>
                  <a:pt x="28575" y="5523"/>
                  <a:pt x="31208" y="2829"/>
                </a:cubicBezTo>
                <a:cubicBezTo>
                  <a:pt x="32525" y="135"/>
                  <a:pt x="36474" y="-1212"/>
                  <a:pt x="39107" y="1482"/>
                </a:cubicBezTo>
                <a:close/>
                <a:moveTo>
                  <a:pt x="299086" y="1451"/>
                </a:moveTo>
                <a:cubicBezTo>
                  <a:pt x="301705" y="-1212"/>
                  <a:pt x="305634" y="119"/>
                  <a:pt x="306944" y="2782"/>
                </a:cubicBezTo>
                <a:cubicBezTo>
                  <a:pt x="309563" y="5445"/>
                  <a:pt x="308254" y="8108"/>
                  <a:pt x="305634" y="10771"/>
                </a:cubicBezTo>
                <a:cubicBezTo>
                  <a:pt x="305634" y="10771"/>
                  <a:pt x="305634" y="10771"/>
                  <a:pt x="267653" y="38732"/>
                </a:cubicBezTo>
                <a:cubicBezTo>
                  <a:pt x="266343" y="40063"/>
                  <a:pt x="265033" y="40063"/>
                  <a:pt x="265033" y="40063"/>
                </a:cubicBezTo>
                <a:cubicBezTo>
                  <a:pt x="262414" y="40063"/>
                  <a:pt x="261104" y="38732"/>
                  <a:pt x="259795" y="37400"/>
                </a:cubicBezTo>
                <a:cubicBezTo>
                  <a:pt x="257175" y="34737"/>
                  <a:pt x="258485" y="30743"/>
                  <a:pt x="261104" y="2941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8" name="椭圆 6">
            <a:extLst>
              <a:ext uri="{FF2B5EF4-FFF2-40B4-BE49-F238E27FC236}">
                <a16:creationId xmlns="" xmlns:a16="http://schemas.microsoft.com/office/drawing/2014/main" id="{59F05D93-45F2-4CE0-8528-909994120752}"/>
              </a:ext>
            </a:extLst>
          </p:cNvPr>
          <p:cNvSpPr/>
          <p:nvPr/>
        </p:nvSpPr>
        <p:spPr>
          <a:xfrm>
            <a:off x="10138196" y="2419375"/>
            <a:ext cx="810089" cy="838200"/>
          </a:xfrm>
          <a:custGeom>
            <a:avLst/>
            <a:gdLst>
              <a:gd name="connsiteX0" fmla="*/ 94055 w 317452"/>
              <a:gd name="connsiteY0" fmla="*/ 135965 h 328468"/>
              <a:gd name="connsiteX1" fmla="*/ 94407 w 317452"/>
              <a:gd name="connsiteY1" fmla="*/ 136055 h 328468"/>
              <a:gd name="connsiteX2" fmla="*/ 104825 w 317452"/>
              <a:gd name="connsiteY2" fmla="*/ 158537 h 328468"/>
              <a:gd name="connsiteX3" fmla="*/ 106109 w 317452"/>
              <a:gd name="connsiteY3" fmla="*/ 161308 h 328468"/>
              <a:gd name="connsiteX4" fmla="*/ 98162 w 317452"/>
              <a:gd name="connsiteY4" fmla="*/ 160053 h 328468"/>
              <a:gd name="connsiteX5" fmla="*/ 96849 w 317452"/>
              <a:gd name="connsiteY5" fmla="*/ 160053 h 328468"/>
              <a:gd name="connsiteX6" fmla="*/ 92911 w 317452"/>
              <a:gd name="connsiteY6" fmla="*/ 137630 h 328468"/>
              <a:gd name="connsiteX7" fmla="*/ 93506 w 317452"/>
              <a:gd name="connsiteY7" fmla="*/ 136765 h 328468"/>
              <a:gd name="connsiteX8" fmla="*/ 39496 w 317452"/>
              <a:gd name="connsiteY8" fmla="*/ 115887 h 328468"/>
              <a:gd name="connsiteX9" fmla="*/ 51437 w 317452"/>
              <a:gd name="connsiteY9" fmla="*/ 165488 h 328468"/>
              <a:gd name="connsiteX10" fmla="*/ 48784 w 317452"/>
              <a:gd name="connsiteY10" fmla="*/ 166793 h 328468"/>
              <a:gd name="connsiteX11" fmla="*/ 47457 w 317452"/>
              <a:gd name="connsiteY11" fmla="*/ 170709 h 328468"/>
              <a:gd name="connsiteX12" fmla="*/ 48784 w 317452"/>
              <a:gd name="connsiteY12" fmla="*/ 173319 h 328468"/>
              <a:gd name="connsiteX13" fmla="*/ 52764 w 317452"/>
              <a:gd name="connsiteY13" fmla="*/ 175930 h 328468"/>
              <a:gd name="connsiteX14" fmla="*/ 55418 w 317452"/>
              <a:gd name="connsiteY14" fmla="*/ 174625 h 328468"/>
              <a:gd name="connsiteX15" fmla="*/ 87263 w 317452"/>
              <a:gd name="connsiteY15" fmla="*/ 216393 h 328468"/>
              <a:gd name="connsiteX16" fmla="*/ 55418 w 317452"/>
              <a:gd name="connsiteY16" fmla="*/ 230752 h 328468"/>
              <a:gd name="connsiteX17" fmla="*/ 38169 w 317452"/>
              <a:gd name="connsiteY17" fmla="*/ 224225 h 328468"/>
              <a:gd name="connsiteX18" fmla="*/ 1017 w 317452"/>
              <a:gd name="connsiteY18" fmla="*/ 147214 h 328468"/>
              <a:gd name="connsiteX19" fmla="*/ 7651 w 317452"/>
              <a:gd name="connsiteY19" fmla="*/ 128940 h 328468"/>
              <a:gd name="connsiteX20" fmla="*/ 39496 w 317452"/>
              <a:gd name="connsiteY20" fmla="*/ 115887 h 328468"/>
              <a:gd name="connsiteX21" fmla="*/ 63900 w 317452"/>
              <a:gd name="connsiteY21" fmla="*/ 106627 h 328468"/>
              <a:gd name="connsiteX22" fmla="*/ 71807 w 317452"/>
              <a:gd name="connsiteY22" fmla="*/ 114982 h 328468"/>
              <a:gd name="connsiteX23" fmla="*/ 81033 w 317452"/>
              <a:gd name="connsiteY23" fmla="*/ 133331 h 328468"/>
              <a:gd name="connsiteX24" fmla="*/ 87623 w 317452"/>
              <a:gd name="connsiteY24" fmla="*/ 130710 h 328468"/>
              <a:gd name="connsiteX25" fmla="*/ 95803 w 317452"/>
              <a:gd name="connsiteY25" fmla="*/ 133422 h 328468"/>
              <a:gd name="connsiteX26" fmla="*/ 94055 w 317452"/>
              <a:gd name="connsiteY26" fmla="*/ 135965 h 328468"/>
              <a:gd name="connsiteX27" fmla="*/ 89115 w 317452"/>
              <a:gd name="connsiteY27" fmla="*/ 134702 h 328468"/>
              <a:gd name="connsiteX28" fmla="*/ 83823 w 317452"/>
              <a:gd name="connsiteY28" fmla="*/ 137407 h 328468"/>
              <a:gd name="connsiteX29" fmla="*/ 82500 w 317452"/>
              <a:gd name="connsiteY29" fmla="*/ 137407 h 328468"/>
              <a:gd name="connsiteX30" fmla="*/ 97053 w 317452"/>
              <a:gd name="connsiteY30" fmla="*/ 169863 h 328468"/>
              <a:gd name="connsiteX31" fmla="*/ 98375 w 317452"/>
              <a:gd name="connsiteY31" fmla="*/ 169863 h 328468"/>
              <a:gd name="connsiteX32" fmla="*/ 103667 w 317452"/>
              <a:gd name="connsiteY32" fmla="*/ 167158 h 328468"/>
              <a:gd name="connsiteX33" fmla="*/ 106313 w 317452"/>
              <a:gd name="connsiteY33" fmla="*/ 161749 h 328468"/>
              <a:gd name="connsiteX34" fmla="*/ 106109 w 317452"/>
              <a:gd name="connsiteY34" fmla="*/ 161308 h 328468"/>
              <a:gd name="connsiteX35" fmla="*/ 109648 w 317452"/>
              <a:gd name="connsiteY35" fmla="*/ 161866 h 328468"/>
              <a:gd name="connsiteX36" fmla="*/ 110272 w 317452"/>
              <a:gd name="connsiteY36" fmla="*/ 161402 h 328468"/>
              <a:gd name="connsiteX37" fmla="*/ 110522 w 317452"/>
              <a:gd name="connsiteY37" fmla="*/ 164622 h 328468"/>
              <a:gd name="connsiteX38" fmla="*/ 106074 w 317452"/>
              <a:gd name="connsiteY38" fmla="*/ 170028 h 328468"/>
              <a:gd name="connsiteX39" fmla="*/ 99484 w 317452"/>
              <a:gd name="connsiteY39" fmla="*/ 172650 h 328468"/>
              <a:gd name="connsiteX40" fmla="*/ 107391 w 317452"/>
              <a:gd name="connsiteY40" fmla="*/ 192309 h 328468"/>
              <a:gd name="connsiteX41" fmla="*/ 100802 w 317452"/>
              <a:gd name="connsiteY41" fmla="*/ 211968 h 328468"/>
              <a:gd name="connsiteX42" fmla="*/ 91576 w 317452"/>
              <a:gd name="connsiteY42" fmla="*/ 215900 h 328468"/>
              <a:gd name="connsiteX43" fmla="*/ 59946 w 317452"/>
              <a:gd name="connsiteY43" fmla="*/ 172650 h 328468"/>
              <a:gd name="connsiteX44" fmla="*/ 62582 w 317452"/>
              <a:gd name="connsiteY44" fmla="*/ 171339 h 328468"/>
              <a:gd name="connsiteX45" fmla="*/ 63900 w 317452"/>
              <a:gd name="connsiteY45" fmla="*/ 166097 h 328468"/>
              <a:gd name="connsiteX46" fmla="*/ 62582 w 317452"/>
              <a:gd name="connsiteY46" fmla="*/ 163475 h 328468"/>
              <a:gd name="connsiteX47" fmla="*/ 58628 w 317452"/>
              <a:gd name="connsiteY47" fmla="*/ 162165 h 328468"/>
              <a:gd name="connsiteX48" fmla="*/ 54674 w 317452"/>
              <a:gd name="connsiteY48" fmla="*/ 163475 h 328468"/>
              <a:gd name="connsiteX49" fmla="*/ 42813 w 317452"/>
              <a:gd name="connsiteY49" fmla="*/ 111051 h 328468"/>
              <a:gd name="connsiteX50" fmla="*/ 52038 w 317452"/>
              <a:gd name="connsiteY50" fmla="*/ 107119 h 328468"/>
              <a:gd name="connsiteX51" fmla="*/ 63900 w 317452"/>
              <a:gd name="connsiteY51" fmla="*/ 106627 h 328468"/>
              <a:gd name="connsiteX52" fmla="*/ 221560 w 317452"/>
              <a:gd name="connsiteY52" fmla="*/ 67725 h 328468"/>
              <a:gd name="connsiteX53" fmla="*/ 239938 w 317452"/>
              <a:gd name="connsiteY53" fmla="*/ 67725 h 328468"/>
              <a:gd name="connsiteX54" fmla="*/ 249127 w 317452"/>
              <a:gd name="connsiteY54" fmla="*/ 90147 h 328468"/>
              <a:gd name="connsiteX55" fmla="*/ 249127 w 317452"/>
              <a:gd name="connsiteY55" fmla="*/ 99380 h 328468"/>
              <a:gd name="connsiteX56" fmla="*/ 259629 w 317452"/>
              <a:gd name="connsiteY56" fmla="*/ 162691 h 328468"/>
              <a:gd name="connsiteX57" fmla="*/ 300324 w 317452"/>
              <a:gd name="connsiteY57" fmla="*/ 193027 h 328468"/>
              <a:gd name="connsiteX58" fmla="*/ 304262 w 317452"/>
              <a:gd name="connsiteY58" fmla="*/ 215450 h 328468"/>
              <a:gd name="connsiteX59" fmla="*/ 283258 w 317452"/>
              <a:gd name="connsiteY59" fmla="*/ 219407 h 328468"/>
              <a:gd name="connsiteX60" fmla="*/ 281946 w 317452"/>
              <a:gd name="connsiteY60" fmla="*/ 218088 h 328468"/>
              <a:gd name="connsiteX61" fmla="*/ 236000 w 317452"/>
              <a:gd name="connsiteY61" fmla="*/ 185113 h 328468"/>
              <a:gd name="connsiteX62" fmla="*/ 229436 w 317452"/>
              <a:gd name="connsiteY62" fmla="*/ 174562 h 328468"/>
              <a:gd name="connsiteX63" fmla="*/ 224185 w 317452"/>
              <a:gd name="connsiteY63" fmla="*/ 145544 h 328468"/>
              <a:gd name="connsiteX64" fmla="*/ 196617 w 317452"/>
              <a:gd name="connsiteY64" fmla="*/ 194346 h 328468"/>
              <a:gd name="connsiteX65" fmla="*/ 229436 w 317452"/>
              <a:gd name="connsiteY65" fmla="*/ 243148 h 328468"/>
              <a:gd name="connsiteX66" fmla="*/ 230749 w 317452"/>
              <a:gd name="connsiteY66" fmla="*/ 265571 h 328468"/>
              <a:gd name="connsiteX67" fmla="*/ 195305 w 317452"/>
              <a:gd name="connsiteY67" fmla="*/ 318329 h 328468"/>
              <a:gd name="connsiteX68" fmla="*/ 169050 w 317452"/>
              <a:gd name="connsiteY68" fmla="*/ 323605 h 328468"/>
              <a:gd name="connsiteX69" fmla="*/ 167737 w 317452"/>
              <a:gd name="connsiteY69" fmla="*/ 323605 h 328468"/>
              <a:gd name="connsiteX70" fmla="*/ 162486 w 317452"/>
              <a:gd name="connsiteY70" fmla="*/ 297226 h 328468"/>
              <a:gd name="connsiteX71" fmla="*/ 191366 w 317452"/>
              <a:gd name="connsiteY71" fmla="*/ 255019 h 328468"/>
              <a:gd name="connsiteX72" fmla="*/ 167737 w 317452"/>
              <a:gd name="connsiteY72" fmla="*/ 220726 h 328468"/>
              <a:gd name="connsiteX73" fmla="*/ 70594 w 317452"/>
              <a:gd name="connsiteY73" fmla="*/ 322286 h 328468"/>
              <a:gd name="connsiteX74" fmla="*/ 46965 w 317452"/>
              <a:gd name="connsiteY74" fmla="*/ 326243 h 328468"/>
              <a:gd name="connsiteX75" fmla="*/ 44339 w 317452"/>
              <a:gd name="connsiteY75" fmla="*/ 322286 h 328468"/>
              <a:gd name="connsiteX76" fmla="*/ 43027 w 317452"/>
              <a:gd name="connsiteY76" fmla="*/ 295907 h 328468"/>
              <a:gd name="connsiteX77" fmla="*/ 144108 w 317452"/>
              <a:gd name="connsiteY77" fmla="*/ 189070 h 328468"/>
              <a:gd name="connsiteX78" fmla="*/ 148046 w 317452"/>
              <a:gd name="connsiteY78" fmla="*/ 177200 h 328468"/>
              <a:gd name="connsiteX79" fmla="*/ 190054 w 317452"/>
              <a:gd name="connsiteY79" fmla="*/ 103337 h 328468"/>
              <a:gd name="connsiteX80" fmla="*/ 151984 w 317452"/>
              <a:gd name="connsiteY80" fmla="*/ 107294 h 328468"/>
              <a:gd name="connsiteX81" fmla="*/ 119166 w 317452"/>
              <a:gd name="connsiteY81" fmla="*/ 154777 h 328468"/>
              <a:gd name="connsiteX82" fmla="*/ 110272 w 317452"/>
              <a:gd name="connsiteY82" fmla="*/ 161402 h 328468"/>
              <a:gd name="connsiteX83" fmla="*/ 110027 w 317452"/>
              <a:gd name="connsiteY83" fmla="*/ 158233 h 328468"/>
              <a:gd name="connsiteX84" fmla="*/ 99484 w 317452"/>
              <a:gd name="connsiteY84" fmla="*/ 134642 h 328468"/>
              <a:gd name="connsiteX85" fmla="*/ 95803 w 317452"/>
              <a:gd name="connsiteY85" fmla="*/ 133422 h 328468"/>
              <a:gd name="connsiteX86" fmla="*/ 97670 w 317452"/>
              <a:gd name="connsiteY86" fmla="*/ 130706 h 328468"/>
              <a:gd name="connsiteX87" fmla="*/ 130980 w 317452"/>
              <a:gd name="connsiteY87" fmla="*/ 82234 h 328468"/>
              <a:gd name="connsiteX88" fmla="*/ 141482 w 317452"/>
              <a:gd name="connsiteY88" fmla="*/ 75639 h 328468"/>
              <a:gd name="connsiteX89" fmla="*/ 221560 w 317452"/>
              <a:gd name="connsiteY89" fmla="*/ 67725 h 328468"/>
              <a:gd name="connsiteX90" fmla="*/ 276970 w 317452"/>
              <a:gd name="connsiteY90" fmla="*/ 0 h 328468"/>
              <a:gd name="connsiteX91" fmla="*/ 317452 w 317452"/>
              <a:gd name="connsiteY91" fmla="*/ 39688 h 328468"/>
              <a:gd name="connsiteX92" fmla="*/ 276970 w 317452"/>
              <a:gd name="connsiteY92" fmla="*/ 79376 h 328468"/>
              <a:gd name="connsiteX93" fmla="*/ 236488 w 317452"/>
              <a:gd name="connsiteY93" fmla="*/ 39688 h 328468"/>
              <a:gd name="connsiteX94" fmla="*/ 276970 w 317452"/>
              <a:gd name="connsiteY94" fmla="*/ 0 h 328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17452" h="328468">
                <a:moveTo>
                  <a:pt x="94055" y="135965"/>
                </a:moveTo>
                <a:lnTo>
                  <a:pt x="94407" y="136055"/>
                </a:lnTo>
                <a:cubicBezTo>
                  <a:pt x="100360" y="148902"/>
                  <a:pt x="103337" y="155325"/>
                  <a:pt x="104825" y="158537"/>
                </a:cubicBezTo>
                <a:lnTo>
                  <a:pt x="106109" y="161308"/>
                </a:lnTo>
                <a:lnTo>
                  <a:pt x="98162" y="160053"/>
                </a:lnTo>
                <a:cubicBezTo>
                  <a:pt x="98162" y="160053"/>
                  <a:pt x="96849" y="160053"/>
                  <a:pt x="96849" y="160053"/>
                </a:cubicBezTo>
                <a:cubicBezTo>
                  <a:pt x="90285" y="154777"/>
                  <a:pt x="87660" y="144225"/>
                  <a:pt x="92911" y="137630"/>
                </a:cubicBezTo>
                <a:cubicBezTo>
                  <a:pt x="92911" y="137630"/>
                  <a:pt x="92911" y="137630"/>
                  <a:pt x="93506" y="136765"/>
                </a:cubicBezTo>
                <a:close/>
                <a:moveTo>
                  <a:pt x="39496" y="115887"/>
                </a:moveTo>
                <a:cubicBezTo>
                  <a:pt x="39496" y="115887"/>
                  <a:pt x="39496" y="115887"/>
                  <a:pt x="51437" y="165488"/>
                </a:cubicBezTo>
                <a:cubicBezTo>
                  <a:pt x="51437" y="165488"/>
                  <a:pt x="51437" y="165488"/>
                  <a:pt x="48784" y="166793"/>
                </a:cubicBezTo>
                <a:cubicBezTo>
                  <a:pt x="47457" y="166793"/>
                  <a:pt x="47457" y="169403"/>
                  <a:pt x="47457" y="170709"/>
                </a:cubicBezTo>
                <a:cubicBezTo>
                  <a:pt x="47457" y="170709"/>
                  <a:pt x="47457" y="170709"/>
                  <a:pt x="48784" y="173319"/>
                </a:cubicBezTo>
                <a:cubicBezTo>
                  <a:pt x="50111" y="175930"/>
                  <a:pt x="51437" y="175930"/>
                  <a:pt x="52764" y="175930"/>
                </a:cubicBezTo>
                <a:lnTo>
                  <a:pt x="55418" y="174625"/>
                </a:lnTo>
                <a:cubicBezTo>
                  <a:pt x="55418" y="174625"/>
                  <a:pt x="55418" y="174625"/>
                  <a:pt x="87263" y="216393"/>
                </a:cubicBezTo>
                <a:cubicBezTo>
                  <a:pt x="87263" y="216393"/>
                  <a:pt x="87263" y="216393"/>
                  <a:pt x="55418" y="230752"/>
                </a:cubicBezTo>
                <a:cubicBezTo>
                  <a:pt x="48784" y="233362"/>
                  <a:pt x="40823" y="230752"/>
                  <a:pt x="38169" y="224225"/>
                </a:cubicBezTo>
                <a:cubicBezTo>
                  <a:pt x="38169" y="224225"/>
                  <a:pt x="38169" y="224225"/>
                  <a:pt x="1017" y="147214"/>
                </a:cubicBezTo>
                <a:cubicBezTo>
                  <a:pt x="-1637" y="140687"/>
                  <a:pt x="1017" y="132856"/>
                  <a:pt x="7651" y="128940"/>
                </a:cubicBezTo>
                <a:cubicBezTo>
                  <a:pt x="7651" y="128940"/>
                  <a:pt x="7651" y="128940"/>
                  <a:pt x="39496" y="115887"/>
                </a:cubicBezTo>
                <a:close/>
                <a:moveTo>
                  <a:pt x="63900" y="106627"/>
                </a:moveTo>
                <a:cubicBezTo>
                  <a:pt x="67524" y="108102"/>
                  <a:pt x="70489" y="111051"/>
                  <a:pt x="71807" y="114982"/>
                </a:cubicBezTo>
                <a:cubicBezTo>
                  <a:pt x="71807" y="114982"/>
                  <a:pt x="71807" y="114982"/>
                  <a:pt x="81033" y="133331"/>
                </a:cubicBezTo>
                <a:cubicBezTo>
                  <a:pt x="81033" y="133331"/>
                  <a:pt x="81033" y="133331"/>
                  <a:pt x="87623" y="130710"/>
                </a:cubicBezTo>
                <a:lnTo>
                  <a:pt x="95803" y="133422"/>
                </a:lnTo>
                <a:lnTo>
                  <a:pt x="94055" y="135965"/>
                </a:lnTo>
                <a:lnTo>
                  <a:pt x="89115" y="134702"/>
                </a:lnTo>
                <a:cubicBezTo>
                  <a:pt x="89115" y="134702"/>
                  <a:pt x="89115" y="134702"/>
                  <a:pt x="83823" y="137407"/>
                </a:cubicBezTo>
                <a:cubicBezTo>
                  <a:pt x="83823" y="137407"/>
                  <a:pt x="82500" y="137407"/>
                  <a:pt x="82500" y="137407"/>
                </a:cubicBezTo>
                <a:cubicBezTo>
                  <a:pt x="82500" y="137407"/>
                  <a:pt x="82500" y="137407"/>
                  <a:pt x="97053" y="169863"/>
                </a:cubicBezTo>
                <a:cubicBezTo>
                  <a:pt x="97053" y="169863"/>
                  <a:pt x="97053" y="169863"/>
                  <a:pt x="98375" y="169863"/>
                </a:cubicBezTo>
                <a:lnTo>
                  <a:pt x="103667" y="167158"/>
                </a:lnTo>
                <a:cubicBezTo>
                  <a:pt x="106313" y="165806"/>
                  <a:pt x="106313" y="163101"/>
                  <a:pt x="106313" y="161749"/>
                </a:cubicBezTo>
                <a:lnTo>
                  <a:pt x="106109" y="161308"/>
                </a:lnTo>
                <a:lnTo>
                  <a:pt x="109648" y="161866"/>
                </a:lnTo>
                <a:lnTo>
                  <a:pt x="110272" y="161402"/>
                </a:lnTo>
                <a:lnTo>
                  <a:pt x="110522" y="164622"/>
                </a:lnTo>
                <a:cubicBezTo>
                  <a:pt x="109698" y="166752"/>
                  <a:pt x="108051" y="168718"/>
                  <a:pt x="106074" y="170028"/>
                </a:cubicBezTo>
                <a:cubicBezTo>
                  <a:pt x="106074" y="170028"/>
                  <a:pt x="106074" y="170028"/>
                  <a:pt x="99484" y="172650"/>
                </a:cubicBezTo>
                <a:cubicBezTo>
                  <a:pt x="99484" y="172650"/>
                  <a:pt x="99484" y="172650"/>
                  <a:pt x="107391" y="192309"/>
                </a:cubicBezTo>
                <a:cubicBezTo>
                  <a:pt x="111345" y="198862"/>
                  <a:pt x="107391" y="208036"/>
                  <a:pt x="100802" y="211968"/>
                </a:cubicBezTo>
                <a:cubicBezTo>
                  <a:pt x="100802" y="211968"/>
                  <a:pt x="100802" y="211968"/>
                  <a:pt x="91576" y="215900"/>
                </a:cubicBezTo>
                <a:cubicBezTo>
                  <a:pt x="91576" y="215900"/>
                  <a:pt x="91576" y="215900"/>
                  <a:pt x="59946" y="172650"/>
                </a:cubicBezTo>
                <a:cubicBezTo>
                  <a:pt x="59946" y="172650"/>
                  <a:pt x="59946" y="172650"/>
                  <a:pt x="62582" y="171339"/>
                </a:cubicBezTo>
                <a:cubicBezTo>
                  <a:pt x="65218" y="170028"/>
                  <a:pt x="65218" y="167407"/>
                  <a:pt x="63900" y="166097"/>
                </a:cubicBezTo>
                <a:cubicBezTo>
                  <a:pt x="63900" y="166097"/>
                  <a:pt x="63900" y="166097"/>
                  <a:pt x="62582" y="163475"/>
                </a:cubicBezTo>
                <a:cubicBezTo>
                  <a:pt x="62582" y="162165"/>
                  <a:pt x="59946" y="160854"/>
                  <a:pt x="58628" y="162165"/>
                </a:cubicBezTo>
                <a:cubicBezTo>
                  <a:pt x="58628" y="162165"/>
                  <a:pt x="58628" y="162165"/>
                  <a:pt x="54674" y="163475"/>
                </a:cubicBezTo>
                <a:cubicBezTo>
                  <a:pt x="54674" y="163475"/>
                  <a:pt x="54674" y="163475"/>
                  <a:pt x="42813" y="111051"/>
                </a:cubicBezTo>
                <a:cubicBezTo>
                  <a:pt x="42813" y="111051"/>
                  <a:pt x="42813" y="111051"/>
                  <a:pt x="52038" y="107119"/>
                </a:cubicBezTo>
                <a:cubicBezTo>
                  <a:pt x="55992" y="105153"/>
                  <a:pt x="60275" y="105153"/>
                  <a:pt x="63900" y="106627"/>
                </a:cubicBezTo>
                <a:close/>
                <a:moveTo>
                  <a:pt x="221560" y="67725"/>
                </a:moveTo>
                <a:cubicBezTo>
                  <a:pt x="226810" y="65087"/>
                  <a:pt x="234687" y="65087"/>
                  <a:pt x="239938" y="67725"/>
                </a:cubicBezTo>
                <a:cubicBezTo>
                  <a:pt x="247814" y="73001"/>
                  <a:pt x="250440" y="80915"/>
                  <a:pt x="249127" y="90147"/>
                </a:cubicBezTo>
                <a:cubicBezTo>
                  <a:pt x="249127" y="92785"/>
                  <a:pt x="249127" y="96742"/>
                  <a:pt x="249127" y="99380"/>
                </a:cubicBezTo>
                <a:cubicBezTo>
                  <a:pt x="249127" y="99380"/>
                  <a:pt x="249127" y="99380"/>
                  <a:pt x="259629" y="162691"/>
                </a:cubicBezTo>
                <a:cubicBezTo>
                  <a:pt x="259629" y="162691"/>
                  <a:pt x="259629" y="162691"/>
                  <a:pt x="300324" y="193027"/>
                </a:cubicBezTo>
                <a:cubicBezTo>
                  <a:pt x="308200" y="198303"/>
                  <a:pt x="309513" y="207536"/>
                  <a:pt x="304262" y="215450"/>
                </a:cubicBezTo>
                <a:cubicBezTo>
                  <a:pt x="299011" y="222045"/>
                  <a:pt x="289822" y="223363"/>
                  <a:pt x="283258" y="219407"/>
                </a:cubicBezTo>
                <a:cubicBezTo>
                  <a:pt x="283258" y="219407"/>
                  <a:pt x="281946" y="219407"/>
                  <a:pt x="281946" y="218088"/>
                </a:cubicBezTo>
                <a:cubicBezTo>
                  <a:pt x="281946" y="218088"/>
                  <a:pt x="281946" y="218088"/>
                  <a:pt x="236000" y="185113"/>
                </a:cubicBezTo>
                <a:cubicBezTo>
                  <a:pt x="232061" y="182475"/>
                  <a:pt x="230749" y="178518"/>
                  <a:pt x="229436" y="174562"/>
                </a:cubicBezTo>
                <a:cubicBezTo>
                  <a:pt x="229436" y="174562"/>
                  <a:pt x="229436" y="174562"/>
                  <a:pt x="224185" y="145544"/>
                </a:cubicBezTo>
                <a:cubicBezTo>
                  <a:pt x="224185" y="145544"/>
                  <a:pt x="224185" y="145544"/>
                  <a:pt x="196617" y="194346"/>
                </a:cubicBezTo>
                <a:cubicBezTo>
                  <a:pt x="196617" y="194346"/>
                  <a:pt x="196617" y="194346"/>
                  <a:pt x="229436" y="243148"/>
                </a:cubicBezTo>
                <a:cubicBezTo>
                  <a:pt x="234687" y="249743"/>
                  <a:pt x="234687" y="258976"/>
                  <a:pt x="230749" y="265571"/>
                </a:cubicBezTo>
                <a:cubicBezTo>
                  <a:pt x="230749" y="265571"/>
                  <a:pt x="230749" y="265571"/>
                  <a:pt x="195305" y="318329"/>
                </a:cubicBezTo>
                <a:cubicBezTo>
                  <a:pt x="188741" y="326243"/>
                  <a:pt x="178239" y="328881"/>
                  <a:pt x="169050" y="323605"/>
                </a:cubicBezTo>
                <a:cubicBezTo>
                  <a:pt x="169050" y="323605"/>
                  <a:pt x="169050" y="323605"/>
                  <a:pt x="167737" y="323605"/>
                </a:cubicBezTo>
                <a:cubicBezTo>
                  <a:pt x="159861" y="318329"/>
                  <a:pt x="157235" y="305140"/>
                  <a:pt x="162486" y="297226"/>
                </a:cubicBezTo>
                <a:cubicBezTo>
                  <a:pt x="162486" y="297226"/>
                  <a:pt x="162486" y="297226"/>
                  <a:pt x="191366" y="255019"/>
                </a:cubicBezTo>
                <a:cubicBezTo>
                  <a:pt x="191366" y="255019"/>
                  <a:pt x="191366" y="255019"/>
                  <a:pt x="167737" y="220726"/>
                </a:cubicBezTo>
                <a:cubicBezTo>
                  <a:pt x="167737" y="220726"/>
                  <a:pt x="167737" y="220726"/>
                  <a:pt x="70594" y="322286"/>
                </a:cubicBezTo>
                <a:cubicBezTo>
                  <a:pt x="65343" y="328881"/>
                  <a:pt x="54841" y="330200"/>
                  <a:pt x="46965" y="326243"/>
                </a:cubicBezTo>
                <a:cubicBezTo>
                  <a:pt x="45652" y="324924"/>
                  <a:pt x="44339" y="323605"/>
                  <a:pt x="44339" y="322286"/>
                </a:cubicBezTo>
                <a:cubicBezTo>
                  <a:pt x="36463" y="315691"/>
                  <a:pt x="36463" y="303821"/>
                  <a:pt x="43027" y="295907"/>
                </a:cubicBezTo>
                <a:cubicBezTo>
                  <a:pt x="43027" y="295907"/>
                  <a:pt x="43027" y="295907"/>
                  <a:pt x="144108" y="189070"/>
                </a:cubicBezTo>
                <a:cubicBezTo>
                  <a:pt x="144108" y="185113"/>
                  <a:pt x="145421" y="181156"/>
                  <a:pt x="148046" y="177200"/>
                </a:cubicBezTo>
                <a:cubicBezTo>
                  <a:pt x="148046" y="177200"/>
                  <a:pt x="148046" y="177200"/>
                  <a:pt x="190054" y="103337"/>
                </a:cubicBezTo>
                <a:cubicBezTo>
                  <a:pt x="190054" y="103337"/>
                  <a:pt x="190054" y="103337"/>
                  <a:pt x="151984" y="107294"/>
                </a:cubicBezTo>
                <a:cubicBezTo>
                  <a:pt x="151984" y="107294"/>
                  <a:pt x="151984" y="107294"/>
                  <a:pt x="119166" y="154777"/>
                </a:cubicBezTo>
                <a:lnTo>
                  <a:pt x="110272" y="161402"/>
                </a:lnTo>
                <a:lnTo>
                  <a:pt x="110027" y="158233"/>
                </a:lnTo>
                <a:cubicBezTo>
                  <a:pt x="99484" y="134642"/>
                  <a:pt x="99484" y="134642"/>
                  <a:pt x="99484" y="134642"/>
                </a:cubicBezTo>
                <a:lnTo>
                  <a:pt x="95803" y="133422"/>
                </a:lnTo>
                <a:lnTo>
                  <a:pt x="97670" y="130706"/>
                </a:lnTo>
                <a:cubicBezTo>
                  <a:pt x="102428" y="123781"/>
                  <a:pt x="111946" y="109932"/>
                  <a:pt x="130980" y="82234"/>
                </a:cubicBezTo>
                <a:cubicBezTo>
                  <a:pt x="133606" y="78277"/>
                  <a:pt x="137544" y="75639"/>
                  <a:pt x="141482" y="75639"/>
                </a:cubicBezTo>
                <a:cubicBezTo>
                  <a:pt x="141482" y="75639"/>
                  <a:pt x="141482" y="75639"/>
                  <a:pt x="221560" y="67725"/>
                </a:cubicBezTo>
                <a:close/>
                <a:moveTo>
                  <a:pt x="276970" y="0"/>
                </a:moveTo>
                <a:cubicBezTo>
                  <a:pt x="299328" y="0"/>
                  <a:pt x="317452" y="17769"/>
                  <a:pt x="317452" y="39688"/>
                </a:cubicBezTo>
                <a:cubicBezTo>
                  <a:pt x="317452" y="61607"/>
                  <a:pt x="299328" y="79376"/>
                  <a:pt x="276970" y="79376"/>
                </a:cubicBezTo>
                <a:cubicBezTo>
                  <a:pt x="254612" y="79376"/>
                  <a:pt x="236488" y="61607"/>
                  <a:pt x="236488" y="39688"/>
                </a:cubicBezTo>
                <a:cubicBezTo>
                  <a:pt x="236488" y="17769"/>
                  <a:pt x="254612" y="0"/>
                  <a:pt x="276970"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grpSp>
        <p:nvGrpSpPr>
          <p:cNvPr id="16" name="组 15"/>
          <p:cNvGrpSpPr/>
          <p:nvPr/>
        </p:nvGrpSpPr>
        <p:grpSpPr>
          <a:xfrm>
            <a:off x="853140" y="4349502"/>
            <a:ext cx="5000710" cy="1397890"/>
            <a:chOff x="7573558" y="1789204"/>
            <a:chExt cx="3240000" cy="1397890"/>
          </a:xfrm>
        </p:grpSpPr>
        <p:grpSp>
          <p:nvGrpSpPr>
            <p:cNvPr id="1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9" name="矩形 1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0" name="矩形 1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1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1" name="组 20"/>
          <p:cNvGrpSpPr/>
          <p:nvPr/>
        </p:nvGrpSpPr>
        <p:grpSpPr>
          <a:xfrm>
            <a:off x="6337117" y="4353592"/>
            <a:ext cx="5000710" cy="1397890"/>
            <a:chOff x="7573558" y="1789204"/>
            <a:chExt cx="3240000" cy="1397890"/>
          </a:xfrm>
        </p:grpSpPr>
        <p:grpSp>
          <p:nvGrpSpPr>
            <p:cNvPr id="2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4" name="矩形 2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5" name="矩形 2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9324353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标题 11"/>
          <p:cNvSpPr>
            <a:spLocks noGrp="1"/>
          </p:cNvSpPr>
          <p:nvPr>
            <p:ph type="title"/>
          </p:nvPr>
        </p:nvSpPr>
        <p:spPr/>
        <p:txBody>
          <a:bodyPr/>
          <a:lstStyle/>
          <a:p>
            <a:r>
              <a:rPr lang="zh-CN" altLang="en-US" dirty="0"/>
              <a:t>让金融更简单 让金融更美好</a:t>
            </a:r>
            <a:endParaRPr kumimoji="1" lang="zh-CN" altLang="en-US" dirty="0"/>
          </a:p>
        </p:txBody>
      </p:sp>
      <p:pic>
        <p:nvPicPr>
          <p:cNvPr id="3" name="图片 2">
            <a:extLst>
              <a:ext uri="{FF2B5EF4-FFF2-40B4-BE49-F238E27FC236}">
                <a16:creationId xmlns="" xmlns:a16="http://schemas.microsoft.com/office/drawing/2014/main" id="{8149197C-5335-478B-9D36-EBBF6D0A585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207867" y="1412776"/>
            <a:ext cx="2949598" cy="4424397"/>
          </a:xfrm>
          <a:prstGeom prst="rect">
            <a:avLst/>
          </a:prstGeom>
          <a:ln>
            <a:noFill/>
          </a:ln>
          <a:effectLst/>
        </p:spPr>
      </p:pic>
      <p:pic>
        <p:nvPicPr>
          <p:cNvPr id="4" name="图片 3">
            <a:extLst>
              <a:ext uri="{FF2B5EF4-FFF2-40B4-BE49-F238E27FC236}">
                <a16:creationId xmlns="" xmlns:a16="http://schemas.microsoft.com/office/drawing/2014/main" id="{50FAFFCF-F8C0-49DE-8FA9-0F47E85A00E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bwMode="auto">
          <a:xfrm>
            <a:off x="9294768" y="4425876"/>
            <a:ext cx="2105100" cy="1403400"/>
          </a:xfrm>
          <a:prstGeom prst="rect">
            <a:avLst/>
          </a:prstGeom>
          <a:noFill/>
          <a:ln w="9525">
            <a:noFill/>
            <a:miter lim="800000"/>
            <a:headEnd/>
            <a:tailEnd/>
          </a:ln>
          <a:effectLst/>
        </p:spPr>
      </p:pic>
      <p:pic>
        <p:nvPicPr>
          <p:cNvPr id="5" name="图片 4">
            <a:extLst>
              <a:ext uri="{FF2B5EF4-FFF2-40B4-BE49-F238E27FC236}">
                <a16:creationId xmlns="" xmlns:a16="http://schemas.microsoft.com/office/drawing/2014/main" id="{BD927EBE-FBFE-440B-8A56-1731719E997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bwMode="auto">
          <a:xfrm>
            <a:off x="9286797" y="2909587"/>
            <a:ext cx="2113071" cy="1408714"/>
          </a:xfrm>
          <a:prstGeom prst="rect">
            <a:avLst/>
          </a:prstGeom>
          <a:noFill/>
          <a:ln w="9525">
            <a:noFill/>
            <a:miter lim="800000"/>
            <a:headEnd/>
            <a:tailEnd/>
          </a:ln>
          <a:effectLst/>
        </p:spPr>
      </p:pic>
      <p:sp>
        <p:nvSpPr>
          <p:cNvPr id="6" name="矩形 5">
            <a:extLst>
              <a:ext uri="{FF2B5EF4-FFF2-40B4-BE49-F238E27FC236}">
                <a16:creationId xmlns="" xmlns:a16="http://schemas.microsoft.com/office/drawing/2014/main" id="{D9CE0D6D-FD66-462C-BA51-7B0BE234106A}"/>
              </a:ext>
            </a:extLst>
          </p:cNvPr>
          <p:cNvSpPr/>
          <p:nvPr/>
        </p:nvSpPr>
        <p:spPr>
          <a:xfrm>
            <a:off x="910830" y="1412776"/>
            <a:ext cx="5147035" cy="2898824"/>
          </a:xfrm>
          <a:prstGeom prst="rect">
            <a:avLst/>
          </a:prstGeom>
          <a:solidFill>
            <a:sysClr val="window" lastClr="FFFFFF">
              <a:lumMod val="9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7" name="TextBox 30">
            <a:extLst>
              <a:ext uri="{FF2B5EF4-FFF2-40B4-BE49-F238E27FC236}">
                <a16:creationId xmlns="" xmlns:a16="http://schemas.microsoft.com/office/drawing/2014/main" id="{756707B3-CAE8-41ED-B65C-F7A9A6CEB2DB}"/>
              </a:ext>
            </a:extLst>
          </p:cNvPr>
          <p:cNvSpPr txBox="1"/>
          <p:nvPr/>
        </p:nvSpPr>
        <p:spPr>
          <a:xfrm>
            <a:off x="1339414" y="2316082"/>
            <a:ext cx="4321216" cy="1569660"/>
          </a:xfrm>
          <a:prstGeom prst="rect">
            <a:avLst/>
          </a:prstGeom>
          <a:noFill/>
        </p:spPr>
        <p:txBody>
          <a:bodyPr wrap="square" rtlCol="0">
            <a:spAutoFit/>
          </a:bodyPr>
          <a:lstStyle/>
          <a:p>
            <a:pPr defTabSz="914400">
              <a:lnSpc>
                <a:spcPct val="150000"/>
              </a:lnSpc>
            </a:pPr>
            <a:r>
              <a:rPr lang="zh-CN" altLang="en-US" sz="1600" dirty="0">
                <a:solidFill>
                  <a:prstClr val="black">
                    <a:lumMod val="85000"/>
                    <a:lumOff val="15000"/>
                  </a:prstClr>
                </a:solidFill>
                <a:latin typeface="微软雅黑" panose="020B0503020204020204" pitchFamily="34" charset="-122"/>
                <a:ea typeface="微软雅黑" panose="020B0503020204020204" pitchFamily="34" charset="-122"/>
              </a:rPr>
              <a:t>本模版具备基本构架，合理美观的编排好了现成的图文位置，结合本企业的具体情况更换即可，方便实用。版块结构可根据具体实用情况将前后秩序重新排列使用。</a:t>
            </a:r>
            <a:endParaRPr lang="en-US" altLang="zh-CN" sz="1600" dirty="0">
              <a:solidFill>
                <a:prstClr val="black">
                  <a:lumMod val="85000"/>
                  <a:lumOff val="15000"/>
                </a:prstClr>
              </a:solidFill>
              <a:latin typeface="微软雅黑" panose="020B0503020204020204" pitchFamily="34" charset="-122"/>
              <a:ea typeface="微软雅黑" panose="020B0503020204020204" pitchFamily="34" charset="-122"/>
            </a:endParaRPr>
          </a:p>
        </p:txBody>
      </p:sp>
      <p:sp>
        <p:nvSpPr>
          <p:cNvPr id="8" name="TextBox 31">
            <a:extLst>
              <a:ext uri="{FF2B5EF4-FFF2-40B4-BE49-F238E27FC236}">
                <a16:creationId xmlns="" xmlns:a16="http://schemas.microsoft.com/office/drawing/2014/main" id="{79D8F562-70F7-4498-8DFA-2E255BCAADB7}"/>
              </a:ext>
            </a:extLst>
          </p:cNvPr>
          <p:cNvSpPr txBox="1"/>
          <p:nvPr/>
        </p:nvSpPr>
        <p:spPr>
          <a:xfrm>
            <a:off x="1339414" y="1707960"/>
            <a:ext cx="2364536" cy="461665"/>
          </a:xfrm>
          <a:prstGeom prst="rect">
            <a:avLst/>
          </a:prstGeom>
          <a:noFill/>
        </p:spPr>
        <p:txBody>
          <a:bodyPr wrap="square" rtlCol="0">
            <a:spAutoFit/>
          </a:bodyPr>
          <a:lstStyle/>
          <a:p>
            <a:pPr defTabSz="914400"/>
            <a:r>
              <a:rPr lang="zh-CN" altLang="en-US" sz="2400" dirty="0">
                <a:solidFill>
                  <a:prstClr val="black">
                    <a:lumMod val="85000"/>
                    <a:lumOff val="15000"/>
                  </a:prstClr>
                </a:solidFill>
                <a:latin typeface="微软雅黑" panose="020B0503020204020204" pitchFamily="34" charset="-122"/>
                <a:ea typeface="微软雅黑" panose="020B0503020204020204" pitchFamily="34" charset="-122"/>
              </a:rPr>
              <a:t>点击添加标题</a:t>
            </a:r>
          </a:p>
        </p:txBody>
      </p:sp>
      <p:pic>
        <p:nvPicPr>
          <p:cNvPr id="9" name="图片 8">
            <a:extLst>
              <a:ext uri="{FF2B5EF4-FFF2-40B4-BE49-F238E27FC236}">
                <a16:creationId xmlns="" xmlns:a16="http://schemas.microsoft.com/office/drawing/2014/main" id="{0CA3DB71-9F8D-43D2-8861-F07D47C33E4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293056" y="1414387"/>
            <a:ext cx="2092804" cy="1395202"/>
          </a:xfrm>
          <a:prstGeom prst="rect">
            <a:avLst/>
          </a:prstGeom>
          <a:ln>
            <a:noFill/>
          </a:ln>
          <a:effectLst/>
        </p:spPr>
      </p:pic>
      <p:sp>
        <p:nvSpPr>
          <p:cNvPr id="10" name="矩形 9">
            <a:extLst>
              <a:ext uri="{FF2B5EF4-FFF2-40B4-BE49-F238E27FC236}">
                <a16:creationId xmlns="" xmlns:a16="http://schemas.microsoft.com/office/drawing/2014/main" id="{E8CE1AA2-9620-4C2F-AE90-91A0D2AD2BA7}"/>
              </a:ext>
            </a:extLst>
          </p:cNvPr>
          <p:cNvSpPr/>
          <p:nvPr/>
        </p:nvSpPr>
        <p:spPr>
          <a:xfrm>
            <a:off x="910830" y="4429477"/>
            <a:ext cx="5147035" cy="1408990"/>
          </a:xfrm>
          <a:prstGeom prst="rect">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1" name="TextBox 30">
            <a:extLst>
              <a:ext uri="{FF2B5EF4-FFF2-40B4-BE49-F238E27FC236}">
                <a16:creationId xmlns="" xmlns:a16="http://schemas.microsoft.com/office/drawing/2014/main" id="{97697A5D-15C5-415D-9ABA-C0D87E718BF3}"/>
              </a:ext>
            </a:extLst>
          </p:cNvPr>
          <p:cNvSpPr txBox="1"/>
          <p:nvPr/>
        </p:nvSpPr>
        <p:spPr>
          <a:xfrm>
            <a:off x="1339414" y="4527973"/>
            <a:ext cx="4321216" cy="1200329"/>
          </a:xfrm>
          <a:prstGeom prst="rect">
            <a:avLst/>
          </a:prstGeom>
          <a:noFill/>
        </p:spPr>
        <p:txBody>
          <a:bodyPr wrap="square" rtlCol="0">
            <a:spAutoFit/>
          </a:bodyPr>
          <a:lstStyle/>
          <a:p>
            <a:pPr defTabSz="914400">
              <a:lnSpc>
                <a:spcPct val="150000"/>
              </a:lnSpc>
            </a:pPr>
            <a:r>
              <a:rPr lang="zh-CN" altLang="en-US" sz="1600" dirty="0">
                <a:solidFill>
                  <a:prstClr val="white"/>
                </a:solidFill>
                <a:latin typeface="微软雅黑" panose="020B0503020204020204" pitchFamily="34" charset="-122"/>
                <a:ea typeface="微软雅黑" panose="020B0503020204020204" pitchFamily="34" charset="-122"/>
              </a:rPr>
              <a:t>本模版具备基本构架，合理美观的编排好了现成的图文位置，结合本企业的具体情况更换即可，方便实用。</a:t>
            </a:r>
            <a:endParaRPr lang="en-US" altLang="zh-CN" sz="1600"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50821282"/>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grpSp>
        <p:nvGrpSpPr>
          <p:cNvPr id="23" name="组合 1">
            <a:extLst>
              <a:ext uri="{FF2B5EF4-FFF2-40B4-BE49-F238E27FC236}">
                <a16:creationId xmlns="" xmlns:a16="http://schemas.microsoft.com/office/drawing/2014/main" id="{13B8DE37-AB05-43FA-A6C9-C54895D75451}"/>
              </a:ext>
            </a:extLst>
          </p:cNvPr>
          <p:cNvGrpSpPr/>
          <p:nvPr/>
        </p:nvGrpSpPr>
        <p:grpSpPr>
          <a:xfrm>
            <a:off x="4586514" y="1770743"/>
            <a:ext cx="3048000" cy="1872343"/>
            <a:chOff x="4586514" y="1770743"/>
            <a:chExt cx="3048000" cy="1872343"/>
          </a:xfrm>
        </p:grpSpPr>
        <p:sp>
          <p:nvSpPr>
            <p:cNvPr id="24" name="矩形 23">
              <a:extLst>
                <a:ext uri="{FF2B5EF4-FFF2-40B4-BE49-F238E27FC236}">
                  <a16:creationId xmlns="" xmlns:a16="http://schemas.microsoft.com/office/drawing/2014/main" id="{6795823B-565E-4E2F-8C7F-C6E175A680C9}"/>
                </a:ext>
              </a:extLst>
            </p:cNvPr>
            <p:cNvSpPr/>
            <p:nvPr/>
          </p:nvSpPr>
          <p:spPr>
            <a:xfrm>
              <a:off x="4586514" y="1770743"/>
              <a:ext cx="3048000" cy="1872343"/>
            </a:xfrm>
            <a:prstGeom prst="rect">
              <a:avLst/>
            </a:prstGeom>
            <a:solidFill>
              <a:srgbClr val="4372C4"/>
            </a:solidFill>
            <a:ln>
              <a:noFill/>
            </a:ln>
            <a:effectLst>
              <a:outerShdw blurRad="203200" dist="63500" dir="5400000" algn="t" rotWithShape="0">
                <a:srgbClr val="C2C8D4">
                  <a:alpha val="7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25" name="组合 3">
              <a:extLst>
                <a:ext uri="{FF2B5EF4-FFF2-40B4-BE49-F238E27FC236}">
                  <a16:creationId xmlns="" xmlns:a16="http://schemas.microsoft.com/office/drawing/2014/main" id="{67B564DD-BEBD-4693-B763-0A327C3B8733}"/>
                </a:ext>
              </a:extLst>
            </p:cNvPr>
            <p:cNvGrpSpPr/>
            <p:nvPr/>
          </p:nvGrpSpPr>
          <p:grpSpPr>
            <a:xfrm>
              <a:off x="4800215" y="2099555"/>
              <a:ext cx="2591569" cy="1238467"/>
              <a:chOff x="7483989" y="3361982"/>
              <a:chExt cx="2591569" cy="1238467"/>
            </a:xfrm>
          </p:grpSpPr>
          <p:sp>
            <p:nvSpPr>
              <p:cNvPr id="26" name="矩形 25">
                <a:extLst>
                  <a:ext uri="{FF2B5EF4-FFF2-40B4-BE49-F238E27FC236}">
                    <a16:creationId xmlns="" xmlns:a16="http://schemas.microsoft.com/office/drawing/2014/main" id="{E9585A61-FBBD-4024-99D3-4A020ADA3389}"/>
                  </a:ext>
                </a:extLst>
              </p:cNvPr>
              <p:cNvSpPr/>
              <p:nvPr/>
            </p:nvSpPr>
            <p:spPr>
              <a:xfrm>
                <a:off x="7483989" y="3732519"/>
                <a:ext cx="2591569" cy="867930"/>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微软雅黑"/>
                    <a:ea typeface="微软雅黑"/>
                    <a:cs typeface="+mn-cs"/>
                  </a:rPr>
                  <a:t>用户可以在投影仪或者计算机上进行演示也可以将演示文稿打印出来制作成胶片</a:t>
                </a:r>
              </a:p>
            </p:txBody>
          </p:sp>
          <p:sp>
            <p:nvSpPr>
              <p:cNvPr id="27" name="矩形 26">
                <a:extLst>
                  <a:ext uri="{FF2B5EF4-FFF2-40B4-BE49-F238E27FC236}">
                    <a16:creationId xmlns="" xmlns:a16="http://schemas.microsoft.com/office/drawing/2014/main" id="{FB9A5CE8-3A4E-41AD-B3C0-DEAC5CBA7D91}"/>
                  </a:ext>
                </a:extLst>
              </p:cNvPr>
              <p:cNvSpPr/>
              <p:nvPr/>
            </p:nvSpPr>
            <p:spPr>
              <a:xfrm>
                <a:off x="7483989" y="3361982"/>
                <a:ext cx="2050552" cy="396583"/>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rPr>
                  <a:t>标题文字添加</a:t>
                </a:r>
              </a:p>
            </p:txBody>
          </p:sp>
        </p:grpSp>
      </p:grpSp>
      <p:grpSp>
        <p:nvGrpSpPr>
          <p:cNvPr id="28" name="组合 6">
            <a:extLst>
              <a:ext uri="{FF2B5EF4-FFF2-40B4-BE49-F238E27FC236}">
                <a16:creationId xmlns="" xmlns:a16="http://schemas.microsoft.com/office/drawing/2014/main" id="{67F76F7D-EB6B-4CDA-8E27-AC0CEE11DE69}"/>
              </a:ext>
            </a:extLst>
          </p:cNvPr>
          <p:cNvGrpSpPr/>
          <p:nvPr/>
        </p:nvGrpSpPr>
        <p:grpSpPr>
          <a:xfrm>
            <a:off x="1081314" y="4034971"/>
            <a:ext cx="3048000" cy="1872343"/>
            <a:chOff x="1081314" y="4034971"/>
            <a:chExt cx="3048000" cy="1872343"/>
          </a:xfrm>
        </p:grpSpPr>
        <p:sp>
          <p:nvSpPr>
            <p:cNvPr id="29" name="矩形 28">
              <a:extLst>
                <a:ext uri="{FF2B5EF4-FFF2-40B4-BE49-F238E27FC236}">
                  <a16:creationId xmlns="" xmlns:a16="http://schemas.microsoft.com/office/drawing/2014/main" id="{5C50BAEE-3F41-4FF8-8C54-9290DD4BEE07}"/>
                </a:ext>
              </a:extLst>
            </p:cNvPr>
            <p:cNvSpPr/>
            <p:nvPr/>
          </p:nvSpPr>
          <p:spPr>
            <a:xfrm>
              <a:off x="1081314" y="4034971"/>
              <a:ext cx="3048000" cy="1872343"/>
            </a:xfrm>
            <a:prstGeom prst="rect">
              <a:avLst/>
            </a:prstGeom>
            <a:solidFill>
              <a:srgbClr val="4372C4"/>
            </a:solidFill>
            <a:ln>
              <a:noFill/>
            </a:ln>
            <a:effectLst>
              <a:outerShdw blurRad="203200" dist="63500" dir="5400000" algn="t" rotWithShape="0">
                <a:srgbClr val="C2C8D4">
                  <a:alpha val="7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30" name="组合 8">
              <a:extLst>
                <a:ext uri="{FF2B5EF4-FFF2-40B4-BE49-F238E27FC236}">
                  <a16:creationId xmlns="" xmlns:a16="http://schemas.microsoft.com/office/drawing/2014/main" id="{9D52616E-077D-4F98-B03B-B2A6AE190571}"/>
                </a:ext>
              </a:extLst>
            </p:cNvPr>
            <p:cNvGrpSpPr/>
            <p:nvPr/>
          </p:nvGrpSpPr>
          <p:grpSpPr>
            <a:xfrm>
              <a:off x="1309529" y="4351908"/>
              <a:ext cx="2591569" cy="1238467"/>
              <a:chOff x="7483989" y="3361982"/>
              <a:chExt cx="2591569" cy="1238467"/>
            </a:xfrm>
          </p:grpSpPr>
          <p:sp>
            <p:nvSpPr>
              <p:cNvPr id="31" name="矩形 30">
                <a:extLst>
                  <a:ext uri="{FF2B5EF4-FFF2-40B4-BE49-F238E27FC236}">
                    <a16:creationId xmlns="" xmlns:a16="http://schemas.microsoft.com/office/drawing/2014/main" id="{CF44667E-FFF6-4187-ABDE-5B2DC373848F}"/>
                  </a:ext>
                </a:extLst>
              </p:cNvPr>
              <p:cNvSpPr/>
              <p:nvPr/>
            </p:nvSpPr>
            <p:spPr>
              <a:xfrm>
                <a:off x="7483989" y="3732519"/>
                <a:ext cx="2591569" cy="867930"/>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微软雅黑"/>
                    <a:ea typeface="微软雅黑"/>
                    <a:cs typeface="+mn-cs"/>
                  </a:rPr>
                  <a:t>用户可以在投影仪或者计算机上进行演示也可以将演示文稿打印出来制作成胶片</a:t>
                </a:r>
              </a:p>
            </p:txBody>
          </p:sp>
          <p:sp>
            <p:nvSpPr>
              <p:cNvPr id="32" name="矩形 31">
                <a:extLst>
                  <a:ext uri="{FF2B5EF4-FFF2-40B4-BE49-F238E27FC236}">
                    <a16:creationId xmlns="" xmlns:a16="http://schemas.microsoft.com/office/drawing/2014/main" id="{DFDE53E5-F764-4B67-94B3-8E960FBC64B2}"/>
                  </a:ext>
                </a:extLst>
              </p:cNvPr>
              <p:cNvSpPr/>
              <p:nvPr/>
            </p:nvSpPr>
            <p:spPr>
              <a:xfrm>
                <a:off x="7483989" y="3361982"/>
                <a:ext cx="2050552" cy="396583"/>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rPr>
                  <a:t>标题文字添加</a:t>
                </a:r>
              </a:p>
            </p:txBody>
          </p:sp>
        </p:grpSp>
      </p:grpSp>
      <p:grpSp>
        <p:nvGrpSpPr>
          <p:cNvPr id="33" name="组合 11">
            <a:extLst>
              <a:ext uri="{FF2B5EF4-FFF2-40B4-BE49-F238E27FC236}">
                <a16:creationId xmlns="" xmlns:a16="http://schemas.microsoft.com/office/drawing/2014/main" id="{39D64619-AA14-4DDD-B743-8F781D796BF4}"/>
              </a:ext>
            </a:extLst>
          </p:cNvPr>
          <p:cNvGrpSpPr/>
          <p:nvPr/>
        </p:nvGrpSpPr>
        <p:grpSpPr>
          <a:xfrm>
            <a:off x="8091714" y="4034971"/>
            <a:ext cx="3048000" cy="1872343"/>
            <a:chOff x="8091714" y="4034971"/>
            <a:chExt cx="3048000" cy="1872343"/>
          </a:xfrm>
        </p:grpSpPr>
        <p:sp>
          <p:nvSpPr>
            <p:cNvPr id="34" name="矩形 33">
              <a:extLst>
                <a:ext uri="{FF2B5EF4-FFF2-40B4-BE49-F238E27FC236}">
                  <a16:creationId xmlns="" xmlns:a16="http://schemas.microsoft.com/office/drawing/2014/main" id="{EFC22F99-7885-4FAF-B6F2-E36B31C59787}"/>
                </a:ext>
              </a:extLst>
            </p:cNvPr>
            <p:cNvSpPr/>
            <p:nvPr/>
          </p:nvSpPr>
          <p:spPr>
            <a:xfrm>
              <a:off x="8091714" y="4034971"/>
              <a:ext cx="3048000" cy="1872343"/>
            </a:xfrm>
            <a:prstGeom prst="rect">
              <a:avLst/>
            </a:prstGeom>
            <a:solidFill>
              <a:srgbClr val="4372C4"/>
            </a:solidFill>
            <a:ln>
              <a:noFill/>
            </a:ln>
            <a:effectLst>
              <a:outerShdw blurRad="203200" dist="63500" dir="5400000" algn="t" rotWithShape="0">
                <a:srgbClr val="C2C8D4">
                  <a:alpha val="7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nvGrpSpPr>
            <p:cNvPr id="35" name="组合 13">
              <a:extLst>
                <a:ext uri="{FF2B5EF4-FFF2-40B4-BE49-F238E27FC236}">
                  <a16:creationId xmlns="" xmlns:a16="http://schemas.microsoft.com/office/drawing/2014/main" id="{73A0A226-DC9D-4121-A4AE-6F5D8392A602}"/>
                </a:ext>
              </a:extLst>
            </p:cNvPr>
            <p:cNvGrpSpPr/>
            <p:nvPr/>
          </p:nvGrpSpPr>
          <p:grpSpPr>
            <a:xfrm>
              <a:off x="8319929" y="4351908"/>
              <a:ext cx="2591569" cy="1238467"/>
              <a:chOff x="7483989" y="3361982"/>
              <a:chExt cx="2591569" cy="1238467"/>
            </a:xfrm>
          </p:grpSpPr>
          <p:sp>
            <p:nvSpPr>
              <p:cNvPr id="36" name="矩形 35">
                <a:extLst>
                  <a:ext uri="{FF2B5EF4-FFF2-40B4-BE49-F238E27FC236}">
                    <a16:creationId xmlns="" xmlns:a16="http://schemas.microsoft.com/office/drawing/2014/main" id="{742EC780-C043-465A-AB43-640C0D07B626}"/>
                  </a:ext>
                </a:extLst>
              </p:cNvPr>
              <p:cNvSpPr/>
              <p:nvPr/>
            </p:nvSpPr>
            <p:spPr>
              <a:xfrm>
                <a:off x="7483989" y="3732519"/>
                <a:ext cx="2591569" cy="867930"/>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微软雅黑"/>
                    <a:ea typeface="微软雅黑"/>
                    <a:cs typeface="+mn-cs"/>
                  </a:rPr>
                  <a:t>用户可以在投影仪或者计算机上进行演示也可以将演示文稿打印出来制作成胶片</a:t>
                </a:r>
              </a:p>
            </p:txBody>
          </p:sp>
          <p:sp>
            <p:nvSpPr>
              <p:cNvPr id="37" name="矩形 36">
                <a:extLst>
                  <a:ext uri="{FF2B5EF4-FFF2-40B4-BE49-F238E27FC236}">
                    <a16:creationId xmlns="" xmlns:a16="http://schemas.microsoft.com/office/drawing/2014/main" id="{F7F73D96-D55F-45AE-96AD-220A416AE565}"/>
                  </a:ext>
                </a:extLst>
              </p:cNvPr>
              <p:cNvSpPr/>
              <p:nvPr/>
            </p:nvSpPr>
            <p:spPr>
              <a:xfrm>
                <a:off x="7483989" y="3361982"/>
                <a:ext cx="2050552" cy="396583"/>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微软雅黑"/>
                    <a:ea typeface="微软雅黑"/>
                    <a:cs typeface="+mn-cs"/>
                  </a:rPr>
                  <a:t>标题文字添加</a:t>
                </a:r>
              </a:p>
            </p:txBody>
          </p:sp>
        </p:grpSp>
      </p:grpSp>
      <p:pic>
        <p:nvPicPr>
          <p:cNvPr id="38" name="图片占位符 24">
            <a:extLst>
              <a:ext uri="{FF2B5EF4-FFF2-40B4-BE49-F238E27FC236}">
                <a16:creationId xmlns="" xmlns:a16="http://schemas.microsoft.com/office/drawing/2014/main" id="{02FEBD3C-7277-4F98-9A43-0A4BB8F2EC97}"/>
              </a:ext>
            </a:extLst>
          </p:cNvPr>
          <p:cNvPicPr>
            <a:picLocks noChangeAspect="1"/>
          </p:cNvPicPr>
          <p:nvPr/>
        </p:nvPicPr>
        <p:blipFill>
          <a:blip r:embed="rId2" cstate="print">
            <a:grayscl/>
            <a:extLst>
              <a:ext uri="{28A0092B-C50C-407E-A947-70E740481C1C}">
                <a14:useLocalDpi xmlns:a14="http://schemas.microsoft.com/office/drawing/2010/main" val="0"/>
              </a:ext>
            </a:extLst>
          </a:blip>
          <a:srcRect t="3906" b="3906"/>
          <a:stretch>
            <a:fillRect/>
          </a:stretch>
        </p:blipFill>
        <p:spPr>
          <a:xfrm>
            <a:off x="1095828" y="1770744"/>
            <a:ext cx="3048000" cy="1872343"/>
          </a:xfrm>
          <a:custGeom>
            <a:avLst/>
            <a:gdLst>
              <a:gd name="connsiteX0" fmla="*/ 0 w 3048000"/>
              <a:gd name="connsiteY0" fmla="*/ 0 h 1872343"/>
              <a:gd name="connsiteX1" fmla="*/ 3048000 w 3048000"/>
              <a:gd name="connsiteY1" fmla="*/ 0 h 1872343"/>
              <a:gd name="connsiteX2" fmla="*/ 3048000 w 3048000"/>
              <a:gd name="connsiteY2" fmla="*/ 1872343 h 1872343"/>
              <a:gd name="connsiteX3" fmla="*/ 0 w 3048000"/>
              <a:gd name="connsiteY3" fmla="*/ 1872343 h 1872343"/>
            </a:gdLst>
            <a:ahLst/>
            <a:cxnLst>
              <a:cxn ang="0">
                <a:pos x="connsiteX0" y="connsiteY0"/>
              </a:cxn>
              <a:cxn ang="0">
                <a:pos x="connsiteX1" y="connsiteY1"/>
              </a:cxn>
              <a:cxn ang="0">
                <a:pos x="connsiteX2" y="connsiteY2"/>
              </a:cxn>
              <a:cxn ang="0">
                <a:pos x="connsiteX3" y="connsiteY3"/>
              </a:cxn>
            </a:cxnLst>
            <a:rect l="l" t="t" r="r" b="b"/>
            <a:pathLst>
              <a:path w="3048000" h="1872343">
                <a:moveTo>
                  <a:pt x="0" y="0"/>
                </a:moveTo>
                <a:lnTo>
                  <a:pt x="3048000" y="0"/>
                </a:lnTo>
                <a:lnTo>
                  <a:pt x="3048000" y="1872343"/>
                </a:lnTo>
                <a:lnTo>
                  <a:pt x="0" y="1872343"/>
                </a:lnTo>
                <a:close/>
              </a:path>
            </a:pathLst>
          </a:custGeom>
        </p:spPr>
      </p:pic>
      <p:pic>
        <p:nvPicPr>
          <p:cNvPr id="39" name="图片占位符 25">
            <a:extLst>
              <a:ext uri="{FF2B5EF4-FFF2-40B4-BE49-F238E27FC236}">
                <a16:creationId xmlns="" xmlns:a16="http://schemas.microsoft.com/office/drawing/2014/main" id="{98AEECF0-6A90-4531-869E-9598340EF165}"/>
              </a:ext>
            </a:extLst>
          </p:cNvPr>
          <p:cNvPicPr>
            <a:picLocks noChangeAspect="1"/>
          </p:cNvPicPr>
          <p:nvPr/>
        </p:nvPicPr>
        <p:blipFill>
          <a:blip r:embed="rId3" cstate="print">
            <a:grayscl/>
            <a:extLst>
              <a:ext uri="{28A0092B-C50C-407E-A947-70E740481C1C}">
                <a14:useLocalDpi xmlns:a14="http://schemas.microsoft.com/office/drawing/2010/main" val="0"/>
              </a:ext>
            </a:extLst>
          </a:blip>
          <a:srcRect t="3945" b="3945"/>
          <a:stretch>
            <a:fillRect/>
          </a:stretch>
        </p:blipFill>
        <p:spPr>
          <a:xfrm>
            <a:off x="4586514" y="4034972"/>
            <a:ext cx="3048000" cy="1872343"/>
          </a:xfrm>
          <a:custGeom>
            <a:avLst/>
            <a:gdLst>
              <a:gd name="connsiteX0" fmla="*/ 0 w 3048000"/>
              <a:gd name="connsiteY0" fmla="*/ 0 h 1872343"/>
              <a:gd name="connsiteX1" fmla="*/ 3048000 w 3048000"/>
              <a:gd name="connsiteY1" fmla="*/ 0 h 1872343"/>
              <a:gd name="connsiteX2" fmla="*/ 3048000 w 3048000"/>
              <a:gd name="connsiteY2" fmla="*/ 1872343 h 1872343"/>
              <a:gd name="connsiteX3" fmla="*/ 0 w 3048000"/>
              <a:gd name="connsiteY3" fmla="*/ 1872343 h 1872343"/>
            </a:gdLst>
            <a:ahLst/>
            <a:cxnLst>
              <a:cxn ang="0">
                <a:pos x="connsiteX0" y="connsiteY0"/>
              </a:cxn>
              <a:cxn ang="0">
                <a:pos x="connsiteX1" y="connsiteY1"/>
              </a:cxn>
              <a:cxn ang="0">
                <a:pos x="connsiteX2" y="connsiteY2"/>
              </a:cxn>
              <a:cxn ang="0">
                <a:pos x="connsiteX3" y="connsiteY3"/>
              </a:cxn>
            </a:cxnLst>
            <a:rect l="l" t="t" r="r" b="b"/>
            <a:pathLst>
              <a:path w="3048000" h="1872343">
                <a:moveTo>
                  <a:pt x="0" y="0"/>
                </a:moveTo>
                <a:lnTo>
                  <a:pt x="3048000" y="0"/>
                </a:lnTo>
                <a:lnTo>
                  <a:pt x="3048000" y="1872343"/>
                </a:lnTo>
                <a:lnTo>
                  <a:pt x="0" y="1872343"/>
                </a:lnTo>
                <a:close/>
              </a:path>
            </a:pathLst>
          </a:custGeom>
        </p:spPr>
      </p:pic>
      <p:pic>
        <p:nvPicPr>
          <p:cNvPr id="40" name="图片占位符 26">
            <a:extLst>
              <a:ext uri="{FF2B5EF4-FFF2-40B4-BE49-F238E27FC236}">
                <a16:creationId xmlns="" xmlns:a16="http://schemas.microsoft.com/office/drawing/2014/main" id="{8B5CE121-ECC7-4F29-A609-C5A0C6E261D7}"/>
              </a:ext>
            </a:extLst>
          </p:cNvPr>
          <p:cNvPicPr>
            <a:picLocks noChangeAspect="1"/>
          </p:cNvPicPr>
          <p:nvPr/>
        </p:nvPicPr>
        <p:blipFill>
          <a:blip r:embed="rId4" cstate="print">
            <a:grayscl/>
            <a:extLst>
              <a:ext uri="{28A0092B-C50C-407E-A947-70E740481C1C}">
                <a14:useLocalDpi xmlns:a14="http://schemas.microsoft.com/office/drawing/2010/main" val="0"/>
              </a:ext>
            </a:extLst>
          </a:blip>
          <a:srcRect t="3906" b="3906"/>
          <a:stretch>
            <a:fillRect/>
          </a:stretch>
        </p:blipFill>
        <p:spPr>
          <a:xfrm>
            <a:off x="8091714" y="1770744"/>
            <a:ext cx="3048000" cy="1872343"/>
          </a:xfrm>
          <a:custGeom>
            <a:avLst/>
            <a:gdLst>
              <a:gd name="connsiteX0" fmla="*/ 0 w 3048000"/>
              <a:gd name="connsiteY0" fmla="*/ 0 h 1872343"/>
              <a:gd name="connsiteX1" fmla="*/ 3048000 w 3048000"/>
              <a:gd name="connsiteY1" fmla="*/ 0 h 1872343"/>
              <a:gd name="connsiteX2" fmla="*/ 3048000 w 3048000"/>
              <a:gd name="connsiteY2" fmla="*/ 1872343 h 1872343"/>
              <a:gd name="connsiteX3" fmla="*/ 0 w 3048000"/>
              <a:gd name="connsiteY3" fmla="*/ 1872343 h 1872343"/>
            </a:gdLst>
            <a:ahLst/>
            <a:cxnLst>
              <a:cxn ang="0">
                <a:pos x="connsiteX0" y="connsiteY0"/>
              </a:cxn>
              <a:cxn ang="0">
                <a:pos x="connsiteX1" y="connsiteY1"/>
              </a:cxn>
              <a:cxn ang="0">
                <a:pos x="connsiteX2" y="connsiteY2"/>
              </a:cxn>
              <a:cxn ang="0">
                <a:pos x="connsiteX3" y="connsiteY3"/>
              </a:cxn>
            </a:cxnLst>
            <a:rect l="l" t="t" r="r" b="b"/>
            <a:pathLst>
              <a:path w="3048000" h="1872343">
                <a:moveTo>
                  <a:pt x="0" y="0"/>
                </a:moveTo>
                <a:lnTo>
                  <a:pt x="3048000" y="0"/>
                </a:lnTo>
                <a:lnTo>
                  <a:pt x="3048000" y="1872343"/>
                </a:lnTo>
                <a:lnTo>
                  <a:pt x="0" y="1872343"/>
                </a:lnTo>
                <a:close/>
              </a:path>
            </a:pathLst>
          </a:custGeom>
          <a:effectLst/>
        </p:spPr>
      </p:pic>
    </p:spTree>
    <p:extLst>
      <p:ext uri="{BB962C8B-B14F-4D97-AF65-F5344CB8AC3E}">
        <p14:creationId xmlns:p14="http://schemas.microsoft.com/office/powerpoint/2010/main" val="180392648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让金融更简单 让金融更美好</a:t>
            </a:r>
            <a:endParaRPr kumimoji="1" lang="zh-CN" altLang="en-US" dirty="0"/>
          </a:p>
        </p:txBody>
      </p:sp>
      <p:sp>
        <p:nvSpPr>
          <p:cNvPr id="33" name="文本占位符 32"/>
          <p:cNvSpPr>
            <a:spLocks noGrp="1"/>
          </p:cNvSpPr>
          <p:nvPr>
            <p:ph type="body" sz="quarter" idx="10"/>
          </p:nvPr>
        </p:nvSpPr>
        <p:spPr/>
        <p:txBody>
          <a:bodyPr/>
          <a:lstStyle/>
          <a:p>
            <a:endParaRPr kumimoji="1" lang="zh-CN" altLang="en-US"/>
          </a:p>
        </p:txBody>
      </p:sp>
      <p:pic>
        <p:nvPicPr>
          <p:cNvPr id="14" name="图片占位符 30" descr="图片包含 文字&#10;&#10;已生成高可信度的说明">
            <a:extLst>
              <a:ext uri="{FF2B5EF4-FFF2-40B4-BE49-F238E27FC236}">
                <a16:creationId xmlns="" xmlns:a16="http://schemas.microsoft.com/office/drawing/2014/main" id="{A6E6A6FB-0B49-43ED-BA25-302E4CC4713B}"/>
              </a:ext>
            </a:extLst>
          </p:cNvPr>
          <p:cNvPicPr>
            <a:picLocks noChangeAspect="1"/>
          </p:cNvPicPr>
          <p:nvPr/>
        </p:nvPicPr>
        <p:blipFill>
          <a:blip r:embed="rId2" cstate="print">
            <a:extLst>
              <a:ext uri="{28A0092B-C50C-407E-A947-70E740481C1C}">
                <a14:useLocalDpi xmlns:a14="http://schemas.microsoft.com/office/drawing/2010/main" val="0"/>
              </a:ext>
            </a:extLst>
          </a:blip>
          <a:srcRect t="1049" b="1049"/>
          <a:stretch>
            <a:fillRect/>
          </a:stretch>
        </p:blipFill>
        <p:spPr>
          <a:xfrm>
            <a:off x="4389065" y="2060848"/>
            <a:ext cx="3429974" cy="2374235"/>
          </a:xfrm>
          <a:prstGeom prst="rect">
            <a:avLst/>
          </a:prstGeom>
          <a:effectLst/>
        </p:spPr>
      </p:pic>
      <p:pic>
        <p:nvPicPr>
          <p:cNvPr id="15" name="图片占位符 28" descr="图片包含 建筑物, 圆屋顶, 草, 户外&#10;&#10;已生成极高可信度的说明">
            <a:extLst>
              <a:ext uri="{FF2B5EF4-FFF2-40B4-BE49-F238E27FC236}">
                <a16:creationId xmlns="" xmlns:a16="http://schemas.microsoft.com/office/drawing/2014/main" id="{63CB44A7-2419-429F-B98F-A2AE3971CE53}"/>
              </a:ext>
            </a:extLst>
          </p:cNvPr>
          <p:cNvPicPr>
            <a:picLocks noChangeAspect="1"/>
          </p:cNvPicPr>
          <p:nvPr/>
        </p:nvPicPr>
        <p:blipFill>
          <a:blip r:embed="rId3" cstate="print">
            <a:extLst>
              <a:ext uri="{28A0092B-C50C-407E-A947-70E740481C1C}">
                <a14:useLocalDpi xmlns:a14="http://schemas.microsoft.com/office/drawing/2010/main" val="0"/>
              </a:ext>
            </a:extLst>
          </a:blip>
          <a:srcRect t="142" b="142"/>
          <a:stretch>
            <a:fillRect/>
          </a:stretch>
        </p:blipFill>
        <p:spPr>
          <a:xfrm>
            <a:off x="953596" y="2060848"/>
            <a:ext cx="3173430" cy="2374235"/>
          </a:xfrm>
          <a:prstGeom prst="rect">
            <a:avLst/>
          </a:prstGeom>
          <a:effectLst/>
        </p:spPr>
      </p:pic>
      <p:pic>
        <p:nvPicPr>
          <p:cNvPr id="16" name="图片占位符 4" descr="图片包含 航空器, 天空, 气球, 运输&#10;&#10;已生成极高可信度的说明">
            <a:extLst>
              <a:ext uri="{FF2B5EF4-FFF2-40B4-BE49-F238E27FC236}">
                <a16:creationId xmlns="" xmlns:a16="http://schemas.microsoft.com/office/drawing/2014/main" id="{55454604-641D-447E-8D05-E291A36FAC6A}"/>
              </a:ext>
            </a:extLst>
          </p:cNvPr>
          <p:cNvPicPr>
            <a:picLocks noChangeAspect="1"/>
          </p:cNvPicPr>
          <p:nvPr/>
        </p:nvPicPr>
        <p:blipFill>
          <a:blip r:embed="rId4" cstate="print">
            <a:extLst>
              <a:ext uri="{28A0092B-C50C-407E-A947-70E740481C1C}">
                <a14:useLocalDpi xmlns:a14="http://schemas.microsoft.com/office/drawing/2010/main" val="0"/>
              </a:ext>
            </a:extLst>
          </a:blip>
          <a:srcRect l="1552" r="1552"/>
          <a:stretch>
            <a:fillRect/>
          </a:stretch>
        </p:blipFill>
        <p:spPr>
          <a:xfrm>
            <a:off x="8081078" y="2060848"/>
            <a:ext cx="3168479" cy="2374235"/>
          </a:xfrm>
          <a:prstGeom prst="rect">
            <a:avLst/>
          </a:prstGeom>
          <a:effectLst/>
        </p:spPr>
      </p:pic>
      <p:grpSp>
        <p:nvGrpSpPr>
          <p:cNvPr id="18" name="组 17"/>
          <p:cNvGrpSpPr/>
          <p:nvPr/>
        </p:nvGrpSpPr>
        <p:grpSpPr>
          <a:xfrm>
            <a:off x="895374" y="4590127"/>
            <a:ext cx="3231652" cy="1397890"/>
            <a:chOff x="7573558" y="1789204"/>
            <a:chExt cx="3240000" cy="1397890"/>
          </a:xfrm>
        </p:grpSpPr>
        <p:grpSp>
          <p:nvGrpSpPr>
            <p:cNvPr id="19"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1" name="矩形 2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2" name="矩形 2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3" name="组 22"/>
          <p:cNvGrpSpPr/>
          <p:nvPr/>
        </p:nvGrpSpPr>
        <p:grpSpPr>
          <a:xfrm>
            <a:off x="4303474" y="4590127"/>
            <a:ext cx="3231652" cy="1397890"/>
            <a:chOff x="7573558" y="1789204"/>
            <a:chExt cx="3240000" cy="1397890"/>
          </a:xfrm>
        </p:grpSpPr>
        <p:grpSp>
          <p:nvGrpSpPr>
            <p:cNvPr id="24"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6" name="矩形 25">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7" name="矩形 2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8" name="组 27"/>
          <p:cNvGrpSpPr/>
          <p:nvPr/>
        </p:nvGrpSpPr>
        <p:grpSpPr>
          <a:xfrm>
            <a:off x="8000077" y="4590127"/>
            <a:ext cx="3231652" cy="1397890"/>
            <a:chOff x="7573558" y="1789204"/>
            <a:chExt cx="3240000" cy="1397890"/>
          </a:xfrm>
        </p:grpSpPr>
        <p:grpSp>
          <p:nvGrpSpPr>
            <p:cNvPr id="29"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1" name="矩形 30">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2" name="矩形 3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52454163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233B419A-2C76-4A90-9A7C-977E19DA6217}"/>
              </a:ext>
            </a:extLst>
          </p:cNvPr>
          <p:cNvSpPr/>
          <p:nvPr/>
        </p:nvSpPr>
        <p:spPr>
          <a:xfrm>
            <a:off x="1091795" y="1772816"/>
            <a:ext cx="3036012" cy="1534752"/>
          </a:xfrm>
          <a:prstGeom prst="rect">
            <a:avLst/>
          </a:prstGeom>
          <a:blipFill dpi="0" rotWithShape="0">
            <a:blip r:embed="rId2"/>
            <a:srcRect/>
            <a:stretch>
              <a:fillRect/>
            </a:stretch>
          </a:blip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 xmlns:a16="http://schemas.microsoft.com/office/drawing/2014/main" id="{E698A5DD-F01A-4002-8BA4-A8EB674248F7}"/>
              </a:ext>
            </a:extLst>
          </p:cNvPr>
          <p:cNvSpPr/>
          <p:nvPr/>
        </p:nvSpPr>
        <p:spPr>
          <a:xfrm>
            <a:off x="4483680" y="1772816"/>
            <a:ext cx="3036012" cy="1534752"/>
          </a:xfrm>
          <a:prstGeom prst="rect">
            <a:avLst/>
          </a:prstGeom>
          <a:blipFill dpi="0" rotWithShape="0">
            <a:blip r:embed="rId3"/>
            <a:srcRect/>
            <a:stretch>
              <a:fillRect/>
            </a:stretch>
          </a:blip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4" name="矩形 3">
            <a:extLst>
              <a:ext uri="{FF2B5EF4-FFF2-40B4-BE49-F238E27FC236}">
                <a16:creationId xmlns="" xmlns:a16="http://schemas.microsoft.com/office/drawing/2014/main" id="{1CD5CE0A-8E0E-4C68-9288-ADC61D9C825A}"/>
              </a:ext>
            </a:extLst>
          </p:cNvPr>
          <p:cNvSpPr/>
          <p:nvPr/>
        </p:nvSpPr>
        <p:spPr>
          <a:xfrm>
            <a:off x="7896200" y="1772816"/>
            <a:ext cx="3036012" cy="1534752"/>
          </a:xfrm>
          <a:prstGeom prst="rect">
            <a:avLst/>
          </a:prstGeom>
          <a:blipFill dpi="0" rotWithShape="0">
            <a:blip r:embed="rId4"/>
            <a:srcRect/>
            <a:stretch>
              <a:fillRect/>
            </a:stretch>
          </a:blipFill>
          <a:ln w="571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 xmlns:a16="http://schemas.microsoft.com/office/drawing/2014/main" id="{F135B249-3A35-4E1F-84F6-F4083DEC20F7}"/>
              </a:ext>
            </a:extLst>
          </p:cNvPr>
          <p:cNvSpPr/>
          <p:nvPr/>
        </p:nvSpPr>
        <p:spPr>
          <a:xfrm>
            <a:off x="1091795" y="3307568"/>
            <a:ext cx="3036012" cy="410844"/>
          </a:xfrm>
          <a:prstGeom prst="rect">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1800" dirty="0">
                <a:latin typeface="微软雅黑" panose="020B0503020204020204" pitchFamily="34" charset="-122"/>
                <a:ea typeface="微软雅黑" panose="020B0503020204020204" pitchFamily="34" charset="-122"/>
              </a:rPr>
              <a:t>添加标题</a:t>
            </a:r>
          </a:p>
        </p:txBody>
      </p:sp>
      <p:sp>
        <p:nvSpPr>
          <p:cNvPr id="6" name="矩形 5">
            <a:extLst>
              <a:ext uri="{FF2B5EF4-FFF2-40B4-BE49-F238E27FC236}">
                <a16:creationId xmlns="" xmlns:a16="http://schemas.microsoft.com/office/drawing/2014/main" id="{D6C4DD34-2FF4-4E6C-AE36-3CF2F2C8BAC2}"/>
              </a:ext>
            </a:extLst>
          </p:cNvPr>
          <p:cNvSpPr/>
          <p:nvPr/>
        </p:nvSpPr>
        <p:spPr>
          <a:xfrm>
            <a:off x="4483680" y="3307568"/>
            <a:ext cx="3036012" cy="410844"/>
          </a:xfrm>
          <a:prstGeom prst="rect">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1800" dirty="0">
                <a:latin typeface="微软雅黑" panose="020B0503020204020204" pitchFamily="34" charset="-122"/>
                <a:ea typeface="微软雅黑" panose="020B0503020204020204" pitchFamily="34" charset="-122"/>
              </a:rPr>
              <a:t>添加标题</a:t>
            </a:r>
          </a:p>
        </p:txBody>
      </p:sp>
      <p:sp>
        <p:nvSpPr>
          <p:cNvPr id="7" name="矩形 6">
            <a:extLst>
              <a:ext uri="{FF2B5EF4-FFF2-40B4-BE49-F238E27FC236}">
                <a16:creationId xmlns="" xmlns:a16="http://schemas.microsoft.com/office/drawing/2014/main" id="{84F982F6-73E7-4CEF-9CE7-4867F39D597E}"/>
              </a:ext>
            </a:extLst>
          </p:cNvPr>
          <p:cNvSpPr/>
          <p:nvPr/>
        </p:nvSpPr>
        <p:spPr>
          <a:xfrm>
            <a:off x="7896199" y="3307568"/>
            <a:ext cx="3036012" cy="410844"/>
          </a:xfrm>
          <a:prstGeom prst="rect">
            <a:avLst/>
          </a:prstGeom>
          <a:solidFill>
            <a:srgbClr val="4372C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sz="1800" dirty="0">
                <a:latin typeface="微软雅黑" panose="020B0503020204020204" pitchFamily="34" charset="-122"/>
                <a:ea typeface="微软雅黑" panose="020B0503020204020204" pitchFamily="34" charset="-122"/>
              </a:rPr>
              <a:t>添加标题</a:t>
            </a:r>
          </a:p>
        </p:txBody>
      </p:sp>
      <p:sp>
        <p:nvSpPr>
          <p:cNvPr id="8" name="标题 7"/>
          <p:cNvSpPr>
            <a:spLocks noGrp="1"/>
          </p:cNvSpPr>
          <p:nvPr>
            <p:ph type="title"/>
          </p:nvPr>
        </p:nvSpPr>
        <p:spPr/>
        <p:txBody>
          <a:bodyPr/>
          <a:lstStyle/>
          <a:p>
            <a:r>
              <a:rPr lang="zh-CN" altLang="en-US" dirty="0"/>
              <a:t>让金融更简单 让金融更美好</a:t>
            </a:r>
            <a:endParaRPr kumimoji="1" lang="zh-CN" altLang="en-US" dirty="0"/>
          </a:p>
        </p:txBody>
      </p:sp>
      <p:grpSp>
        <p:nvGrpSpPr>
          <p:cNvPr id="9" name="组 8"/>
          <p:cNvGrpSpPr/>
          <p:nvPr/>
        </p:nvGrpSpPr>
        <p:grpSpPr>
          <a:xfrm>
            <a:off x="896155" y="4043351"/>
            <a:ext cx="3231652" cy="1397890"/>
            <a:chOff x="7573558" y="1789204"/>
            <a:chExt cx="3240000" cy="1397890"/>
          </a:xfrm>
        </p:grpSpPr>
        <p:grpSp>
          <p:nvGrpSpPr>
            <p:cNvPr id="10"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2" name="矩形 11">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3" name="矩形 12">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11"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14" name="组 13"/>
          <p:cNvGrpSpPr/>
          <p:nvPr/>
        </p:nvGrpSpPr>
        <p:grpSpPr>
          <a:xfrm>
            <a:off x="4444444" y="4043351"/>
            <a:ext cx="3231652" cy="1397890"/>
            <a:chOff x="7573558" y="1789204"/>
            <a:chExt cx="3240000" cy="1397890"/>
          </a:xfrm>
        </p:grpSpPr>
        <p:grpSp>
          <p:nvGrpSpPr>
            <p:cNvPr id="15"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17" name="矩形 16">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18" name="矩形 17">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16"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19" name="组 18"/>
          <p:cNvGrpSpPr/>
          <p:nvPr/>
        </p:nvGrpSpPr>
        <p:grpSpPr>
          <a:xfrm>
            <a:off x="7875565" y="4043351"/>
            <a:ext cx="3231652" cy="1397890"/>
            <a:chOff x="7573558" y="1789204"/>
            <a:chExt cx="3240000" cy="1397890"/>
          </a:xfrm>
        </p:grpSpPr>
        <p:grpSp>
          <p:nvGrpSpPr>
            <p:cNvPr id="20"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2" name="矩形 21">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3" name="矩形 22">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1"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552958262"/>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标题 13"/>
          <p:cNvSpPr>
            <a:spLocks noGrp="1"/>
          </p:cNvSpPr>
          <p:nvPr>
            <p:ph type="title"/>
          </p:nvPr>
        </p:nvSpPr>
        <p:spPr/>
        <p:txBody>
          <a:bodyPr/>
          <a:lstStyle/>
          <a:p>
            <a:r>
              <a:rPr lang="zh-CN" altLang="en-US" dirty="0"/>
              <a:t>让金融更简单 让金融更美好</a:t>
            </a:r>
            <a:endParaRPr kumimoji="1" lang="zh-CN" altLang="en-US" dirty="0"/>
          </a:p>
        </p:txBody>
      </p:sp>
      <p:sp>
        <p:nvSpPr>
          <p:cNvPr id="3" name="Freeform 5">
            <a:extLst>
              <a:ext uri="{FF2B5EF4-FFF2-40B4-BE49-F238E27FC236}">
                <a16:creationId xmlns="" xmlns:a16="http://schemas.microsoft.com/office/drawing/2014/main" id="{3818D07D-4FED-44E8-AED4-8CCDFB4433BC}"/>
              </a:ext>
            </a:extLst>
          </p:cNvPr>
          <p:cNvSpPr>
            <a:spLocks/>
          </p:cNvSpPr>
          <p:nvPr/>
        </p:nvSpPr>
        <p:spPr bwMode="auto">
          <a:xfrm>
            <a:off x="695325" y="1411331"/>
            <a:ext cx="2662836" cy="2633770"/>
          </a:xfrm>
          <a:prstGeom prst="rect">
            <a:avLst/>
          </a:prstGeom>
          <a:blipFill dpi="0" rotWithShape="1">
            <a:blip r:embed="rId2" cstate="print">
              <a:extLst>
                <a:ext uri="{28A0092B-C50C-407E-A947-70E740481C1C}">
                  <a14:useLocalDpi xmlns:a14="http://schemas.microsoft.com/office/drawing/2010/main" val="0"/>
                </a:ext>
              </a:extLst>
            </a:blip>
            <a:srcRect/>
            <a:stretch>
              <a:fillRect t="-13615" b="-539"/>
            </a:stretch>
          </a:blip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n-lt"/>
              <a:ea typeface="+mn-ea"/>
            </a:endParaRPr>
          </a:p>
        </p:txBody>
      </p:sp>
      <p:sp>
        <p:nvSpPr>
          <p:cNvPr id="4" name="矩形 3">
            <a:extLst>
              <a:ext uri="{FF2B5EF4-FFF2-40B4-BE49-F238E27FC236}">
                <a16:creationId xmlns="" xmlns:a16="http://schemas.microsoft.com/office/drawing/2014/main" id="{8ECAB621-0C55-486D-8BB2-B744B58EC011}"/>
              </a:ext>
            </a:extLst>
          </p:cNvPr>
          <p:cNvSpPr/>
          <p:nvPr/>
        </p:nvSpPr>
        <p:spPr>
          <a:xfrm>
            <a:off x="3358271" y="1411517"/>
            <a:ext cx="5476119" cy="2631655"/>
          </a:xfrm>
          <a:prstGeom prst="rect">
            <a:avLst/>
          </a:prstGeom>
          <a:solidFill>
            <a:schemeClr val="accent1"/>
          </a:soli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4372C4"/>
                </a:solidFill>
              </a:ln>
            </a:endParaRPr>
          </a:p>
        </p:txBody>
      </p:sp>
      <p:sp>
        <p:nvSpPr>
          <p:cNvPr id="5" name="TextBox 27">
            <a:extLst>
              <a:ext uri="{FF2B5EF4-FFF2-40B4-BE49-F238E27FC236}">
                <a16:creationId xmlns="" xmlns:a16="http://schemas.microsoft.com/office/drawing/2014/main" id="{3A896AA3-760B-474B-968A-7446AC03EBAB}"/>
              </a:ext>
            </a:extLst>
          </p:cNvPr>
          <p:cNvSpPr txBox="1"/>
          <p:nvPr/>
        </p:nvSpPr>
        <p:spPr>
          <a:xfrm>
            <a:off x="1912144" y="4404989"/>
            <a:ext cx="720000" cy="720000"/>
          </a:xfrm>
          <a:prstGeom prst="ellipse">
            <a:avLst/>
          </a:prstGeom>
          <a:solidFill>
            <a:srgbClr val="C2C8D4">
              <a:alpha val="45000"/>
            </a:srgbClr>
          </a:solidFill>
        </p:spPr>
        <p:txBody>
          <a:bodyPr wrap="none" lIns="0" tIns="0" rIns="0" bIns="0" rtlCol="0" anchor="ctr">
            <a:noAutofit/>
          </a:bodyPr>
          <a:lstStyle/>
          <a:p>
            <a:pPr algn="ctr"/>
            <a:r>
              <a:rPr lang="en-US" altLang="zh-CN" sz="2800" b="1" dirty="0">
                <a:solidFill>
                  <a:srgbClr val="4372C4"/>
                </a:solidFill>
                <a:latin typeface="Microsoft YaHei" charset="-122"/>
                <a:ea typeface="Microsoft YaHei" charset="-122"/>
                <a:cs typeface="Microsoft YaHei" charset="-122"/>
              </a:rPr>
              <a:t>01</a:t>
            </a:r>
            <a:endParaRPr lang="zh-CN" altLang="en-US" sz="2800" b="1" dirty="0">
              <a:solidFill>
                <a:srgbClr val="4372C4"/>
              </a:solidFill>
              <a:latin typeface="Microsoft YaHei" charset="-122"/>
              <a:ea typeface="Microsoft YaHei" charset="-122"/>
              <a:cs typeface="Microsoft YaHei" charset="-122"/>
            </a:endParaRPr>
          </a:p>
        </p:txBody>
      </p:sp>
      <p:sp>
        <p:nvSpPr>
          <p:cNvPr id="6" name="TextBox 30">
            <a:extLst>
              <a:ext uri="{FF2B5EF4-FFF2-40B4-BE49-F238E27FC236}">
                <a16:creationId xmlns="" xmlns:a16="http://schemas.microsoft.com/office/drawing/2014/main" id="{41ED8B1D-4EAF-40B4-8847-DF5B653AEE3E}"/>
              </a:ext>
            </a:extLst>
          </p:cNvPr>
          <p:cNvSpPr txBox="1"/>
          <p:nvPr/>
        </p:nvSpPr>
        <p:spPr>
          <a:xfrm>
            <a:off x="5736000" y="4404989"/>
            <a:ext cx="720000" cy="720000"/>
          </a:xfrm>
          <a:prstGeom prst="ellipse">
            <a:avLst/>
          </a:prstGeom>
          <a:solidFill>
            <a:srgbClr val="C2C8D4">
              <a:alpha val="45000"/>
            </a:srgbClr>
          </a:solidFill>
        </p:spPr>
        <p:txBody>
          <a:bodyPr wrap="none" lIns="0" tIns="0" rIns="0" bIns="0" rtlCol="0" anchor="ctr">
            <a:noAutofit/>
          </a:bodyPr>
          <a:lstStyle/>
          <a:p>
            <a:pPr algn="ctr"/>
            <a:r>
              <a:rPr lang="en-US" altLang="zh-CN" sz="2800" b="1" dirty="0">
                <a:solidFill>
                  <a:srgbClr val="4372C4"/>
                </a:solidFill>
                <a:latin typeface="Microsoft YaHei" charset="-122"/>
                <a:ea typeface="Microsoft YaHei" charset="-122"/>
                <a:cs typeface="Microsoft YaHei" charset="-122"/>
              </a:rPr>
              <a:t>02</a:t>
            </a:r>
            <a:endParaRPr lang="zh-CN" altLang="en-US" sz="2800" b="1" dirty="0">
              <a:solidFill>
                <a:srgbClr val="4372C4"/>
              </a:solidFill>
              <a:latin typeface="Microsoft YaHei" charset="-122"/>
              <a:ea typeface="Microsoft YaHei" charset="-122"/>
              <a:cs typeface="Microsoft YaHei" charset="-122"/>
            </a:endParaRPr>
          </a:p>
        </p:txBody>
      </p:sp>
      <p:sp>
        <p:nvSpPr>
          <p:cNvPr id="7" name="TextBox 35">
            <a:extLst>
              <a:ext uri="{FF2B5EF4-FFF2-40B4-BE49-F238E27FC236}">
                <a16:creationId xmlns="" xmlns:a16="http://schemas.microsoft.com/office/drawing/2014/main" id="{2A3A851A-7BEB-4940-B7CA-8F6A7232AC23}"/>
              </a:ext>
            </a:extLst>
          </p:cNvPr>
          <p:cNvSpPr txBox="1"/>
          <p:nvPr/>
        </p:nvSpPr>
        <p:spPr>
          <a:xfrm>
            <a:off x="9490770" y="4404989"/>
            <a:ext cx="720000" cy="720000"/>
          </a:xfrm>
          <a:prstGeom prst="ellipse">
            <a:avLst/>
          </a:prstGeom>
          <a:solidFill>
            <a:srgbClr val="C2C8D4">
              <a:alpha val="45000"/>
            </a:srgbClr>
          </a:solidFill>
        </p:spPr>
        <p:txBody>
          <a:bodyPr wrap="none" lIns="0" tIns="0" rIns="0" bIns="0" rtlCol="0" anchor="ctr">
            <a:noAutofit/>
          </a:bodyPr>
          <a:lstStyle/>
          <a:p>
            <a:pPr algn="ctr"/>
            <a:r>
              <a:rPr lang="en-US" altLang="zh-CN" sz="2800" b="1" dirty="0">
                <a:solidFill>
                  <a:srgbClr val="4372C4"/>
                </a:solidFill>
                <a:latin typeface="Microsoft YaHei" charset="-122"/>
                <a:ea typeface="Microsoft YaHei" charset="-122"/>
                <a:cs typeface="Microsoft YaHei" charset="-122"/>
              </a:rPr>
              <a:t>03</a:t>
            </a:r>
            <a:endParaRPr lang="zh-CN" altLang="en-US" sz="2800" b="1" dirty="0">
              <a:solidFill>
                <a:srgbClr val="4372C4"/>
              </a:solidFill>
              <a:latin typeface="Microsoft YaHei" charset="-122"/>
              <a:ea typeface="Microsoft YaHei" charset="-122"/>
              <a:cs typeface="Microsoft YaHei" charset="-122"/>
            </a:endParaRPr>
          </a:p>
        </p:txBody>
      </p:sp>
      <p:sp>
        <p:nvSpPr>
          <p:cNvPr id="8" name="TextBox 38">
            <a:extLst>
              <a:ext uri="{FF2B5EF4-FFF2-40B4-BE49-F238E27FC236}">
                <a16:creationId xmlns="" xmlns:a16="http://schemas.microsoft.com/office/drawing/2014/main" id="{8A1854F0-CE26-4C15-82BE-933684C23AF8}"/>
              </a:ext>
            </a:extLst>
          </p:cNvPr>
          <p:cNvSpPr txBox="1"/>
          <p:nvPr/>
        </p:nvSpPr>
        <p:spPr>
          <a:xfrm>
            <a:off x="849982" y="5351892"/>
            <a:ext cx="2897276" cy="796565"/>
          </a:xfrm>
          <a:prstGeom prst="rect">
            <a:avLst/>
          </a:prstGeom>
          <a:noFill/>
        </p:spPr>
        <p:txBody>
          <a:bodyPr wrap="square" lIns="0" tIns="0" rIns="0" bIns="0" rtlCol="0">
            <a:spAutoFit/>
          </a:bodyPr>
          <a:lstStyle/>
          <a:p>
            <a:pPr algn="just">
              <a:lnSpc>
                <a:spcPct val="150000"/>
              </a:lnSpc>
            </a:pPr>
            <a:r>
              <a:rPr lang="zh-CN" altLang="en-US" sz="1200" dirty="0">
                <a:solidFill>
                  <a:srgbClr val="141735"/>
                </a:solidFill>
                <a:latin typeface="Microsoft YaHei Light" charset="-122"/>
                <a:ea typeface="Microsoft YaHei Light" charset="-122"/>
                <a:cs typeface="Microsoft YaHei Light" charset="-122"/>
              </a:rPr>
              <a:t>点击输入您的文字内容，用简洁的文字进行阐述，详细内容应在演说过程中用语言来表达</a:t>
            </a:r>
            <a:endParaRPr lang="en-US" altLang="zh-CN" sz="1200" dirty="0">
              <a:solidFill>
                <a:srgbClr val="141735"/>
              </a:solidFill>
              <a:latin typeface="Microsoft YaHei Light" charset="-122"/>
              <a:ea typeface="Microsoft YaHei Light" charset="-122"/>
              <a:cs typeface="Microsoft YaHei Light" charset="-122"/>
            </a:endParaRPr>
          </a:p>
        </p:txBody>
      </p:sp>
      <p:sp>
        <p:nvSpPr>
          <p:cNvPr id="9" name="TextBox 39">
            <a:extLst>
              <a:ext uri="{FF2B5EF4-FFF2-40B4-BE49-F238E27FC236}">
                <a16:creationId xmlns="" xmlns:a16="http://schemas.microsoft.com/office/drawing/2014/main" id="{4DBAB7B6-032B-43B4-AE82-F897C1914915}"/>
              </a:ext>
            </a:extLst>
          </p:cNvPr>
          <p:cNvSpPr txBox="1"/>
          <p:nvPr/>
        </p:nvSpPr>
        <p:spPr>
          <a:xfrm>
            <a:off x="4669678" y="5351892"/>
            <a:ext cx="2852646" cy="796565"/>
          </a:xfrm>
          <a:prstGeom prst="rect">
            <a:avLst/>
          </a:prstGeom>
          <a:noFill/>
        </p:spPr>
        <p:txBody>
          <a:bodyPr wrap="square" lIns="0" tIns="0" rIns="0" bIns="0" rtlCol="0">
            <a:spAutoFit/>
          </a:bodyPr>
          <a:lstStyle/>
          <a:p>
            <a:pPr algn="just">
              <a:lnSpc>
                <a:spcPct val="150000"/>
              </a:lnSpc>
            </a:pPr>
            <a:r>
              <a:rPr lang="zh-CN" altLang="en-US" sz="1200" dirty="0">
                <a:solidFill>
                  <a:srgbClr val="141735"/>
                </a:solidFill>
                <a:latin typeface="Microsoft YaHei Light" charset="-122"/>
                <a:ea typeface="Microsoft YaHei Light" charset="-122"/>
                <a:cs typeface="Microsoft YaHei Light" charset="-122"/>
              </a:rPr>
              <a:t>点击输入您的文字内容，用简洁的文字进行阐述，详细内容应在演说过程中用语言来表达</a:t>
            </a:r>
            <a:endParaRPr lang="en-US" altLang="zh-CN" sz="1200" dirty="0">
              <a:solidFill>
                <a:srgbClr val="141735"/>
              </a:solidFill>
              <a:latin typeface="Microsoft YaHei Light" charset="-122"/>
              <a:ea typeface="Microsoft YaHei Light" charset="-122"/>
              <a:cs typeface="Microsoft YaHei Light" charset="-122"/>
            </a:endParaRPr>
          </a:p>
        </p:txBody>
      </p:sp>
      <p:sp>
        <p:nvSpPr>
          <p:cNvPr id="10" name="TextBox 42">
            <a:extLst>
              <a:ext uri="{FF2B5EF4-FFF2-40B4-BE49-F238E27FC236}">
                <a16:creationId xmlns="" xmlns:a16="http://schemas.microsoft.com/office/drawing/2014/main" id="{F583D262-3356-4E97-BE40-1848F7D1A275}"/>
              </a:ext>
            </a:extLst>
          </p:cNvPr>
          <p:cNvSpPr txBox="1"/>
          <p:nvPr/>
        </p:nvSpPr>
        <p:spPr>
          <a:xfrm>
            <a:off x="8428609" y="5351892"/>
            <a:ext cx="2897276" cy="796565"/>
          </a:xfrm>
          <a:prstGeom prst="rect">
            <a:avLst/>
          </a:prstGeom>
          <a:noFill/>
        </p:spPr>
        <p:txBody>
          <a:bodyPr wrap="square" lIns="0" tIns="0" rIns="0" bIns="0" rtlCol="0">
            <a:spAutoFit/>
          </a:bodyPr>
          <a:lstStyle/>
          <a:p>
            <a:pPr algn="just">
              <a:lnSpc>
                <a:spcPct val="150000"/>
              </a:lnSpc>
            </a:pPr>
            <a:r>
              <a:rPr lang="zh-CN" altLang="en-US" sz="1200" dirty="0">
                <a:solidFill>
                  <a:srgbClr val="141735"/>
                </a:solidFill>
                <a:latin typeface="Microsoft YaHei Light" charset="-122"/>
                <a:ea typeface="Microsoft YaHei Light" charset="-122"/>
                <a:cs typeface="Microsoft YaHei Light" charset="-122"/>
              </a:rPr>
              <a:t>点击输入您的文字内容，用简洁的文字进行阐述，详细内容应在演说过程中用语言来表达</a:t>
            </a:r>
            <a:endParaRPr lang="en-US" altLang="zh-CN" sz="1200" dirty="0">
              <a:solidFill>
                <a:srgbClr val="141735"/>
              </a:solidFill>
              <a:latin typeface="Microsoft YaHei Light" charset="-122"/>
              <a:ea typeface="Microsoft YaHei Light" charset="-122"/>
              <a:cs typeface="Microsoft YaHei Light" charset="-122"/>
            </a:endParaRPr>
          </a:p>
        </p:txBody>
      </p:sp>
      <p:sp>
        <p:nvSpPr>
          <p:cNvPr id="11" name="TextBox 45">
            <a:extLst>
              <a:ext uri="{FF2B5EF4-FFF2-40B4-BE49-F238E27FC236}">
                <a16:creationId xmlns="" xmlns:a16="http://schemas.microsoft.com/office/drawing/2014/main" id="{D2723962-EA11-4101-9D7A-90F819AD1F06}"/>
              </a:ext>
            </a:extLst>
          </p:cNvPr>
          <p:cNvSpPr txBox="1"/>
          <p:nvPr/>
        </p:nvSpPr>
        <p:spPr>
          <a:xfrm>
            <a:off x="4630587" y="1947334"/>
            <a:ext cx="2854737" cy="430887"/>
          </a:xfrm>
          <a:prstGeom prst="rect">
            <a:avLst/>
          </a:prstGeom>
          <a:noFill/>
        </p:spPr>
        <p:txBody>
          <a:bodyPr wrap="square" rtlCol="0">
            <a:spAutoFit/>
          </a:bodyPr>
          <a:lstStyle/>
          <a:p>
            <a:pPr algn="ctr"/>
            <a:r>
              <a:rPr lang="zh-CN" altLang="en-US" sz="2200" b="1" dirty="0">
                <a:solidFill>
                  <a:schemeClr val="bg1"/>
                </a:solidFill>
                <a:latin typeface="微软雅黑" pitchFamily="34" charset="-122"/>
                <a:ea typeface="微软雅黑" pitchFamily="34" charset="-122"/>
              </a:rPr>
              <a:t>来源及背景</a:t>
            </a:r>
          </a:p>
        </p:txBody>
      </p:sp>
      <p:sp>
        <p:nvSpPr>
          <p:cNvPr id="12" name="TextBox 21">
            <a:extLst>
              <a:ext uri="{FF2B5EF4-FFF2-40B4-BE49-F238E27FC236}">
                <a16:creationId xmlns="" xmlns:a16="http://schemas.microsoft.com/office/drawing/2014/main" id="{B92D939F-125C-4C84-812E-36195E4AEE4C}"/>
              </a:ext>
            </a:extLst>
          </p:cNvPr>
          <p:cNvSpPr txBox="1"/>
          <p:nvPr/>
        </p:nvSpPr>
        <p:spPr>
          <a:xfrm>
            <a:off x="4080756" y="2528754"/>
            <a:ext cx="4031150" cy="900246"/>
          </a:xfrm>
          <a:prstGeom prst="rect">
            <a:avLst/>
          </a:prstGeom>
          <a:noFill/>
        </p:spPr>
        <p:txBody>
          <a:bodyPr wrap="square" lIns="0" tIns="0" rIns="0" bIns="0" rtlCol="0">
            <a:spAutoFit/>
          </a:bodyPr>
          <a:lstStyle/>
          <a:p>
            <a:pPr algn="just">
              <a:lnSpc>
                <a:spcPct val="150000"/>
              </a:lnSpc>
            </a:pPr>
            <a:r>
              <a:rPr lang="zh-CN" altLang="en-US" sz="1300" dirty="0">
                <a:solidFill>
                  <a:schemeClr val="bg1"/>
                </a:solidFill>
                <a:latin typeface="微软雅黑" pitchFamily="34" charset="-122"/>
                <a:ea typeface="微软雅黑" pitchFamily="34" charset="-122"/>
              </a:rPr>
              <a:t>项目的背景介绍在这段文字中录入，根据你所录入的文字内容多少对字号的大小进行更改，切忌长篇大论，更为详细内容应在演说过程中用语言来表达</a:t>
            </a:r>
            <a:endParaRPr lang="en-US" altLang="zh-CN" sz="1300" dirty="0">
              <a:solidFill>
                <a:schemeClr val="bg1"/>
              </a:solidFill>
              <a:latin typeface="微软雅黑" panose="020B0503020204020204" pitchFamily="34" charset="-122"/>
              <a:ea typeface="微软雅黑" panose="020B0503020204020204" pitchFamily="34" charset="-122"/>
            </a:endParaRPr>
          </a:p>
        </p:txBody>
      </p:sp>
      <p:sp>
        <p:nvSpPr>
          <p:cNvPr id="13" name="Freeform 5">
            <a:extLst>
              <a:ext uri="{FF2B5EF4-FFF2-40B4-BE49-F238E27FC236}">
                <a16:creationId xmlns="" xmlns:a16="http://schemas.microsoft.com/office/drawing/2014/main" id="{F27F1493-6AF0-40FE-8716-F0061AAE32E7}"/>
              </a:ext>
            </a:extLst>
          </p:cNvPr>
          <p:cNvSpPr>
            <a:spLocks/>
          </p:cNvSpPr>
          <p:nvPr/>
        </p:nvSpPr>
        <p:spPr bwMode="auto">
          <a:xfrm>
            <a:off x="8834390" y="1411331"/>
            <a:ext cx="2662836" cy="2633770"/>
          </a:xfrm>
          <a:prstGeom prst="rect">
            <a:avLst/>
          </a:prstGeom>
          <a:blipFill dpi="0" rotWithShape="1">
            <a:blip r:embed="rId3" cstate="print">
              <a:extLst>
                <a:ext uri="{28A0092B-C50C-407E-A947-70E740481C1C}">
                  <a14:useLocalDpi xmlns:a14="http://schemas.microsoft.com/office/drawing/2010/main" val="0"/>
                </a:ext>
              </a:extLst>
            </a:blip>
            <a:srcRect/>
            <a:stretch>
              <a:fillRect l="-24464" r="-24464"/>
            </a:stretch>
          </a:blip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latin typeface="+mn-lt"/>
              <a:ea typeface="+mn-ea"/>
            </a:endParaRPr>
          </a:p>
        </p:txBody>
      </p:sp>
    </p:spTree>
    <p:extLst>
      <p:ext uri="{BB962C8B-B14F-4D97-AF65-F5344CB8AC3E}">
        <p14:creationId xmlns:p14="http://schemas.microsoft.com/office/powerpoint/2010/main" val="1998768004"/>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椭圆 5">
            <a:extLst>
              <a:ext uri="{FF2B5EF4-FFF2-40B4-BE49-F238E27FC236}">
                <a16:creationId xmlns:a16="http://schemas.microsoft.com/office/drawing/2014/main" xmlns="" id="{D44129BC-7B77-436C-B867-C985F22920AD}"/>
              </a:ext>
            </a:extLst>
          </p:cNvPr>
          <p:cNvSpPr>
            <a:spLocks noChangeAspect="1"/>
          </p:cNvSpPr>
          <p:nvPr/>
        </p:nvSpPr>
        <p:spPr>
          <a:xfrm>
            <a:off x="1072660" y="2348880"/>
            <a:ext cx="1620000" cy="1620000"/>
          </a:xfrm>
          <a:prstGeom prst="ellipse">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a:extLst>
              <a:ext uri="{FF2B5EF4-FFF2-40B4-BE49-F238E27FC236}">
                <a16:creationId xmlns:a16="http://schemas.microsoft.com/office/drawing/2014/main" xmlns="" id="{2CA2CB4B-8434-4015-A5E4-92451A265F07}"/>
              </a:ext>
            </a:extLst>
          </p:cNvPr>
          <p:cNvSpPr>
            <a:spLocks noChangeAspect="1"/>
          </p:cNvSpPr>
          <p:nvPr/>
        </p:nvSpPr>
        <p:spPr>
          <a:xfrm>
            <a:off x="3764350" y="2348880"/>
            <a:ext cx="1620000" cy="1620000"/>
          </a:xfrm>
          <a:prstGeom prst="ellipse">
            <a:avLst/>
          </a:prstGeom>
          <a:blipFill>
            <a:blip r:embed="rId3"/>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椭圆 9">
            <a:extLst>
              <a:ext uri="{FF2B5EF4-FFF2-40B4-BE49-F238E27FC236}">
                <a16:creationId xmlns:a16="http://schemas.microsoft.com/office/drawing/2014/main" xmlns="" id="{985CC414-ED4A-4B21-BC12-7503C6D8BDBE}"/>
              </a:ext>
            </a:extLst>
          </p:cNvPr>
          <p:cNvSpPr>
            <a:spLocks noChangeAspect="1"/>
          </p:cNvSpPr>
          <p:nvPr/>
        </p:nvSpPr>
        <p:spPr>
          <a:xfrm>
            <a:off x="6456040" y="2348880"/>
            <a:ext cx="1620000" cy="1620000"/>
          </a:xfrm>
          <a:prstGeom prst="ellipse">
            <a:avLst/>
          </a:prstGeom>
          <a:blipFill>
            <a:blip r:embed="rId4"/>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a:extLst>
              <a:ext uri="{FF2B5EF4-FFF2-40B4-BE49-F238E27FC236}">
                <a16:creationId xmlns:a16="http://schemas.microsoft.com/office/drawing/2014/main" xmlns="" id="{5CD21B52-E1BB-4E0D-A697-D8724052B929}"/>
              </a:ext>
            </a:extLst>
          </p:cNvPr>
          <p:cNvSpPr>
            <a:spLocks noChangeAspect="1"/>
          </p:cNvSpPr>
          <p:nvPr/>
        </p:nvSpPr>
        <p:spPr>
          <a:xfrm>
            <a:off x="9147729" y="2348880"/>
            <a:ext cx="1620000" cy="1620000"/>
          </a:xfrm>
          <a:prstGeom prst="ellipse">
            <a:avLst/>
          </a:prstGeom>
          <a:blipFill>
            <a:blip r:embed="rId5"/>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 6"/>
          <p:cNvSpPr>
            <a:spLocks noGrp="1"/>
          </p:cNvSpPr>
          <p:nvPr>
            <p:ph type="title"/>
          </p:nvPr>
        </p:nvSpPr>
        <p:spPr/>
        <p:txBody>
          <a:bodyPr/>
          <a:lstStyle/>
          <a:p>
            <a:r>
              <a:rPr lang="zh-CN" altLang="en-US" dirty="0"/>
              <a:t>让金融更简单 让金融更美好</a:t>
            </a:r>
            <a:endParaRPr kumimoji="1" lang="zh-CN" altLang="en-US" dirty="0"/>
          </a:p>
        </p:txBody>
      </p:sp>
      <p:sp>
        <p:nvSpPr>
          <p:cNvPr id="9" name="文本占位符 8"/>
          <p:cNvSpPr>
            <a:spLocks noGrp="1"/>
          </p:cNvSpPr>
          <p:nvPr>
            <p:ph type="body" sz="quarter" idx="10"/>
          </p:nvPr>
        </p:nvSpPr>
        <p:spPr>
          <a:prstGeom prst="rect">
            <a:avLst/>
          </a:prstGeom>
        </p:spPr>
        <p:txBody>
          <a:bodyPr/>
          <a:lstStyle/>
          <a:p>
            <a:r>
              <a:rPr lang="zh-CN" altLang="en-US" dirty="0"/>
              <a:t>兴</a:t>
            </a:r>
            <a:r>
              <a:rPr lang="zh-CN" altLang="en-US" dirty="0" smtClean="0"/>
              <a:t>业数字金融服务（上海）股份有限公司，让金融更简单，让金融更美好</a:t>
            </a:r>
            <a:endParaRPr kumimoji="1" lang="zh-CN" altLang="en-US" dirty="0">
              <a:latin typeface="Microsoft YaHei Light" charset="-122"/>
              <a:ea typeface="Microsoft YaHei Light" charset="-122"/>
              <a:cs typeface="Microsoft YaHei Light" charset="-122"/>
            </a:endParaRPr>
          </a:p>
        </p:txBody>
      </p:sp>
      <p:grpSp>
        <p:nvGrpSpPr>
          <p:cNvPr id="16" name="组 15"/>
          <p:cNvGrpSpPr/>
          <p:nvPr/>
        </p:nvGrpSpPr>
        <p:grpSpPr>
          <a:xfrm>
            <a:off x="552885" y="4382167"/>
            <a:ext cx="2659549" cy="1397890"/>
            <a:chOff x="7580640" y="1789204"/>
            <a:chExt cx="3240000" cy="1397890"/>
          </a:xfrm>
        </p:grpSpPr>
        <p:grpSp>
          <p:nvGrpSpPr>
            <p:cNvPr id="17"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19" name="矩形 18">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0" name="矩形 19">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1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1" name="组 20"/>
          <p:cNvGrpSpPr/>
          <p:nvPr/>
        </p:nvGrpSpPr>
        <p:grpSpPr>
          <a:xfrm>
            <a:off x="3244575" y="4382167"/>
            <a:ext cx="2659549" cy="1397890"/>
            <a:chOff x="7580640" y="1789204"/>
            <a:chExt cx="3240000" cy="1397890"/>
          </a:xfrm>
        </p:grpSpPr>
        <p:grpSp>
          <p:nvGrpSpPr>
            <p:cNvPr id="22"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24" name="矩形 23">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25" name="矩形 24">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2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26" name="组 25"/>
          <p:cNvGrpSpPr/>
          <p:nvPr/>
        </p:nvGrpSpPr>
        <p:grpSpPr>
          <a:xfrm>
            <a:off x="5936265" y="4382167"/>
            <a:ext cx="2659549" cy="1397890"/>
            <a:chOff x="7580640" y="1789204"/>
            <a:chExt cx="3240000" cy="1397890"/>
          </a:xfrm>
        </p:grpSpPr>
        <p:grpSp>
          <p:nvGrpSpPr>
            <p:cNvPr id="27"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29" name="矩形 28">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0" name="矩形 29">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2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1" name="组 30"/>
          <p:cNvGrpSpPr/>
          <p:nvPr/>
        </p:nvGrpSpPr>
        <p:grpSpPr>
          <a:xfrm>
            <a:off x="8627955" y="4382167"/>
            <a:ext cx="2659549" cy="1397890"/>
            <a:chOff x="7580640" y="1789204"/>
            <a:chExt cx="3240000" cy="1397890"/>
          </a:xfrm>
        </p:grpSpPr>
        <p:grpSp>
          <p:nvGrpSpPr>
            <p:cNvPr id="32" name="组合 31">
              <a:extLst>
                <a:ext uri="{FF2B5EF4-FFF2-40B4-BE49-F238E27FC236}">
                  <a16:creationId xmlns="" xmlns:a16="http://schemas.microsoft.com/office/drawing/2014/main" id="{CDC40244-A310-4C3D-9986-CA192517ACF7}"/>
                </a:ext>
              </a:extLst>
            </p:cNvPr>
            <p:cNvGrpSpPr/>
            <p:nvPr/>
          </p:nvGrpSpPr>
          <p:grpSpPr>
            <a:xfrm>
              <a:off x="7580640" y="1789204"/>
              <a:ext cx="3240000" cy="1397890"/>
              <a:chOff x="881795" y="3137001"/>
              <a:chExt cx="3240000" cy="1397890"/>
            </a:xfrm>
          </p:grpSpPr>
          <p:sp>
            <p:nvSpPr>
              <p:cNvPr id="42" name="矩形 41">
                <a:extLst>
                  <a:ext uri="{FF2B5EF4-FFF2-40B4-BE49-F238E27FC236}">
                    <a16:creationId xmlns="" xmlns:a16="http://schemas.microsoft.com/office/drawing/2014/main" id="{B1602A64-58A0-4E75-B4E1-54317C0C2470}"/>
                  </a:ext>
                </a:extLst>
              </p:cNvPr>
              <p:cNvSpPr/>
              <p:nvPr/>
            </p:nvSpPr>
            <p:spPr>
              <a:xfrm>
                <a:off x="881795" y="3641057"/>
                <a:ext cx="3240000" cy="893834"/>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3" name="矩形 42">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rgbClr val="141735"/>
                    </a:solidFill>
                    <a:latin typeface="Calibri"/>
                    <a:ea typeface="微软雅黑"/>
                  </a:rPr>
                  <a:t>标题文字添加</a:t>
                </a:r>
              </a:p>
            </p:txBody>
          </p:sp>
        </p:grpSp>
        <p:cxnSp>
          <p:nvCxnSpPr>
            <p:cNvPr id="3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26947460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AA4E1CBB-71F7-4F3F-8062-00E200BD552A}"/>
              </a:ext>
            </a:extLst>
          </p:cNvPr>
          <p:cNvSpPr/>
          <p:nvPr/>
        </p:nvSpPr>
        <p:spPr>
          <a:xfrm>
            <a:off x="1016000" y="4836448"/>
            <a:ext cx="2171700" cy="1346522"/>
          </a:xfrm>
          <a:prstGeom prst="rect">
            <a:avLst/>
          </a:prstGeom>
        </p:spPr>
        <p:txBody>
          <a:bodyPr wrap="square">
            <a:spAutoFit/>
          </a:bodyPr>
          <a:lstStyle/>
          <a:p>
            <a:pPr algn="ctr">
              <a:lnSpc>
                <a:spcPct val="150000"/>
              </a:lnSpc>
              <a:spcBef>
                <a:spcPts val="600"/>
              </a:spcBef>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Creative Director</a:t>
            </a:r>
            <a:r>
              <a:rPr lang="zh-CN" altLang="en-US" dirty="0">
                <a:solidFill>
                  <a:schemeClr val="tx1">
                    <a:lumMod val="75000"/>
                    <a:lumOff val="25000"/>
                  </a:schemeClr>
                </a:solidFill>
                <a:effectLst/>
                <a:latin typeface="微软雅黑" panose="020B0503020204020204" pitchFamily="34" charset="-122"/>
                <a:ea typeface="微软雅黑" panose="020B0503020204020204" pitchFamily="34" charset="-122"/>
              </a:rPr>
              <a:t> </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spcBef>
                <a:spcPts val="600"/>
              </a:spcBef>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我们坚持以客户为中心，快速响应客户需求，持续为客户创造长期价值进而成就客户</a:t>
            </a:r>
          </a:p>
        </p:txBody>
      </p:sp>
      <p:sp>
        <p:nvSpPr>
          <p:cNvPr id="3" name="矩形 2">
            <a:extLst>
              <a:ext uri="{FF2B5EF4-FFF2-40B4-BE49-F238E27FC236}">
                <a16:creationId xmlns="" xmlns:a16="http://schemas.microsoft.com/office/drawing/2014/main" id="{C602B071-36AA-4DD5-B1D6-57C2A810D896}"/>
              </a:ext>
            </a:extLst>
          </p:cNvPr>
          <p:cNvSpPr/>
          <p:nvPr/>
        </p:nvSpPr>
        <p:spPr>
          <a:xfrm>
            <a:off x="3670300" y="4836448"/>
            <a:ext cx="2171700" cy="1346522"/>
          </a:xfrm>
          <a:prstGeom prst="rect">
            <a:avLst/>
          </a:prstGeom>
        </p:spPr>
        <p:txBody>
          <a:bodyPr wrap="square">
            <a:spAutoFit/>
          </a:bodyPr>
          <a:lstStyle/>
          <a:p>
            <a:pPr algn="ctr">
              <a:lnSpc>
                <a:spcPct val="150000"/>
              </a:lnSpc>
              <a:spcBef>
                <a:spcPts val="600"/>
              </a:spcBef>
            </a:pPr>
            <a:r>
              <a:rPr lang="en-US" altLang="zh-CN" dirty="0">
                <a:solidFill>
                  <a:schemeClr val="tx1">
                    <a:lumMod val="75000"/>
                    <a:lumOff val="25000"/>
                  </a:schemeClr>
                </a:solidFill>
                <a:effectLst/>
                <a:latin typeface="微软雅黑" panose="020B0503020204020204" pitchFamily="34" charset="-122"/>
                <a:ea typeface="微软雅黑" panose="020B0503020204020204" pitchFamily="34" charset="-122"/>
              </a:rPr>
              <a:t>Account Director</a:t>
            </a:r>
            <a:r>
              <a:rPr lang="zh-CN" altLang="en-US" dirty="0">
                <a:solidFill>
                  <a:schemeClr val="tx1">
                    <a:lumMod val="75000"/>
                    <a:lumOff val="25000"/>
                  </a:schemeClr>
                </a:solidFill>
                <a:effectLst/>
                <a:latin typeface="微软雅黑" panose="020B0503020204020204" pitchFamily="34" charset="-122"/>
                <a:ea typeface="微软雅黑" panose="020B0503020204020204" pitchFamily="34" charset="-122"/>
              </a:rPr>
              <a:t> </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spcBef>
                <a:spcPts val="600"/>
              </a:spcBef>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我们坚持以客户为中心，快速响应客户需求，持续为客户创造长期价值进而成就客户</a:t>
            </a:r>
          </a:p>
        </p:txBody>
      </p:sp>
      <p:sp>
        <p:nvSpPr>
          <p:cNvPr id="4" name="矩形 3">
            <a:extLst>
              <a:ext uri="{FF2B5EF4-FFF2-40B4-BE49-F238E27FC236}">
                <a16:creationId xmlns="" xmlns:a16="http://schemas.microsoft.com/office/drawing/2014/main" id="{A85BE18A-FC27-4A32-94B5-4D6798696CC7}"/>
              </a:ext>
            </a:extLst>
          </p:cNvPr>
          <p:cNvSpPr/>
          <p:nvPr/>
        </p:nvSpPr>
        <p:spPr>
          <a:xfrm>
            <a:off x="6324600" y="4836448"/>
            <a:ext cx="2171700" cy="1346522"/>
          </a:xfrm>
          <a:prstGeom prst="rect">
            <a:avLst/>
          </a:prstGeom>
        </p:spPr>
        <p:txBody>
          <a:bodyPr wrap="square">
            <a:spAutoFit/>
          </a:bodyPr>
          <a:lstStyle/>
          <a:p>
            <a:pPr algn="ctr">
              <a:lnSpc>
                <a:spcPct val="150000"/>
              </a:lnSpc>
              <a:spcBef>
                <a:spcPts val="600"/>
              </a:spcBef>
            </a:pPr>
            <a:r>
              <a:rPr lang="en-US" altLang="zh-CN" dirty="0">
                <a:solidFill>
                  <a:schemeClr val="tx1">
                    <a:lumMod val="75000"/>
                    <a:lumOff val="25000"/>
                  </a:schemeClr>
                </a:solidFill>
                <a:effectLst/>
                <a:latin typeface="微软雅黑" panose="020B0503020204020204" pitchFamily="34" charset="-122"/>
                <a:ea typeface="微软雅黑" panose="020B0503020204020204" pitchFamily="34" charset="-122"/>
              </a:rPr>
              <a:t>Art Director</a:t>
            </a:r>
            <a:r>
              <a:rPr lang="zh-CN" altLang="en-US" dirty="0">
                <a:solidFill>
                  <a:schemeClr val="tx1">
                    <a:lumMod val="75000"/>
                    <a:lumOff val="25000"/>
                  </a:schemeClr>
                </a:solidFill>
                <a:effectLst/>
                <a:latin typeface="微软雅黑" panose="020B0503020204020204" pitchFamily="34" charset="-122"/>
                <a:ea typeface="微软雅黑" panose="020B0503020204020204" pitchFamily="34" charset="-122"/>
              </a:rPr>
              <a:t> </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spcBef>
                <a:spcPts val="600"/>
              </a:spcBef>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我们坚持以客户为中心，快速响应客户需求，持续为客户创造长期价值进而成就客户</a:t>
            </a:r>
          </a:p>
        </p:txBody>
      </p:sp>
      <p:sp>
        <p:nvSpPr>
          <p:cNvPr id="5" name="矩形 4">
            <a:extLst>
              <a:ext uri="{FF2B5EF4-FFF2-40B4-BE49-F238E27FC236}">
                <a16:creationId xmlns="" xmlns:a16="http://schemas.microsoft.com/office/drawing/2014/main" id="{955D089F-51A2-4DF8-B5BC-A27FE74289F0}"/>
              </a:ext>
            </a:extLst>
          </p:cNvPr>
          <p:cNvSpPr/>
          <p:nvPr/>
        </p:nvSpPr>
        <p:spPr>
          <a:xfrm>
            <a:off x="8978900" y="4836448"/>
            <a:ext cx="2171700" cy="1346522"/>
          </a:xfrm>
          <a:prstGeom prst="rect">
            <a:avLst/>
          </a:prstGeom>
        </p:spPr>
        <p:txBody>
          <a:bodyPr wrap="square">
            <a:spAutoFit/>
          </a:bodyPr>
          <a:lstStyle/>
          <a:p>
            <a:pPr algn="ctr">
              <a:lnSpc>
                <a:spcPct val="150000"/>
              </a:lnSpc>
              <a:spcBef>
                <a:spcPts val="600"/>
              </a:spcBef>
            </a:pPr>
            <a:r>
              <a:rPr lang="en-US" altLang="zh-CN" dirty="0">
                <a:solidFill>
                  <a:schemeClr val="tx1">
                    <a:lumMod val="75000"/>
                    <a:lumOff val="25000"/>
                  </a:schemeClr>
                </a:solidFill>
                <a:latin typeface="微软雅黑" panose="020B0503020204020204" pitchFamily="34" charset="-122"/>
                <a:ea typeface="微软雅黑" panose="020B0503020204020204" pitchFamily="34" charset="-122"/>
              </a:rPr>
              <a:t>Copywriter</a:t>
            </a:r>
            <a:r>
              <a:rPr lang="zh-CN" altLang="en-US" dirty="0">
                <a:solidFill>
                  <a:schemeClr val="tx1">
                    <a:lumMod val="75000"/>
                    <a:lumOff val="25000"/>
                  </a:schemeClr>
                </a:solidFill>
                <a:effectLst/>
                <a:latin typeface="微软雅黑" panose="020B0503020204020204" pitchFamily="34" charset="-122"/>
                <a:ea typeface="微软雅黑" panose="020B0503020204020204" pitchFamily="34" charset="-122"/>
              </a:rPr>
              <a:t> </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a:p>
            <a:pPr algn="ctr">
              <a:lnSpc>
                <a:spcPct val="150000"/>
              </a:lnSpc>
              <a:spcBef>
                <a:spcPts val="600"/>
              </a:spcBef>
            </a:pPr>
            <a:r>
              <a:rPr lang="zh-CN" altLang="en-US" sz="1100" dirty="0">
                <a:solidFill>
                  <a:schemeClr val="tx1">
                    <a:lumMod val="75000"/>
                    <a:lumOff val="25000"/>
                  </a:schemeClr>
                </a:solidFill>
                <a:latin typeface="微软雅黑" panose="020B0503020204020204" pitchFamily="34" charset="-122"/>
                <a:ea typeface="微软雅黑" panose="020B0503020204020204" pitchFamily="34" charset="-122"/>
              </a:rPr>
              <a:t>我们坚持以客户为中心，快速响应客户需求，持续为客户创造长期价值进而成就客户</a:t>
            </a:r>
          </a:p>
        </p:txBody>
      </p:sp>
      <p:sp>
        <p:nvSpPr>
          <p:cNvPr id="6" name="矩形 5">
            <a:extLst>
              <a:ext uri="{FF2B5EF4-FFF2-40B4-BE49-F238E27FC236}">
                <a16:creationId xmlns="" xmlns:a16="http://schemas.microsoft.com/office/drawing/2014/main" id="{C7226C00-0456-4DE5-9A9B-A55974D19954}"/>
              </a:ext>
            </a:extLst>
          </p:cNvPr>
          <p:cNvSpPr/>
          <p:nvPr/>
        </p:nvSpPr>
        <p:spPr>
          <a:xfrm>
            <a:off x="838200" y="4353648"/>
            <a:ext cx="2527300" cy="43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Bryan Rivera</a:t>
            </a:r>
            <a:endParaRPr lang="zh-CN" altLang="en-US" dirty="0">
              <a:latin typeface="微软雅黑" panose="020B0503020204020204" pitchFamily="34" charset="-122"/>
              <a:ea typeface="微软雅黑" panose="020B0503020204020204" pitchFamily="34" charset="-122"/>
            </a:endParaRPr>
          </a:p>
        </p:txBody>
      </p:sp>
      <p:sp>
        <p:nvSpPr>
          <p:cNvPr id="7" name="矩形 6">
            <a:extLst>
              <a:ext uri="{FF2B5EF4-FFF2-40B4-BE49-F238E27FC236}">
                <a16:creationId xmlns="" xmlns:a16="http://schemas.microsoft.com/office/drawing/2014/main" id="{C9EEA171-9FE3-4D59-A85A-5796B7497F68}"/>
              </a:ext>
            </a:extLst>
          </p:cNvPr>
          <p:cNvSpPr/>
          <p:nvPr/>
        </p:nvSpPr>
        <p:spPr>
          <a:xfrm>
            <a:off x="3492500" y="4353648"/>
            <a:ext cx="2527300" cy="432000"/>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Gaby Rodriguez</a:t>
            </a:r>
            <a:endParaRPr lang="zh-CN" altLang="en-US" dirty="0">
              <a:latin typeface="微软雅黑" panose="020B0503020204020204" pitchFamily="34" charset="-122"/>
              <a:ea typeface="微软雅黑" panose="020B0503020204020204" pitchFamily="34" charset="-122"/>
            </a:endParaRPr>
          </a:p>
        </p:txBody>
      </p:sp>
      <p:sp>
        <p:nvSpPr>
          <p:cNvPr id="8" name="矩形 7">
            <a:extLst>
              <a:ext uri="{FF2B5EF4-FFF2-40B4-BE49-F238E27FC236}">
                <a16:creationId xmlns="" xmlns:a16="http://schemas.microsoft.com/office/drawing/2014/main" id="{BB61D02A-5130-4F21-86A5-346245CC7C5B}"/>
              </a:ext>
            </a:extLst>
          </p:cNvPr>
          <p:cNvSpPr/>
          <p:nvPr/>
        </p:nvSpPr>
        <p:spPr>
          <a:xfrm>
            <a:off x="6146800" y="4353648"/>
            <a:ext cx="2527300" cy="432000"/>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latin typeface="微软雅黑" panose="020B0503020204020204" pitchFamily="34" charset="-122"/>
                <a:ea typeface="微软雅黑" panose="020B0503020204020204" pitchFamily="34" charset="-122"/>
              </a:rPr>
              <a:t>Neidy</a:t>
            </a:r>
            <a:r>
              <a:rPr lang="en-US" altLang="zh-CN" dirty="0">
                <a:latin typeface="微软雅黑" panose="020B0503020204020204" pitchFamily="34" charset="-122"/>
                <a:ea typeface="微软雅黑" panose="020B0503020204020204" pitchFamily="34" charset="-122"/>
              </a:rPr>
              <a:t> </a:t>
            </a:r>
            <a:r>
              <a:rPr lang="en-US" altLang="zh-CN" dirty="0" err="1">
                <a:latin typeface="微软雅黑" panose="020B0503020204020204" pitchFamily="34" charset="-122"/>
                <a:ea typeface="微软雅黑" panose="020B0503020204020204" pitchFamily="34" charset="-122"/>
              </a:rPr>
              <a:t>Sifontes</a:t>
            </a:r>
            <a:endParaRPr lang="zh-CN" altLang="en-US" dirty="0">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 xmlns:a16="http://schemas.microsoft.com/office/drawing/2014/main" id="{25CC5188-10C8-404E-BC88-C2302F6C3F13}"/>
              </a:ext>
            </a:extLst>
          </p:cNvPr>
          <p:cNvSpPr/>
          <p:nvPr/>
        </p:nvSpPr>
        <p:spPr>
          <a:xfrm>
            <a:off x="8801100" y="4353648"/>
            <a:ext cx="2527300" cy="432000"/>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Tania Cortes</a:t>
            </a:r>
            <a:endParaRPr lang="zh-CN" altLang="en-US" dirty="0">
              <a:latin typeface="微软雅黑" panose="020B0503020204020204" pitchFamily="34" charset="-122"/>
              <a:ea typeface="微软雅黑" panose="020B0503020204020204" pitchFamily="34" charset="-122"/>
            </a:endParaRPr>
          </a:p>
        </p:txBody>
      </p:sp>
      <p:sp>
        <p:nvSpPr>
          <p:cNvPr id="10" name="矩形 9">
            <a:extLst>
              <a:ext uri="{FF2B5EF4-FFF2-40B4-BE49-F238E27FC236}">
                <a16:creationId xmlns="" xmlns:a16="http://schemas.microsoft.com/office/drawing/2014/main" id="{0F3184D8-901E-49D5-B3DD-83846D12428F}"/>
              </a:ext>
            </a:extLst>
          </p:cNvPr>
          <p:cNvSpPr/>
          <p:nvPr/>
        </p:nvSpPr>
        <p:spPr>
          <a:xfrm>
            <a:off x="838200" y="1696356"/>
            <a:ext cx="2527300" cy="2527300"/>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zh-CN" dirty="0">
              <a:latin typeface="微软雅黑" panose="020B0503020204020204" pitchFamily="34" charset="-122"/>
              <a:ea typeface="微软雅黑" panose="020B0503020204020204" pitchFamily="34" charset="-122"/>
            </a:endParaRPr>
          </a:p>
          <a:p>
            <a:pPr algn="ctr"/>
            <a:endParaRPr lang="zh-CN" altLang="en-US" dirty="0">
              <a:latin typeface="微软雅黑" panose="020B0503020204020204" pitchFamily="34" charset="-122"/>
              <a:ea typeface="微软雅黑" panose="020B0503020204020204" pitchFamily="34" charset="-122"/>
            </a:endParaRPr>
          </a:p>
        </p:txBody>
      </p:sp>
      <p:sp>
        <p:nvSpPr>
          <p:cNvPr id="11" name="矩形 10">
            <a:extLst>
              <a:ext uri="{FF2B5EF4-FFF2-40B4-BE49-F238E27FC236}">
                <a16:creationId xmlns="" xmlns:a16="http://schemas.microsoft.com/office/drawing/2014/main" id="{7925B29C-A0D7-4A8A-B53B-C1152DF826EE}"/>
              </a:ext>
            </a:extLst>
          </p:cNvPr>
          <p:cNvSpPr/>
          <p:nvPr/>
        </p:nvSpPr>
        <p:spPr>
          <a:xfrm>
            <a:off x="3492500" y="1696356"/>
            <a:ext cx="2527300" cy="2527300"/>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2" name="矩形 11">
            <a:extLst>
              <a:ext uri="{FF2B5EF4-FFF2-40B4-BE49-F238E27FC236}">
                <a16:creationId xmlns="" xmlns:a16="http://schemas.microsoft.com/office/drawing/2014/main" id="{DEA39C5E-60E2-4EC0-AF46-00246B3D0879}"/>
              </a:ext>
            </a:extLst>
          </p:cNvPr>
          <p:cNvSpPr/>
          <p:nvPr/>
        </p:nvSpPr>
        <p:spPr>
          <a:xfrm>
            <a:off x="6146800" y="1696356"/>
            <a:ext cx="2527300" cy="2527300"/>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3" name="矩形 12">
            <a:extLst>
              <a:ext uri="{FF2B5EF4-FFF2-40B4-BE49-F238E27FC236}">
                <a16:creationId xmlns="" xmlns:a16="http://schemas.microsoft.com/office/drawing/2014/main" id="{A407DBCB-DC45-496A-969A-BA4AE1D3300E}"/>
              </a:ext>
            </a:extLst>
          </p:cNvPr>
          <p:cNvSpPr/>
          <p:nvPr/>
        </p:nvSpPr>
        <p:spPr>
          <a:xfrm>
            <a:off x="8801100" y="1696356"/>
            <a:ext cx="2527300" cy="2527300"/>
          </a:xfrm>
          <a:prstGeom prst="rect">
            <a:avLst/>
          </a:prstGeom>
          <a:blipFill dpi="0" rotWithShape="1">
            <a:blip r:embed="rId5"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 name="标题 13"/>
          <p:cNvSpPr>
            <a:spLocks noGrp="1"/>
          </p:cNvSpPr>
          <p:nvPr>
            <p:ph type="title"/>
          </p:nvPr>
        </p:nvSpPr>
        <p:spPr/>
        <p:txBody>
          <a:bodyPr/>
          <a:lstStyle/>
          <a:p>
            <a:r>
              <a:rPr lang="zh-CN" altLang="en-US" dirty="0"/>
              <a:t>让金融更简单 让金融更美好</a:t>
            </a:r>
            <a:endParaRPr kumimoji="1" lang="zh-CN" altLang="en-US" dirty="0"/>
          </a:p>
        </p:txBody>
      </p:sp>
    </p:spTree>
    <p:extLst>
      <p:ext uri="{BB962C8B-B14F-4D97-AF65-F5344CB8AC3E}">
        <p14:creationId xmlns:p14="http://schemas.microsoft.com/office/powerpoint/2010/main" val="230665933"/>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xmlns="" id="{AC653565-80B6-4002-985C-B5C0B46DB51A}"/>
              </a:ext>
            </a:extLst>
          </p:cNvPr>
          <p:cNvGraphicFramePr>
            <a:graphicFrameLocks noGrp="1"/>
          </p:cNvGraphicFramePr>
          <p:nvPr>
            <p:extLst>
              <p:ext uri="{D42A27DB-BD31-4B8C-83A1-F6EECF244321}">
                <p14:modId xmlns:p14="http://schemas.microsoft.com/office/powerpoint/2010/main" val="363827502"/>
              </p:ext>
            </p:extLst>
          </p:nvPr>
        </p:nvGraphicFramePr>
        <p:xfrm>
          <a:off x="767408" y="1340769"/>
          <a:ext cx="10801200" cy="4536501"/>
        </p:xfrm>
        <a:graphic>
          <a:graphicData uri="http://schemas.openxmlformats.org/drawingml/2006/table">
            <a:tbl>
              <a:tblPr firstRow="1" bandRow="1">
                <a:tableStyleId>{5C22544A-7EE6-4342-B048-85BDC9FD1C3A}</a:tableStyleId>
              </a:tblPr>
              <a:tblGrid>
                <a:gridCol w="1202323">
                  <a:extLst>
                    <a:ext uri="{9D8B030D-6E8A-4147-A177-3AD203B41FA5}">
                      <a16:colId xmlns:a16="http://schemas.microsoft.com/office/drawing/2014/main" xmlns="" val="20000"/>
                    </a:ext>
                  </a:extLst>
                </a:gridCol>
                <a:gridCol w="1872471">
                  <a:extLst>
                    <a:ext uri="{9D8B030D-6E8A-4147-A177-3AD203B41FA5}">
                      <a16:colId xmlns:a16="http://schemas.microsoft.com/office/drawing/2014/main" xmlns="" val="20001"/>
                    </a:ext>
                  </a:extLst>
                </a:gridCol>
                <a:gridCol w="2660880">
                  <a:extLst>
                    <a:ext uri="{9D8B030D-6E8A-4147-A177-3AD203B41FA5}">
                      <a16:colId xmlns:a16="http://schemas.microsoft.com/office/drawing/2014/main" xmlns="" val="20002"/>
                    </a:ext>
                  </a:extLst>
                </a:gridCol>
                <a:gridCol w="2483487">
                  <a:extLst>
                    <a:ext uri="{9D8B030D-6E8A-4147-A177-3AD203B41FA5}">
                      <a16:colId xmlns:a16="http://schemas.microsoft.com/office/drawing/2014/main" xmlns="" val="20003"/>
                    </a:ext>
                  </a:extLst>
                </a:gridCol>
                <a:gridCol w="2582039">
                  <a:extLst>
                    <a:ext uri="{9D8B030D-6E8A-4147-A177-3AD203B41FA5}">
                      <a16:colId xmlns:a16="http://schemas.microsoft.com/office/drawing/2014/main" xmlns="" val="20004"/>
                    </a:ext>
                  </a:extLst>
                </a:gridCol>
              </a:tblGrid>
              <a:tr h="756837">
                <a:tc>
                  <a:txBody>
                    <a:bodyPr/>
                    <a:lstStyle/>
                    <a:p>
                      <a:pPr algn="ctr"/>
                      <a:r>
                        <a:rPr lang="zh-CN" altLang="en-US" sz="1600" b="1" i="0" dirty="0">
                          <a:latin typeface="Microsoft YaHei" charset="-122"/>
                          <a:ea typeface="Microsoft YaHei" charset="-122"/>
                          <a:cs typeface="Microsoft YaHei" charset="-122"/>
                        </a:rPr>
                        <a:t>排名</a:t>
                      </a:r>
                    </a:p>
                  </a:txBody>
                  <a:tcPr anchor="ctr">
                    <a:solidFill>
                      <a:srgbClr val="4372C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600" b="1" i="0" dirty="0">
                          <a:latin typeface="Microsoft YaHei" charset="-122"/>
                          <a:ea typeface="Microsoft YaHei" charset="-122"/>
                          <a:cs typeface="Microsoft YaHei" charset="-122"/>
                        </a:rPr>
                        <a:t>上市银行</a:t>
                      </a:r>
                    </a:p>
                  </a:txBody>
                  <a:tcPr anchor="ctr">
                    <a:solidFill>
                      <a:srgbClr val="4372C4"/>
                    </a:solidFill>
                  </a:tcPr>
                </a:tc>
                <a:tc>
                  <a:txBody>
                    <a:bodyPr/>
                    <a:lstStyle/>
                    <a:p>
                      <a:pPr algn="ctr"/>
                      <a:r>
                        <a:rPr lang="zh-CN" altLang="en-US" sz="1600" b="1" i="0" dirty="0">
                          <a:latin typeface="Microsoft YaHei" charset="-122"/>
                          <a:ea typeface="Microsoft YaHei" charset="-122"/>
                          <a:cs typeface="Microsoft YaHei" charset="-122"/>
                        </a:rPr>
                        <a:t>归属母公司股东的净利润</a:t>
                      </a:r>
                    </a:p>
                  </a:txBody>
                  <a:tcPr anchor="ctr">
                    <a:solidFill>
                      <a:srgbClr val="4372C4"/>
                    </a:solidFill>
                  </a:tcPr>
                </a:tc>
                <a:tc>
                  <a:txBody>
                    <a:bodyPr/>
                    <a:lstStyle/>
                    <a:p>
                      <a:pPr algn="ctr"/>
                      <a:r>
                        <a:rPr lang="zh-CN" altLang="en-US" sz="1600" b="1" i="0" dirty="0">
                          <a:latin typeface="Microsoft YaHei" charset="-122"/>
                          <a:ea typeface="Microsoft YaHei" charset="-122"/>
                          <a:cs typeface="Microsoft YaHei" charset="-122"/>
                        </a:rPr>
                        <a:t>净利润增速（</a:t>
                      </a:r>
                      <a:r>
                        <a:rPr lang="en-US" altLang="zh-CN" sz="1600" b="1" i="0" dirty="0">
                          <a:latin typeface="Microsoft YaHei" charset="-122"/>
                          <a:ea typeface="Microsoft YaHei" charset="-122"/>
                          <a:cs typeface="Microsoft YaHei" charset="-122"/>
                        </a:rPr>
                        <a:t>2015</a:t>
                      </a:r>
                      <a:r>
                        <a:rPr lang="zh-CN" altLang="en-US" sz="1600" b="1" i="0" dirty="0">
                          <a:latin typeface="Microsoft YaHei" charset="-122"/>
                          <a:ea typeface="Microsoft YaHei" charset="-122"/>
                          <a:cs typeface="Microsoft YaHei" charset="-122"/>
                        </a:rPr>
                        <a:t>）</a:t>
                      </a:r>
                    </a:p>
                  </a:txBody>
                  <a:tcPr anchor="ctr">
                    <a:solidFill>
                      <a:srgbClr val="4372C4"/>
                    </a:solidFill>
                  </a:tcPr>
                </a:tc>
                <a:tc>
                  <a:txBody>
                    <a:bodyPr/>
                    <a:lstStyle/>
                    <a:p>
                      <a:pPr algn="ctr"/>
                      <a:r>
                        <a:rPr lang="zh-CN" altLang="en-US" sz="1600" b="1" i="0" dirty="0">
                          <a:latin typeface="Microsoft YaHei" charset="-122"/>
                          <a:ea typeface="Microsoft YaHei" charset="-122"/>
                          <a:cs typeface="Microsoft YaHei" charset="-122"/>
                        </a:rPr>
                        <a:t>净利润增速（</a:t>
                      </a:r>
                      <a:r>
                        <a:rPr lang="en-US" altLang="zh-CN" sz="1600" b="1" i="0" dirty="0">
                          <a:latin typeface="Microsoft YaHei" charset="-122"/>
                          <a:ea typeface="Microsoft YaHei" charset="-122"/>
                          <a:cs typeface="Microsoft YaHei" charset="-122"/>
                        </a:rPr>
                        <a:t>2016</a:t>
                      </a:r>
                      <a:r>
                        <a:rPr lang="zh-CN" altLang="en-US" sz="1600" b="1" i="0" dirty="0">
                          <a:latin typeface="Microsoft YaHei" charset="-122"/>
                          <a:ea typeface="Microsoft YaHei" charset="-122"/>
                          <a:cs typeface="Microsoft YaHei" charset="-122"/>
                        </a:rPr>
                        <a:t>前三季）</a:t>
                      </a:r>
                    </a:p>
                  </a:txBody>
                  <a:tcPr anchor="ctr">
                    <a:solidFill>
                      <a:srgbClr val="4372C4"/>
                    </a:solidFill>
                  </a:tcPr>
                </a:tc>
                <a:extLst>
                  <a:ext uri="{0D108BD9-81ED-4DB2-BD59-A6C34878D82A}">
                    <a16:rowId xmlns:a16="http://schemas.microsoft.com/office/drawing/2014/main" xmlns="" val="10000"/>
                  </a:ext>
                </a:extLst>
              </a:tr>
              <a:tr h="539952">
                <a:tc>
                  <a:txBody>
                    <a:bodyPr/>
                    <a:lstStyle/>
                    <a:p>
                      <a:pPr algn="ctr"/>
                      <a:r>
                        <a:rPr lang="en-US" altLang="zh-CN" sz="1600" dirty="0">
                          <a:latin typeface="微软雅黑 Light" panose="020B0502040204020203" pitchFamily="34" charset="-122"/>
                          <a:ea typeface="微软雅黑 Light" panose="020B0502040204020203" pitchFamily="34" charset="-122"/>
                        </a:rPr>
                        <a:t>1</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5000"/>
                      </a:srgbClr>
                    </a:solidFill>
                  </a:tcPr>
                </a:tc>
                <a:tc>
                  <a:txBody>
                    <a:bodyPr/>
                    <a:lstStyle/>
                    <a:p>
                      <a:pPr algn="ctr"/>
                      <a:r>
                        <a:rPr lang="zh-CN" altLang="en-US" sz="1600" dirty="0">
                          <a:latin typeface="微软雅黑 Light" panose="020B0502040204020203" pitchFamily="34" charset="-122"/>
                          <a:ea typeface="微软雅黑 Light" panose="020B0502040204020203" pitchFamily="34" charset="-122"/>
                        </a:rPr>
                        <a:t>工商银行</a:t>
                      </a:r>
                    </a:p>
                  </a:txBody>
                  <a:tcPr anchor="ctr">
                    <a:solidFill>
                      <a:srgbClr val="4372C4">
                        <a:alpha val="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2227.92</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0.48%</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0.46%</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5000"/>
                      </a:srgbClr>
                    </a:solidFill>
                  </a:tcPr>
                </a:tc>
                <a:extLst>
                  <a:ext uri="{0D108BD9-81ED-4DB2-BD59-A6C34878D82A}">
                    <a16:rowId xmlns:a16="http://schemas.microsoft.com/office/drawing/2014/main" xmlns="" val="10001"/>
                  </a:ext>
                </a:extLst>
              </a:tr>
              <a:tr h="539952">
                <a:tc>
                  <a:txBody>
                    <a:bodyPr/>
                    <a:lstStyle/>
                    <a:p>
                      <a:pPr algn="ctr"/>
                      <a:r>
                        <a:rPr lang="en-US" altLang="zh-CN" sz="1600" dirty="0">
                          <a:latin typeface="微软雅黑 Light" panose="020B0502040204020203" pitchFamily="34" charset="-122"/>
                          <a:ea typeface="微软雅黑 Light" panose="020B0502040204020203" pitchFamily="34" charset="-122"/>
                        </a:rPr>
                        <a:t>2</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15000"/>
                      </a:srgbClr>
                    </a:solidFill>
                  </a:tcPr>
                </a:tc>
                <a:tc>
                  <a:txBody>
                    <a:bodyPr/>
                    <a:lstStyle/>
                    <a:p>
                      <a:pPr algn="ctr"/>
                      <a:r>
                        <a:rPr lang="zh-CN" altLang="en-US" sz="1600" dirty="0">
                          <a:latin typeface="微软雅黑 Light" panose="020B0502040204020203" pitchFamily="34" charset="-122"/>
                          <a:ea typeface="微软雅黑 Light" panose="020B0502040204020203" pitchFamily="34" charset="-122"/>
                        </a:rPr>
                        <a:t>建设银行</a:t>
                      </a:r>
                    </a:p>
                  </a:txBody>
                  <a:tcPr anchor="ctr">
                    <a:solidFill>
                      <a:srgbClr val="4372C4">
                        <a:alpha val="1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1938.35</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1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0.14%</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1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1.19%</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15000"/>
                      </a:srgbClr>
                    </a:solidFill>
                  </a:tcPr>
                </a:tc>
                <a:extLst>
                  <a:ext uri="{0D108BD9-81ED-4DB2-BD59-A6C34878D82A}">
                    <a16:rowId xmlns:a16="http://schemas.microsoft.com/office/drawing/2014/main" xmlns="" val="10002"/>
                  </a:ext>
                </a:extLst>
              </a:tr>
              <a:tr h="539952">
                <a:tc>
                  <a:txBody>
                    <a:bodyPr/>
                    <a:lstStyle/>
                    <a:p>
                      <a:pPr algn="ctr"/>
                      <a:r>
                        <a:rPr lang="en-US" altLang="zh-CN" sz="1600" dirty="0">
                          <a:latin typeface="微软雅黑 Light" panose="020B0502040204020203" pitchFamily="34" charset="-122"/>
                          <a:ea typeface="微软雅黑 Light" panose="020B0502040204020203" pitchFamily="34" charset="-122"/>
                        </a:rPr>
                        <a:t>3</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5000"/>
                      </a:srgbClr>
                    </a:solidFill>
                  </a:tcPr>
                </a:tc>
                <a:tc>
                  <a:txBody>
                    <a:bodyPr/>
                    <a:lstStyle/>
                    <a:p>
                      <a:pPr algn="ctr"/>
                      <a:r>
                        <a:rPr lang="zh-CN" altLang="en-US" sz="1600" dirty="0">
                          <a:latin typeface="微软雅黑 Light" panose="020B0502040204020203" pitchFamily="34" charset="-122"/>
                          <a:ea typeface="微软雅黑 Light" panose="020B0502040204020203" pitchFamily="34" charset="-122"/>
                        </a:rPr>
                        <a:t>农业银行</a:t>
                      </a:r>
                    </a:p>
                  </a:txBody>
                  <a:tcPr anchor="ctr">
                    <a:solidFill>
                      <a:srgbClr val="4372C4">
                        <a:alpha val="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1541.70</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0.62%</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0.63%</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5000"/>
                      </a:srgbClr>
                    </a:solidFill>
                  </a:tcPr>
                </a:tc>
                <a:extLst>
                  <a:ext uri="{0D108BD9-81ED-4DB2-BD59-A6C34878D82A}">
                    <a16:rowId xmlns:a16="http://schemas.microsoft.com/office/drawing/2014/main" xmlns="" val="10003"/>
                  </a:ext>
                </a:extLst>
              </a:tr>
              <a:tr h="539952">
                <a:tc>
                  <a:txBody>
                    <a:bodyPr/>
                    <a:lstStyle/>
                    <a:p>
                      <a:pPr algn="ctr"/>
                      <a:r>
                        <a:rPr lang="en-US" altLang="zh-CN" sz="1600" dirty="0">
                          <a:latin typeface="微软雅黑 Light" panose="020B0502040204020203" pitchFamily="34" charset="-122"/>
                          <a:ea typeface="微软雅黑 Light" panose="020B0502040204020203" pitchFamily="34" charset="-122"/>
                        </a:rPr>
                        <a:t>4</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15000"/>
                      </a:srgbClr>
                    </a:solidFill>
                  </a:tcPr>
                </a:tc>
                <a:tc>
                  <a:txBody>
                    <a:bodyPr/>
                    <a:lstStyle/>
                    <a:p>
                      <a:pPr algn="ctr"/>
                      <a:r>
                        <a:rPr lang="zh-CN" altLang="en-US" sz="1600" dirty="0">
                          <a:latin typeface="微软雅黑 Light" panose="020B0502040204020203" pitchFamily="34" charset="-122"/>
                          <a:ea typeface="微软雅黑 Light" panose="020B0502040204020203" pitchFamily="34" charset="-122"/>
                        </a:rPr>
                        <a:t>中国银行</a:t>
                      </a:r>
                    </a:p>
                  </a:txBody>
                  <a:tcPr anchor="ctr">
                    <a:solidFill>
                      <a:srgbClr val="4372C4">
                        <a:alpha val="1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1348.13</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1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0.74%</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1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2.48%</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15000"/>
                      </a:srgbClr>
                    </a:solidFill>
                  </a:tcPr>
                </a:tc>
                <a:extLst>
                  <a:ext uri="{0D108BD9-81ED-4DB2-BD59-A6C34878D82A}">
                    <a16:rowId xmlns:a16="http://schemas.microsoft.com/office/drawing/2014/main" xmlns="" val="10004"/>
                  </a:ext>
                </a:extLst>
              </a:tr>
              <a:tr h="539952">
                <a:tc>
                  <a:txBody>
                    <a:bodyPr/>
                    <a:lstStyle/>
                    <a:p>
                      <a:pPr algn="ctr"/>
                      <a:r>
                        <a:rPr lang="en-US" altLang="zh-CN" sz="1600" dirty="0">
                          <a:latin typeface="微软雅黑 Light" panose="020B0502040204020203" pitchFamily="34" charset="-122"/>
                          <a:ea typeface="微软雅黑 Light" panose="020B0502040204020203" pitchFamily="34" charset="-122"/>
                        </a:rPr>
                        <a:t>5</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5000"/>
                      </a:srgbClr>
                    </a:solidFill>
                  </a:tcPr>
                </a:tc>
                <a:tc>
                  <a:txBody>
                    <a:bodyPr/>
                    <a:lstStyle/>
                    <a:p>
                      <a:pPr algn="ctr"/>
                      <a:r>
                        <a:rPr lang="zh-CN" altLang="en-US" sz="1600" dirty="0">
                          <a:latin typeface="微软雅黑 Light" panose="020B0502040204020203" pitchFamily="34" charset="-122"/>
                          <a:ea typeface="微软雅黑 Light" panose="020B0502040204020203" pitchFamily="34" charset="-122"/>
                        </a:rPr>
                        <a:t>交通银行</a:t>
                      </a:r>
                    </a:p>
                  </a:txBody>
                  <a:tcPr anchor="ctr">
                    <a:solidFill>
                      <a:srgbClr val="4372C4">
                        <a:alpha val="5000"/>
                      </a:srgb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1600" dirty="0">
                          <a:latin typeface="微软雅黑 Light" panose="020B0502040204020203" pitchFamily="34" charset="-122"/>
                          <a:ea typeface="微软雅黑 Light" panose="020B0502040204020203" pitchFamily="34" charset="-122"/>
                        </a:rPr>
                        <a:t>525.78</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1.03%</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1.03%</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5000"/>
                      </a:srgbClr>
                    </a:solidFill>
                  </a:tcPr>
                </a:tc>
                <a:extLst>
                  <a:ext uri="{0D108BD9-81ED-4DB2-BD59-A6C34878D82A}">
                    <a16:rowId xmlns:a16="http://schemas.microsoft.com/office/drawing/2014/main" xmlns="" val="10005"/>
                  </a:ext>
                </a:extLst>
              </a:tr>
              <a:tr h="539952">
                <a:tc>
                  <a:txBody>
                    <a:bodyPr/>
                    <a:lstStyle/>
                    <a:p>
                      <a:pPr algn="ctr"/>
                      <a:r>
                        <a:rPr lang="en-US" altLang="zh-CN" sz="1600" dirty="0">
                          <a:latin typeface="微软雅黑 Light" panose="020B0502040204020203" pitchFamily="34" charset="-122"/>
                          <a:ea typeface="微软雅黑 Light" panose="020B0502040204020203" pitchFamily="34" charset="-122"/>
                        </a:rPr>
                        <a:t>6</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15000"/>
                      </a:srgbClr>
                    </a:solidFill>
                  </a:tcPr>
                </a:tc>
                <a:tc>
                  <a:txBody>
                    <a:bodyPr/>
                    <a:lstStyle/>
                    <a:p>
                      <a:pPr algn="ctr"/>
                      <a:r>
                        <a:rPr lang="zh-CN" altLang="en-US" sz="1600" dirty="0">
                          <a:latin typeface="微软雅黑 Light" panose="020B0502040204020203" pitchFamily="34" charset="-122"/>
                          <a:ea typeface="微软雅黑 Light" panose="020B0502040204020203" pitchFamily="34" charset="-122"/>
                        </a:rPr>
                        <a:t>招商银行</a:t>
                      </a:r>
                    </a:p>
                  </a:txBody>
                  <a:tcPr anchor="ctr">
                    <a:solidFill>
                      <a:srgbClr val="4372C4">
                        <a:alpha val="1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521.42</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1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3.19%</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15000"/>
                      </a:srgbClr>
                    </a:solidFill>
                  </a:tcPr>
                </a:tc>
                <a:tc>
                  <a:txBody>
                    <a:bodyPr/>
                    <a:lstStyle/>
                    <a:p>
                      <a:pPr algn="ctr"/>
                      <a:r>
                        <a:rPr lang="en-US" altLang="zh-CN" sz="1600" dirty="0">
                          <a:latin typeface="微软雅黑 Light" panose="020B0502040204020203" pitchFamily="34" charset="-122"/>
                          <a:ea typeface="微软雅黑 Light" panose="020B0502040204020203" pitchFamily="34" charset="-122"/>
                        </a:rPr>
                        <a:t>7.51%</a:t>
                      </a:r>
                      <a:endParaRPr lang="zh-CN" altLang="en-US" sz="1600" dirty="0">
                        <a:latin typeface="微软雅黑 Light" panose="020B0502040204020203" pitchFamily="34" charset="-122"/>
                        <a:ea typeface="微软雅黑 Light" panose="020B0502040204020203" pitchFamily="34" charset="-122"/>
                      </a:endParaRPr>
                    </a:p>
                  </a:txBody>
                  <a:tcPr anchor="ctr">
                    <a:solidFill>
                      <a:srgbClr val="4372C4">
                        <a:alpha val="15000"/>
                      </a:srgbClr>
                    </a:solidFill>
                  </a:tcPr>
                </a:tc>
                <a:extLst>
                  <a:ext uri="{0D108BD9-81ED-4DB2-BD59-A6C34878D82A}">
                    <a16:rowId xmlns:a16="http://schemas.microsoft.com/office/drawing/2014/main" xmlns="" val="10006"/>
                  </a:ext>
                </a:extLst>
              </a:tr>
              <a:tr h="539952">
                <a:tc>
                  <a:txBody>
                    <a:bodyPr/>
                    <a:lstStyle/>
                    <a:p>
                      <a:pPr algn="ctr"/>
                      <a:r>
                        <a:rPr lang="en-US" altLang="zh-CN" sz="1600" b="0" dirty="0">
                          <a:latin typeface="微软雅黑 Light" panose="020B0502040204020203" pitchFamily="34" charset="-122"/>
                          <a:ea typeface="微软雅黑 Light" panose="020B0502040204020203" pitchFamily="34" charset="-122"/>
                        </a:rPr>
                        <a:t>7</a:t>
                      </a:r>
                      <a:endParaRPr lang="zh-CN" altLang="en-US" sz="1600" b="0" dirty="0">
                        <a:latin typeface="微软雅黑 Light" panose="020B0502040204020203" pitchFamily="34" charset="-122"/>
                        <a:ea typeface="微软雅黑 Light" panose="020B0502040204020203" pitchFamily="34" charset="-122"/>
                      </a:endParaRPr>
                    </a:p>
                  </a:txBody>
                  <a:tcPr anchor="ctr">
                    <a:solidFill>
                      <a:srgbClr val="FFC000">
                        <a:alpha val="55000"/>
                      </a:srgbClr>
                    </a:solidFill>
                  </a:tcPr>
                </a:tc>
                <a:tc>
                  <a:txBody>
                    <a:bodyPr/>
                    <a:lstStyle/>
                    <a:p>
                      <a:pPr algn="ctr"/>
                      <a:r>
                        <a:rPr lang="zh-CN" altLang="en-US" sz="1600" b="0" dirty="0">
                          <a:latin typeface="微软雅黑 Light" panose="020B0502040204020203" pitchFamily="34" charset="-122"/>
                          <a:ea typeface="微软雅黑 Light" panose="020B0502040204020203" pitchFamily="34" charset="-122"/>
                        </a:rPr>
                        <a:t>兴业银行</a:t>
                      </a:r>
                    </a:p>
                  </a:txBody>
                  <a:tcPr anchor="ctr">
                    <a:solidFill>
                      <a:srgbClr val="FFC000">
                        <a:alpha val="55000"/>
                      </a:srgbClr>
                    </a:solidFill>
                  </a:tcPr>
                </a:tc>
                <a:tc>
                  <a:txBody>
                    <a:bodyPr/>
                    <a:lstStyle/>
                    <a:p>
                      <a:pPr algn="ctr"/>
                      <a:r>
                        <a:rPr lang="en-US" altLang="zh-CN" sz="1600" b="0" dirty="0">
                          <a:latin typeface="微软雅黑 Light" panose="020B0502040204020203" pitchFamily="34" charset="-122"/>
                          <a:ea typeface="微软雅黑 Light" panose="020B0502040204020203" pitchFamily="34" charset="-122"/>
                        </a:rPr>
                        <a:t>439.82</a:t>
                      </a:r>
                      <a:endParaRPr lang="zh-CN" altLang="en-US" sz="1600" b="0" dirty="0">
                        <a:latin typeface="微软雅黑 Light" panose="020B0502040204020203" pitchFamily="34" charset="-122"/>
                        <a:ea typeface="微软雅黑 Light" panose="020B0502040204020203" pitchFamily="34" charset="-122"/>
                      </a:endParaRPr>
                    </a:p>
                  </a:txBody>
                  <a:tcPr anchor="ctr">
                    <a:solidFill>
                      <a:srgbClr val="FFC000">
                        <a:alpha val="55000"/>
                      </a:srgbClr>
                    </a:solidFill>
                  </a:tcPr>
                </a:tc>
                <a:tc>
                  <a:txBody>
                    <a:bodyPr/>
                    <a:lstStyle/>
                    <a:p>
                      <a:pPr algn="ctr"/>
                      <a:r>
                        <a:rPr lang="en-US" altLang="zh-CN" sz="1600" b="0" dirty="0">
                          <a:latin typeface="微软雅黑 Light" panose="020B0502040204020203" pitchFamily="34" charset="-122"/>
                          <a:ea typeface="微软雅黑 Light" panose="020B0502040204020203" pitchFamily="34" charset="-122"/>
                        </a:rPr>
                        <a:t>6.51%</a:t>
                      </a:r>
                      <a:endParaRPr lang="zh-CN" altLang="en-US" sz="1600" b="0" dirty="0">
                        <a:latin typeface="微软雅黑 Light" panose="020B0502040204020203" pitchFamily="34" charset="-122"/>
                        <a:ea typeface="微软雅黑 Light" panose="020B0502040204020203" pitchFamily="34" charset="-122"/>
                      </a:endParaRPr>
                    </a:p>
                  </a:txBody>
                  <a:tcPr anchor="ctr">
                    <a:solidFill>
                      <a:srgbClr val="FFC000">
                        <a:alpha val="55000"/>
                      </a:srgbClr>
                    </a:solidFill>
                  </a:tcPr>
                </a:tc>
                <a:tc>
                  <a:txBody>
                    <a:bodyPr/>
                    <a:lstStyle/>
                    <a:p>
                      <a:pPr algn="ctr"/>
                      <a:r>
                        <a:rPr lang="en-US" altLang="zh-CN" sz="1600" b="0" dirty="0">
                          <a:latin typeface="微软雅黑 Light" panose="020B0502040204020203" pitchFamily="34" charset="-122"/>
                          <a:ea typeface="微软雅黑 Light" panose="020B0502040204020203" pitchFamily="34" charset="-122"/>
                        </a:rPr>
                        <a:t>6.70%</a:t>
                      </a:r>
                      <a:endParaRPr lang="zh-CN" altLang="en-US" sz="1600" b="0" dirty="0">
                        <a:latin typeface="微软雅黑 Light" panose="020B0502040204020203" pitchFamily="34" charset="-122"/>
                        <a:ea typeface="微软雅黑 Light" panose="020B0502040204020203" pitchFamily="34" charset="-122"/>
                      </a:endParaRPr>
                    </a:p>
                  </a:txBody>
                  <a:tcPr anchor="ctr">
                    <a:solidFill>
                      <a:srgbClr val="FFC000">
                        <a:alpha val="55000"/>
                      </a:srgbClr>
                    </a:solidFill>
                  </a:tcPr>
                </a:tc>
                <a:extLst>
                  <a:ext uri="{0D108BD9-81ED-4DB2-BD59-A6C34878D82A}">
                    <a16:rowId xmlns:a16="http://schemas.microsoft.com/office/drawing/2014/main" xmlns="" val="10007"/>
                  </a:ext>
                </a:extLst>
              </a:tr>
            </a:tbl>
          </a:graphicData>
        </a:graphic>
      </p:graphicFrame>
      <p:sp>
        <p:nvSpPr>
          <p:cNvPr id="3" name="标题 2"/>
          <p:cNvSpPr>
            <a:spLocks noGrp="1"/>
          </p:cNvSpPr>
          <p:nvPr>
            <p:ph type="title"/>
          </p:nvPr>
        </p:nvSpPr>
        <p:spPr>
          <a:prstGeom prst="rect">
            <a:avLst/>
          </a:prstGeom>
        </p:spPr>
        <p:txBody>
          <a:bodyPr/>
          <a:lstStyle/>
          <a:p>
            <a:r>
              <a:rPr kumimoji="1" lang="zh-CN" altLang="en-US" dirty="0" smtClean="0"/>
              <a:t>兴业银行数据展示表</a:t>
            </a:r>
            <a:endParaRPr kumimoji="1" lang="zh-CN" altLang="en-US" dirty="0"/>
          </a:p>
        </p:txBody>
      </p:sp>
    </p:spTree>
    <p:extLst>
      <p:ext uri="{BB962C8B-B14F-4D97-AF65-F5344CB8AC3E}">
        <p14:creationId xmlns:p14="http://schemas.microsoft.com/office/powerpoint/2010/main" val="403110978"/>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同心圆 17">
            <a:extLst>
              <a:ext uri="{FF2B5EF4-FFF2-40B4-BE49-F238E27FC236}">
                <a16:creationId xmlns="" xmlns:a16="http://schemas.microsoft.com/office/drawing/2014/main" id="{DEEE8E41-D97C-47CA-8696-92AAC61276BE}"/>
              </a:ext>
            </a:extLst>
          </p:cNvPr>
          <p:cNvSpPr/>
          <p:nvPr/>
        </p:nvSpPr>
        <p:spPr>
          <a:xfrm>
            <a:off x="1186021" y="2060848"/>
            <a:ext cx="2114550" cy="2114550"/>
          </a:xfrm>
          <a:prstGeom prst="donut">
            <a:avLst>
              <a:gd name="adj" fmla="val 16393"/>
            </a:avLst>
          </a:prstGeom>
          <a:solidFill>
            <a:srgbClr val="4372C4">
              <a:alpha val="15000"/>
            </a:srgbClr>
          </a:solidFill>
          <a:ln w="285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DengXian" panose="020F0502020204030204"/>
              <a:ea typeface="DengXian" charset="-122"/>
              <a:cs typeface=""/>
            </a:endParaRPr>
          </a:p>
        </p:txBody>
      </p:sp>
      <p:sp>
        <p:nvSpPr>
          <p:cNvPr id="22" name="弧形 7">
            <a:extLst>
              <a:ext uri="{FF2B5EF4-FFF2-40B4-BE49-F238E27FC236}">
                <a16:creationId xmlns="" xmlns:a16="http://schemas.microsoft.com/office/drawing/2014/main" id="{FBB460F6-E44F-4295-84AB-4ED925BF3D12}"/>
              </a:ext>
            </a:extLst>
          </p:cNvPr>
          <p:cNvSpPr/>
          <p:nvPr/>
        </p:nvSpPr>
        <p:spPr>
          <a:xfrm>
            <a:off x="1376521" y="2251348"/>
            <a:ext cx="1752600" cy="1752600"/>
          </a:xfrm>
          <a:prstGeom prst="arc">
            <a:avLst>
              <a:gd name="adj1" fmla="val 13754605"/>
              <a:gd name="adj2" fmla="val 1196826"/>
            </a:avLst>
          </a:prstGeom>
          <a:noFill/>
          <a:ln w="152400" cap="rnd" cmpd="sng" algn="ctr">
            <a:solidFill>
              <a:srgbClr val="43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DengXian" panose="020F0502020204030204"/>
              <a:ea typeface="DengXian" charset="-122"/>
              <a:cs typeface=""/>
            </a:endParaRPr>
          </a:p>
        </p:txBody>
      </p:sp>
      <p:sp>
        <p:nvSpPr>
          <p:cNvPr id="23" name="同心圆 19">
            <a:extLst>
              <a:ext uri="{FF2B5EF4-FFF2-40B4-BE49-F238E27FC236}">
                <a16:creationId xmlns="" xmlns:a16="http://schemas.microsoft.com/office/drawing/2014/main" id="{3649F70F-6EFC-4995-8D56-ED74E9DB1BD7}"/>
              </a:ext>
            </a:extLst>
          </p:cNvPr>
          <p:cNvSpPr/>
          <p:nvPr/>
        </p:nvSpPr>
        <p:spPr>
          <a:xfrm>
            <a:off x="3754490" y="2060848"/>
            <a:ext cx="2114550" cy="2114550"/>
          </a:xfrm>
          <a:prstGeom prst="donut">
            <a:avLst>
              <a:gd name="adj" fmla="val 16393"/>
            </a:avLst>
          </a:prstGeom>
          <a:solidFill>
            <a:srgbClr val="4372C4">
              <a:alpha val="15000"/>
            </a:srgbClr>
          </a:solidFill>
          <a:ln w="285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DengXian" panose="020F0502020204030204"/>
              <a:ea typeface="DengXian" charset="-122"/>
              <a:cs typeface=""/>
            </a:endParaRPr>
          </a:p>
        </p:txBody>
      </p:sp>
      <p:sp>
        <p:nvSpPr>
          <p:cNvPr id="24" name="弧形 9">
            <a:extLst>
              <a:ext uri="{FF2B5EF4-FFF2-40B4-BE49-F238E27FC236}">
                <a16:creationId xmlns="" xmlns:a16="http://schemas.microsoft.com/office/drawing/2014/main" id="{B888A20B-F2B8-4B01-A934-31E988DA832E}"/>
              </a:ext>
            </a:extLst>
          </p:cNvPr>
          <p:cNvSpPr/>
          <p:nvPr/>
        </p:nvSpPr>
        <p:spPr>
          <a:xfrm>
            <a:off x="3944990" y="2251348"/>
            <a:ext cx="1752600" cy="1752600"/>
          </a:xfrm>
          <a:prstGeom prst="arc">
            <a:avLst>
              <a:gd name="adj1" fmla="val 16200000"/>
              <a:gd name="adj2" fmla="val 12338133"/>
            </a:avLst>
          </a:prstGeom>
          <a:noFill/>
          <a:ln w="152400" cap="rnd" cmpd="sng" algn="ctr">
            <a:solidFill>
              <a:srgbClr val="43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DengXian" panose="020F0502020204030204"/>
              <a:ea typeface="DengXian" charset="-122"/>
              <a:cs typeface=""/>
            </a:endParaRPr>
          </a:p>
        </p:txBody>
      </p:sp>
      <p:sp>
        <p:nvSpPr>
          <p:cNvPr id="25" name="同心圆 21">
            <a:extLst>
              <a:ext uri="{FF2B5EF4-FFF2-40B4-BE49-F238E27FC236}">
                <a16:creationId xmlns="" xmlns:a16="http://schemas.microsoft.com/office/drawing/2014/main" id="{A8444EFC-B10A-4F1F-BA1F-1D8E403E0865}"/>
              </a:ext>
            </a:extLst>
          </p:cNvPr>
          <p:cNvSpPr/>
          <p:nvPr/>
        </p:nvSpPr>
        <p:spPr>
          <a:xfrm>
            <a:off x="6322959" y="2060848"/>
            <a:ext cx="2114550" cy="2114550"/>
          </a:xfrm>
          <a:prstGeom prst="donut">
            <a:avLst>
              <a:gd name="adj" fmla="val 16393"/>
            </a:avLst>
          </a:prstGeom>
          <a:solidFill>
            <a:srgbClr val="4372C4">
              <a:alpha val="15000"/>
            </a:srgbClr>
          </a:solidFill>
          <a:ln w="285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DengXian" panose="020F0502020204030204"/>
              <a:ea typeface="DengXian" charset="-122"/>
              <a:cs typeface=""/>
            </a:endParaRPr>
          </a:p>
        </p:txBody>
      </p:sp>
      <p:sp>
        <p:nvSpPr>
          <p:cNvPr id="26" name="弧形 11">
            <a:extLst>
              <a:ext uri="{FF2B5EF4-FFF2-40B4-BE49-F238E27FC236}">
                <a16:creationId xmlns="" xmlns:a16="http://schemas.microsoft.com/office/drawing/2014/main" id="{62647C5C-6037-4236-B493-2A8F2CB0CE09}"/>
              </a:ext>
            </a:extLst>
          </p:cNvPr>
          <p:cNvSpPr/>
          <p:nvPr/>
        </p:nvSpPr>
        <p:spPr>
          <a:xfrm>
            <a:off x="6513459" y="2251348"/>
            <a:ext cx="1752600" cy="1752600"/>
          </a:xfrm>
          <a:prstGeom prst="arc">
            <a:avLst>
              <a:gd name="adj1" fmla="val 6794891"/>
              <a:gd name="adj2" fmla="val 14206890"/>
            </a:avLst>
          </a:prstGeom>
          <a:noFill/>
          <a:ln w="152400" cap="rnd" cmpd="sng" algn="ctr">
            <a:solidFill>
              <a:srgbClr val="43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DengXian" panose="020F0502020204030204"/>
              <a:ea typeface="DengXian" charset="-122"/>
              <a:cs typeface=""/>
            </a:endParaRPr>
          </a:p>
        </p:txBody>
      </p:sp>
      <p:sp>
        <p:nvSpPr>
          <p:cNvPr id="27" name="同心圆 23">
            <a:extLst>
              <a:ext uri="{FF2B5EF4-FFF2-40B4-BE49-F238E27FC236}">
                <a16:creationId xmlns="" xmlns:a16="http://schemas.microsoft.com/office/drawing/2014/main" id="{6AD21BD6-AD11-4766-9202-C124A8F10D8A}"/>
              </a:ext>
            </a:extLst>
          </p:cNvPr>
          <p:cNvSpPr/>
          <p:nvPr/>
        </p:nvSpPr>
        <p:spPr>
          <a:xfrm>
            <a:off x="8891429" y="2060848"/>
            <a:ext cx="2114550" cy="2114550"/>
          </a:xfrm>
          <a:prstGeom prst="donut">
            <a:avLst>
              <a:gd name="adj" fmla="val 16393"/>
            </a:avLst>
          </a:prstGeom>
          <a:solidFill>
            <a:srgbClr val="4372C4">
              <a:alpha val="15000"/>
            </a:srgbClr>
          </a:solidFill>
          <a:ln w="2857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DengXian" panose="020F0502020204030204"/>
              <a:ea typeface="DengXian" charset="-122"/>
              <a:cs typeface=""/>
            </a:endParaRPr>
          </a:p>
        </p:txBody>
      </p:sp>
      <p:sp>
        <p:nvSpPr>
          <p:cNvPr id="28" name="弧形 13">
            <a:extLst>
              <a:ext uri="{FF2B5EF4-FFF2-40B4-BE49-F238E27FC236}">
                <a16:creationId xmlns="" xmlns:a16="http://schemas.microsoft.com/office/drawing/2014/main" id="{78444AA0-9E86-4A72-A2E9-CC1BDB89ECDB}"/>
              </a:ext>
            </a:extLst>
          </p:cNvPr>
          <p:cNvSpPr/>
          <p:nvPr/>
        </p:nvSpPr>
        <p:spPr>
          <a:xfrm>
            <a:off x="9081929" y="2251348"/>
            <a:ext cx="1752600" cy="1752600"/>
          </a:xfrm>
          <a:prstGeom prst="arc">
            <a:avLst>
              <a:gd name="adj1" fmla="val 3215474"/>
              <a:gd name="adj2" fmla="val 8992541"/>
            </a:avLst>
          </a:prstGeom>
          <a:noFill/>
          <a:ln w="152400" cap="rnd" cmpd="sng" algn="ctr">
            <a:solidFill>
              <a:srgbClr val="4372C4"/>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smtClean="0">
              <a:ln>
                <a:noFill/>
              </a:ln>
              <a:solidFill>
                <a:prstClr val="black"/>
              </a:solidFill>
              <a:effectLst/>
              <a:uLnTx/>
              <a:uFillTx/>
              <a:latin typeface="DengXian" panose="020F0502020204030204"/>
              <a:ea typeface="DengXian" charset="-122"/>
              <a:cs typeface=""/>
            </a:endParaRPr>
          </a:p>
        </p:txBody>
      </p:sp>
      <p:sp>
        <p:nvSpPr>
          <p:cNvPr id="29" name="文本框 28">
            <a:extLst>
              <a:ext uri="{FF2B5EF4-FFF2-40B4-BE49-F238E27FC236}">
                <a16:creationId xmlns="" xmlns:a16="http://schemas.microsoft.com/office/drawing/2014/main" id="{1B9182C2-6121-497E-AD07-4403B5412080}"/>
              </a:ext>
            </a:extLst>
          </p:cNvPr>
          <p:cNvSpPr txBox="1"/>
          <p:nvPr/>
        </p:nvSpPr>
        <p:spPr>
          <a:xfrm>
            <a:off x="1770958" y="2825735"/>
            <a:ext cx="1072730" cy="584775"/>
          </a:xfrm>
          <a:prstGeom prst="rect">
            <a:avLst/>
          </a:prstGeom>
          <a:noFill/>
        </p:spPr>
        <p:txBody>
          <a:bodyPr wrap="none" rtlCol="0">
            <a:spAutoFit/>
          </a:bodyPr>
          <a:lstStyle/>
          <a:p>
            <a:r>
              <a:rPr lang="en-US" altLang="zh-CN" sz="3200" b="1" dirty="0">
                <a:solidFill>
                  <a:srgbClr val="141735"/>
                </a:solidFill>
                <a:latin typeface="+mj-ea"/>
                <a:ea typeface="+mj-ea"/>
                <a:cs typeface="Segoe UI" panose="020B0502040204020203" pitchFamily="34" charset="0"/>
              </a:rPr>
              <a:t>55%</a:t>
            </a:r>
            <a:endParaRPr lang="zh-CN" altLang="en-US" sz="3200" b="1" dirty="0">
              <a:solidFill>
                <a:srgbClr val="141735"/>
              </a:solidFill>
              <a:latin typeface="+mj-ea"/>
              <a:ea typeface="+mj-ea"/>
              <a:cs typeface="Segoe UI" panose="020B0502040204020203" pitchFamily="34" charset="0"/>
            </a:endParaRPr>
          </a:p>
        </p:txBody>
      </p:sp>
      <p:sp>
        <p:nvSpPr>
          <p:cNvPr id="30" name="文本框 29">
            <a:extLst>
              <a:ext uri="{FF2B5EF4-FFF2-40B4-BE49-F238E27FC236}">
                <a16:creationId xmlns="" xmlns:a16="http://schemas.microsoft.com/office/drawing/2014/main" id="{5AB90360-370B-4733-A4A6-F01F2D9FF056}"/>
              </a:ext>
            </a:extLst>
          </p:cNvPr>
          <p:cNvSpPr txBox="1"/>
          <p:nvPr/>
        </p:nvSpPr>
        <p:spPr>
          <a:xfrm>
            <a:off x="4339427" y="2825735"/>
            <a:ext cx="1072730" cy="584775"/>
          </a:xfrm>
          <a:prstGeom prst="rect">
            <a:avLst/>
          </a:prstGeom>
          <a:noFill/>
        </p:spPr>
        <p:txBody>
          <a:bodyPr wrap="none" rtlCol="0">
            <a:spAutoFit/>
          </a:bodyPr>
          <a:lstStyle/>
          <a:p>
            <a:r>
              <a:rPr lang="en-US" altLang="zh-CN" sz="3200" b="1" dirty="0">
                <a:solidFill>
                  <a:srgbClr val="141735"/>
                </a:solidFill>
                <a:latin typeface="+mj-ea"/>
                <a:ea typeface="+mj-ea"/>
                <a:cs typeface="Segoe UI" panose="020B0502040204020203" pitchFamily="34" charset="0"/>
              </a:rPr>
              <a:t>95%</a:t>
            </a:r>
            <a:endParaRPr lang="zh-CN" altLang="en-US" sz="3200" b="1" dirty="0">
              <a:solidFill>
                <a:srgbClr val="141735"/>
              </a:solidFill>
              <a:latin typeface="+mj-ea"/>
              <a:ea typeface="+mj-ea"/>
              <a:cs typeface="Segoe UI" panose="020B0502040204020203" pitchFamily="34" charset="0"/>
            </a:endParaRPr>
          </a:p>
        </p:txBody>
      </p:sp>
      <p:sp>
        <p:nvSpPr>
          <p:cNvPr id="31" name="文本框 30">
            <a:extLst>
              <a:ext uri="{FF2B5EF4-FFF2-40B4-BE49-F238E27FC236}">
                <a16:creationId xmlns="" xmlns:a16="http://schemas.microsoft.com/office/drawing/2014/main" id="{C6BBCE30-7C53-4EDD-88D4-EEFEBDA8B117}"/>
              </a:ext>
            </a:extLst>
          </p:cNvPr>
          <p:cNvSpPr txBox="1"/>
          <p:nvPr/>
        </p:nvSpPr>
        <p:spPr>
          <a:xfrm>
            <a:off x="6907896" y="2825735"/>
            <a:ext cx="1072730" cy="584775"/>
          </a:xfrm>
          <a:prstGeom prst="rect">
            <a:avLst/>
          </a:prstGeom>
          <a:noFill/>
        </p:spPr>
        <p:txBody>
          <a:bodyPr wrap="none" rtlCol="0">
            <a:spAutoFit/>
          </a:bodyPr>
          <a:lstStyle/>
          <a:p>
            <a:r>
              <a:rPr lang="en-US" altLang="zh-CN" sz="3200" b="1" dirty="0">
                <a:solidFill>
                  <a:srgbClr val="141735"/>
                </a:solidFill>
                <a:latin typeface="+mj-ea"/>
                <a:ea typeface="+mj-ea"/>
                <a:cs typeface="Segoe UI" panose="020B0502040204020203" pitchFamily="34" charset="0"/>
              </a:rPr>
              <a:t>25%</a:t>
            </a:r>
            <a:endParaRPr lang="zh-CN" altLang="en-US" sz="3200" b="1" dirty="0">
              <a:solidFill>
                <a:srgbClr val="141735"/>
              </a:solidFill>
              <a:latin typeface="+mj-ea"/>
              <a:ea typeface="+mj-ea"/>
              <a:cs typeface="Segoe UI" panose="020B0502040204020203" pitchFamily="34" charset="0"/>
            </a:endParaRPr>
          </a:p>
        </p:txBody>
      </p:sp>
      <p:sp>
        <p:nvSpPr>
          <p:cNvPr id="32" name="文本框 31">
            <a:extLst>
              <a:ext uri="{FF2B5EF4-FFF2-40B4-BE49-F238E27FC236}">
                <a16:creationId xmlns="" xmlns:a16="http://schemas.microsoft.com/office/drawing/2014/main" id="{67E966E9-6B81-40B9-A3CC-555100B6AB70}"/>
              </a:ext>
            </a:extLst>
          </p:cNvPr>
          <p:cNvSpPr txBox="1"/>
          <p:nvPr/>
        </p:nvSpPr>
        <p:spPr>
          <a:xfrm>
            <a:off x="9476366" y="2825735"/>
            <a:ext cx="1072730" cy="584775"/>
          </a:xfrm>
          <a:prstGeom prst="rect">
            <a:avLst/>
          </a:prstGeom>
          <a:noFill/>
        </p:spPr>
        <p:txBody>
          <a:bodyPr wrap="none" rtlCol="0">
            <a:spAutoFit/>
          </a:bodyPr>
          <a:lstStyle/>
          <a:p>
            <a:r>
              <a:rPr lang="en-US" altLang="zh-CN" sz="3200" b="1" dirty="0">
                <a:solidFill>
                  <a:srgbClr val="141735"/>
                </a:solidFill>
                <a:latin typeface="+mj-ea"/>
                <a:ea typeface="+mj-ea"/>
                <a:cs typeface="Segoe UI" panose="020B0502040204020203" pitchFamily="34" charset="0"/>
              </a:rPr>
              <a:t>10%</a:t>
            </a:r>
            <a:endParaRPr lang="zh-CN" altLang="en-US" sz="3200" b="1" dirty="0">
              <a:solidFill>
                <a:srgbClr val="141735"/>
              </a:solidFill>
              <a:latin typeface="+mj-ea"/>
              <a:ea typeface="+mj-ea"/>
              <a:cs typeface="Segoe UI" panose="020B0502040204020203" pitchFamily="34" charset="0"/>
            </a:endParaRPr>
          </a:p>
        </p:txBody>
      </p:sp>
      <p:sp>
        <p:nvSpPr>
          <p:cNvPr id="33" name="矩形 32">
            <a:extLst>
              <a:ext uri="{FF2B5EF4-FFF2-40B4-BE49-F238E27FC236}">
                <a16:creationId xmlns="" xmlns:a16="http://schemas.microsoft.com/office/drawing/2014/main" id="{96B7B24F-B944-423F-A02C-DB746B9BF75A}"/>
              </a:ext>
            </a:extLst>
          </p:cNvPr>
          <p:cNvSpPr/>
          <p:nvPr/>
        </p:nvSpPr>
        <p:spPr>
          <a:xfrm>
            <a:off x="1313173" y="4365898"/>
            <a:ext cx="1879293" cy="888898"/>
          </a:xfrm>
          <a:prstGeom prst="rect">
            <a:avLst/>
          </a:prstGeom>
        </p:spPr>
        <p:txBody>
          <a:bodyPr wrap="square">
            <a:spAutoFit/>
          </a:bodyPr>
          <a:lstStyle/>
          <a:p>
            <a:pPr algn="ctr">
              <a:lnSpc>
                <a:spcPct val="150000"/>
              </a:lnSpc>
              <a:spcAft>
                <a:spcPts val="600"/>
              </a:spcAft>
              <a:buClr>
                <a:srgbClr val="000000"/>
              </a:buClr>
            </a:pPr>
            <a:r>
              <a:rPr lang="zh-CN" altLang="en-US" sz="1200" dirty="0">
                <a:solidFill>
                  <a:srgbClr val="141735"/>
                </a:solidFill>
                <a:latin typeface="微软雅黑 Light" panose="020B0502040204020203" pitchFamily="34" charset="-122"/>
                <a:ea typeface="微软雅黑 Light" panose="020B0502040204020203" pitchFamily="34" charset="-122"/>
              </a:rPr>
              <a:t>输入内容随便敲点字占位置，输入内容随便敲点字占位置。</a:t>
            </a:r>
            <a:endParaRPr lang="en-US" altLang="zh-CN" sz="1400" dirty="0">
              <a:solidFill>
                <a:srgbClr val="141735"/>
              </a:solidFill>
              <a:latin typeface="微软雅黑 Light" panose="020B0502040204020203" pitchFamily="34" charset="-122"/>
              <a:ea typeface="微软雅黑 Light" panose="020B0502040204020203" pitchFamily="34" charset="-122"/>
            </a:endParaRPr>
          </a:p>
        </p:txBody>
      </p:sp>
      <p:sp>
        <p:nvSpPr>
          <p:cNvPr id="34" name="矩形 33">
            <a:extLst>
              <a:ext uri="{FF2B5EF4-FFF2-40B4-BE49-F238E27FC236}">
                <a16:creationId xmlns="" xmlns:a16="http://schemas.microsoft.com/office/drawing/2014/main" id="{F22FC8AC-3B44-436B-80C5-1622BFC32AFA}"/>
              </a:ext>
            </a:extLst>
          </p:cNvPr>
          <p:cNvSpPr/>
          <p:nvPr/>
        </p:nvSpPr>
        <p:spPr>
          <a:xfrm>
            <a:off x="3866954" y="4365898"/>
            <a:ext cx="1879293" cy="888898"/>
          </a:xfrm>
          <a:prstGeom prst="rect">
            <a:avLst/>
          </a:prstGeom>
        </p:spPr>
        <p:txBody>
          <a:bodyPr wrap="square">
            <a:spAutoFit/>
          </a:bodyPr>
          <a:lstStyle/>
          <a:p>
            <a:pPr algn="ctr">
              <a:lnSpc>
                <a:spcPct val="150000"/>
              </a:lnSpc>
              <a:spcAft>
                <a:spcPts val="600"/>
              </a:spcAft>
              <a:buClr>
                <a:srgbClr val="000000"/>
              </a:buClr>
            </a:pPr>
            <a:r>
              <a:rPr lang="zh-CN" altLang="en-US" sz="1200" dirty="0">
                <a:solidFill>
                  <a:srgbClr val="141735"/>
                </a:solidFill>
                <a:latin typeface="微软雅黑 Light" panose="020B0502040204020203" pitchFamily="34" charset="-122"/>
                <a:ea typeface="微软雅黑 Light" panose="020B0502040204020203" pitchFamily="34" charset="-122"/>
              </a:rPr>
              <a:t>输入内容随便敲点字占位置，输入内容随便敲点字占位置。</a:t>
            </a:r>
            <a:endParaRPr lang="en-US" altLang="zh-CN" sz="1400" dirty="0">
              <a:solidFill>
                <a:srgbClr val="141735"/>
              </a:solidFill>
              <a:latin typeface="微软雅黑 Light" panose="020B0502040204020203" pitchFamily="34" charset="-122"/>
              <a:ea typeface="微软雅黑 Light" panose="020B0502040204020203" pitchFamily="34" charset="-122"/>
            </a:endParaRPr>
          </a:p>
        </p:txBody>
      </p:sp>
      <p:sp>
        <p:nvSpPr>
          <p:cNvPr id="35" name="矩形 34">
            <a:extLst>
              <a:ext uri="{FF2B5EF4-FFF2-40B4-BE49-F238E27FC236}">
                <a16:creationId xmlns="" xmlns:a16="http://schemas.microsoft.com/office/drawing/2014/main" id="{6EE191D9-3FF2-447E-9B27-1F6C593B0024}"/>
              </a:ext>
            </a:extLst>
          </p:cNvPr>
          <p:cNvSpPr/>
          <p:nvPr/>
        </p:nvSpPr>
        <p:spPr>
          <a:xfrm>
            <a:off x="6439282" y="4365898"/>
            <a:ext cx="1879293" cy="888898"/>
          </a:xfrm>
          <a:prstGeom prst="rect">
            <a:avLst/>
          </a:prstGeom>
        </p:spPr>
        <p:txBody>
          <a:bodyPr wrap="square">
            <a:spAutoFit/>
          </a:bodyPr>
          <a:lstStyle/>
          <a:p>
            <a:pPr algn="ctr">
              <a:lnSpc>
                <a:spcPct val="150000"/>
              </a:lnSpc>
              <a:spcAft>
                <a:spcPts val="600"/>
              </a:spcAft>
              <a:buClr>
                <a:srgbClr val="000000"/>
              </a:buClr>
            </a:pPr>
            <a:r>
              <a:rPr lang="zh-CN" altLang="en-US" sz="1200" dirty="0">
                <a:solidFill>
                  <a:srgbClr val="141735"/>
                </a:solidFill>
                <a:latin typeface="微软雅黑 Light" panose="020B0502040204020203" pitchFamily="34" charset="-122"/>
                <a:ea typeface="微软雅黑 Light" panose="020B0502040204020203" pitchFamily="34" charset="-122"/>
              </a:rPr>
              <a:t>输入内容随便敲点字占位置，输入内容随便敲点字占位置。</a:t>
            </a:r>
            <a:endParaRPr lang="en-US" altLang="zh-CN" sz="1400" dirty="0">
              <a:solidFill>
                <a:srgbClr val="141735"/>
              </a:solidFill>
              <a:latin typeface="微软雅黑 Light" panose="020B0502040204020203" pitchFamily="34" charset="-122"/>
              <a:ea typeface="微软雅黑 Light" panose="020B0502040204020203" pitchFamily="34" charset="-122"/>
            </a:endParaRPr>
          </a:p>
        </p:txBody>
      </p:sp>
      <p:sp>
        <p:nvSpPr>
          <p:cNvPr id="36" name="矩形 35">
            <a:extLst>
              <a:ext uri="{FF2B5EF4-FFF2-40B4-BE49-F238E27FC236}">
                <a16:creationId xmlns="" xmlns:a16="http://schemas.microsoft.com/office/drawing/2014/main" id="{8D8D9F17-3D8A-47BB-AF20-B9A08E982BCE}"/>
              </a:ext>
            </a:extLst>
          </p:cNvPr>
          <p:cNvSpPr/>
          <p:nvPr/>
        </p:nvSpPr>
        <p:spPr>
          <a:xfrm>
            <a:off x="9009057" y="4365898"/>
            <a:ext cx="1879293" cy="888898"/>
          </a:xfrm>
          <a:prstGeom prst="rect">
            <a:avLst/>
          </a:prstGeom>
        </p:spPr>
        <p:txBody>
          <a:bodyPr wrap="square">
            <a:spAutoFit/>
          </a:bodyPr>
          <a:lstStyle/>
          <a:p>
            <a:pPr algn="ctr">
              <a:lnSpc>
                <a:spcPct val="150000"/>
              </a:lnSpc>
              <a:spcAft>
                <a:spcPts val="600"/>
              </a:spcAft>
              <a:buClr>
                <a:srgbClr val="000000"/>
              </a:buClr>
            </a:pPr>
            <a:r>
              <a:rPr lang="zh-CN" altLang="en-US" sz="1200" dirty="0">
                <a:solidFill>
                  <a:srgbClr val="141735"/>
                </a:solidFill>
                <a:latin typeface="微软雅黑 Light" panose="020B0502040204020203" pitchFamily="34" charset="-122"/>
                <a:ea typeface="微软雅黑 Light" panose="020B0502040204020203" pitchFamily="34" charset="-122"/>
              </a:rPr>
              <a:t>输入内容随便敲点字占位置，输入内容随便敲点字占位置。</a:t>
            </a:r>
            <a:endParaRPr lang="en-US" altLang="zh-CN" sz="1400" dirty="0">
              <a:solidFill>
                <a:srgbClr val="141735"/>
              </a:solidFill>
              <a:latin typeface="微软雅黑 Light" panose="020B0502040204020203" pitchFamily="34" charset="-122"/>
              <a:ea typeface="微软雅黑 Light" panose="020B0502040204020203" pitchFamily="34" charset="-122"/>
            </a:endParaRPr>
          </a:p>
        </p:txBody>
      </p:sp>
      <p:sp>
        <p:nvSpPr>
          <p:cNvPr id="19" name="标题 13"/>
          <p:cNvSpPr>
            <a:spLocks noGrp="1"/>
          </p:cNvSpPr>
          <p:nvPr>
            <p:ph type="title"/>
          </p:nvPr>
        </p:nvSpPr>
        <p:spPr>
          <a:xfrm>
            <a:off x="767408" y="538248"/>
            <a:ext cx="10657184" cy="648071"/>
          </a:xfrm>
        </p:spPr>
        <p:txBody>
          <a:bodyPr/>
          <a:lstStyle/>
          <a:p>
            <a:r>
              <a:rPr lang="zh-CN" altLang="en-US" dirty="0"/>
              <a:t>让金融更简单 让金融更美好</a:t>
            </a:r>
            <a:endParaRPr kumimoji="1" lang="zh-CN" altLang="en-US" dirty="0"/>
          </a:p>
        </p:txBody>
      </p:sp>
    </p:spTree>
    <p:extLst>
      <p:ext uri="{BB962C8B-B14F-4D97-AF65-F5344CB8AC3E}">
        <p14:creationId xmlns:p14="http://schemas.microsoft.com/office/powerpoint/2010/main" val="45833439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8">
            <a:extLst>
              <a:ext uri="{FF2B5EF4-FFF2-40B4-BE49-F238E27FC236}">
                <a16:creationId xmlns:a16="http://schemas.microsoft.com/office/drawing/2014/main" xmlns="" id="{579BA324-A2E0-4BF8-A3F4-D03A6B84916C}"/>
              </a:ext>
            </a:extLst>
          </p:cNvPr>
          <p:cNvSpPr/>
          <p:nvPr/>
        </p:nvSpPr>
        <p:spPr>
          <a:xfrm>
            <a:off x="7054054" y="0"/>
            <a:ext cx="5137946"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 name="图表 1">
            <a:extLst>
              <a:ext uri="{FF2B5EF4-FFF2-40B4-BE49-F238E27FC236}">
                <a16:creationId xmlns:a16="http://schemas.microsoft.com/office/drawing/2014/main" xmlns="" id="{FFE01B81-2BA2-464F-85EE-EA33DB597DD8}"/>
              </a:ext>
            </a:extLst>
          </p:cNvPr>
          <p:cNvGraphicFramePr/>
          <p:nvPr>
            <p:extLst>
              <p:ext uri="{D42A27DB-BD31-4B8C-83A1-F6EECF244321}">
                <p14:modId xmlns:p14="http://schemas.microsoft.com/office/powerpoint/2010/main" val="1814450060"/>
              </p:ext>
            </p:extLst>
          </p:nvPr>
        </p:nvGraphicFramePr>
        <p:xfrm>
          <a:off x="623393" y="2120805"/>
          <a:ext cx="5832647" cy="322911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图表 12">
            <a:extLst>
              <a:ext uri="{FF2B5EF4-FFF2-40B4-BE49-F238E27FC236}">
                <a16:creationId xmlns:a16="http://schemas.microsoft.com/office/drawing/2014/main" xmlns="" id="{325B9756-4362-48FD-A293-400FE57B3637}"/>
              </a:ext>
            </a:extLst>
          </p:cNvPr>
          <p:cNvGraphicFramePr/>
          <p:nvPr>
            <p:extLst>
              <p:ext uri="{D42A27DB-BD31-4B8C-83A1-F6EECF244321}">
                <p14:modId xmlns:p14="http://schemas.microsoft.com/office/powerpoint/2010/main" val="814190410"/>
              </p:ext>
            </p:extLst>
          </p:nvPr>
        </p:nvGraphicFramePr>
        <p:xfrm>
          <a:off x="8082249" y="2327568"/>
          <a:ext cx="2848139" cy="3657601"/>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Box 22">
            <a:extLst>
              <a:ext uri="{FF2B5EF4-FFF2-40B4-BE49-F238E27FC236}">
                <a16:creationId xmlns:a16="http://schemas.microsoft.com/office/drawing/2014/main" xmlns="" id="{88C49C03-92F4-47ED-9F0E-4C22B519C939}"/>
              </a:ext>
            </a:extLst>
          </p:cNvPr>
          <p:cNvSpPr txBox="1"/>
          <p:nvPr/>
        </p:nvSpPr>
        <p:spPr>
          <a:xfrm>
            <a:off x="645519" y="5604914"/>
            <a:ext cx="4429362" cy="400110"/>
          </a:xfrm>
          <a:prstGeom prst="rect">
            <a:avLst/>
          </a:prstGeom>
          <a:noFill/>
        </p:spPr>
        <p:txBody>
          <a:bodyPr wrap="square" rtlCol="0">
            <a:spAutoFit/>
          </a:bodyPr>
          <a:lstStyle/>
          <a:p>
            <a:r>
              <a:rPr lang="zh-CN" altLang="en-US" sz="1400" dirty="0">
                <a:solidFill>
                  <a:srgbClr val="141735"/>
                </a:solidFill>
                <a:latin typeface="Microsoft YaHei Light" charset="-122"/>
                <a:ea typeface="Microsoft YaHei Light" charset="-122"/>
                <a:cs typeface="Microsoft YaHei Light" charset="-122"/>
              </a:rPr>
              <a:t>电子商务行业在过去</a:t>
            </a:r>
            <a:r>
              <a:rPr lang="en-US" altLang="zh-CN" sz="1400" dirty="0">
                <a:solidFill>
                  <a:srgbClr val="141735"/>
                </a:solidFill>
                <a:latin typeface="Microsoft YaHei Light" charset="-122"/>
                <a:ea typeface="Microsoft YaHei Light" charset="-122"/>
                <a:cs typeface="Microsoft YaHei Light" charset="-122"/>
              </a:rPr>
              <a:t>5</a:t>
            </a:r>
            <a:r>
              <a:rPr lang="zh-CN" altLang="en-US" sz="1400" dirty="0">
                <a:solidFill>
                  <a:srgbClr val="141735"/>
                </a:solidFill>
                <a:latin typeface="Microsoft YaHei Light" charset="-122"/>
                <a:ea typeface="Microsoft YaHei Light" charset="-122"/>
                <a:cs typeface="Microsoft YaHei Light" charset="-122"/>
              </a:rPr>
              <a:t>年里，</a:t>
            </a:r>
            <a:r>
              <a:rPr lang="en-US" altLang="zh-CN" sz="1400" dirty="0">
                <a:solidFill>
                  <a:srgbClr val="141735"/>
                </a:solidFill>
                <a:latin typeface="Microsoft YaHei Light" charset="-122"/>
                <a:ea typeface="Microsoft YaHei Light" charset="-122"/>
                <a:cs typeface="Microsoft YaHei Light" charset="-122"/>
              </a:rPr>
              <a:t>CAGR</a:t>
            </a:r>
            <a:r>
              <a:rPr lang="zh-CN" altLang="en-US" sz="1400" dirty="0">
                <a:solidFill>
                  <a:srgbClr val="141735"/>
                </a:solidFill>
                <a:latin typeface="Microsoft YaHei Light" charset="-122"/>
                <a:ea typeface="Microsoft YaHei Light" charset="-122"/>
                <a:cs typeface="Microsoft YaHei Light" charset="-122"/>
              </a:rPr>
              <a:t>一直在</a:t>
            </a:r>
            <a:r>
              <a:rPr lang="en-US" altLang="zh-CN" sz="2000" b="1" dirty="0">
                <a:solidFill>
                  <a:srgbClr val="B7393F"/>
                </a:solidFill>
                <a:latin typeface="Microsoft YaHei" charset="-122"/>
                <a:ea typeface="Microsoft YaHei" charset="-122"/>
                <a:cs typeface="Microsoft YaHei" charset="-122"/>
              </a:rPr>
              <a:t>40%+</a:t>
            </a:r>
            <a:endParaRPr lang="zh-CN" altLang="en-US" sz="1400" b="1" dirty="0">
              <a:solidFill>
                <a:srgbClr val="B7393F"/>
              </a:solidFill>
              <a:latin typeface="Microsoft YaHei" charset="-122"/>
              <a:ea typeface="Microsoft YaHei" charset="-122"/>
              <a:cs typeface="Microsoft YaHei" charset="-122"/>
            </a:endParaRPr>
          </a:p>
        </p:txBody>
      </p:sp>
      <p:sp>
        <p:nvSpPr>
          <p:cNvPr id="9" name="TextBox 23">
            <a:extLst>
              <a:ext uri="{FF2B5EF4-FFF2-40B4-BE49-F238E27FC236}">
                <a16:creationId xmlns:a16="http://schemas.microsoft.com/office/drawing/2014/main" xmlns="" id="{4B1EC273-E647-4A3D-AD7B-38606F2BE1C5}"/>
              </a:ext>
            </a:extLst>
          </p:cNvPr>
          <p:cNvSpPr txBox="1"/>
          <p:nvPr/>
        </p:nvSpPr>
        <p:spPr>
          <a:xfrm>
            <a:off x="8082249" y="5435637"/>
            <a:ext cx="4429362" cy="615553"/>
          </a:xfrm>
          <a:prstGeom prst="rect">
            <a:avLst/>
          </a:prstGeom>
          <a:noFill/>
        </p:spPr>
        <p:txBody>
          <a:bodyPr wrap="square" rtlCol="0">
            <a:spAutoFit/>
          </a:bodyPr>
          <a:lstStyle/>
          <a:p>
            <a:r>
              <a:rPr lang="zh-CN" altLang="en-US" sz="1400" dirty="0">
                <a:latin typeface="Microsoft YaHei Light" charset="-122"/>
                <a:ea typeface="Microsoft YaHei Light" charset="-122"/>
                <a:cs typeface="Microsoft YaHei Light" charset="-122"/>
              </a:rPr>
              <a:t>电子商务行业对人才的需求，</a:t>
            </a:r>
            <a:endParaRPr lang="en-US" altLang="zh-CN" sz="1400" dirty="0">
              <a:latin typeface="Microsoft YaHei Light" charset="-122"/>
              <a:ea typeface="Microsoft YaHei Light" charset="-122"/>
              <a:cs typeface="Microsoft YaHei Light" charset="-122"/>
            </a:endParaRPr>
          </a:p>
          <a:p>
            <a:r>
              <a:rPr lang="zh-CN" altLang="en-US" sz="1400" dirty="0">
                <a:latin typeface="Microsoft YaHei Light" charset="-122"/>
                <a:ea typeface="Microsoft YaHei Light" charset="-122"/>
                <a:cs typeface="Microsoft YaHei Light" charset="-122"/>
              </a:rPr>
              <a:t>在过去的</a:t>
            </a:r>
            <a:r>
              <a:rPr lang="en-US" altLang="zh-CN" sz="1400" dirty="0">
                <a:latin typeface="Microsoft YaHei Light" charset="-122"/>
                <a:ea typeface="Microsoft YaHei Light" charset="-122"/>
                <a:cs typeface="Microsoft YaHei Light" charset="-122"/>
              </a:rPr>
              <a:t>5</a:t>
            </a:r>
            <a:r>
              <a:rPr lang="zh-CN" altLang="en-US" sz="1400" dirty="0">
                <a:latin typeface="Microsoft YaHei Light" charset="-122"/>
                <a:ea typeface="Microsoft YaHei Light" charset="-122"/>
                <a:cs typeface="Microsoft YaHei Light" charset="-122"/>
              </a:rPr>
              <a:t>年里，翻了将近</a:t>
            </a:r>
            <a:r>
              <a:rPr lang="en-US" altLang="zh-CN" sz="2000" b="1" dirty="0">
                <a:solidFill>
                  <a:srgbClr val="B7393F"/>
                </a:solidFill>
                <a:latin typeface="Microsoft YaHei" charset="-122"/>
                <a:ea typeface="Microsoft YaHei" charset="-122"/>
                <a:cs typeface="Microsoft YaHei" charset="-122"/>
              </a:rPr>
              <a:t>8</a:t>
            </a:r>
            <a:r>
              <a:rPr lang="zh-CN" altLang="en-US" sz="1400" dirty="0">
                <a:latin typeface="Microsoft YaHei Light" charset="-122"/>
                <a:ea typeface="Microsoft YaHei Light" charset="-122"/>
                <a:cs typeface="Microsoft YaHei Light" charset="-122"/>
              </a:rPr>
              <a:t>倍</a:t>
            </a:r>
          </a:p>
        </p:txBody>
      </p:sp>
      <p:sp>
        <p:nvSpPr>
          <p:cNvPr id="10" name="矩形 4">
            <a:extLst>
              <a:ext uri="{FF2B5EF4-FFF2-40B4-BE49-F238E27FC236}">
                <a16:creationId xmlns:a16="http://schemas.microsoft.com/office/drawing/2014/main" xmlns="" id="{9A54661E-BFED-45D1-AAD6-E72B49ADBEEB}"/>
              </a:ext>
            </a:extLst>
          </p:cNvPr>
          <p:cNvSpPr/>
          <p:nvPr/>
        </p:nvSpPr>
        <p:spPr>
          <a:xfrm>
            <a:off x="2002550" y="1496482"/>
            <a:ext cx="2717590" cy="369332"/>
          </a:xfrm>
          <a:prstGeom prst="rect">
            <a:avLst/>
          </a:prstGeom>
          <a:noFill/>
        </p:spPr>
        <p:txBody>
          <a:bodyPr wrap="square">
            <a:spAutoFit/>
          </a:bodyPr>
          <a:lstStyle/>
          <a:p>
            <a:pPr algn="ct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cs typeface="Arial" pitchFamily="34" charset="0"/>
              </a:rPr>
              <a:t>电子商务行业交易规模</a:t>
            </a:r>
          </a:p>
        </p:txBody>
      </p:sp>
      <p:sp>
        <p:nvSpPr>
          <p:cNvPr id="12" name="矩形 4">
            <a:extLst>
              <a:ext uri="{FF2B5EF4-FFF2-40B4-BE49-F238E27FC236}">
                <a16:creationId xmlns:a16="http://schemas.microsoft.com/office/drawing/2014/main" xmlns="" id="{745E8E6B-5004-4049-A124-8C6F2526BFB2}"/>
              </a:ext>
            </a:extLst>
          </p:cNvPr>
          <p:cNvSpPr/>
          <p:nvPr/>
        </p:nvSpPr>
        <p:spPr>
          <a:xfrm>
            <a:off x="8400256" y="1541098"/>
            <a:ext cx="2717590" cy="338554"/>
          </a:xfrm>
          <a:prstGeom prst="rect">
            <a:avLst/>
          </a:prstGeom>
          <a:noFill/>
        </p:spPr>
        <p:txBody>
          <a:bodyPr wrap="square">
            <a:spAutoFit/>
          </a:bodyPr>
          <a:lstStyle/>
          <a:p>
            <a:pPr algn="ct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Arial" pitchFamily="34" charset="0"/>
              </a:rPr>
              <a:t>电子商务行业人才需求</a:t>
            </a:r>
          </a:p>
        </p:txBody>
      </p:sp>
      <p:sp>
        <p:nvSpPr>
          <p:cNvPr id="3" name="标题 2"/>
          <p:cNvSpPr>
            <a:spLocks noGrp="1"/>
          </p:cNvSpPr>
          <p:nvPr>
            <p:ph type="title"/>
          </p:nvPr>
        </p:nvSpPr>
        <p:spPr>
          <a:prstGeom prst="rect">
            <a:avLst/>
          </a:prstGeom>
        </p:spPr>
        <p:txBody>
          <a:bodyPr/>
          <a:lstStyle/>
          <a:p>
            <a:r>
              <a:rPr lang="zh-CN" altLang="en-US" dirty="0"/>
              <a:t>电子商务行业的</a:t>
            </a:r>
            <a:r>
              <a:rPr lang="zh-CN" altLang="en-US" dirty="0" smtClean="0"/>
              <a:t>发展</a:t>
            </a:r>
            <a:endParaRPr kumimoji="1" lang="zh-CN" altLang="en-US" dirty="0"/>
          </a:p>
        </p:txBody>
      </p:sp>
    </p:spTree>
    <p:extLst>
      <p:ext uri="{BB962C8B-B14F-4D97-AF65-F5344CB8AC3E}">
        <p14:creationId xmlns:p14="http://schemas.microsoft.com/office/powerpoint/2010/main" val="3232752220"/>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同行业所处的位置</a:t>
            </a:r>
            <a:endParaRPr kumimoji="1" lang="zh-CN" altLang="en-US" dirty="0"/>
          </a:p>
        </p:txBody>
      </p:sp>
      <p:sp>
        <p:nvSpPr>
          <p:cNvPr id="12" name="矩形 11">
            <a:extLst>
              <a:ext uri="{FF2B5EF4-FFF2-40B4-BE49-F238E27FC236}">
                <a16:creationId xmlns="" xmlns:a16="http://schemas.microsoft.com/office/drawing/2014/main" id="{157520C6-4A19-4DE3-B752-56D702290699}"/>
              </a:ext>
            </a:extLst>
          </p:cNvPr>
          <p:cNvSpPr/>
          <p:nvPr/>
        </p:nvSpPr>
        <p:spPr>
          <a:xfrm>
            <a:off x="1781857" y="3039144"/>
            <a:ext cx="424299" cy="2266789"/>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3" name="矩形 12">
            <a:extLst>
              <a:ext uri="{FF2B5EF4-FFF2-40B4-BE49-F238E27FC236}">
                <a16:creationId xmlns="" xmlns:a16="http://schemas.microsoft.com/office/drawing/2014/main" id="{DDEDFCCA-50AD-4D8E-BC80-F6EBC0A46728}"/>
              </a:ext>
            </a:extLst>
          </p:cNvPr>
          <p:cNvSpPr/>
          <p:nvPr/>
        </p:nvSpPr>
        <p:spPr>
          <a:xfrm>
            <a:off x="2510140" y="3039144"/>
            <a:ext cx="424299" cy="2266789"/>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4" name="矩形 13">
            <a:extLst>
              <a:ext uri="{FF2B5EF4-FFF2-40B4-BE49-F238E27FC236}">
                <a16:creationId xmlns="" xmlns:a16="http://schemas.microsoft.com/office/drawing/2014/main" id="{41084D55-CD89-4161-9713-F51B3915D661}"/>
              </a:ext>
            </a:extLst>
          </p:cNvPr>
          <p:cNvSpPr/>
          <p:nvPr/>
        </p:nvSpPr>
        <p:spPr>
          <a:xfrm>
            <a:off x="3238423" y="3454583"/>
            <a:ext cx="424299" cy="187150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5" name="矩形 14">
            <a:extLst>
              <a:ext uri="{FF2B5EF4-FFF2-40B4-BE49-F238E27FC236}">
                <a16:creationId xmlns="" xmlns:a16="http://schemas.microsoft.com/office/drawing/2014/main" id="{8EA0B1E8-44F1-465E-A177-2F63E3BBFE40}"/>
              </a:ext>
            </a:extLst>
          </p:cNvPr>
          <p:cNvSpPr/>
          <p:nvPr/>
        </p:nvSpPr>
        <p:spPr>
          <a:xfrm>
            <a:off x="3966706" y="4130347"/>
            <a:ext cx="424299" cy="1175586"/>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6" name="矩形 15">
            <a:extLst>
              <a:ext uri="{FF2B5EF4-FFF2-40B4-BE49-F238E27FC236}">
                <a16:creationId xmlns="" xmlns:a16="http://schemas.microsoft.com/office/drawing/2014/main" id="{47D6A25F-FC88-465F-BA8E-63844EA023AA}"/>
              </a:ext>
            </a:extLst>
          </p:cNvPr>
          <p:cNvSpPr/>
          <p:nvPr/>
        </p:nvSpPr>
        <p:spPr>
          <a:xfrm>
            <a:off x="4694989" y="3758113"/>
            <a:ext cx="424299" cy="1547820"/>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7" name="矩形 16">
            <a:extLst>
              <a:ext uri="{FF2B5EF4-FFF2-40B4-BE49-F238E27FC236}">
                <a16:creationId xmlns="" xmlns:a16="http://schemas.microsoft.com/office/drawing/2014/main" id="{0E7A4947-1C90-4F64-91B0-7343EBC05EDE}"/>
              </a:ext>
            </a:extLst>
          </p:cNvPr>
          <p:cNvSpPr/>
          <p:nvPr/>
        </p:nvSpPr>
        <p:spPr>
          <a:xfrm>
            <a:off x="7072712" y="2996952"/>
            <a:ext cx="424299" cy="2266789"/>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8" name="矩形 17">
            <a:extLst>
              <a:ext uri="{FF2B5EF4-FFF2-40B4-BE49-F238E27FC236}">
                <a16:creationId xmlns="" xmlns:a16="http://schemas.microsoft.com/office/drawing/2014/main" id="{611B1A92-3498-4309-A05E-23055CE61749}"/>
              </a:ext>
            </a:extLst>
          </p:cNvPr>
          <p:cNvSpPr/>
          <p:nvPr/>
        </p:nvSpPr>
        <p:spPr>
          <a:xfrm>
            <a:off x="7800995" y="2996952"/>
            <a:ext cx="424299" cy="2266789"/>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19" name="矩形 18">
            <a:extLst>
              <a:ext uri="{FF2B5EF4-FFF2-40B4-BE49-F238E27FC236}">
                <a16:creationId xmlns="" xmlns:a16="http://schemas.microsoft.com/office/drawing/2014/main" id="{D0AD2F38-D89E-4AC2-A2F4-C47C7AC9908F}"/>
              </a:ext>
            </a:extLst>
          </p:cNvPr>
          <p:cNvSpPr/>
          <p:nvPr/>
        </p:nvSpPr>
        <p:spPr>
          <a:xfrm>
            <a:off x="8529278" y="3392240"/>
            <a:ext cx="424299" cy="1871501"/>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20" name="矩形 19">
            <a:extLst>
              <a:ext uri="{FF2B5EF4-FFF2-40B4-BE49-F238E27FC236}">
                <a16:creationId xmlns="" xmlns:a16="http://schemas.microsoft.com/office/drawing/2014/main" id="{A0F837E5-2512-4530-88CB-13CA3311F40D}"/>
              </a:ext>
            </a:extLst>
          </p:cNvPr>
          <p:cNvSpPr/>
          <p:nvPr/>
        </p:nvSpPr>
        <p:spPr>
          <a:xfrm>
            <a:off x="9257561" y="4088155"/>
            <a:ext cx="424299" cy="1175586"/>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21" name="矩形 20">
            <a:extLst>
              <a:ext uri="{FF2B5EF4-FFF2-40B4-BE49-F238E27FC236}">
                <a16:creationId xmlns="" xmlns:a16="http://schemas.microsoft.com/office/drawing/2014/main" id="{61C57B8E-4EE0-46A2-A4E7-97BE2E1C5359}"/>
              </a:ext>
            </a:extLst>
          </p:cNvPr>
          <p:cNvSpPr/>
          <p:nvPr/>
        </p:nvSpPr>
        <p:spPr>
          <a:xfrm>
            <a:off x="9985844" y="3715921"/>
            <a:ext cx="424299" cy="1547820"/>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95000"/>
                  <a:lumOff val="5000"/>
                </a:schemeClr>
              </a:solidFill>
            </a:endParaRPr>
          </a:p>
        </p:txBody>
      </p:sp>
      <p:sp>
        <p:nvSpPr>
          <p:cNvPr id="22" name="矩形 21"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D0E0B39E-6273-476A-AABF-3A1DAA705C23}"/>
              </a:ext>
            </a:extLst>
          </p:cNvPr>
          <p:cNvSpPr/>
          <p:nvPr/>
        </p:nvSpPr>
        <p:spPr>
          <a:xfrm rot="44009">
            <a:off x="1607667" y="1968928"/>
            <a:ext cx="1037465" cy="923330"/>
          </a:xfrm>
          <a:prstGeom prst="rect">
            <a:avLst/>
          </a:prstGeom>
        </p:spPr>
        <p:txBody>
          <a:bodyPr wrap="none">
            <a:spAutoFit/>
          </a:bodyPr>
          <a:lstStyle/>
          <a:p>
            <a:pPr algn="ctr"/>
            <a:r>
              <a:rPr lang="en-US" altLang="zh-CN" sz="5400" b="1" dirty="0">
                <a:solidFill>
                  <a:srgbClr val="B7393F"/>
                </a:solidFill>
                <a:latin typeface="+mj-ea"/>
                <a:ea typeface="+mj-ea"/>
                <a:cs typeface="Segoe UI" panose="020B0502040204020203" pitchFamily="34" charset="0"/>
              </a:rPr>
              <a:t>56</a:t>
            </a:r>
            <a:endParaRPr lang="zh-CN" altLang="en-US" sz="5400" b="1" dirty="0">
              <a:solidFill>
                <a:srgbClr val="B7393F"/>
              </a:solidFill>
              <a:latin typeface="+mj-ea"/>
              <a:ea typeface="+mj-ea"/>
              <a:cs typeface="Segoe UI" panose="020B0502040204020203" pitchFamily="34" charset="0"/>
            </a:endParaRPr>
          </a:p>
        </p:txBody>
      </p:sp>
      <p:sp>
        <p:nvSpPr>
          <p:cNvPr id="23" name="矩形 22"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4B1A2C60-97CD-4E5A-A26F-FD399A63F207}"/>
              </a:ext>
            </a:extLst>
          </p:cNvPr>
          <p:cNvSpPr/>
          <p:nvPr/>
        </p:nvSpPr>
        <p:spPr>
          <a:xfrm>
            <a:off x="2622147" y="2099779"/>
            <a:ext cx="2420137" cy="614912"/>
          </a:xfrm>
          <a:prstGeom prst="rect">
            <a:avLst/>
          </a:prstGeom>
        </p:spPr>
        <p:txBody>
          <a:bodyPr wrap="square">
            <a:spAutoFit/>
          </a:bodyPr>
          <a:lstStyle/>
          <a:p>
            <a:pPr>
              <a:lnSpc>
                <a:spcPct val="150000"/>
              </a:lnSpc>
            </a:pPr>
            <a:r>
              <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rPr>
              <a:t>输入内容随便敲点字占位置，输入内容随便敲点字占位置。</a:t>
            </a:r>
            <a:endParaRPr lang="en-US" altLang="zh-CN" sz="1200" dirty="0">
              <a:solidFill>
                <a:schemeClr val="tx1">
                  <a:lumMod val="95000"/>
                  <a:lumOff val="5000"/>
                </a:schemeClr>
              </a:solidFill>
              <a:latin typeface="微软雅黑 Light" panose="020B0502040204020203" pitchFamily="34" charset="-122"/>
              <a:ea typeface="微软雅黑 Light" panose="020B0502040204020203" pitchFamily="34" charset="-122"/>
            </a:endParaRPr>
          </a:p>
        </p:txBody>
      </p:sp>
      <p:sp>
        <p:nvSpPr>
          <p:cNvPr id="24" name="矩形 23"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F29F1644-3822-49C4-8405-3E43F796BF14}"/>
              </a:ext>
            </a:extLst>
          </p:cNvPr>
          <p:cNvSpPr/>
          <p:nvPr/>
        </p:nvSpPr>
        <p:spPr>
          <a:xfrm rot="44009">
            <a:off x="6899859" y="1926736"/>
            <a:ext cx="1037463" cy="923330"/>
          </a:xfrm>
          <a:prstGeom prst="rect">
            <a:avLst/>
          </a:prstGeom>
        </p:spPr>
        <p:txBody>
          <a:bodyPr wrap="none">
            <a:spAutoFit/>
          </a:bodyPr>
          <a:lstStyle/>
          <a:p>
            <a:pPr algn="ctr"/>
            <a:r>
              <a:rPr lang="en-US" altLang="zh-CN" sz="5400" b="1" dirty="0">
                <a:solidFill>
                  <a:srgbClr val="B7393F"/>
                </a:solidFill>
                <a:latin typeface="+mj-ea"/>
                <a:ea typeface="+mj-ea"/>
                <a:cs typeface="Segoe UI" panose="020B0502040204020203" pitchFamily="34" charset="0"/>
              </a:rPr>
              <a:t>10</a:t>
            </a:r>
            <a:endParaRPr lang="zh-CN" altLang="en-US" sz="5400" b="1" dirty="0">
              <a:solidFill>
                <a:srgbClr val="B7393F"/>
              </a:solidFill>
              <a:latin typeface="+mj-ea"/>
              <a:ea typeface="+mj-ea"/>
              <a:cs typeface="Segoe UI" panose="020B0502040204020203" pitchFamily="34" charset="0"/>
            </a:endParaRPr>
          </a:p>
        </p:txBody>
      </p:sp>
      <p:sp>
        <p:nvSpPr>
          <p:cNvPr id="25" name="矩形 24"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ECE8BB8C-AF63-4217-A977-3A921AC7CAAF}"/>
              </a:ext>
            </a:extLst>
          </p:cNvPr>
          <p:cNvSpPr/>
          <p:nvPr/>
        </p:nvSpPr>
        <p:spPr>
          <a:xfrm>
            <a:off x="7914338" y="2057587"/>
            <a:ext cx="2420137" cy="614912"/>
          </a:xfrm>
          <a:prstGeom prst="rect">
            <a:avLst/>
          </a:prstGeom>
        </p:spPr>
        <p:txBody>
          <a:bodyPr wrap="square">
            <a:spAutoFit/>
          </a:bodyPr>
          <a:lstStyle/>
          <a:p>
            <a:pPr>
              <a:lnSpc>
                <a:spcPct val="150000"/>
              </a:lnSpc>
            </a:pPr>
            <a:r>
              <a:rPr lang="zh-CN" altLang="en-US" sz="1200" dirty="0">
                <a:solidFill>
                  <a:schemeClr val="tx1">
                    <a:lumMod val="95000"/>
                    <a:lumOff val="5000"/>
                  </a:schemeClr>
                </a:solidFill>
                <a:latin typeface="微软雅黑 Light" panose="020B0502040204020203" pitchFamily="34" charset="-122"/>
                <a:ea typeface="微软雅黑 Light" panose="020B0502040204020203" pitchFamily="34" charset="-122"/>
              </a:rPr>
              <a:t>输入内容随便敲点字占位置，输入内容随便敲点字占位置。</a:t>
            </a:r>
            <a:endParaRPr lang="en-US" altLang="zh-CN" sz="1200" dirty="0">
              <a:solidFill>
                <a:schemeClr val="tx1">
                  <a:lumMod val="95000"/>
                  <a:lumOff val="5000"/>
                </a:schemeClr>
              </a:solidFill>
              <a:latin typeface="微软雅黑 Light" panose="020B0502040204020203" pitchFamily="34" charset="-122"/>
              <a:ea typeface="微软雅黑 Light" panose="020B0502040204020203" pitchFamily="34" charset="-122"/>
            </a:endParaRPr>
          </a:p>
        </p:txBody>
      </p:sp>
      <p:grpSp>
        <p:nvGrpSpPr>
          <p:cNvPr id="26" name="组合 24">
            <a:extLst>
              <a:ext uri="{FF2B5EF4-FFF2-40B4-BE49-F238E27FC236}">
                <a16:creationId xmlns="" xmlns:a16="http://schemas.microsoft.com/office/drawing/2014/main" id="{E79E1F5C-5BB3-4B3A-B173-2FCB19FCB2C2}"/>
              </a:ext>
            </a:extLst>
          </p:cNvPr>
          <p:cNvGrpSpPr/>
          <p:nvPr/>
        </p:nvGrpSpPr>
        <p:grpSpPr>
          <a:xfrm>
            <a:off x="1312851" y="2848655"/>
            <a:ext cx="351383" cy="2535418"/>
            <a:chOff x="1312851" y="3031363"/>
            <a:chExt cx="351383" cy="2535418"/>
          </a:xfrm>
        </p:grpSpPr>
        <p:sp>
          <p:nvSpPr>
            <p:cNvPr id="27" name="矩形 26"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06897554-699B-43B9-94BA-E6C9184B1437}"/>
                </a:ext>
              </a:extLst>
            </p:cNvPr>
            <p:cNvSpPr/>
            <p:nvPr/>
          </p:nvSpPr>
          <p:spPr>
            <a:xfrm rot="44009">
              <a:off x="1354533" y="5289782"/>
              <a:ext cx="268023"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sp>
          <p:nvSpPr>
            <p:cNvPr id="28" name="矩形 27"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F6F4953A-BA43-4310-AE8C-10D0A0A17744}"/>
                </a:ext>
              </a:extLst>
            </p:cNvPr>
            <p:cNvSpPr/>
            <p:nvPr/>
          </p:nvSpPr>
          <p:spPr>
            <a:xfrm rot="44009">
              <a:off x="1312855" y="4913378"/>
              <a:ext cx="351379"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10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sp>
          <p:nvSpPr>
            <p:cNvPr id="29" name="矩形 28"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D53F94AD-7324-4D1B-8A6F-AC8EB80CCD02}"/>
                </a:ext>
              </a:extLst>
            </p:cNvPr>
            <p:cNvSpPr/>
            <p:nvPr/>
          </p:nvSpPr>
          <p:spPr>
            <a:xfrm rot="44009">
              <a:off x="1312855" y="4536975"/>
              <a:ext cx="351379"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20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sp>
          <p:nvSpPr>
            <p:cNvPr id="30" name="矩形 29"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444BF74F-587D-4DFF-95D5-7C52071434B3}"/>
                </a:ext>
              </a:extLst>
            </p:cNvPr>
            <p:cNvSpPr/>
            <p:nvPr/>
          </p:nvSpPr>
          <p:spPr>
            <a:xfrm rot="44009">
              <a:off x="1312854" y="4160572"/>
              <a:ext cx="351379"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30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sp>
          <p:nvSpPr>
            <p:cNvPr id="31" name="矩形 30"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50062292-E68B-4710-A255-A3E74179DFBC}"/>
                </a:ext>
              </a:extLst>
            </p:cNvPr>
            <p:cNvSpPr/>
            <p:nvPr/>
          </p:nvSpPr>
          <p:spPr>
            <a:xfrm rot="44009">
              <a:off x="1312853" y="3784169"/>
              <a:ext cx="351379"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40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sp>
          <p:nvSpPr>
            <p:cNvPr id="32" name="矩形 31"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823650C1-9F8E-4243-8CFD-FED2E0DB651C}"/>
                </a:ext>
              </a:extLst>
            </p:cNvPr>
            <p:cNvSpPr/>
            <p:nvPr/>
          </p:nvSpPr>
          <p:spPr>
            <a:xfrm rot="44009">
              <a:off x="1312852" y="3407766"/>
              <a:ext cx="351379"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50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sp>
          <p:nvSpPr>
            <p:cNvPr id="33" name="矩形 32"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36DFC843-99A9-4E07-B208-D7401F83B89B}"/>
                </a:ext>
              </a:extLst>
            </p:cNvPr>
            <p:cNvSpPr/>
            <p:nvPr/>
          </p:nvSpPr>
          <p:spPr>
            <a:xfrm rot="44009">
              <a:off x="1312851" y="3031363"/>
              <a:ext cx="351379"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60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grpSp>
      <p:grpSp>
        <p:nvGrpSpPr>
          <p:cNvPr id="34" name="组合 32">
            <a:extLst>
              <a:ext uri="{FF2B5EF4-FFF2-40B4-BE49-F238E27FC236}">
                <a16:creationId xmlns="" xmlns:a16="http://schemas.microsoft.com/office/drawing/2014/main" id="{55EF1DEE-98FF-4E3E-986A-C4EC29B15809}"/>
              </a:ext>
            </a:extLst>
          </p:cNvPr>
          <p:cNvGrpSpPr/>
          <p:nvPr/>
        </p:nvGrpSpPr>
        <p:grpSpPr>
          <a:xfrm>
            <a:off x="6624329" y="2806463"/>
            <a:ext cx="351383" cy="2535418"/>
            <a:chOff x="1312851" y="3031363"/>
            <a:chExt cx="351383" cy="2535418"/>
          </a:xfrm>
        </p:grpSpPr>
        <p:sp>
          <p:nvSpPr>
            <p:cNvPr id="35" name="矩形 34"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D9A8E902-1F30-4B9E-BE02-E2953793B9C3}"/>
                </a:ext>
              </a:extLst>
            </p:cNvPr>
            <p:cNvSpPr/>
            <p:nvPr/>
          </p:nvSpPr>
          <p:spPr>
            <a:xfrm rot="44009">
              <a:off x="1354533" y="5289782"/>
              <a:ext cx="268023"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sp>
          <p:nvSpPr>
            <p:cNvPr id="36" name="矩形 35"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52CAD831-55B8-44E1-9593-63B4A77B42AC}"/>
                </a:ext>
              </a:extLst>
            </p:cNvPr>
            <p:cNvSpPr/>
            <p:nvPr/>
          </p:nvSpPr>
          <p:spPr>
            <a:xfrm rot="44009">
              <a:off x="1312855" y="4913378"/>
              <a:ext cx="351379"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10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sp>
          <p:nvSpPr>
            <p:cNvPr id="37" name="矩形 36"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70AFF481-9A1E-4640-95A1-A4EF52257AF5}"/>
                </a:ext>
              </a:extLst>
            </p:cNvPr>
            <p:cNvSpPr/>
            <p:nvPr/>
          </p:nvSpPr>
          <p:spPr>
            <a:xfrm rot="44009">
              <a:off x="1312855" y="4536975"/>
              <a:ext cx="351379"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20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sp>
          <p:nvSpPr>
            <p:cNvPr id="38" name="矩形 37"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6B608BD5-B36D-45EB-AE3D-680F457A6479}"/>
                </a:ext>
              </a:extLst>
            </p:cNvPr>
            <p:cNvSpPr/>
            <p:nvPr/>
          </p:nvSpPr>
          <p:spPr>
            <a:xfrm rot="44009">
              <a:off x="1312854" y="4160572"/>
              <a:ext cx="351379"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30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sp>
          <p:nvSpPr>
            <p:cNvPr id="39" name="矩形 38"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09A7C5FC-595E-47A4-93B8-404C4F81D997}"/>
                </a:ext>
              </a:extLst>
            </p:cNvPr>
            <p:cNvSpPr/>
            <p:nvPr/>
          </p:nvSpPr>
          <p:spPr>
            <a:xfrm rot="44009">
              <a:off x="1312853" y="3784169"/>
              <a:ext cx="351379"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40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sp>
          <p:nvSpPr>
            <p:cNvPr id="40" name="矩形 39"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00A54E87-CC37-4DCD-9896-B6AEBD81EA61}"/>
                </a:ext>
              </a:extLst>
            </p:cNvPr>
            <p:cNvSpPr/>
            <p:nvPr/>
          </p:nvSpPr>
          <p:spPr>
            <a:xfrm rot="44009">
              <a:off x="1312852" y="3407766"/>
              <a:ext cx="351379"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50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sp>
          <p:nvSpPr>
            <p:cNvPr id="41" name="矩形 40"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9B87F3D0-4F96-4D9F-9DB3-534438558C7C}"/>
                </a:ext>
              </a:extLst>
            </p:cNvPr>
            <p:cNvSpPr/>
            <p:nvPr/>
          </p:nvSpPr>
          <p:spPr>
            <a:xfrm rot="44009">
              <a:off x="1312851" y="3031363"/>
              <a:ext cx="351379" cy="276999"/>
            </a:xfrm>
            <a:prstGeom prst="rect">
              <a:avLst/>
            </a:prstGeom>
          </p:spPr>
          <p:txBody>
            <a:bodyPr wrap="none">
              <a:spAutoFit/>
            </a:bodyPr>
            <a:lstStyle/>
            <a:p>
              <a:pPr algn="ctr"/>
              <a:r>
                <a:rPr lang="en-US" altLang="zh-CN"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rPr>
                <a:t>60</a:t>
              </a:r>
              <a:endParaRPr lang="zh-CN" altLang="en-US" sz="1200" dirty="0">
                <a:solidFill>
                  <a:schemeClr val="tx1">
                    <a:lumMod val="95000"/>
                    <a:lumOff val="5000"/>
                  </a:schemeClr>
                </a:solidFill>
                <a:latin typeface="Segoe UI" panose="020B0502040204020203" pitchFamily="34" charset="0"/>
                <a:ea typeface="微软雅黑 Light" panose="020B0502040204020203" pitchFamily="34" charset="-122"/>
                <a:cs typeface="Segoe UI" panose="020B0502040204020203" pitchFamily="34" charset="0"/>
              </a:endParaRPr>
            </a:p>
          </p:txBody>
        </p:sp>
      </p:grpSp>
      <p:cxnSp>
        <p:nvCxnSpPr>
          <p:cNvPr id="43" name="直接连接符 14">
            <a:extLst>
              <a:ext uri="{FF2B5EF4-FFF2-40B4-BE49-F238E27FC236}">
                <a16:creationId xmlns:a16="http://schemas.microsoft.com/office/drawing/2014/main" xmlns="" id="{14A3A266-D2EF-4BF6-9D23-C71614AFE33E}"/>
              </a:ext>
            </a:extLst>
          </p:cNvPr>
          <p:cNvCxnSpPr>
            <a:cxnSpLocks/>
          </p:cNvCxnSpPr>
          <p:nvPr/>
        </p:nvCxnSpPr>
        <p:spPr>
          <a:xfrm>
            <a:off x="5709958" y="1497305"/>
            <a:ext cx="0" cy="3456384"/>
          </a:xfrm>
          <a:prstGeom prst="line">
            <a:avLst/>
          </a:prstGeom>
          <a:solidFill>
            <a:srgbClr val="E74E3E"/>
          </a:solidFill>
          <a:ln w="12700">
            <a:gradFill>
              <a:gsLst>
                <a:gs pos="0">
                  <a:srgbClr val="C3C8D3">
                    <a:alpha val="0"/>
                  </a:srgbClr>
                </a:gs>
                <a:gs pos="45000">
                  <a:srgbClr val="C3C8D3"/>
                </a:gs>
                <a:gs pos="100000">
                  <a:srgbClr val="C3C8D3">
                    <a:alpha val="0"/>
                  </a:srgbClr>
                </a:gs>
              </a:gsLst>
              <a:lin ang="5400000" scaled="1"/>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5934410"/>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9">
            <a:extLst>
              <a:ext uri="{FF2B5EF4-FFF2-40B4-BE49-F238E27FC236}">
                <a16:creationId xmlns:a16="http://schemas.microsoft.com/office/drawing/2014/main" xmlns="" id="{31CD297C-051E-4A02-81F4-8B6283205C51}"/>
              </a:ext>
            </a:extLst>
          </p:cNvPr>
          <p:cNvGrpSpPr/>
          <p:nvPr/>
        </p:nvGrpSpPr>
        <p:grpSpPr>
          <a:xfrm>
            <a:off x="752548" y="2100196"/>
            <a:ext cx="10741148" cy="2358677"/>
            <a:chOff x="815132" y="2051141"/>
            <a:chExt cx="6405984" cy="1390878"/>
          </a:xfrm>
          <a:solidFill>
            <a:srgbClr val="4372C4"/>
          </a:solidFill>
        </p:grpSpPr>
        <p:sp>
          <p:nvSpPr>
            <p:cNvPr id="21" name="矩形 20">
              <a:extLst>
                <a:ext uri="{FF2B5EF4-FFF2-40B4-BE49-F238E27FC236}">
                  <a16:creationId xmlns:a16="http://schemas.microsoft.com/office/drawing/2014/main" xmlns="" id="{B7509B49-78D2-40B6-B7FE-54B330CAC061}"/>
                </a:ext>
              </a:extLst>
            </p:cNvPr>
            <p:cNvSpPr/>
            <p:nvPr/>
          </p:nvSpPr>
          <p:spPr bwMode="auto">
            <a:xfrm>
              <a:off x="5132800" y="2051141"/>
              <a:ext cx="2088316" cy="1390878"/>
            </a:xfrm>
            <a:prstGeom prst="rect">
              <a:avLst/>
            </a:prstGeom>
            <a:grpFill/>
            <a:ln w="25400" cap="flat" cmpd="sng" algn="ctr">
              <a:noFill/>
              <a:prstDash val="solid"/>
            </a:ln>
            <a:effectLst/>
          </p:spPr>
          <p:txBody>
            <a:bodyPr anchor="ctr"/>
            <a:lstStyle/>
            <a:p>
              <a:pPr algn="ctr" defTabSz="914400">
                <a:defRPr/>
              </a:pPr>
              <a:endParaRPr lang="zh-CN" altLang="en-US" sz="1600" b="1" kern="0" dirty="0">
                <a:solidFill>
                  <a:srgbClr val="141735"/>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xmlns="" id="{328E1BE3-7886-4F10-8CAF-E08B40DC6BC6}"/>
                </a:ext>
              </a:extLst>
            </p:cNvPr>
            <p:cNvSpPr/>
            <p:nvPr/>
          </p:nvSpPr>
          <p:spPr bwMode="auto">
            <a:xfrm>
              <a:off x="2980585" y="2051141"/>
              <a:ext cx="2089648" cy="1390876"/>
            </a:xfrm>
            <a:prstGeom prst="rect">
              <a:avLst/>
            </a:prstGeom>
            <a:grpFill/>
            <a:ln w="25400" cap="flat" cmpd="sng" algn="ctr">
              <a:noFill/>
              <a:prstDash val="solid"/>
            </a:ln>
            <a:effectLst/>
          </p:spPr>
          <p:txBody>
            <a:bodyPr anchor="ctr"/>
            <a:lstStyle/>
            <a:p>
              <a:pPr algn="ctr" defTabSz="914400">
                <a:defRPr/>
              </a:pPr>
              <a:endParaRPr lang="zh-CN" altLang="en-US" sz="1600" b="1" kern="0" dirty="0">
                <a:solidFill>
                  <a:srgbClr val="141735"/>
                </a:solidFill>
                <a:latin typeface="微软雅黑" panose="020B0503020204020204" pitchFamily="34" charset="-122"/>
                <a:ea typeface="微软雅黑" panose="020B0503020204020204" pitchFamily="34" charset="-122"/>
              </a:endParaRPr>
            </a:p>
          </p:txBody>
        </p:sp>
        <p:sp>
          <p:nvSpPr>
            <p:cNvPr id="23" name="矩形 22">
              <a:extLst>
                <a:ext uri="{FF2B5EF4-FFF2-40B4-BE49-F238E27FC236}">
                  <a16:creationId xmlns:a16="http://schemas.microsoft.com/office/drawing/2014/main" xmlns="" id="{ED0BEB61-2672-43E2-A6A7-95CD8A96D6E0}"/>
                </a:ext>
              </a:extLst>
            </p:cNvPr>
            <p:cNvSpPr/>
            <p:nvPr/>
          </p:nvSpPr>
          <p:spPr bwMode="auto">
            <a:xfrm>
              <a:off x="815132" y="2051141"/>
              <a:ext cx="2088316" cy="1390878"/>
            </a:xfrm>
            <a:prstGeom prst="rect">
              <a:avLst/>
            </a:prstGeom>
            <a:grpFill/>
            <a:ln w="25400" cap="flat" cmpd="sng" algn="ctr">
              <a:noFill/>
              <a:prstDash val="solid"/>
            </a:ln>
            <a:effectLst/>
          </p:spPr>
          <p:txBody>
            <a:bodyPr anchor="ctr"/>
            <a:lstStyle/>
            <a:p>
              <a:pPr algn="ctr" defTabSz="914400">
                <a:defRPr/>
              </a:pPr>
              <a:endParaRPr lang="zh-CN" altLang="en-US" sz="1600" b="1" kern="0" dirty="0">
                <a:solidFill>
                  <a:srgbClr val="141735"/>
                </a:solidFill>
                <a:latin typeface="微软雅黑" panose="020B0503020204020204" pitchFamily="34" charset="-122"/>
                <a:ea typeface="微软雅黑" panose="020B0503020204020204" pitchFamily="34" charset="-122"/>
              </a:endParaRPr>
            </a:p>
          </p:txBody>
        </p:sp>
      </p:grpSp>
      <p:sp>
        <p:nvSpPr>
          <p:cNvPr id="24" name="文本框 23">
            <a:extLst>
              <a:ext uri="{FF2B5EF4-FFF2-40B4-BE49-F238E27FC236}">
                <a16:creationId xmlns:a16="http://schemas.microsoft.com/office/drawing/2014/main" xmlns="" id="{2D6587A0-175D-471A-92EB-DC7439F541F6}"/>
              </a:ext>
            </a:extLst>
          </p:cNvPr>
          <p:cNvSpPr txBox="1">
            <a:spLocks noChangeArrowheads="1"/>
          </p:cNvSpPr>
          <p:nvPr/>
        </p:nvSpPr>
        <p:spPr bwMode="auto">
          <a:xfrm>
            <a:off x="4598840" y="2351014"/>
            <a:ext cx="214260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buClr>
                <a:srgbClr val="FF0000"/>
              </a:buClr>
            </a:pPr>
            <a:r>
              <a:rPr lang="zh-CN" altLang="en-US" sz="2400" b="1" dirty="0">
                <a:solidFill>
                  <a:schemeClr val="bg1"/>
                </a:solidFill>
                <a:latin typeface="微软雅黑" panose="020B0503020204020204" pitchFamily="34" charset="-122"/>
                <a:ea typeface="微软雅黑" panose="020B0503020204020204" pitchFamily="34" charset="-122"/>
              </a:rPr>
              <a:t>专业要求</a:t>
            </a:r>
          </a:p>
        </p:txBody>
      </p:sp>
      <p:sp>
        <p:nvSpPr>
          <p:cNvPr id="25" name="文本框 24">
            <a:extLst>
              <a:ext uri="{FF2B5EF4-FFF2-40B4-BE49-F238E27FC236}">
                <a16:creationId xmlns:a16="http://schemas.microsoft.com/office/drawing/2014/main" xmlns="" id="{D9002EBA-D909-4049-A74B-F5153FC73435}"/>
              </a:ext>
            </a:extLst>
          </p:cNvPr>
          <p:cNvSpPr txBox="1">
            <a:spLocks noChangeArrowheads="1"/>
          </p:cNvSpPr>
          <p:nvPr/>
        </p:nvSpPr>
        <p:spPr bwMode="auto">
          <a:xfrm>
            <a:off x="8177165" y="2351013"/>
            <a:ext cx="15059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buClr>
                <a:srgbClr val="FF0000"/>
              </a:buClr>
            </a:pPr>
            <a:r>
              <a:rPr lang="zh-CN" altLang="en-US" sz="2400" b="1" dirty="0">
                <a:solidFill>
                  <a:schemeClr val="bg1"/>
                </a:solidFill>
                <a:latin typeface="微软雅黑" panose="020B0503020204020204" pitchFamily="34" charset="-122"/>
                <a:ea typeface="微软雅黑" panose="020B0503020204020204" pitchFamily="34" charset="-122"/>
              </a:rPr>
              <a:t>技能要求</a:t>
            </a:r>
          </a:p>
        </p:txBody>
      </p:sp>
      <p:sp>
        <p:nvSpPr>
          <p:cNvPr id="26" name="文本框 25">
            <a:extLst>
              <a:ext uri="{FF2B5EF4-FFF2-40B4-BE49-F238E27FC236}">
                <a16:creationId xmlns:a16="http://schemas.microsoft.com/office/drawing/2014/main" xmlns="" id="{6CA9E2BB-FEB8-4E2C-BEB0-19C7E2875152}"/>
              </a:ext>
            </a:extLst>
          </p:cNvPr>
          <p:cNvSpPr txBox="1">
            <a:spLocks noChangeArrowheads="1"/>
          </p:cNvSpPr>
          <p:nvPr/>
        </p:nvSpPr>
        <p:spPr bwMode="auto">
          <a:xfrm>
            <a:off x="1019161" y="2386337"/>
            <a:ext cx="24351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spcBef>
                <a:spcPct val="0"/>
              </a:spcBef>
              <a:spcAft>
                <a:spcPct val="0"/>
              </a:spcAft>
              <a:buClr>
                <a:srgbClr val="FF0000"/>
              </a:buClr>
            </a:pPr>
            <a:r>
              <a:rPr lang="zh-CN" altLang="en-US" sz="2400" b="1" dirty="0">
                <a:solidFill>
                  <a:schemeClr val="bg1"/>
                </a:solidFill>
                <a:latin typeface="微软雅黑" panose="020B0503020204020204" pitchFamily="34" charset="-122"/>
                <a:ea typeface="微软雅黑" panose="020B0503020204020204" pitchFamily="34" charset="-122"/>
              </a:rPr>
              <a:t>招聘对象</a:t>
            </a:r>
          </a:p>
        </p:txBody>
      </p:sp>
      <p:sp>
        <p:nvSpPr>
          <p:cNvPr id="27" name="文本框 26">
            <a:extLst>
              <a:ext uri="{FF2B5EF4-FFF2-40B4-BE49-F238E27FC236}">
                <a16:creationId xmlns:a16="http://schemas.microsoft.com/office/drawing/2014/main" xmlns="" id="{B367D7F4-ADCE-45F5-9DC0-A6C19BF1373A}"/>
              </a:ext>
            </a:extLst>
          </p:cNvPr>
          <p:cNvSpPr txBox="1">
            <a:spLocks noChangeArrowheads="1"/>
          </p:cNvSpPr>
          <p:nvPr/>
        </p:nvSpPr>
        <p:spPr bwMode="auto">
          <a:xfrm>
            <a:off x="1004191" y="2955365"/>
            <a:ext cx="3063929" cy="75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lnSpc>
                <a:spcPct val="120000"/>
              </a:lnSpc>
              <a:spcBef>
                <a:spcPct val="0"/>
              </a:spcBef>
              <a:spcAft>
                <a:spcPct val="0"/>
              </a:spcAft>
              <a:buClr>
                <a:srgbClr val="FF0000"/>
              </a:buClr>
            </a:pPr>
            <a:r>
              <a:rPr lang="en-US" altLang="zh-CN" sz="1800" dirty="0">
                <a:solidFill>
                  <a:schemeClr val="bg1"/>
                </a:solidFill>
                <a:latin typeface="微软雅黑" panose="020B0503020204020204" pitchFamily="34" charset="-122"/>
                <a:ea typeface="微软雅黑" panose="020B0503020204020204" pitchFamily="34" charset="-122"/>
              </a:rPr>
              <a:t>2018</a:t>
            </a:r>
            <a:r>
              <a:rPr lang="zh-CN" altLang="en-US" sz="1800" dirty="0">
                <a:solidFill>
                  <a:schemeClr val="bg1"/>
                </a:solidFill>
                <a:latin typeface="微软雅黑" panose="020B0503020204020204" pitchFamily="34" charset="-122"/>
                <a:ea typeface="微软雅黑" panose="020B0503020204020204" pitchFamily="34" charset="-122"/>
              </a:rPr>
              <a:t>年全日制硕士及以上学历应届毕业生</a:t>
            </a:r>
          </a:p>
        </p:txBody>
      </p:sp>
      <p:sp>
        <p:nvSpPr>
          <p:cNvPr id="28" name="文本框 27">
            <a:extLst>
              <a:ext uri="{FF2B5EF4-FFF2-40B4-BE49-F238E27FC236}">
                <a16:creationId xmlns:a16="http://schemas.microsoft.com/office/drawing/2014/main" xmlns="" id="{8BFA44F6-FB0E-4207-8BA1-5D58B9D246CD}"/>
              </a:ext>
            </a:extLst>
          </p:cNvPr>
          <p:cNvSpPr txBox="1">
            <a:spLocks noChangeArrowheads="1"/>
          </p:cNvSpPr>
          <p:nvPr/>
        </p:nvSpPr>
        <p:spPr bwMode="auto">
          <a:xfrm>
            <a:off x="8177165" y="2910515"/>
            <a:ext cx="3139479"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defTabSz="914400" fontAlgn="base">
              <a:lnSpc>
                <a:spcPct val="120000"/>
              </a:lnSpc>
              <a:spcBef>
                <a:spcPct val="0"/>
              </a:spcBef>
              <a:spcAft>
                <a:spcPct val="0"/>
              </a:spcAft>
              <a:buClr>
                <a:srgbClr val="FF0000"/>
              </a:buClr>
            </a:pPr>
            <a:r>
              <a:rPr lang="zh-CN" altLang="zh-CN" sz="1600" dirty="0">
                <a:solidFill>
                  <a:schemeClr val="bg1"/>
                </a:solidFill>
                <a:latin typeface="微软雅黑" panose="020B0503020204020204" pitchFamily="34" charset="-122"/>
                <a:ea typeface="微软雅黑" panose="020B0503020204020204" pitchFamily="34" charset="-122"/>
              </a:rPr>
              <a:t>身心健康、工作踏实、责任心强，能吃苦耐劳，有一定抗压能力和风险意识，具备良好的职业道德操守和团队协作精神</a:t>
            </a:r>
            <a:endParaRPr lang="zh-CN" altLang="en-US" sz="1600" dirty="0">
              <a:solidFill>
                <a:schemeClr val="bg1"/>
              </a:solidFill>
              <a:latin typeface="微软雅黑" panose="020B0503020204020204" pitchFamily="34" charset="-122"/>
              <a:ea typeface="微软雅黑" panose="020B0503020204020204" pitchFamily="34" charset="-122"/>
            </a:endParaRPr>
          </a:p>
        </p:txBody>
      </p:sp>
      <p:sp>
        <p:nvSpPr>
          <p:cNvPr id="29" name="矩形 28">
            <a:extLst>
              <a:ext uri="{FF2B5EF4-FFF2-40B4-BE49-F238E27FC236}">
                <a16:creationId xmlns:a16="http://schemas.microsoft.com/office/drawing/2014/main" xmlns="" id="{2CFA2611-4EC9-40AE-8144-52FC157CF795}"/>
              </a:ext>
            </a:extLst>
          </p:cNvPr>
          <p:cNvSpPr/>
          <p:nvPr/>
        </p:nvSpPr>
        <p:spPr>
          <a:xfrm>
            <a:off x="4598841" y="2955365"/>
            <a:ext cx="3108426" cy="1089529"/>
          </a:xfrm>
          <a:prstGeom prst="rect">
            <a:avLst/>
          </a:prstGeom>
        </p:spPr>
        <p:txBody>
          <a:bodyPr wrap="square">
            <a:spAutoFit/>
          </a:bodyPr>
          <a:lstStyle/>
          <a:p>
            <a:pPr defTabSz="914400" fontAlgn="base">
              <a:lnSpc>
                <a:spcPct val="120000"/>
              </a:lnSpc>
              <a:spcBef>
                <a:spcPct val="0"/>
              </a:spcBef>
              <a:spcAft>
                <a:spcPct val="0"/>
              </a:spcAft>
              <a:buClr>
                <a:srgbClr val="FF0000"/>
              </a:buClr>
            </a:pPr>
            <a:r>
              <a:rPr lang="zh-CN" altLang="zh-CN" sz="1800" dirty="0">
                <a:solidFill>
                  <a:schemeClr val="bg1"/>
                </a:solidFill>
                <a:latin typeface="微软雅黑" panose="020B0503020204020204" pitchFamily="34" charset="-122"/>
                <a:ea typeface="微软雅黑" panose="020B0503020204020204" pitchFamily="34" charset="-122"/>
              </a:rPr>
              <a:t>计算机</a:t>
            </a:r>
            <a:r>
              <a:rPr lang="zh-CN" altLang="en-US" sz="1800" dirty="0">
                <a:solidFill>
                  <a:schemeClr val="bg1"/>
                </a:solidFill>
                <a:latin typeface="微软雅黑" panose="020B0503020204020204" pitchFamily="34" charset="-122"/>
                <a:ea typeface="微软雅黑" panose="020B0503020204020204" pitchFamily="34" charset="-122"/>
              </a:rPr>
              <a:t>或</a:t>
            </a:r>
            <a:r>
              <a:rPr lang="zh-CN" altLang="zh-CN" sz="1800" dirty="0">
                <a:solidFill>
                  <a:schemeClr val="bg1"/>
                </a:solidFill>
                <a:latin typeface="微软雅黑" panose="020B0503020204020204" pitchFamily="34" charset="-122"/>
                <a:ea typeface="微软雅黑" panose="020B0503020204020204" pitchFamily="34" charset="-122"/>
              </a:rPr>
              <a:t>通信工程、信息安全、电子、自动化、数学等</a:t>
            </a:r>
            <a:r>
              <a:rPr lang="zh-CN" altLang="en-US" sz="1800" dirty="0">
                <a:solidFill>
                  <a:schemeClr val="bg1"/>
                </a:solidFill>
                <a:latin typeface="微软雅黑" panose="020B0503020204020204" pitchFamily="34" charset="-122"/>
                <a:ea typeface="微软雅黑" panose="020B0503020204020204" pitchFamily="34" charset="-122"/>
              </a:rPr>
              <a:t>计算机相关</a:t>
            </a:r>
            <a:r>
              <a:rPr lang="zh-CN" altLang="zh-CN" sz="1800" dirty="0">
                <a:solidFill>
                  <a:schemeClr val="bg1"/>
                </a:solidFill>
                <a:latin typeface="微软雅黑" panose="020B0503020204020204" pitchFamily="34" charset="-122"/>
                <a:ea typeface="微软雅黑" panose="020B0503020204020204" pitchFamily="34" charset="-122"/>
              </a:rPr>
              <a:t>专业</a:t>
            </a:r>
            <a:endParaRPr lang="zh-CN" altLang="en-US" sz="1800" dirty="0">
              <a:solidFill>
                <a:schemeClr val="bg1"/>
              </a:solidFill>
              <a:latin typeface="微软雅黑" panose="020B0503020204020204" pitchFamily="34" charset="-122"/>
              <a:ea typeface="微软雅黑" panose="020B0503020204020204" pitchFamily="34" charset="-122"/>
            </a:endParaRPr>
          </a:p>
        </p:txBody>
      </p:sp>
      <p:sp>
        <p:nvSpPr>
          <p:cNvPr id="31" name="矩形 20">
            <a:extLst>
              <a:ext uri="{FF2B5EF4-FFF2-40B4-BE49-F238E27FC236}">
                <a16:creationId xmlns:a16="http://schemas.microsoft.com/office/drawing/2014/main" xmlns="" id="{0A2F1266-E259-4120-9C58-66603BEDA972}"/>
              </a:ext>
            </a:extLst>
          </p:cNvPr>
          <p:cNvSpPr>
            <a:spLocks noChangeArrowheads="1"/>
          </p:cNvSpPr>
          <p:nvPr/>
        </p:nvSpPr>
        <p:spPr bwMode="auto">
          <a:xfrm>
            <a:off x="439838" y="5200542"/>
            <a:ext cx="11219970" cy="369332"/>
          </a:xfrm>
          <a:prstGeom prst="rect">
            <a:avLst/>
          </a:prstGeom>
          <a:noFill/>
          <a:ln>
            <a:noFill/>
          </a:ln>
        </p:spPr>
        <p:txBody>
          <a:bodyPr wrap="square">
            <a:spAutoFit/>
          </a:bodyPr>
          <a:lstStyle>
            <a:lvl1pPr>
              <a:defRPr sz="2000" b="1">
                <a:solidFill>
                  <a:schemeClr val="tx1"/>
                </a:solidFill>
                <a:latin typeface="Arial" panose="020B0604020202020204" pitchFamily="34" charset="0"/>
                <a:ea typeface="华文楷体" panose="02010600040101010101" pitchFamily="2" charset="-122"/>
              </a:defRPr>
            </a:lvl1pPr>
            <a:lvl2pPr marL="742950" indent="-285750">
              <a:defRPr sz="2000" b="1">
                <a:solidFill>
                  <a:schemeClr val="tx1"/>
                </a:solidFill>
                <a:latin typeface="Arial" panose="020B0604020202020204" pitchFamily="34" charset="0"/>
                <a:ea typeface="华文楷体" panose="02010600040101010101" pitchFamily="2" charset="-122"/>
              </a:defRPr>
            </a:lvl2pPr>
            <a:lvl3pPr marL="1143000" indent="-228600">
              <a:defRPr sz="2000" b="1">
                <a:solidFill>
                  <a:schemeClr val="tx1"/>
                </a:solidFill>
                <a:latin typeface="Arial" panose="020B0604020202020204" pitchFamily="34" charset="0"/>
                <a:ea typeface="华文楷体" panose="02010600040101010101" pitchFamily="2" charset="-122"/>
              </a:defRPr>
            </a:lvl3pPr>
            <a:lvl4pPr marL="1600200" indent="-228600">
              <a:defRPr sz="2000" b="1">
                <a:solidFill>
                  <a:schemeClr val="tx1"/>
                </a:solidFill>
                <a:latin typeface="Arial" panose="020B0604020202020204" pitchFamily="34" charset="0"/>
                <a:ea typeface="华文楷体" panose="02010600040101010101" pitchFamily="2" charset="-122"/>
              </a:defRPr>
            </a:lvl4pPr>
            <a:lvl5pPr marL="2057400" indent="-228600">
              <a:defRPr sz="2000" b="1">
                <a:solidFill>
                  <a:schemeClr val="tx1"/>
                </a:solidFill>
                <a:latin typeface="Arial" panose="020B0604020202020204" pitchFamily="34" charset="0"/>
                <a:ea typeface="华文楷体" panose="02010600040101010101" pitchFamily="2" charset="-122"/>
              </a:defRPr>
            </a:lvl5pPr>
            <a:lvl6pPr marL="2514600" indent="-228600" eaLnBrk="0" fontAlgn="base" hangingPunct="0">
              <a:lnSpc>
                <a:spcPct val="170000"/>
              </a:lnSpc>
              <a:spcBef>
                <a:spcPct val="0"/>
              </a:spcBef>
              <a:spcAft>
                <a:spcPct val="0"/>
              </a:spcAft>
              <a:defRPr sz="2000" b="1">
                <a:solidFill>
                  <a:schemeClr val="tx1"/>
                </a:solidFill>
                <a:latin typeface="Arial" panose="020B0604020202020204" pitchFamily="34" charset="0"/>
                <a:ea typeface="华文楷体" panose="02010600040101010101" pitchFamily="2" charset="-122"/>
              </a:defRPr>
            </a:lvl6pPr>
            <a:lvl7pPr marL="2971800" indent="-228600" eaLnBrk="0" fontAlgn="base" hangingPunct="0">
              <a:lnSpc>
                <a:spcPct val="170000"/>
              </a:lnSpc>
              <a:spcBef>
                <a:spcPct val="0"/>
              </a:spcBef>
              <a:spcAft>
                <a:spcPct val="0"/>
              </a:spcAft>
              <a:defRPr sz="2000" b="1">
                <a:solidFill>
                  <a:schemeClr val="tx1"/>
                </a:solidFill>
                <a:latin typeface="Arial" panose="020B0604020202020204" pitchFamily="34" charset="0"/>
                <a:ea typeface="华文楷体" panose="02010600040101010101" pitchFamily="2" charset="-122"/>
              </a:defRPr>
            </a:lvl7pPr>
            <a:lvl8pPr marL="3429000" indent="-228600" eaLnBrk="0" fontAlgn="base" hangingPunct="0">
              <a:lnSpc>
                <a:spcPct val="170000"/>
              </a:lnSpc>
              <a:spcBef>
                <a:spcPct val="0"/>
              </a:spcBef>
              <a:spcAft>
                <a:spcPct val="0"/>
              </a:spcAft>
              <a:defRPr sz="2000" b="1">
                <a:solidFill>
                  <a:schemeClr val="tx1"/>
                </a:solidFill>
                <a:latin typeface="Arial" panose="020B0604020202020204" pitchFamily="34" charset="0"/>
                <a:ea typeface="华文楷体" panose="02010600040101010101" pitchFamily="2" charset="-122"/>
              </a:defRPr>
            </a:lvl8pPr>
            <a:lvl9pPr marL="3886200" indent="-228600" eaLnBrk="0" fontAlgn="base" hangingPunct="0">
              <a:lnSpc>
                <a:spcPct val="170000"/>
              </a:lnSpc>
              <a:spcBef>
                <a:spcPct val="0"/>
              </a:spcBef>
              <a:spcAft>
                <a:spcPct val="0"/>
              </a:spcAft>
              <a:defRPr sz="2000" b="1">
                <a:solidFill>
                  <a:schemeClr val="tx1"/>
                </a:solidFill>
                <a:latin typeface="Arial" panose="020B0604020202020204" pitchFamily="34" charset="0"/>
                <a:ea typeface="华文楷体" panose="02010600040101010101" pitchFamily="2" charset="-122"/>
              </a:defRPr>
            </a:lvl9pPr>
          </a:lstStyle>
          <a:p>
            <a:pPr algn="ctr" defTabSz="914400"/>
            <a:r>
              <a:rPr lang="zh-CN" altLang="en-US" sz="1800" dirty="0">
                <a:solidFill>
                  <a:srgbClr val="141735"/>
                </a:solidFill>
                <a:latin typeface="微软雅黑" panose="020B0503020204020204" pitchFamily="34" charset="-122"/>
                <a:ea typeface="微软雅黑" panose="020B0503020204020204" pitchFamily="34" charset="-122"/>
              </a:rPr>
              <a:t>工作地点：</a:t>
            </a:r>
            <a:r>
              <a:rPr lang="zh-CN" altLang="en-US" sz="1800" b="0" dirty="0">
                <a:solidFill>
                  <a:srgbClr val="141735"/>
                </a:solidFill>
                <a:latin typeface="微软雅黑" panose="020B0503020204020204" pitchFamily="34" charset="-122"/>
                <a:ea typeface="微软雅黑" panose="020B0503020204020204" pitchFamily="34" charset="-122"/>
              </a:rPr>
              <a:t>上海、成都 </a:t>
            </a:r>
            <a:r>
              <a:rPr lang="zh-CN" altLang="en-US" sz="1800" b="0" dirty="0">
                <a:solidFill>
                  <a:srgbClr val="141735"/>
                </a:solidFill>
                <a:latin typeface="华文楷体" panose="02010600040101010101" pitchFamily="2" charset="-122"/>
              </a:rPr>
              <a:t> </a:t>
            </a:r>
          </a:p>
        </p:txBody>
      </p:sp>
      <p:grpSp>
        <p:nvGrpSpPr>
          <p:cNvPr id="35" name="组合 34">
            <a:extLst>
              <a:ext uri="{FF2B5EF4-FFF2-40B4-BE49-F238E27FC236}">
                <a16:creationId xmlns:a16="http://schemas.microsoft.com/office/drawing/2014/main" xmlns="" id="{744B3E83-3B11-4893-A182-0A57543D481C}"/>
              </a:ext>
            </a:extLst>
          </p:cNvPr>
          <p:cNvGrpSpPr/>
          <p:nvPr/>
        </p:nvGrpSpPr>
        <p:grpSpPr>
          <a:xfrm>
            <a:off x="534635" y="5394163"/>
            <a:ext cx="10952583" cy="0"/>
            <a:chOff x="534635" y="1469702"/>
            <a:chExt cx="10952583" cy="0"/>
          </a:xfrm>
        </p:grpSpPr>
        <p:cxnSp>
          <p:nvCxnSpPr>
            <p:cNvPr id="36" name="直接连接符 35">
              <a:extLst>
                <a:ext uri="{FF2B5EF4-FFF2-40B4-BE49-F238E27FC236}">
                  <a16:creationId xmlns:a16="http://schemas.microsoft.com/office/drawing/2014/main" xmlns="" id="{89C611E6-8C4B-456B-89DA-D3EA241F4EED}"/>
                </a:ext>
              </a:extLst>
            </p:cNvPr>
            <p:cNvCxnSpPr/>
            <p:nvPr/>
          </p:nvCxnSpPr>
          <p:spPr>
            <a:xfrm>
              <a:off x="534635" y="1469702"/>
              <a:ext cx="3966244" cy="0"/>
            </a:xfrm>
            <a:prstGeom prst="line">
              <a:avLst/>
            </a:prstGeom>
            <a:noFill/>
            <a:ln w="6350" cap="flat" cmpd="sng" algn="ctr">
              <a:gradFill>
                <a:gsLst>
                  <a:gs pos="34000">
                    <a:srgbClr val="5B9BD5">
                      <a:lumMod val="5000"/>
                      <a:lumOff val="95000"/>
                      <a:alpha val="0"/>
                    </a:srgbClr>
                  </a:gs>
                  <a:gs pos="100000">
                    <a:sysClr val="windowText" lastClr="000000">
                      <a:lumMod val="85000"/>
                      <a:lumOff val="15000"/>
                    </a:sysClr>
                  </a:gs>
                </a:gsLst>
                <a:lin ang="0" scaled="0"/>
              </a:gradFill>
              <a:prstDash val="solid"/>
              <a:miter lim="800000"/>
            </a:ln>
            <a:effectLst/>
          </p:spPr>
        </p:cxnSp>
        <p:cxnSp>
          <p:nvCxnSpPr>
            <p:cNvPr id="37" name="直接连接符 36">
              <a:extLst>
                <a:ext uri="{FF2B5EF4-FFF2-40B4-BE49-F238E27FC236}">
                  <a16:creationId xmlns:a16="http://schemas.microsoft.com/office/drawing/2014/main" xmlns="" id="{3D00F367-A0C1-4393-91FE-20720475D1AF}"/>
                </a:ext>
              </a:extLst>
            </p:cNvPr>
            <p:cNvCxnSpPr/>
            <p:nvPr/>
          </p:nvCxnSpPr>
          <p:spPr>
            <a:xfrm>
              <a:off x="7520974" y="1469702"/>
              <a:ext cx="3966244" cy="0"/>
            </a:xfrm>
            <a:prstGeom prst="line">
              <a:avLst/>
            </a:prstGeom>
            <a:noFill/>
            <a:ln w="6350" cap="flat" cmpd="sng" algn="ctr">
              <a:gradFill flip="none" rotWithShape="1">
                <a:gsLst>
                  <a:gs pos="34000">
                    <a:srgbClr val="5B9BD5">
                      <a:lumMod val="5000"/>
                      <a:lumOff val="95000"/>
                      <a:alpha val="0"/>
                    </a:srgbClr>
                  </a:gs>
                  <a:gs pos="100000">
                    <a:sysClr val="windowText" lastClr="000000">
                      <a:lumMod val="85000"/>
                      <a:lumOff val="15000"/>
                    </a:sysClr>
                  </a:gs>
                </a:gsLst>
                <a:lin ang="10800000" scaled="1"/>
                <a:tileRect/>
              </a:gradFill>
              <a:prstDash val="solid"/>
              <a:miter lim="800000"/>
            </a:ln>
            <a:effectLst/>
          </p:spPr>
        </p:cxnSp>
      </p:grpSp>
      <p:sp>
        <p:nvSpPr>
          <p:cNvPr id="2" name="标题 1"/>
          <p:cNvSpPr>
            <a:spLocks noGrp="1"/>
          </p:cNvSpPr>
          <p:nvPr>
            <p:ph type="title"/>
          </p:nvPr>
        </p:nvSpPr>
        <p:spPr>
          <a:prstGeom prst="rect">
            <a:avLst/>
          </a:prstGeom>
        </p:spPr>
        <p:txBody>
          <a:bodyPr/>
          <a:lstStyle/>
          <a:p>
            <a:r>
              <a:rPr kumimoji="1" lang="zh-CN" altLang="en-US" dirty="0" smtClean="0"/>
              <a:t>这里是居</a:t>
            </a:r>
            <a:r>
              <a:rPr lang="zh-CN" altLang="en-US" dirty="0" smtClean="0"/>
              <a:t>左</a:t>
            </a:r>
            <a:r>
              <a:rPr kumimoji="1" lang="zh-CN" altLang="en-US" dirty="0" smtClean="0"/>
              <a:t>对齐的标题文字</a:t>
            </a:r>
            <a:endParaRPr kumimoji="1" lang="zh-CN" altLang="en-US" dirty="0"/>
          </a:p>
        </p:txBody>
      </p:sp>
    </p:spTree>
    <p:extLst>
      <p:ext uri="{BB962C8B-B14F-4D97-AF65-F5344CB8AC3E}">
        <p14:creationId xmlns:p14="http://schemas.microsoft.com/office/powerpoint/2010/main" val="2605039726"/>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这里是居左对齐的标题文字</a:t>
            </a:r>
            <a:endParaRPr kumimoji="1" lang="zh-CN" altLang="en-US" dirty="0"/>
          </a:p>
        </p:txBody>
      </p:sp>
      <p:grpSp>
        <p:nvGrpSpPr>
          <p:cNvPr id="23" name="组合 43">
            <a:extLst>
              <a:ext uri="{FF2B5EF4-FFF2-40B4-BE49-F238E27FC236}">
                <a16:creationId xmlns="" xmlns:a16="http://schemas.microsoft.com/office/drawing/2014/main" id="{5CE83BE6-F8EB-49AE-829D-8B090D61838F}"/>
              </a:ext>
            </a:extLst>
          </p:cNvPr>
          <p:cNvGrpSpPr/>
          <p:nvPr/>
        </p:nvGrpSpPr>
        <p:grpSpPr>
          <a:xfrm>
            <a:off x="1064134" y="2060848"/>
            <a:ext cx="2295562" cy="3003575"/>
            <a:chOff x="1064134" y="2378075"/>
            <a:chExt cx="2295562" cy="2686348"/>
          </a:xfrm>
        </p:grpSpPr>
        <p:sp>
          <p:nvSpPr>
            <p:cNvPr id="24" name="矩形: 剪去单角 44">
              <a:extLst>
                <a:ext uri="{FF2B5EF4-FFF2-40B4-BE49-F238E27FC236}">
                  <a16:creationId xmlns="" xmlns:a16="http://schemas.microsoft.com/office/drawing/2014/main" id="{F4C87C5B-6E35-4ABD-ACCC-843FB1B2B098}"/>
                </a:ext>
              </a:extLst>
            </p:cNvPr>
            <p:cNvSpPr/>
            <p:nvPr/>
          </p:nvSpPr>
          <p:spPr>
            <a:xfrm>
              <a:off x="1064134" y="2378075"/>
              <a:ext cx="2295562" cy="2686348"/>
            </a:xfrm>
            <a:prstGeom prst="snip1Rect">
              <a:avLst/>
            </a:prstGeom>
            <a:solidFill>
              <a:srgbClr val="4372C4"/>
            </a:solidFill>
            <a:ln>
              <a:noFill/>
            </a:ln>
            <a:effectLst/>
            <a:scene3d>
              <a:camera prst="orthographicFront">
                <a:rot lat="0" lon="0" rev="0"/>
              </a:camera>
              <a:lightRig rig="balanced" dir="t">
                <a:rot lat="0" lon="0" rev="13800000"/>
              </a:lightRig>
            </a:scene3d>
            <a:sp3d>
              <a:bevelB w="0" h="0"/>
              <a:contourClr>
                <a:schemeClr val="bg1"/>
              </a:contourClr>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5" name="文本框 24">
              <a:extLst>
                <a:ext uri="{FF2B5EF4-FFF2-40B4-BE49-F238E27FC236}">
                  <a16:creationId xmlns="" xmlns:a16="http://schemas.microsoft.com/office/drawing/2014/main" id="{A4FFDBCD-9175-4AAF-8AA2-D6CFCB4C0709}"/>
                </a:ext>
              </a:extLst>
            </p:cNvPr>
            <p:cNvSpPr txBox="1"/>
            <p:nvPr/>
          </p:nvSpPr>
          <p:spPr>
            <a:xfrm>
              <a:off x="1521358" y="2536675"/>
              <a:ext cx="1388658" cy="923330"/>
            </a:xfrm>
            <a:prstGeom prst="rect">
              <a:avLst/>
            </a:prstGeom>
            <a:noFill/>
          </p:spPr>
          <p:txBody>
            <a:bodyPr wrap="square" rtlCol="0" anchor="ctr">
              <a:spAutoFit/>
            </a:bodyPr>
            <a:lstStyle/>
            <a:p>
              <a:pPr algn="ctr"/>
              <a:r>
                <a:rPr lang="en-US" altLang="zh-CN" sz="5400" b="1" dirty="0">
                  <a:ln>
                    <a:solidFill>
                      <a:srgbClr val="4372C4"/>
                    </a:solidFill>
                  </a:ln>
                  <a:solidFill>
                    <a:schemeClr val="bg1"/>
                  </a:solidFill>
                  <a:ea typeface="华文细黑" panose="02010600040101010101" pitchFamily="2" charset="-122"/>
                </a:rPr>
                <a:t>01</a:t>
              </a:r>
              <a:endParaRPr lang="zh-CN" altLang="en-US" sz="5400" b="1" dirty="0">
                <a:ln>
                  <a:solidFill>
                    <a:srgbClr val="4372C4"/>
                  </a:solidFill>
                </a:ln>
                <a:solidFill>
                  <a:schemeClr val="bg1"/>
                </a:solidFill>
                <a:ea typeface="华文细黑" panose="02010600040101010101" pitchFamily="2" charset="-122"/>
              </a:endParaRPr>
            </a:p>
          </p:txBody>
        </p:sp>
      </p:grpSp>
      <p:grpSp>
        <p:nvGrpSpPr>
          <p:cNvPr id="28" name="组合 49">
            <a:extLst>
              <a:ext uri="{FF2B5EF4-FFF2-40B4-BE49-F238E27FC236}">
                <a16:creationId xmlns="" xmlns:a16="http://schemas.microsoft.com/office/drawing/2014/main" id="{17131E6F-1429-4430-AE99-89315F5EAB0B}"/>
              </a:ext>
            </a:extLst>
          </p:cNvPr>
          <p:cNvGrpSpPr/>
          <p:nvPr/>
        </p:nvGrpSpPr>
        <p:grpSpPr>
          <a:xfrm>
            <a:off x="3740477" y="2378075"/>
            <a:ext cx="2020924" cy="2686348"/>
            <a:chOff x="3745070" y="2378075"/>
            <a:chExt cx="2020924" cy="2686348"/>
          </a:xfrm>
        </p:grpSpPr>
        <p:sp>
          <p:nvSpPr>
            <p:cNvPr id="29" name="矩形: 剪去单角 50">
              <a:extLst>
                <a:ext uri="{FF2B5EF4-FFF2-40B4-BE49-F238E27FC236}">
                  <a16:creationId xmlns="" xmlns:a16="http://schemas.microsoft.com/office/drawing/2014/main" id="{E1310C61-6B30-4988-9578-9223DF288744}"/>
                </a:ext>
              </a:extLst>
            </p:cNvPr>
            <p:cNvSpPr/>
            <p:nvPr/>
          </p:nvSpPr>
          <p:spPr>
            <a:xfrm>
              <a:off x="3745070" y="2378075"/>
              <a:ext cx="2020924" cy="2686348"/>
            </a:xfrm>
            <a:prstGeom prst="snip1Rect">
              <a:avLst/>
            </a:prstGeom>
            <a:solidFill>
              <a:srgbClr val="FFFFFF"/>
            </a:solidFill>
            <a:ln>
              <a:solidFill>
                <a:srgbClr val="43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30" name="文本框 29">
              <a:extLst>
                <a:ext uri="{FF2B5EF4-FFF2-40B4-BE49-F238E27FC236}">
                  <a16:creationId xmlns="" xmlns:a16="http://schemas.microsoft.com/office/drawing/2014/main" id="{D61FA4F4-6D1A-4D41-A8A1-363607141C74}"/>
                </a:ext>
              </a:extLst>
            </p:cNvPr>
            <p:cNvSpPr txBox="1"/>
            <p:nvPr/>
          </p:nvSpPr>
          <p:spPr>
            <a:xfrm>
              <a:off x="3936647" y="2585883"/>
              <a:ext cx="1637770" cy="830997"/>
            </a:xfrm>
            <a:prstGeom prst="rect">
              <a:avLst/>
            </a:prstGeom>
            <a:noFill/>
          </p:spPr>
          <p:txBody>
            <a:bodyPr wrap="square" rtlCol="0" anchor="ctr">
              <a:spAutoFit/>
            </a:bodyPr>
            <a:lstStyle/>
            <a:p>
              <a:pPr algn="ctr"/>
              <a:r>
                <a:rPr lang="en-US" altLang="zh-CN" sz="4800" dirty="0">
                  <a:solidFill>
                    <a:schemeClr val="tx1">
                      <a:lumMod val="85000"/>
                      <a:lumOff val="15000"/>
                    </a:schemeClr>
                  </a:solidFill>
                  <a:ea typeface="华文细黑" panose="02010600040101010101" pitchFamily="2" charset="-122"/>
                </a:rPr>
                <a:t>02</a:t>
              </a:r>
              <a:endParaRPr lang="zh-CN" altLang="en-US" sz="4800" dirty="0">
                <a:solidFill>
                  <a:schemeClr val="tx1">
                    <a:lumMod val="85000"/>
                    <a:lumOff val="15000"/>
                  </a:schemeClr>
                </a:solidFill>
                <a:ea typeface="华文细黑" panose="02010600040101010101" pitchFamily="2" charset="-122"/>
              </a:endParaRPr>
            </a:p>
          </p:txBody>
        </p:sp>
      </p:grpSp>
      <p:grpSp>
        <p:nvGrpSpPr>
          <p:cNvPr id="33" name="组合 54">
            <a:extLst>
              <a:ext uri="{FF2B5EF4-FFF2-40B4-BE49-F238E27FC236}">
                <a16:creationId xmlns="" xmlns:a16="http://schemas.microsoft.com/office/drawing/2014/main" id="{D8421C72-AFB3-4478-B333-0FE60ABB6D39}"/>
              </a:ext>
            </a:extLst>
          </p:cNvPr>
          <p:cNvGrpSpPr/>
          <p:nvPr/>
        </p:nvGrpSpPr>
        <p:grpSpPr>
          <a:xfrm>
            <a:off x="6416820" y="2378075"/>
            <a:ext cx="2020924" cy="2686348"/>
            <a:chOff x="6420421" y="2378075"/>
            <a:chExt cx="2020924" cy="2686348"/>
          </a:xfrm>
        </p:grpSpPr>
        <p:sp>
          <p:nvSpPr>
            <p:cNvPr id="34" name="矩形: 剪去单角 55">
              <a:extLst>
                <a:ext uri="{FF2B5EF4-FFF2-40B4-BE49-F238E27FC236}">
                  <a16:creationId xmlns="" xmlns:a16="http://schemas.microsoft.com/office/drawing/2014/main" id="{07FA0F82-C7D6-4108-BF7B-EBEB096B3BEB}"/>
                </a:ext>
              </a:extLst>
            </p:cNvPr>
            <p:cNvSpPr/>
            <p:nvPr/>
          </p:nvSpPr>
          <p:spPr>
            <a:xfrm>
              <a:off x="6420421" y="2378075"/>
              <a:ext cx="2020924" cy="2686348"/>
            </a:xfrm>
            <a:prstGeom prst="snip1Rect">
              <a:avLst/>
            </a:prstGeom>
            <a:solidFill>
              <a:srgbClr val="FFFFFF"/>
            </a:solidFill>
            <a:ln>
              <a:solidFill>
                <a:srgbClr val="43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35" name="文本框 34">
              <a:extLst>
                <a:ext uri="{FF2B5EF4-FFF2-40B4-BE49-F238E27FC236}">
                  <a16:creationId xmlns="" xmlns:a16="http://schemas.microsoft.com/office/drawing/2014/main" id="{318C2388-68C2-4092-8862-6306D92A74BF}"/>
                </a:ext>
              </a:extLst>
            </p:cNvPr>
            <p:cNvSpPr txBox="1"/>
            <p:nvPr/>
          </p:nvSpPr>
          <p:spPr>
            <a:xfrm>
              <a:off x="6617320" y="2585883"/>
              <a:ext cx="1627126" cy="830997"/>
            </a:xfrm>
            <a:prstGeom prst="rect">
              <a:avLst/>
            </a:prstGeom>
            <a:noFill/>
          </p:spPr>
          <p:txBody>
            <a:bodyPr wrap="square" rtlCol="0" anchor="ctr">
              <a:spAutoFit/>
            </a:bodyPr>
            <a:lstStyle/>
            <a:p>
              <a:pPr algn="ctr"/>
              <a:r>
                <a:rPr lang="en-US" altLang="zh-CN" sz="4800" dirty="0">
                  <a:solidFill>
                    <a:schemeClr val="tx1">
                      <a:lumMod val="85000"/>
                      <a:lumOff val="15000"/>
                    </a:schemeClr>
                  </a:solidFill>
                  <a:ea typeface="华文细黑" panose="02010600040101010101" pitchFamily="2" charset="-122"/>
                </a:rPr>
                <a:t>03</a:t>
              </a:r>
              <a:endParaRPr lang="zh-CN" altLang="en-US" sz="4800" dirty="0">
                <a:solidFill>
                  <a:schemeClr val="tx1">
                    <a:lumMod val="85000"/>
                    <a:lumOff val="15000"/>
                  </a:schemeClr>
                </a:solidFill>
                <a:ea typeface="华文细黑" panose="02010600040101010101" pitchFamily="2" charset="-122"/>
              </a:endParaRPr>
            </a:p>
          </p:txBody>
        </p:sp>
      </p:grpSp>
      <p:grpSp>
        <p:nvGrpSpPr>
          <p:cNvPr id="38" name="组合 59">
            <a:extLst>
              <a:ext uri="{FF2B5EF4-FFF2-40B4-BE49-F238E27FC236}">
                <a16:creationId xmlns="" xmlns:a16="http://schemas.microsoft.com/office/drawing/2014/main" id="{69F0F77A-43F5-487F-BC30-1049AED43E3B}"/>
              </a:ext>
            </a:extLst>
          </p:cNvPr>
          <p:cNvGrpSpPr/>
          <p:nvPr/>
        </p:nvGrpSpPr>
        <p:grpSpPr>
          <a:xfrm>
            <a:off x="9093161" y="2378075"/>
            <a:ext cx="2020924" cy="2686348"/>
            <a:chOff x="9093162" y="2378075"/>
            <a:chExt cx="2020924" cy="2686348"/>
          </a:xfrm>
        </p:grpSpPr>
        <p:sp>
          <p:nvSpPr>
            <p:cNvPr id="39" name="矩形: 剪去单角 60">
              <a:extLst>
                <a:ext uri="{FF2B5EF4-FFF2-40B4-BE49-F238E27FC236}">
                  <a16:creationId xmlns="" xmlns:a16="http://schemas.microsoft.com/office/drawing/2014/main" id="{3ABCA617-631E-4D4F-8838-03B6CF0DFDDF}"/>
                </a:ext>
              </a:extLst>
            </p:cNvPr>
            <p:cNvSpPr/>
            <p:nvPr/>
          </p:nvSpPr>
          <p:spPr>
            <a:xfrm>
              <a:off x="9093162" y="2378075"/>
              <a:ext cx="2020924" cy="2686348"/>
            </a:xfrm>
            <a:prstGeom prst="snip1Rect">
              <a:avLst/>
            </a:prstGeom>
            <a:solidFill>
              <a:srgbClr val="FFFFFF"/>
            </a:solidFill>
            <a:ln>
              <a:solidFill>
                <a:srgbClr val="4372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lumMod val="85000"/>
                    <a:lumOff val="15000"/>
                  </a:schemeClr>
                </a:solidFill>
              </a:endParaRPr>
            </a:p>
          </p:txBody>
        </p:sp>
        <p:sp>
          <p:nvSpPr>
            <p:cNvPr id="40" name="文本框 39">
              <a:extLst>
                <a:ext uri="{FF2B5EF4-FFF2-40B4-BE49-F238E27FC236}">
                  <a16:creationId xmlns="" xmlns:a16="http://schemas.microsoft.com/office/drawing/2014/main" id="{B73080F2-61EA-4156-9169-88FFDCAA3D4D}"/>
                </a:ext>
              </a:extLst>
            </p:cNvPr>
            <p:cNvSpPr txBox="1"/>
            <p:nvPr/>
          </p:nvSpPr>
          <p:spPr>
            <a:xfrm>
              <a:off x="9225122" y="2585883"/>
              <a:ext cx="1757004" cy="830997"/>
            </a:xfrm>
            <a:prstGeom prst="rect">
              <a:avLst/>
            </a:prstGeom>
            <a:noFill/>
          </p:spPr>
          <p:txBody>
            <a:bodyPr wrap="square" rtlCol="0" anchor="ctr">
              <a:spAutoFit/>
            </a:bodyPr>
            <a:lstStyle/>
            <a:p>
              <a:pPr algn="ctr"/>
              <a:r>
                <a:rPr lang="en-US" altLang="zh-CN" sz="4800" dirty="0">
                  <a:solidFill>
                    <a:schemeClr val="tx1">
                      <a:lumMod val="85000"/>
                      <a:lumOff val="15000"/>
                    </a:schemeClr>
                  </a:solidFill>
                  <a:ea typeface="华文细黑" panose="02010600040101010101" pitchFamily="2" charset="-122"/>
                </a:rPr>
                <a:t>04</a:t>
              </a:r>
              <a:endParaRPr lang="zh-CN" altLang="en-US" sz="4800" dirty="0">
                <a:solidFill>
                  <a:schemeClr val="tx1">
                    <a:lumMod val="85000"/>
                    <a:lumOff val="15000"/>
                  </a:schemeClr>
                </a:solidFill>
                <a:ea typeface="华文细黑" panose="02010600040101010101" pitchFamily="2" charset="-122"/>
              </a:endParaRPr>
            </a:p>
          </p:txBody>
        </p:sp>
      </p:grpSp>
      <p:grpSp>
        <p:nvGrpSpPr>
          <p:cNvPr id="43" name="组 42"/>
          <p:cNvGrpSpPr/>
          <p:nvPr/>
        </p:nvGrpSpPr>
        <p:grpSpPr>
          <a:xfrm>
            <a:off x="1243243" y="3194048"/>
            <a:ext cx="2020924" cy="1669953"/>
            <a:chOff x="7580640" y="1789204"/>
            <a:chExt cx="3240000" cy="1669953"/>
          </a:xfrm>
        </p:grpSpPr>
        <p:grpSp>
          <p:nvGrpSpPr>
            <p:cNvPr id="44" name="组合 31">
              <a:extLst>
                <a:ext uri="{FF2B5EF4-FFF2-40B4-BE49-F238E27FC236}">
                  <a16:creationId xmlns="" xmlns:a16="http://schemas.microsoft.com/office/drawing/2014/main" id="{CDC40244-A310-4C3D-9986-CA192517ACF7}"/>
                </a:ext>
              </a:extLst>
            </p:cNvPr>
            <p:cNvGrpSpPr/>
            <p:nvPr/>
          </p:nvGrpSpPr>
          <p:grpSpPr>
            <a:xfrm>
              <a:off x="7580640" y="1789204"/>
              <a:ext cx="3240000" cy="1669953"/>
              <a:chOff x="881795" y="3137001"/>
              <a:chExt cx="3240000" cy="1669953"/>
            </a:xfrm>
          </p:grpSpPr>
          <p:sp>
            <p:nvSpPr>
              <p:cNvPr id="46" name="矩形 45">
                <a:extLst>
                  <a:ext uri="{FF2B5EF4-FFF2-40B4-BE49-F238E27FC236}">
                    <a16:creationId xmlns="" xmlns:a16="http://schemas.microsoft.com/office/drawing/2014/main" id="{B1602A64-58A0-4E75-B4E1-54317C0C2470}"/>
                  </a:ext>
                </a:extLst>
              </p:cNvPr>
              <p:cNvSpPr/>
              <p:nvPr/>
            </p:nvSpPr>
            <p:spPr>
              <a:xfrm>
                <a:off x="881795" y="3641057"/>
                <a:ext cx="3240000" cy="1165897"/>
              </a:xfrm>
              <a:prstGeom prst="rect">
                <a:avLst/>
              </a:prstGeom>
            </p:spPr>
            <p:txBody>
              <a:bodyPr wrap="square">
                <a:spAutoFit/>
                <a:scene3d>
                  <a:camera prst="orthographicFront"/>
                  <a:lightRig rig="threePt" dir="t"/>
                </a:scene3d>
                <a:sp3d contourW="12700"/>
              </a:bodyPr>
              <a:lstStyle/>
              <a:p>
                <a:pPr algn="ctr" defTabSz="914400">
                  <a:lnSpc>
                    <a:spcPct val="150000"/>
                  </a:lnSpc>
                </a:pPr>
                <a:r>
                  <a:rPr lang="zh-CN" altLang="en-US" sz="1200" dirty="0">
                    <a:solidFill>
                      <a:schemeClr val="bg1"/>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7" name="矩形 46">
                <a:extLst>
                  <a:ext uri="{FF2B5EF4-FFF2-40B4-BE49-F238E27FC236}">
                    <a16:creationId xmlns="" xmlns:a16="http://schemas.microsoft.com/office/drawing/2014/main" id="{C8C36275-6870-414C-A750-2AE2D13A8ADB}"/>
                  </a:ext>
                </a:extLst>
              </p:cNvPr>
              <p:cNvSpPr/>
              <p:nvPr/>
            </p:nvSpPr>
            <p:spPr>
              <a:xfrm>
                <a:off x="881795" y="3137001"/>
                <a:ext cx="3240000" cy="369332"/>
              </a:xfrm>
              <a:prstGeom prst="rect">
                <a:avLst/>
              </a:prstGeom>
            </p:spPr>
            <p:txBody>
              <a:bodyPr wrap="square">
                <a:spAutoFit/>
                <a:scene3d>
                  <a:camera prst="orthographicFront"/>
                  <a:lightRig rig="threePt" dir="t"/>
                </a:scene3d>
                <a:sp3d contourW="12700"/>
              </a:bodyPr>
              <a:lstStyle/>
              <a:p>
                <a:pPr algn="ctr" defTabSz="914400"/>
                <a:r>
                  <a:rPr lang="zh-CN" altLang="en-US" sz="1800" b="1" dirty="0">
                    <a:solidFill>
                      <a:schemeClr val="bg1"/>
                    </a:solidFill>
                    <a:latin typeface="Calibri"/>
                    <a:ea typeface="微软雅黑"/>
                  </a:rPr>
                  <a:t>标题文字添加</a:t>
                </a:r>
              </a:p>
            </p:txBody>
          </p:sp>
        </p:grpSp>
        <p:cxnSp>
          <p:nvCxnSpPr>
            <p:cNvPr id="4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8889035"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48" name="组 47"/>
          <p:cNvGrpSpPr/>
          <p:nvPr/>
        </p:nvGrpSpPr>
        <p:grpSpPr>
          <a:xfrm>
            <a:off x="3919584" y="3447603"/>
            <a:ext cx="1679563" cy="1427386"/>
            <a:chOff x="7573558" y="1789204"/>
            <a:chExt cx="3240000" cy="1427386"/>
          </a:xfrm>
        </p:grpSpPr>
        <p:grpSp>
          <p:nvGrpSpPr>
            <p:cNvPr id="49" name="组合 31">
              <a:extLst>
                <a:ext uri="{FF2B5EF4-FFF2-40B4-BE49-F238E27FC236}">
                  <a16:creationId xmlns="" xmlns:a16="http://schemas.microsoft.com/office/drawing/2014/main" id="{CDC40244-A310-4C3D-9986-CA192517ACF7}"/>
                </a:ext>
              </a:extLst>
            </p:cNvPr>
            <p:cNvGrpSpPr/>
            <p:nvPr/>
          </p:nvGrpSpPr>
          <p:grpSpPr>
            <a:xfrm>
              <a:off x="7573558" y="1789204"/>
              <a:ext cx="3240000" cy="1427386"/>
              <a:chOff x="874713" y="3137001"/>
              <a:chExt cx="3240000" cy="1427386"/>
            </a:xfrm>
          </p:grpSpPr>
          <p:sp>
            <p:nvSpPr>
              <p:cNvPr id="51" name="矩形 50">
                <a:extLst>
                  <a:ext uri="{FF2B5EF4-FFF2-40B4-BE49-F238E27FC236}">
                    <a16:creationId xmlns="" xmlns:a16="http://schemas.microsoft.com/office/drawing/2014/main" id="{B1602A64-58A0-4E75-B4E1-54317C0C2470}"/>
                  </a:ext>
                </a:extLst>
              </p:cNvPr>
              <p:cNvSpPr/>
              <p:nvPr/>
            </p:nvSpPr>
            <p:spPr>
              <a:xfrm>
                <a:off x="874713" y="3641057"/>
                <a:ext cx="3240000" cy="923330"/>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a:t>
                </a:r>
                <a:r>
                  <a:rPr lang="zh-CN" altLang="en-US" sz="1200" dirty="0" smtClean="0">
                    <a:solidFill>
                      <a:srgbClr val="141735"/>
                    </a:solidFill>
                    <a:latin typeface="Microsoft YaHei Light" charset="-122"/>
                    <a:ea typeface="Microsoft YaHei Light" charset="-122"/>
                    <a:cs typeface="Microsoft YaHei Light" charset="-122"/>
                  </a:rPr>
                  <a:t>文稿</a:t>
                </a:r>
                <a:endParaRPr lang="zh-CN" altLang="en-US" sz="1200" dirty="0">
                  <a:solidFill>
                    <a:srgbClr val="141735"/>
                  </a:solidFill>
                  <a:latin typeface="Microsoft YaHei Light" charset="-122"/>
                  <a:ea typeface="Microsoft YaHei Light" charset="-122"/>
                  <a:cs typeface="Microsoft YaHei Light" charset="-122"/>
                </a:endParaRPr>
              </a:p>
            </p:txBody>
          </p:sp>
          <p:sp>
            <p:nvSpPr>
              <p:cNvPr id="52" name="矩形 5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5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53" name="组 52"/>
          <p:cNvGrpSpPr/>
          <p:nvPr/>
        </p:nvGrpSpPr>
        <p:grpSpPr>
          <a:xfrm>
            <a:off x="6541334" y="3447603"/>
            <a:ext cx="1679563" cy="1427386"/>
            <a:chOff x="7573558" y="1789204"/>
            <a:chExt cx="3240000" cy="1427386"/>
          </a:xfrm>
        </p:grpSpPr>
        <p:grpSp>
          <p:nvGrpSpPr>
            <p:cNvPr id="54" name="组合 31">
              <a:extLst>
                <a:ext uri="{FF2B5EF4-FFF2-40B4-BE49-F238E27FC236}">
                  <a16:creationId xmlns="" xmlns:a16="http://schemas.microsoft.com/office/drawing/2014/main" id="{CDC40244-A310-4C3D-9986-CA192517ACF7}"/>
                </a:ext>
              </a:extLst>
            </p:cNvPr>
            <p:cNvGrpSpPr/>
            <p:nvPr/>
          </p:nvGrpSpPr>
          <p:grpSpPr>
            <a:xfrm>
              <a:off x="7573558" y="1789204"/>
              <a:ext cx="3240000" cy="1427386"/>
              <a:chOff x="874713" y="3137001"/>
              <a:chExt cx="3240000" cy="1427386"/>
            </a:xfrm>
          </p:grpSpPr>
          <p:sp>
            <p:nvSpPr>
              <p:cNvPr id="56" name="矩形 55">
                <a:extLst>
                  <a:ext uri="{FF2B5EF4-FFF2-40B4-BE49-F238E27FC236}">
                    <a16:creationId xmlns="" xmlns:a16="http://schemas.microsoft.com/office/drawing/2014/main" id="{B1602A64-58A0-4E75-B4E1-54317C0C2470}"/>
                  </a:ext>
                </a:extLst>
              </p:cNvPr>
              <p:cNvSpPr/>
              <p:nvPr/>
            </p:nvSpPr>
            <p:spPr>
              <a:xfrm>
                <a:off x="874713" y="3641057"/>
                <a:ext cx="3240000" cy="923330"/>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a:t>
                </a:r>
                <a:r>
                  <a:rPr lang="zh-CN" altLang="en-US" sz="1200" dirty="0" smtClean="0">
                    <a:solidFill>
                      <a:srgbClr val="141735"/>
                    </a:solidFill>
                    <a:latin typeface="Microsoft YaHei Light" charset="-122"/>
                    <a:ea typeface="Microsoft YaHei Light" charset="-122"/>
                    <a:cs typeface="Microsoft YaHei Light" charset="-122"/>
                  </a:rPr>
                  <a:t>文稿</a:t>
                </a:r>
                <a:endParaRPr lang="zh-CN" altLang="en-US" sz="1200" dirty="0">
                  <a:solidFill>
                    <a:srgbClr val="141735"/>
                  </a:solidFill>
                  <a:latin typeface="Microsoft YaHei Light" charset="-122"/>
                  <a:ea typeface="Microsoft YaHei Light" charset="-122"/>
                  <a:cs typeface="Microsoft YaHei Light" charset="-122"/>
                </a:endParaRPr>
              </a:p>
            </p:txBody>
          </p:sp>
          <p:sp>
            <p:nvSpPr>
              <p:cNvPr id="57" name="矩形 56">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55"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58" name="组 57"/>
          <p:cNvGrpSpPr/>
          <p:nvPr/>
        </p:nvGrpSpPr>
        <p:grpSpPr>
          <a:xfrm>
            <a:off x="9302562" y="3447603"/>
            <a:ext cx="1679563" cy="1427386"/>
            <a:chOff x="7573558" y="1789204"/>
            <a:chExt cx="3240000" cy="1427386"/>
          </a:xfrm>
        </p:grpSpPr>
        <p:grpSp>
          <p:nvGrpSpPr>
            <p:cNvPr id="59" name="组合 31">
              <a:extLst>
                <a:ext uri="{FF2B5EF4-FFF2-40B4-BE49-F238E27FC236}">
                  <a16:creationId xmlns="" xmlns:a16="http://schemas.microsoft.com/office/drawing/2014/main" id="{CDC40244-A310-4C3D-9986-CA192517ACF7}"/>
                </a:ext>
              </a:extLst>
            </p:cNvPr>
            <p:cNvGrpSpPr/>
            <p:nvPr/>
          </p:nvGrpSpPr>
          <p:grpSpPr>
            <a:xfrm>
              <a:off x="7573558" y="1789204"/>
              <a:ext cx="3240000" cy="1427386"/>
              <a:chOff x="874713" y="3137001"/>
              <a:chExt cx="3240000" cy="1427386"/>
            </a:xfrm>
          </p:grpSpPr>
          <p:sp>
            <p:nvSpPr>
              <p:cNvPr id="61" name="矩形 60">
                <a:extLst>
                  <a:ext uri="{FF2B5EF4-FFF2-40B4-BE49-F238E27FC236}">
                    <a16:creationId xmlns="" xmlns:a16="http://schemas.microsoft.com/office/drawing/2014/main" id="{B1602A64-58A0-4E75-B4E1-54317C0C2470}"/>
                  </a:ext>
                </a:extLst>
              </p:cNvPr>
              <p:cNvSpPr/>
              <p:nvPr/>
            </p:nvSpPr>
            <p:spPr>
              <a:xfrm>
                <a:off x="874713" y="3641057"/>
                <a:ext cx="3240000" cy="923330"/>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a:t>
                </a:r>
                <a:r>
                  <a:rPr lang="zh-CN" altLang="en-US" sz="1200" dirty="0" smtClean="0">
                    <a:solidFill>
                      <a:srgbClr val="141735"/>
                    </a:solidFill>
                    <a:latin typeface="Microsoft YaHei Light" charset="-122"/>
                    <a:ea typeface="Microsoft YaHei Light" charset="-122"/>
                    <a:cs typeface="Microsoft YaHei Light" charset="-122"/>
                  </a:rPr>
                  <a:t>文稿</a:t>
                </a:r>
                <a:endParaRPr lang="zh-CN" altLang="en-US" sz="1200" dirty="0">
                  <a:solidFill>
                    <a:srgbClr val="141735"/>
                  </a:solidFill>
                  <a:latin typeface="Microsoft YaHei Light" charset="-122"/>
                  <a:ea typeface="Microsoft YaHei Light" charset="-122"/>
                  <a:cs typeface="Microsoft YaHei Light" charset="-122"/>
                </a:endParaRPr>
              </a:p>
            </p:txBody>
          </p:sp>
          <p:sp>
            <p:nvSpPr>
              <p:cNvPr id="62" name="矩形 61">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60"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79332227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这里是居左对齐的标题文字</a:t>
            </a:r>
            <a:endParaRPr kumimoji="1" lang="zh-CN" altLang="en-US" dirty="0"/>
          </a:p>
        </p:txBody>
      </p:sp>
      <p:sp>
        <p:nvSpPr>
          <p:cNvPr id="3" name="Shape 192">
            <a:extLst>
              <a:ext uri="{FF2B5EF4-FFF2-40B4-BE49-F238E27FC236}">
                <a16:creationId xmlns="" xmlns:a16="http://schemas.microsoft.com/office/drawing/2014/main" id="{B5B75FB8-D73D-4DAD-80FE-BD3F3D40FF3E}"/>
              </a:ext>
            </a:extLst>
          </p:cNvPr>
          <p:cNvSpPr/>
          <p:nvPr/>
        </p:nvSpPr>
        <p:spPr>
          <a:xfrm>
            <a:off x="6648255" y="3331214"/>
            <a:ext cx="4278965" cy="2486984"/>
          </a:xfrm>
          <a:custGeom>
            <a:avLst/>
            <a:gdLst/>
            <a:ahLst/>
            <a:cxnLst/>
            <a:rect l="0" t="0" r="0" b="0"/>
            <a:pathLst>
              <a:path w="120000" h="120000" extrusionOk="0">
                <a:moveTo>
                  <a:pt x="0" y="71094"/>
                </a:moveTo>
                <a:lnTo>
                  <a:pt x="120000" y="0"/>
                </a:lnTo>
                <a:lnTo>
                  <a:pt x="120000" y="48905"/>
                </a:lnTo>
                <a:lnTo>
                  <a:pt x="0" y="120000"/>
                </a:lnTo>
                <a:lnTo>
                  <a:pt x="0" y="71094"/>
                </a:lnTo>
                <a:close/>
              </a:path>
            </a:pathLst>
          </a:custGeom>
          <a:solidFill>
            <a:sysClr val="window" lastClr="FFFFFF">
              <a:lumMod val="85000"/>
            </a:sysClr>
          </a:solidFill>
          <a:ln>
            <a:noFill/>
          </a:ln>
        </p:spPr>
        <p:txBody>
          <a:bodyPr lIns="0" tIns="0" rIns="0" bIns="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Lato"/>
              <a:sym typeface="Lato"/>
            </a:endParaRPr>
          </a:p>
        </p:txBody>
      </p:sp>
      <p:sp>
        <p:nvSpPr>
          <p:cNvPr id="4" name="Shape 193">
            <a:extLst>
              <a:ext uri="{FF2B5EF4-FFF2-40B4-BE49-F238E27FC236}">
                <a16:creationId xmlns="" xmlns:a16="http://schemas.microsoft.com/office/drawing/2014/main" id="{50058259-28E1-44E4-9ECB-BF1B7597EA1C}"/>
              </a:ext>
            </a:extLst>
          </p:cNvPr>
          <p:cNvSpPr/>
          <p:nvPr/>
        </p:nvSpPr>
        <p:spPr>
          <a:xfrm>
            <a:off x="6648255" y="1842142"/>
            <a:ext cx="4278965" cy="2486984"/>
          </a:xfrm>
          <a:custGeom>
            <a:avLst/>
            <a:gdLst/>
            <a:ahLst/>
            <a:cxnLst/>
            <a:rect l="0" t="0" r="0" b="0"/>
            <a:pathLst>
              <a:path w="120000" h="120000" extrusionOk="0">
                <a:moveTo>
                  <a:pt x="0" y="71094"/>
                </a:moveTo>
                <a:lnTo>
                  <a:pt x="120000" y="0"/>
                </a:lnTo>
                <a:lnTo>
                  <a:pt x="120000" y="48905"/>
                </a:lnTo>
                <a:lnTo>
                  <a:pt x="0" y="120000"/>
                </a:lnTo>
                <a:lnTo>
                  <a:pt x="0" y="71094"/>
                </a:lnTo>
                <a:close/>
              </a:path>
            </a:pathLst>
          </a:custGeom>
          <a:solidFill>
            <a:sysClr val="window" lastClr="FFFFFF">
              <a:lumMod val="85000"/>
            </a:sysClr>
          </a:solidFill>
          <a:ln>
            <a:noFill/>
          </a:ln>
        </p:spPr>
        <p:txBody>
          <a:bodyPr lIns="0" tIns="0" rIns="0" bIns="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Lato"/>
              <a:sym typeface="Lato"/>
            </a:endParaRPr>
          </a:p>
        </p:txBody>
      </p:sp>
      <p:grpSp>
        <p:nvGrpSpPr>
          <p:cNvPr id="5" name="组合 26">
            <a:extLst>
              <a:ext uri="{FF2B5EF4-FFF2-40B4-BE49-F238E27FC236}">
                <a16:creationId xmlns="" xmlns:a16="http://schemas.microsoft.com/office/drawing/2014/main" id="{0DDA2029-6FE3-4203-8AF9-CC8C5177E040}"/>
              </a:ext>
            </a:extLst>
          </p:cNvPr>
          <p:cNvGrpSpPr/>
          <p:nvPr/>
        </p:nvGrpSpPr>
        <p:grpSpPr>
          <a:xfrm>
            <a:off x="6648257" y="1842142"/>
            <a:ext cx="4278964" cy="1013505"/>
            <a:chOff x="6960536" y="1936978"/>
            <a:chExt cx="4278964" cy="1013505"/>
          </a:xfrm>
          <a:solidFill>
            <a:srgbClr val="4372C4"/>
          </a:solidFill>
        </p:grpSpPr>
        <p:sp>
          <p:nvSpPr>
            <p:cNvPr id="6" name="Shape 194">
              <a:extLst>
                <a:ext uri="{FF2B5EF4-FFF2-40B4-BE49-F238E27FC236}">
                  <a16:creationId xmlns="" xmlns:a16="http://schemas.microsoft.com/office/drawing/2014/main" id="{B45CE8FA-A190-4510-92AB-F8354156A3BA}"/>
                </a:ext>
              </a:extLst>
            </p:cNvPr>
            <p:cNvSpPr/>
            <p:nvPr/>
          </p:nvSpPr>
          <p:spPr>
            <a:xfrm>
              <a:off x="6960536" y="1936978"/>
              <a:ext cx="4278964" cy="1013505"/>
            </a:xfrm>
            <a:prstGeom prst="rect">
              <a:avLst/>
            </a:prstGeom>
            <a:grpFill/>
            <a:ln>
              <a:noFill/>
            </a:ln>
          </p:spPr>
          <p:txBody>
            <a:bodyPr lIns="0" tIns="0" rIns="0" bIns="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Lato"/>
                <a:sym typeface="Lato"/>
              </a:endParaRPr>
            </a:p>
          </p:txBody>
        </p:sp>
        <p:sp>
          <p:nvSpPr>
            <p:cNvPr id="7" name="Shape 195">
              <a:extLst>
                <a:ext uri="{FF2B5EF4-FFF2-40B4-BE49-F238E27FC236}">
                  <a16:creationId xmlns="" xmlns:a16="http://schemas.microsoft.com/office/drawing/2014/main" id="{873224DE-0B4B-459D-BA7A-A01B296EFB16}"/>
                </a:ext>
              </a:extLst>
            </p:cNvPr>
            <p:cNvSpPr/>
            <p:nvPr/>
          </p:nvSpPr>
          <p:spPr>
            <a:xfrm>
              <a:off x="7243975" y="2053921"/>
              <a:ext cx="779619" cy="779619"/>
            </a:xfrm>
            <a:prstGeom prst="rect">
              <a:avLst/>
            </a:prstGeom>
            <a:grpFill/>
            <a:ln>
              <a:noFill/>
            </a:ln>
          </p:spPr>
          <p:txBody>
            <a:bodyPr lIns="0" tIns="0" rIns="0" bIns="0" anchor="ctr" anchorCtr="0">
              <a:noAutofit/>
            </a:bodyPr>
            <a:lstStyle/>
            <a:p>
              <a:pPr marL="0" marR="0" lvl="0" indent="0" defTabSz="914400" eaLnBrk="1" fontAlgn="auto" latinLnBrk="0" hangingPunct="1">
                <a:lnSpc>
                  <a:spcPct val="100000"/>
                </a:lnSpc>
                <a:spcBef>
                  <a:spcPts val="0"/>
                </a:spcBef>
                <a:spcAft>
                  <a:spcPts val="0"/>
                </a:spcAft>
                <a:buClrTx/>
                <a:buSzPct val="25000"/>
                <a:buFontTx/>
                <a:buNone/>
                <a:tabLst/>
                <a:defRPr/>
              </a:pPr>
              <a:r>
                <a:rPr kumimoji="0" lang="en-US" sz="4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Lato"/>
                  <a:sym typeface="Lato"/>
                </a:rPr>
                <a:t>01</a:t>
              </a:r>
            </a:p>
          </p:txBody>
        </p:sp>
        <p:sp>
          <p:nvSpPr>
            <p:cNvPr id="8" name="Shape 200">
              <a:extLst>
                <a:ext uri="{FF2B5EF4-FFF2-40B4-BE49-F238E27FC236}">
                  <a16:creationId xmlns="" xmlns:a16="http://schemas.microsoft.com/office/drawing/2014/main" id="{D6925E2E-ADD9-4BEB-94DD-4F0270D9624C}"/>
                </a:ext>
              </a:extLst>
            </p:cNvPr>
            <p:cNvSpPr/>
            <p:nvPr/>
          </p:nvSpPr>
          <p:spPr>
            <a:xfrm>
              <a:off x="8169536" y="1982999"/>
              <a:ext cx="2924021" cy="889615"/>
            </a:xfrm>
            <a:prstGeom prst="rect">
              <a:avLst/>
            </a:prstGeom>
            <a:grpFill/>
            <a:ln>
              <a:noFill/>
            </a:ln>
          </p:spPr>
          <p:txBody>
            <a:bodyPr lIns="0" tIns="0" rIns="0" bIns="0" anchor="ctr" anchorCtr="0">
              <a:noAutofit/>
            </a:bodyPr>
            <a:lstStyle/>
            <a:p>
              <a:pPr marL="0" marR="0" lvl="0" indent="0" defTabSz="914400" eaLnBrk="1" fontAlgn="auto" latinLnBrk="0" hangingPunct="1">
                <a:lnSpc>
                  <a:spcPct val="130000"/>
                </a:lnSpc>
                <a:spcBef>
                  <a:spcPts val="0"/>
                </a:spcBef>
                <a:spcAft>
                  <a:spcPts val="0"/>
                </a:spcAft>
                <a:buClrTx/>
                <a:buSzPct val="25000"/>
                <a:buFontTx/>
                <a:buNone/>
                <a:tabLst/>
                <a:defRPr/>
              </a:pPr>
              <a:r>
                <a:rPr kumimoji="0" lang="zh-CN" altLang="en-US" sz="3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添加关键词</a:t>
              </a:r>
            </a:p>
          </p:txBody>
        </p:sp>
      </p:grpSp>
      <p:grpSp>
        <p:nvGrpSpPr>
          <p:cNvPr id="18" name="组合 39">
            <a:extLst>
              <a:ext uri="{FF2B5EF4-FFF2-40B4-BE49-F238E27FC236}">
                <a16:creationId xmlns="" xmlns:a16="http://schemas.microsoft.com/office/drawing/2014/main" id="{D60E89B6-788B-4132-81FF-1CE33F46B127}"/>
              </a:ext>
            </a:extLst>
          </p:cNvPr>
          <p:cNvGrpSpPr/>
          <p:nvPr/>
        </p:nvGrpSpPr>
        <p:grpSpPr>
          <a:xfrm>
            <a:off x="6648257" y="3323418"/>
            <a:ext cx="4278964" cy="1013505"/>
            <a:chOff x="6960536" y="3418254"/>
            <a:chExt cx="4278964" cy="1013505"/>
          </a:xfrm>
          <a:solidFill>
            <a:srgbClr val="4372C4"/>
          </a:solidFill>
        </p:grpSpPr>
        <p:sp>
          <p:nvSpPr>
            <p:cNvPr id="19" name="Shape 198">
              <a:extLst>
                <a:ext uri="{FF2B5EF4-FFF2-40B4-BE49-F238E27FC236}">
                  <a16:creationId xmlns="" xmlns:a16="http://schemas.microsoft.com/office/drawing/2014/main" id="{3F5A47C1-3FEE-4B98-816B-54A8C4E2A35B}"/>
                </a:ext>
              </a:extLst>
            </p:cNvPr>
            <p:cNvSpPr/>
            <p:nvPr/>
          </p:nvSpPr>
          <p:spPr>
            <a:xfrm>
              <a:off x="6960536" y="3418254"/>
              <a:ext cx="4278964" cy="1013505"/>
            </a:xfrm>
            <a:prstGeom prst="rect">
              <a:avLst/>
            </a:prstGeom>
            <a:grpFill/>
            <a:ln>
              <a:noFill/>
            </a:ln>
          </p:spPr>
          <p:txBody>
            <a:bodyPr lIns="0" tIns="0" rIns="0" bIns="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Lato"/>
                <a:sym typeface="Lato"/>
              </a:endParaRPr>
            </a:p>
          </p:txBody>
        </p:sp>
        <p:sp>
          <p:nvSpPr>
            <p:cNvPr id="20" name="Shape 199">
              <a:extLst>
                <a:ext uri="{FF2B5EF4-FFF2-40B4-BE49-F238E27FC236}">
                  <a16:creationId xmlns="" xmlns:a16="http://schemas.microsoft.com/office/drawing/2014/main" id="{E3A2D628-122C-4271-B9AA-89EB9C2F0E1E}"/>
                </a:ext>
              </a:extLst>
            </p:cNvPr>
            <p:cNvSpPr/>
            <p:nvPr/>
          </p:nvSpPr>
          <p:spPr>
            <a:xfrm>
              <a:off x="7243975" y="3535197"/>
              <a:ext cx="779619" cy="779619"/>
            </a:xfrm>
            <a:prstGeom prst="rect">
              <a:avLst/>
            </a:prstGeom>
            <a:grpFill/>
            <a:ln>
              <a:noFill/>
            </a:ln>
          </p:spPr>
          <p:txBody>
            <a:bodyPr lIns="0" tIns="0" rIns="0" bIns="0" anchor="ctr" anchorCtr="0">
              <a:noAutofit/>
            </a:bodyPr>
            <a:lstStyle/>
            <a:p>
              <a:pPr marL="0" marR="0" lvl="0" indent="0" defTabSz="914400" eaLnBrk="1" fontAlgn="auto" latinLnBrk="0" hangingPunct="1">
                <a:lnSpc>
                  <a:spcPct val="100000"/>
                </a:lnSpc>
                <a:spcBef>
                  <a:spcPts val="0"/>
                </a:spcBef>
                <a:spcAft>
                  <a:spcPts val="0"/>
                </a:spcAft>
                <a:buClrTx/>
                <a:buSzPct val="25000"/>
                <a:buFontTx/>
                <a:buNone/>
                <a:tabLst/>
                <a:defRPr/>
              </a:pPr>
              <a:r>
                <a:rPr kumimoji="0" lang="en-US" sz="4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Lato"/>
                  <a:sym typeface="Lato"/>
                </a:rPr>
                <a:t>02</a:t>
              </a:r>
            </a:p>
          </p:txBody>
        </p:sp>
        <p:sp>
          <p:nvSpPr>
            <p:cNvPr id="21" name="Shape 212">
              <a:extLst>
                <a:ext uri="{FF2B5EF4-FFF2-40B4-BE49-F238E27FC236}">
                  <a16:creationId xmlns="" xmlns:a16="http://schemas.microsoft.com/office/drawing/2014/main" id="{DD026678-8951-435B-AFF9-45E3B1400226}"/>
                </a:ext>
              </a:extLst>
            </p:cNvPr>
            <p:cNvSpPr/>
            <p:nvPr/>
          </p:nvSpPr>
          <p:spPr>
            <a:xfrm>
              <a:off x="8169536" y="3458893"/>
              <a:ext cx="2924021" cy="889615"/>
            </a:xfrm>
            <a:prstGeom prst="rect">
              <a:avLst/>
            </a:prstGeom>
            <a:grpFill/>
            <a:ln>
              <a:noFill/>
            </a:ln>
          </p:spPr>
          <p:txBody>
            <a:bodyPr lIns="0" tIns="0" rIns="0" bIns="0" anchor="ctr" anchorCtr="0">
              <a:noAutofit/>
            </a:bodyPr>
            <a:lstStyle/>
            <a:p>
              <a:pPr marL="0" marR="0" lvl="0" indent="0" defTabSz="914400" eaLnBrk="1" fontAlgn="auto" latinLnBrk="0" hangingPunct="1">
                <a:lnSpc>
                  <a:spcPct val="130000"/>
                </a:lnSpc>
                <a:spcBef>
                  <a:spcPts val="0"/>
                </a:spcBef>
                <a:spcAft>
                  <a:spcPts val="0"/>
                </a:spcAft>
                <a:buClrTx/>
                <a:buSzPct val="25000"/>
                <a:buFontTx/>
                <a:buNone/>
                <a:tabLst/>
                <a:defRPr/>
              </a:pPr>
              <a:r>
                <a:rPr kumimoji="0" lang="zh-CN" altLang="en-US" sz="3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添加关键词</a:t>
              </a:r>
            </a:p>
          </p:txBody>
        </p:sp>
      </p:grpSp>
      <p:grpSp>
        <p:nvGrpSpPr>
          <p:cNvPr id="22" name="组合 43">
            <a:extLst>
              <a:ext uri="{FF2B5EF4-FFF2-40B4-BE49-F238E27FC236}">
                <a16:creationId xmlns="" xmlns:a16="http://schemas.microsoft.com/office/drawing/2014/main" id="{40D75427-F5E5-475A-891E-2C54C375F2E4}"/>
              </a:ext>
            </a:extLst>
          </p:cNvPr>
          <p:cNvGrpSpPr/>
          <p:nvPr/>
        </p:nvGrpSpPr>
        <p:grpSpPr>
          <a:xfrm>
            <a:off x="6648257" y="4804693"/>
            <a:ext cx="4278964" cy="1013505"/>
            <a:chOff x="6960536" y="4899529"/>
            <a:chExt cx="4278964" cy="1013505"/>
          </a:xfrm>
          <a:solidFill>
            <a:srgbClr val="4372C4"/>
          </a:solidFill>
        </p:grpSpPr>
        <p:sp>
          <p:nvSpPr>
            <p:cNvPr id="23" name="Shape 196">
              <a:extLst>
                <a:ext uri="{FF2B5EF4-FFF2-40B4-BE49-F238E27FC236}">
                  <a16:creationId xmlns="" xmlns:a16="http://schemas.microsoft.com/office/drawing/2014/main" id="{6ADCFBBC-ADEA-40D8-A4E4-B176F5F83B78}"/>
                </a:ext>
              </a:extLst>
            </p:cNvPr>
            <p:cNvSpPr/>
            <p:nvPr/>
          </p:nvSpPr>
          <p:spPr>
            <a:xfrm>
              <a:off x="6960536" y="4899529"/>
              <a:ext cx="4278964" cy="1013505"/>
            </a:xfrm>
            <a:prstGeom prst="rect">
              <a:avLst/>
            </a:prstGeom>
            <a:grpFill/>
            <a:ln>
              <a:noFill/>
            </a:ln>
          </p:spPr>
          <p:txBody>
            <a:bodyPr lIns="0" tIns="0" rIns="0" bIns="0" anchor="t"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Lato"/>
                <a:sym typeface="Lato"/>
              </a:endParaRPr>
            </a:p>
          </p:txBody>
        </p:sp>
        <p:sp>
          <p:nvSpPr>
            <p:cNvPr id="24" name="Shape 197">
              <a:extLst>
                <a:ext uri="{FF2B5EF4-FFF2-40B4-BE49-F238E27FC236}">
                  <a16:creationId xmlns="" xmlns:a16="http://schemas.microsoft.com/office/drawing/2014/main" id="{4526DA3B-21DC-4C42-83F0-82161B9EC358}"/>
                </a:ext>
              </a:extLst>
            </p:cNvPr>
            <p:cNvSpPr/>
            <p:nvPr/>
          </p:nvSpPr>
          <p:spPr>
            <a:xfrm>
              <a:off x="7243975" y="5016472"/>
              <a:ext cx="779619" cy="779619"/>
            </a:xfrm>
            <a:prstGeom prst="rect">
              <a:avLst/>
            </a:prstGeom>
            <a:grpFill/>
            <a:ln>
              <a:noFill/>
            </a:ln>
          </p:spPr>
          <p:txBody>
            <a:bodyPr lIns="0" tIns="0" rIns="0" bIns="0" anchor="ctr" anchorCtr="0">
              <a:noAutofit/>
            </a:bodyPr>
            <a:lstStyle/>
            <a:p>
              <a:pPr marL="0" marR="0" lvl="0" indent="0" defTabSz="914400" eaLnBrk="1" fontAlgn="auto" latinLnBrk="0" hangingPunct="1">
                <a:lnSpc>
                  <a:spcPct val="100000"/>
                </a:lnSpc>
                <a:spcBef>
                  <a:spcPts val="0"/>
                </a:spcBef>
                <a:spcAft>
                  <a:spcPts val="0"/>
                </a:spcAft>
                <a:buClrTx/>
                <a:buSzPct val="25000"/>
                <a:buFontTx/>
                <a:buNone/>
                <a:tabLst/>
                <a:defRPr/>
              </a:pPr>
              <a:r>
                <a:rPr kumimoji="0" lang="en-US" sz="40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cs typeface="Lato"/>
                  <a:sym typeface="Lato"/>
                </a:rPr>
                <a:t>03</a:t>
              </a:r>
            </a:p>
          </p:txBody>
        </p:sp>
        <p:sp>
          <p:nvSpPr>
            <p:cNvPr id="25" name="Shape 213">
              <a:extLst>
                <a:ext uri="{FF2B5EF4-FFF2-40B4-BE49-F238E27FC236}">
                  <a16:creationId xmlns="" xmlns:a16="http://schemas.microsoft.com/office/drawing/2014/main" id="{D8BBC480-2C2B-4445-A685-59743CD8D2C6}"/>
                </a:ext>
              </a:extLst>
            </p:cNvPr>
            <p:cNvSpPr/>
            <p:nvPr/>
          </p:nvSpPr>
          <p:spPr>
            <a:xfrm>
              <a:off x="8169536" y="4976986"/>
              <a:ext cx="2924021" cy="889615"/>
            </a:xfrm>
            <a:prstGeom prst="rect">
              <a:avLst/>
            </a:prstGeom>
            <a:grpFill/>
            <a:ln>
              <a:noFill/>
            </a:ln>
          </p:spPr>
          <p:txBody>
            <a:bodyPr lIns="0" tIns="0" rIns="0" bIns="0" anchor="ctr" anchorCtr="0">
              <a:noAutofit/>
            </a:bodyPr>
            <a:lstStyle/>
            <a:p>
              <a:pPr marL="0" marR="0" lvl="0" indent="0" defTabSz="914400" eaLnBrk="1" fontAlgn="auto" latinLnBrk="0" hangingPunct="1">
                <a:lnSpc>
                  <a:spcPct val="130000"/>
                </a:lnSpc>
                <a:spcBef>
                  <a:spcPts val="0"/>
                </a:spcBef>
                <a:spcAft>
                  <a:spcPts val="0"/>
                </a:spcAft>
                <a:buClrTx/>
                <a:buSzPct val="25000"/>
                <a:buFontTx/>
                <a:buNone/>
                <a:tabLst/>
                <a:defRPr/>
              </a:pPr>
              <a:r>
                <a:rPr kumimoji="0" lang="zh-CN" altLang="en-US" sz="32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添加关键词</a:t>
              </a:r>
            </a:p>
          </p:txBody>
        </p:sp>
      </p:grpSp>
      <p:grpSp>
        <p:nvGrpSpPr>
          <p:cNvPr id="26" name="组 25"/>
          <p:cNvGrpSpPr/>
          <p:nvPr/>
        </p:nvGrpSpPr>
        <p:grpSpPr>
          <a:xfrm>
            <a:off x="1024961" y="1757223"/>
            <a:ext cx="5477352" cy="1397890"/>
            <a:chOff x="7573558" y="1789204"/>
            <a:chExt cx="3240000" cy="1397890"/>
          </a:xfrm>
        </p:grpSpPr>
        <p:grpSp>
          <p:nvGrpSpPr>
            <p:cNvPr id="2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29" name="矩形 2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0" name="矩形 2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2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1" name="组 30"/>
          <p:cNvGrpSpPr/>
          <p:nvPr/>
        </p:nvGrpSpPr>
        <p:grpSpPr>
          <a:xfrm>
            <a:off x="1024961" y="4757153"/>
            <a:ext cx="5477352" cy="1397890"/>
            <a:chOff x="7573558" y="1789204"/>
            <a:chExt cx="3240000" cy="1397890"/>
          </a:xfrm>
        </p:grpSpPr>
        <p:grpSp>
          <p:nvGrpSpPr>
            <p:cNvPr id="32"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4" name="矩形 33">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35" name="矩形 34">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3"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grpSp>
        <p:nvGrpSpPr>
          <p:cNvPr id="36" name="组 35"/>
          <p:cNvGrpSpPr/>
          <p:nvPr/>
        </p:nvGrpSpPr>
        <p:grpSpPr>
          <a:xfrm>
            <a:off x="1024961" y="3176816"/>
            <a:ext cx="5477352" cy="1397890"/>
            <a:chOff x="7573558" y="1789204"/>
            <a:chExt cx="3240000" cy="1397890"/>
          </a:xfrm>
        </p:grpSpPr>
        <p:grpSp>
          <p:nvGrpSpPr>
            <p:cNvPr id="37" name="组合 31">
              <a:extLst>
                <a:ext uri="{FF2B5EF4-FFF2-40B4-BE49-F238E27FC236}">
                  <a16:creationId xmlns="" xmlns:a16="http://schemas.microsoft.com/office/drawing/2014/main" id="{CDC40244-A310-4C3D-9986-CA192517ACF7}"/>
                </a:ext>
              </a:extLst>
            </p:cNvPr>
            <p:cNvGrpSpPr/>
            <p:nvPr/>
          </p:nvGrpSpPr>
          <p:grpSpPr>
            <a:xfrm>
              <a:off x="7573558" y="1789204"/>
              <a:ext cx="3240000" cy="1397890"/>
              <a:chOff x="874713" y="3137001"/>
              <a:chExt cx="3240000" cy="1397890"/>
            </a:xfrm>
          </p:grpSpPr>
          <p:sp>
            <p:nvSpPr>
              <p:cNvPr id="39" name="矩形 38">
                <a:extLst>
                  <a:ext uri="{FF2B5EF4-FFF2-40B4-BE49-F238E27FC236}">
                    <a16:creationId xmlns="" xmlns:a16="http://schemas.microsoft.com/office/drawing/2014/main" id="{B1602A64-58A0-4E75-B4E1-54317C0C2470}"/>
                  </a:ext>
                </a:extLst>
              </p:cNvPr>
              <p:cNvSpPr/>
              <p:nvPr/>
            </p:nvSpPr>
            <p:spPr>
              <a:xfrm>
                <a:off x="874713" y="3641057"/>
                <a:ext cx="3240000" cy="893834"/>
              </a:xfrm>
              <a:prstGeom prst="rect">
                <a:avLst/>
              </a:prstGeom>
            </p:spPr>
            <p:txBody>
              <a:bodyPr wrap="square">
                <a:spAutoFit/>
                <a:scene3d>
                  <a:camera prst="orthographicFront"/>
                  <a:lightRig rig="threePt" dir="t"/>
                </a:scene3d>
                <a:sp3d contourW="12700"/>
              </a:bodyPr>
              <a:lstStyle/>
              <a:p>
                <a:pPr defTabSz="914400">
                  <a:lnSpc>
                    <a:spcPct val="150000"/>
                  </a:lnSpc>
                </a:pPr>
                <a:r>
                  <a:rPr lang="zh-CN" altLang="en-US" sz="1200" dirty="0">
                    <a:solidFill>
                      <a:srgbClr val="141735"/>
                    </a:solidFill>
                    <a:latin typeface="Microsoft YaHei Light" charset="-122"/>
                    <a:ea typeface="Microsoft YaHei Light" charset="-122"/>
                    <a:cs typeface="Microsoft YaHei Light" charset="-122"/>
                  </a:rPr>
                  <a:t>用户可以在投影仪或者计算机上进行演示也可以示文稿打印出来制作成胶片以便应用到更广泛的领域中</a:t>
                </a:r>
              </a:p>
            </p:txBody>
          </p:sp>
          <p:sp>
            <p:nvSpPr>
              <p:cNvPr id="40" name="矩形 39">
                <a:extLst>
                  <a:ext uri="{FF2B5EF4-FFF2-40B4-BE49-F238E27FC236}">
                    <a16:creationId xmlns="" xmlns:a16="http://schemas.microsoft.com/office/drawing/2014/main" id="{C8C36275-6870-414C-A750-2AE2D13A8ADB}"/>
                  </a:ext>
                </a:extLst>
              </p:cNvPr>
              <p:cNvSpPr/>
              <p:nvPr/>
            </p:nvSpPr>
            <p:spPr>
              <a:xfrm>
                <a:off x="874713" y="3137001"/>
                <a:ext cx="3240000" cy="367200"/>
              </a:xfrm>
              <a:prstGeom prst="rect">
                <a:avLst/>
              </a:prstGeom>
            </p:spPr>
            <p:txBody>
              <a:bodyPr wrap="square">
                <a:spAutoFit/>
                <a:scene3d>
                  <a:camera prst="orthographicFront"/>
                  <a:lightRig rig="threePt" dir="t"/>
                </a:scene3d>
                <a:sp3d contourW="12700"/>
              </a:bodyPr>
              <a:lstStyle/>
              <a:p>
                <a:pPr algn="just" defTabSz="914400"/>
                <a:r>
                  <a:rPr lang="zh-CN" altLang="en-US" sz="1800" b="1" dirty="0">
                    <a:solidFill>
                      <a:srgbClr val="141735"/>
                    </a:solidFill>
                    <a:latin typeface="Calibri"/>
                    <a:ea typeface="微软雅黑"/>
                  </a:rPr>
                  <a:t>标题文字添加</a:t>
                </a:r>
              </a:p>
            </p:txBody>
          </p:sp>
        </p:grpSp>
        <p:cxnSp>
          <p:nvCxnSpPr>
            <p:cNvPr id="38" name="直接连接符 32">
              <a:extLst>
                <a:ext uri="{FF2B5EF4-FFF2-40B4-BE49-F238E27FC236}">
                  <a16:creationId xmlns:a16="http://schemas.microsoft.com/office/drawing/2014/main" xmlns="" id="{D7C3E679-B948-424A-B9FE-92F6137A3C47}"/>
                </a:ext>
              </a:extLst>
            </p:cNvPr>
            <p:cNvCxnSpPr>
              <a:cxnSpLocks noChangeShapeType="1"/>
            </p:cNvCxnSpPr>
            <p:nvPr/>
          </p:nvCxnSpPr>
          <p:spPr bwMode="auto">
            <a:xfrm>
              <a:off x="7680176" y="2271556"/>
              <a:ext cx="623210" cy="0"/>
            </a:xfrm>
            <a:prstGeom prst="line">
              <a:avLst/>
            </a:prstGeom>
            <a:noFill/>
            <a:ln w="9525" algn="ctr">
              <a:solidFill>
                <a:srgbClr val="C4C9D4"/>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468376420"/>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这里是居左对齐的标题文字</a:t>
            </a:r>
            <a:endParaRPr kumimoji="1" lang="zh-CN" altLang="en-US" dirty="0"/>
          </a:p>
        </p:txBody>
      </p:sp>
      <p:grpSp>
        <p:nvGrpSpPr>
          <p:cNvPr id="3" name="组合 29">
            <a:extLst>
              <a:ext uri="{FF2B5EF4-FFF2-40B4-BE49-F238E27FC236}">
                <a16:creationId xmlns="" xmlns:a16="http://schemas.microsoft.com/office/drawing/2014/main" id="{E27B50D0-1C1F-40BD-86E8-A178D5E081DD}"/>
              </a:ext>
            </a:extLst>
          </p:cNvPr>
          <p:cNvGrpSpPr/>
          <p:nvPr/>
        </p:nvGrpSpPr>
        <p:grpSpPr>
          <a:xfrm>
            <a:off x="758270" y="1930138"/>
            <a:ext cx="5193748" cy="1765379"/>
            <a:chOff x="756241" y="1905179"/>
            <a:chExt cx="5194950" cy="1765788"/>
          </a:xfrm>
        </p:grpSpPr>
        <p:sp>
          <p:nvSpPr>
            <p:cNvPr id="4" name="矩形 3">
              <a:extLst>
                <a:ext uri="{FF2B5EF4-FFF2-40B4-BE49-F238E27FC236}">
                  <a16:creationId xmlns="" xmlns:a16="http://schemas.microsoft.com/office/drawing/2014/main" id="{F08FC3C2-4505-408D-BABF-7349D652E549}"/>
                </a:ext>
              </a:extLst>
            </p:cNvPr>
            <p:cNvSpPr/>
            <p:nvPr/>
          </p:nvSpPr>
          <p:spPr>
            <a:xfrm>
              <a:off x="756241" y="1905179"/>
              <a:ext cx="5194950" cy="1765788"/>
            </a:xfrm>
            <a:prstGeom prst="rect">
              <a:avLst/>
            </a:prstGeom>
            <a:solidFill>
              <a:sysClr val="window" lastClr="FFFFFF">
                <a:lumMod val="95000"/>
              </a:sysClr>
            </a:solid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5" name="文本框 4">
              <a:extLst>
                <a:ext uri="{FF2B5EF4-FFF2-40B4-BE49-F238E27FC236}">
                  <a16:creationId xmlns="" xmlns:a16="http://schemas.microsoft.com/office/drawing/2014/main" id="{C4893D3E-5AAA-4DDA-8D08-7F585E47ED9E}"/>
                </a:ext>
              </a:extLst>
            </p:cNvPr>
            <p:cNvSpPr txBox="1"/>
            <p:nvPr/>
          </p:nvSpPr>
          <p:spPr>
            <a:xfrm>
              <a:off x="1270671" y="2564028"/>
              <a:ext cx="4125875" cy="738835"/>
            </a:xfrm>
            <a:prstGeom prst="rect">
              <a:avLst/>
            </a:prstGeom>
            <a:noFill/>
          </p:spPr>
          <p:txBody>
            <a:bodyPr wrap="square" lIns="0" tIns="0" rIns="0" bIns="0" rtlCol="0">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Gill Sans" charset="0"/>
                </a:rPr>
                <a:t>此处添加详细文本描述语言描述尽量简洁生动此处添加详细文本描述，建议与标题相关并。</a:t>
              </a:r>
              <a:endParaRPr kumimoji="0" lang="zh-CN" altLang="en-US" sz="16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p:txBody>
        </p:sp>
      </p:grpSp>
      <p:grpSp>
        <p:nvGrpSpPr>
          <p:cNvPr id="6" name="组合 32">
            <a:extLst>
              <a:ext uri="{FF2B5EF4-FFF2-40B4-BE49-F238E27FC236}">
                <a16:creationId xmlns="" xmlns:a16="http://schemas.microsoft.com/office/drawing/2014/main" id="{18BDEFCD-03AA-4F67-8C07-1A4FEE9E52C0}"/>
              </a:ext>
            </a:extLst>
          </p:cNvPr>
          <p:cNvGrpSpPr/>
          <p:nvPr/>
        </p:nvGrpSpPr>
        <p:grpSpPr>
          <a:xfrm>
            <a:off x="1374449" y="1826839"/>
            <a:ext cx="3894885" cy="641860"/>
            <a:chOff x="1372561" y="1776450"/>
            <a:chExt cx="3895787" cy="642008"/>
          </a:xfrm>
        </p:grpSpPr>
        <p:sp>
          <p:nvSpPr>
            <p:cNvPr id="7" name="梯形 6">
              <a:extLst>
                <a:ext uri="{FF2B5EF4-FFF2-40B4-BE49-F238E27FC236}">
                  <a16:creationId xmlns="" xmlns:a16="http://schemas.microsoft.com/office/drawing/2014/main" id="{FC08EF2F-885F-4CFB-9C67-CDA5A376891E}"/>
                </a:ext>
              </a:extLst>
            </p:cNvPr>
            <p:cNvSpPr/>
            <p:nvPr/>
          </p:nvSpPr>
          <p:spPr>
            <a:xfrm>
              <a:off x="1372561" y="1783137"/>
              <a:ext cx="3895787" cy="110575"/>
            </a:xfrm>
            <a:prstGeom prst="trapezoid">
              <a:avLst>
                <a:gd name="adj" fmla="val 107452"/>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8" name="流程图: 离页连接符 34">
              <a:extLst>
                <a:ext uri="{FF2B5EF4-FFF2-40B4-BE49-F238E27FC236}">
                  <a16:creationId xmlns="" xmlns:a16="http://schemas.microsoft.com/office/drawing/2014/main" id="{AABCC701-C0D9-4573-9226-7A6A122B93FF}"/>
                </a:ext>
              </a:extLst>
            </p:cNvPr>
            <p:cNvSpPr/>
            <p:nvPr/>
          </p:nvSpPr>
          <p:spPr>
            <a:xfrm>
              <a:off x="1502628" y="1776450"/>
              <a:ext cx="3637423" cy="642008"/>
            </a:xfrm>
            <a:prstGeom prst="flowChartOffpageConnector">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9" name="文本框 9">
              <a:extLst>
                <a:ext uri="{FF2B5EF4-FFF2-40B4-BE49-F238E27FC236}">
                  <a16:creationId xmlns="" xmlns:a16="http://schemas.microsoft.com/office/drawing/2014/main" id="{A165C41F-C359-436E-BE6A-F8402CB5F445}"/>
                </a:ext>
              </a:extLst>
            </p:cNvPr>
            <p:cNvSpPr txBox="1"/>
            <p:nvPr/>
          </p:nvSpPr>
          <p:spPr>
            <a:xfrm>
              <a:off x="2134766" y="1896453"/>
              <a:ext cx="2224683" cy="369417"/>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
                  <a:srgbClr val="FF3300"/>
                </a:buClr>
                <a:buSzPct val="115000"/>
                <a:buFontTx/>
                <a:buNone/>
                <a:tabLst/>
                <a:defRPr/>
              </a:pPr>
              <a:r>
                <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添加标题内容</a:t>
              </a:r>
            </a:p>
          </p:txBody>
        </p:sp>
      </p:grpSp>
      <p:grpSp>
        <p:nvGrpSpPr>
          <p:cNvPr id="10" name="组合 36">
            <a:extLst>
              <a:ext uri="{FF2B5EF4-FFF2-40B4-BE49-F238E27FC236}">
                <a16:creationId xmlns="" xmlns:a16="http://schemas.microsoft.com/office/drawing/2014/main" id="{74C9A978-BC79-4012-9150-7645EBE4510A}"/>
              </a:ext>
            </a:extLst>
          </p:cNvPr>
          <p:cNvGrpSpPr/>
          <p:nvPr/>
        </p:nvGrpSpPr>
        <p:grpSpPr>
          <a:xfrm>
            <a:off x="6253538" y="1930138"/>
            <a:ext cx="5193748" cy="1765379"/>
            <a:chOff x="6252781" y="1905179"/>
            <a:chExt cx="5194950" cy="1765788"/>
          </a:xfrm>
        </p:grpSpPr>
        <p:sp>
          <p:nvSpPr>
            <p:cNvPr id="11" name="矩形 10">
              <a:extLst>
                <a:ext uri="{FF2B5EF4-FFF2-40B4-BE49-F238E27FC236}">
                  <a16:creationId xmlns="" xmlns:a16="http://schemas.microsoft.com/office/drawing/2014/main" id="{52BE92E4-7882-46CF-8F4E-86D21FC58539}"/>
                </a:ext>
              </a:extLst>
            </p:cNvPr>
            <p:cNvSpPr/>
            <p:nvPr/>
          </p:nvSpPr>
          <p:spPr>
            <a:xfrm>
              <a:off x="6252781" y="1905179"/>
              <a:ext cx="5194950" cy="1765788"/>
            </a:xfrm>
            <a:prstGeom prst="rect">
              <a:avLst/>
            </a:prstGeom>
            <a:solidFill>
              <a:sysClr val="window" lastClr="FFFFFF">
                <a:lumMod val="95000"/>
              </a:sysClr>
            </a:solid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2" name="文本框 9">
              <a:extLst>
                <a:ext uri="{FF2B5EF4-FFF2-40B4-BE49-F238E27FC236}">
                  <a16:creationId xmlns="" xmlns:a16="http://schemas.microsoft.com/office/drawing/2014/main" id="{2D26C107-E253-49BC-9DCD-CE72145E2C89}"/>
                </a:ext>
              </a:extLst>
            </p:cNvPr>
            <p:cNvSpPr txBox="1"/>
            <p:nvPr/>
          </p:nvSpPr>
          <p:spPr>
            <a:xfrm>
              <a:off x="6767210" y="2564028"/>
              <a:ext cx="4218629" cy="738835"/>
            </a:xfrm>
            <a:prstGeom prst="rect">
              <a:avLst/>
            </a:prstGeom>
            <a:noFill/>
          </p:spPr>
          <p:txBody>
            <a:bodyPr wrap="square" lIns="0" tIns="0" rIns="0" bIns="0" rtlCol="0">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Gill Sans" charset="0"/>
                </a:rPr>
                <a:t>此处添加详细文本描述语言描述尽量简洁生动此处添加详细文本描述，建议与标题相关并。</a:t>
              </a:r>
              <a:endParaRPr kumimoji="0" lang="zh-CN" altLang="en-US" sz="16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p:txBody>
        </p:sp>
      </p:grpSp>
      <p:grpSp>
        <p:nvGrpSpPr>
          <p:cNvPr id="13" name="组合 39">
            <a:extLst>
              <a:ext uri="{FF2B5EF4-FFF2-40B4-BE49-F238E27FC236}">
                <a16:creationId xmlns="" xmlns:a16="http://schemas.microsoft.com/office/drawing/2014/main" id="{F9EB922C-9D6B-4CDA-9A41-D7EC5AD447EF}"/>
              </a:ext>
            </a:extLst>
          </p:cNvPr>
          <p:cNvGrpSpPr/>
          <p:nvPr/>
        </p:nvGrpSpPr>
        <p:grpSpPr>
          <a:xfrm>
            <a:off x="6869717" y="1826839"/>
            <a:ext cx="3894885" cy="641860"/>
            <a:chOff x="6869101" y="1776450"/>
            <a:chExt cx="3895787" cy="642008"/>
          </a:xfrm>
        </p:grpSpPr>
        <p:sp>
          <p:nvSpPr>
            <p:cNvPr id="14" name="梯形 13">
              <a:extLst>
                <a:ext uri="{FF2B5EF4-FFF2-40B4-BE49-F238E27FC236}">
                  <a16:creationId xmlns="" xmlns:a16="http://schemas.microsoft.com/office/drawing/2014/main" id="{11BB7EC6-C7DB-4C69-822A-827E8E47B47A}"/>
                </a:ext>
              </a:extLst>
            </p:cNvPr>
            <p:cNvSpPr/>
            <p:nvPr/>
          </p:nvSpPr>
          <p:spPr>
            <a:xfrm>
              <a:off x="6869101" y="1783137"/>
              <a:ext cx="3895787" cy="110575"/>
            </a:xfrm>
            <a:prstGeom prst="trapezoid">
              <a:avLst>
                <a:gd name="adj" fmla="val 107452"/>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5" name="流程图: 离页连接符 41">
              <a:extLst>
                <a:ext uri="{FF2B5EF4-FFF2-40B4-BE49-F238E27FC236}">
                  <a16:creationId xmlns="" xmlns:a16="http://schemas.microsoft.com/office/drawing/2014/main" id="{AEF686DE-5456-4818-B3B2-1E302185C6FD}"/>
                </a:ext>
              </a:extLst>
            </p:cNvPr>
            <p:cNvSpPr/>
            <p:nvPr/>
          </p:nvSpPr>
          <p:spPr>
            <a:xfrm>
              <a:off x="6999168" y="1776450"/>
              <a:ext cx="3637423" cy="642008"/>
            </a:xfrm>
            <a:prstGeom prst="flowChartOffpageConnector">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6" name="文本框 9">
              <a:extLst>
                <a:ext uri="{FF2B5EF4-FFF2-40B4-BE49-F238E27FC236}">
                  <a16:creationId xmlns="" xmlns:a16="http://schemas.microsoft.com/office/drawing/2014/main" id="{590F6034-B06C-4E19-8A37-3C8A21F61996}"/>
                </a:ext>
              </a:extLst>
            </p:cNvPr>
            <p:cNvSpPr txBox="1"/>
            <p:nvPr/>
          </p:nvSpPr>
          <p:spPr>
            <a:xfrm>
              <a:off x="7631306" y="1896453"/>
              <a:ext cx="2224683" cy="369417"/>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
                  <a:srgbClr val="FF3300"/>
                </a:buClr>
                <a:buSzPct val="115000"/>
                <a:buFontTx/>
                <a:buNone/>
                <a:tabLst/>
                <a:defRPr/>
              </a:pPr>
              <a:r>
                <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添加标题内容</a:t>
              </a:r>
            </a:p>
          </p:txBody>
        </p:sp>
      </p:grpSp>
      <p:grpSp>
        <p:nvGrpSpPr>
          <p:cNvPr id="17" name="组合 43">
            <a:extLst>
              <a:ext uri="{FF2B5EF4-FFF2-40B4-BE49-F238E27FC236}">
                <a16:creationId xmlns="" xmlns:a16="http://schemas.microsoft.com/office/drawing/2014/main" id="{86F25854-B397-456B-8B71-870AF8DD26C6}"/>
              </a:ext>
            </a:extLst>
          </p:cNvPr>
          <p:cNvGrpSpPr/>
          <p:nvPr/>
        </p:nvGrpSpPr>
        <p:grpSpPr>
          <a:xfrm>
            <a:off x="758270" y="4136726"/>
            <a:ext cx="5193748" cy="1765379"/>
            <a:chOff x="756241" y="4112278"/>
            <a:chExt cx="5194950" cy="1765788"/>
          </a:xfrm>
        </p:grpSpPr>
        <p:sp>
          <p:nvSpPr>
            <p:cNvPr id="18" name="矩形 17">
              <a:extLst>
                <a:ext uri="{FF2B5EF4-FFF2-40B4-BE49-F238E27FC236}">
                  <a16:creationId xmlns="" xmlns:a16="http://schemas.microsoft.com/office/drawing/2014/main" id="{7B999B5D-057C-47DA-A3A8-0F27D3B4A6EA}"/>
                </a:ext>
              </a:extLst>
            </p:cNvPr>
            <p:cNvSpPr/>
            <p:nvPr/>
          </p:nvSpPr>
          <p:spPr>
            <a:xfrm>
              <a:off x="756241" y="4112278"/>
              <a:ext cx="5194950" cy="1765788"/>
            </a:xfrm>
            <a:prstGeom prst="rect">
              <a:avLst/>
            </a:prstGeom>
            <a:solidFill>
              <a:sysClr val="window" lastClr="FFFFFF">
                <a:lumMod val="95000"/>
              </a:sysClr>
            </a:solid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19" name="文本框 9">
              <a:extLst>
                <a:ext uri="{FF2B5EF4-FFF2-40B4-BE49-F238E27FC236}">
                  <a16:creationId xmlns="" xmlns:a16="http://schemas.microsoft.com/office/drawing/2014/main" id="{3F16BD4B-2664-46F4-808E-F92A73E7DBFC}"/>
                </a:ext>
              </a:extLst>
            </p:cNvPr>
            <p:cNvSpPr txBox="1"/>
            <p:nvPr/>
          </p:nvSpPr>
          <p:spPr>
            <a:xfrm>
              <a:off x="1270670" y="4771127"/>
              <a:ext cx="4125876" cy="738835"/>
            </a:xfrm>
            <a:prstGeom prst="rect">
              <a:avLst/>
            </a:prstGeom>
            <a:noFill/>
          </p:spPr>
          <p:txBody>
            <a:bodyPr wrap="square" lIns="0" tIns="0" rIns="0" bIns="0" rtlCol="0">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Gill Sans" charset="0"/>
                </a:rPr>
                <a:t>此处添加详细文本描述语言描述尽量简洁生动此处添加详细文本描述，建议与标题相关并。</a:t>
              </a:r>
              <a:endParaRPr kumimoji="0" lang="zh-CN" altLang="en-US" sz="16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p:txBody>
        </p:sp>
      </p:grpSp>
      <p:grpSp>
        <p:nvGrpSpPr>
          <p:cNvPr id="20" name="组合 46">
            <a:extLst>
              <a:ext uri="{FF2B5EF4-FFF2-40B4-BE49-F238E27FC236}">
                <a16:creationId xmlns="" xmlns:a16="http://schemas.microsoft.com/office/drawing/2014/main" id="{11F3B91D-103C-4BD1-A687-7CD74CBDCFE2}"/>
              </a:ext>
            </a:extLst>
          </p:cNvPr>
          <p:cNvGrpSpPr/>
          <p:nvPr/>
        </p:nvGrpSpPr>
        <p:grpSpPr>
          <a:xfrm>
            <a:off x="1374449" y="4030587"/>
            <a:ext cx="3894885" cy="644699"/>
            <a:chOff x="1372561" y="3980709"/>
            <a:chExt cx="3895787" cy="644848"/>
          </a:xfrm>
        </p:grpSpPr>
        <p:sp>
          <p:nvSpPr>
            <p:cNvPr id="21" name="梯形 20">
              <a:extLst>
                <a:ext uri="{FF2B5EF4-FFF2-40B4-BE49-F238E27FC236}">
                  <a16:creationId xmlns="" xmlns:a16="http://schemas.microsoft.com/office/drawing/2014/main" id="{1047999D-2865-4CAA-A9F6-7BFCB77DC88C}"/>
                </a:ext>
              </a:extLst>
            </p:cNvPr>
            <p:cNvSpPr/>
            <p:nvPr/>
          </p:nvSpPr>
          <p:spPr>
            <a:xfrm>
              <a:off x="1372561" y="3980709"/>
              <a:ext cx="3895787" cy="110575"/>
            </a:xfrm>
            <a:prstGeom prst="trapezoid">
              <a:avLst>
                <a:gd name="adj" fmla="val 107452"/>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2" name="流程图: 离页连接符 48">
              <a:extLst>
                <a:ext uri="{FF2B5EF4-FFF2-40B4-BE49-F238E27FC236}">
                  <a16:creationId xmlns="" xmlns:a16="http://schemas.microsoft.com/office/drawing/2014/main" id="{95B7826E-7754-4D74-8262-A8FFDC7F4DE3}"/>
                </a:ext>
              </a:extLst>
            </p:cNvPr>
            <p:cNvSpPr/>
            <p:nvPr/>
          </p:nvSpPr>
          <p:spPr>
            <a:xfrm>
              <a:off x="1502628" y="3983549"/>
              <a:ext cx="3637423" cy="642008"/>
            </a:xfrm>
            <a:prstGeom prst="flowChartOffpageConnector">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3" name="文本框 9">
              <a:extLst>
                <a:ext uri="{FF2B5EF4-FFF2-40B4-BE49-F238E27FC236}">
                  <a16:creationId xmlns="" xmlns:a16="http://schemas.microsoft.com/office/drawing/2014/main" id="{BC433F40-98F8-4F0E-81CE-E576CB0BD0C3}"/>
                </a:ext>
              </a:extLst>
            </p:cNvPr>
            <p:cNvSpPr txBox="1"/>
            <p:nvPr/>
          </p:nvSpPr>
          <p:spPr>
            <a:xfrm>
              <a:off x="2134766" y="4103552"/>
              <a:ext cx="2224683" cy="369417"/>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
                  <a:srgbClr val="FF3300"/>
                </a:buClr>
                <a:buSzPct val="115000"/>
                <a:buFontTx/>
                <a:buNone/>
                <a:tabLst/>
                <a:defRPr/>
              </a:pPr>
              <a:r>
                <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添加标题内容</a:t>
              </a:r>
            </a:p>
          </p:txBody>
        </p:sp>
      </p:grpSp>
      <p:grpSp>
        <p:nvGrpSpPr>
          <p:cNvPr id="24" name="组合 50">
            <a:extLst>
              <a:ext uri="{FF2B5EF4-FFF2-40B4-BE49-F238E27FC236}">
                <a16:creationId xmlns="" xmlns:a16="http://schemas.microsoft.com/office/drawing/2014/main" id="{439E85AD-9267-469B-9BEC-9BDDD2D2FE92}"/>
              </a:ext>
            </a:extLst>
          </p:cNvPr>
          <p:cNvGrpSpPr/>
          <p:nvPr/>
        </p:nvGrpSpPr>
        <p:grpSpPr>
          <a:xfrm>
            <a:off x="6253538" y="4136726"/>
            <a:ext cx="5193748" cy="1765379"/>
            <a:chOff x="6252781" y="4112278"/>
            <a:chExt cx="5194950" cy="1765788"/>
          </a:xfrm>
        </p:grpSpPr>
        <p:sp>
          <p:nvSpPr>
            <p:cNvPr id="25" name="矩形 24">
              <a:extLst>
                <a:ext uri="{FF2B5EF4-FFF2-40B4-BE49-F238E27FC236}">
                  <a16:creationId xmlns="" xmlns:a16="http://schemas.microsoft.com/office/drawing/2014/main" id="{D12C45ED-3E23-40DF-9A2E-FA84CDA34882}"/>
                </a:ext>
              </a:extLst>
            </p:cNvPr>
            <p:cNvSpPr/>
            <p:nvPr/>
          </p:nvSpPr>
          <p:spPr>
            <a:xfrm>
              <a:off x="6252781" y="4112278"/>
              <a:ext cx="5194950" cy="1765788"/>
            </a:xfrm>
            <a:prstGeom prst="rect">
              <a:avLst/>
            </a:prstGeom>
            <a:solidFill>
              <a:sysClr val="window" lastClr="FFFFFF">
                <a:lumMod val="95000"/>
              </a:sysClr>
            </a:solid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26" name="文本框 9">
              <a:extLst>
                <a:ext uri="{FF2B5EF4-FFF2-40B4-BE49-F238E27FC236}">
                  <a16:creationId xmlns="" xmlns:a16="http://schemas.microsoft.com/office/drawing/2014/main" id="{35287CC0-47E6-4DB7-B80A-4E2ACB454BD7}"/>
                </a:ext>
              </a:extLst>
            </p:cNvPr>
            <p:cNvSpPr txBox="1"/>
            <p:nvPr/>
          </p:nvSpPr>
          <p:spPr>
            <a:xfrm>
              <a:off x="6767211" y="4771127"/>
              <a:ext cx="4218628" cy="738835"/>
            </a:xfrm>
            <a:prstGeom prst="rect">
              <a:avLst/>
            </a:prstGeom>
            <a:noFill/>
          </p:spPr>
          <p:txBody>
            <a:bodyPr wrap="square" lIns="0" tIns="0" rIns="0" bIns="0" rtlCol="0">
              <a:spAutoFit/>
            </a:bodyPr>
            <a:lstStyle/>
            <a:p>
              <a:pPr marL="0" marR="0" lvl="0" indent="0" defTabSz="914400" eaLnBrk="1" fontAlgn="auto" latinLnBrk="0" hangingPunct="1">
                <a:lnSpc>
                  <a:spcPct val="150000"/>
                </a:lnSpc>
                <a:spcBef>
                  <a:spcPts val="0"/>
                </a:spcBef>
                <a:spcAft>
                  <a:spcPts val="0"/>
                </a:spcAft>
                <a:buClrTx/>
                <a:buSzTx/>
                <a:buFontTx/>
                <a:buNone/>
                <a:tabLst/>
                <a:defRPr/>
              </a:pPr>
              <a:r>
                <a:rPr kumimoji="0" lang="zh-CN" altLang="en-US" sz="16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sym typeface="Gill Sans" charset="0"/>
                </a:rPr>
                <a:t>此处添加详细文本描述语言描述尽量简洁生动此处添加详细文本描述，建议与标题相关并。</a:t>
              </a:r>
              <a:endParaRPr kumimoji="0" lang="zh-CN" altLang="en-US" sz="1600" b="0" i="0" u="none" strike="noStrike" kern="0" cap="none" spc="0" normalizeH="0" baseline="0" noProof="0" dirty="0">
                <a:ln>
                  <a:noFill/>
                </a:ln>
                <a:solidFill>
                  <a:prstClr val="black">
                    <a:lumMod val="85000"/>
                    <a:lumOff val="15000"/>
                  </a:prstClr>
                </a:solidFill>
                <a:effectLst/>
                <a:uLnTx/>
                <a:uFillTx/>
                <a:latin typeface="微软雅黑" panose="020B0503020204020204" pitchFamily="34" charset="-122"/>
                <a:ea typeface="微软雅黑" panose="020B0503020204020204" pitchFamily="34" charset="-122"/>
              </a:endParaRPr>
            </a:p>
          </p:txBody>
        </p:sp>
      </p:grpSp>
      <p:grpSp>
        <p:nvGrpSpPr>
          <p:cNvPr id="27" name="组合 53">
            <a:extLst>
              <a:ext uri="{FF2B5EF4-FFF2-40B4-BE49-F238E27FC236}">
                <a16:creationId xmlns="" xmlns:a16="http://schemas.microsoft.com/office/drawing/2014/main" id="{F1B1920C-AF3D-46DB-918F-BB787BF8BB35}"/>
              </a:ext>
            </a:extLst>
          </p:cNvPr>
          <p:cNvGrpSpPr/>
          <p:nvPr/>
        </p:nvGrpSpPr>
        <p:grpSpPr>
          <a:xfrm>
            <a:off x="6869717" y="4030586"/>
            <a:ext cx="3894885" cy="644700"/>
            <a:chOff x="6869101" y="3980708"/>
            <a:chExt cx="3895787" cy="644849"/>
          </a:xfrm>
        </p:grpSpPr>
        <p:sp>
          <p:nvSpPr>
            <p:cNvPr id="28" name="梯形 27">
              <a:extLst>
                <a:ext uri="{FF2B5EF4-FFF2-40B4-BE49-F238E27FC236}">
                  <a16:creationId xmlns="" xmlns:a16="http://schemas.microsoft.com/office/drawing/2014/main" id="{3510E201-39E0-4AE3-B17D-AC6652A7BC1A}"/>
                </a:ext>
              </a:extLst>
            </p:cNvPr>
            <p:cNvSpPr/>
            <p:nvPr/>
          </p:nvSpPr>
          <p:spPr>
            <a:xfrm>
              <a:off x="6869101" y="3980708"/>
              <a:ext cx="3895787" cy="110575"/>
            </a:xfrm>
            <a:prstGeom prst="trapezoid">
              <a:avLst>
                <a:gd name="adj" fmla="val 107452"/>
              </a:avLst>
            </a:prstGeom>
            <a:solidFill>
              <a:schemeClr val="accent1">
                <a:lumMod val="75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9" name="流程图: 离页连接符 55">
              <a:extLst>
                <a:ext uri="{FF2B5EF4-FFF2-40B4-BE49-F238E27FC236}">
                  <a16:creationId xmlns="" xmlns:a16="http://schemas.microsoft.com/office/drawing/2014/main" id="{3DE6A306-2D7D-4758-B796-46DE5740789D}"/>
                </a:ext>
              </a:extLst>
            </p:cNvPr>
            <p:cNvSpPr/>
            <p:nvPr/>
          </p:nvSpPr>
          <p:spPr>
            <a:xfrm>
              <a:off x="6999168" y="3983549"/>
              <a:ext cx="3637423" cy="642008"/>
            </a:xfrm>
            <a:prstGeom prst="flowChartOffpageConnector">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000" b="1"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30" name="文本框 9">
              <a:extLst>
                <a:ext uri="{FF2B5EF4-FFF2-40B4-BE49-F238E27FC236}">
                  <a16:creationId xmlns="" xmlns:a16="http://schemas.microsoft.com/office/drawing/2014/main" id="{F4F9CA3D-E20E-4FED-9237-FE2511810773}"/>
                </a:ext>
              </a:extLst>
            </p:cNvPr>
            <p:cNvSpPr txBox="1"/>
            <p:nvPr/>
          </p:nvSpPr>
          <p:spPr>
            <a:xfrm>
              <a:off x="7631306" y="4103552"/>
              <a:ext cx="2224683" cy="369417"/>
            </a:xfrm>
            <a:prstGeom prst="rect">
              <a:avLst/>
            </a:prstGeom>
            <a:noFill/>
          </p:spPr>
          <p:txBody>
            <a:bodyPr wrap="square" lIns="0" tIns="0" rIns="0" bIns="0" rtlCol="0">
              <a:spAutoFit/>
            </a:bodyPr>
            <a:lstStyle/>
            <a:p>
              <a:pPr marL="0" marR="0" lvl="0" indent="0" algn="ctr" defTabSz="914400" eaLnBrk="1" fontAlgn="auto" latinLnBrk="0" hangingPunct="1">
                <a:lnSpc>
                  <a:spcPct val="100000"/>
                </a:lnSpc>
                <a:spcBef>
                  <a:spcPts val="0"/>
                </a:spcBef>
                <a:spcAft>
                  <a:spcPts val="0"/>
                </a:spcAft>
                <a:buClr>
                  <a:srgbClr val="FF3300"/>
                </a:buClr>
                <a:buSzPct val="115000"/>
                <a:buFontTx/>
                <a:buNone/>
                <a:tabLst/>
                <a:defRPr/>
              </a:pPr>
              <a:r>
                <a:rPr kumimoji="0" lang="zh-CN" altLang="en-US" sz="24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添加标题内容</a:t>
              </a:r>
            </a:p>
          </p:txBody>
        </p:sp>
      </p:grpSp>
    </p:spTree>
    <p:extLst>
      <p:ext uri="{BB962C8B-B14F-4D97-AF65-F5344CB8AC3E}">
        <p14:creationId xmlns:p14="http://schemas.microsoft.com/office/powerpoint/2010/main" val="14756367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组合 10">
            <a:extLst>
              <a:ext uri="{FF2B5EF4-FFF2-40B4-BE49-F238E27FC236}">
                <a16:creationId xmlns="" xmlns:a16="http://schemas.microsoft.com/office/drawing/2014/main" id="{F96B1E6E-DF97-4E75-AA87-0D2C1E326D55}"/>
              </a:ext>
            </a:extLst>
          </p:cNvPr>
          <p:cNvGrpSpPr/>
          <p:nvPr/>
        </p:nvGrpSpPr>
        <p:grpSpPr>
          <a:xfrm>
            <a:off x="1243368" y="2227440"/>
            <a:ext cx="3019425" cy="3350831"/>
            <a:chOff x="1243368" y="2227440"/>
            <a:chExt cx="3019425" cy="3350831"/>
          </a:xfrm>
        </p:grpSpPr>
        <p:sp>
          <p:nvSpPr>
            <p:cNvPr id="10" name="矩形 9">
              <a:extLst>
                <a:ext uri="{FF2B5EF4-FFF2-40B4-BE49-F238E27FC236}">
                  <a16:creationId xmlns="" xmlns:a16="http://schemas.microsoft.com/office/drawing/2014/main" id="{12D37069-44FF-460E-878F-44A90F92DF81}"/>
                </a:ext>
              </a:extLst>
            </p:cNvPr>
            <p:cNvSpPr/>
            <p:nvPr/>
          </p:nvSpPr>
          <p:spPr>
            <a:xfrm>
              <a:off x="1243368" y="2654096"/>
              <a:ext cx="3019425" cy="2924175"/>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2">
              <a:extLst>
                <a:ext uri="{FF2B5EF4-FFF2-40B4-BE49-F238E27FC236}">
                  <a16:creationId xmlns="" xmlns:a16="http://schemas.microsoft.com/office/drawing/2014/main" id="{DF64DB51-A3E1-440B-9F99-C5304741094B}"/>
                </a:ext>
              </a:extLst>
            </p:cNvPr>
            <p:cNvGrpSpPr/>
            <p:nvPr/>
          </p:nvGrpSpPr>
          <p:grpSpPr>
            <a:xfrm>
              <a:off x="2101264" y="2227440"/>
              <a:ext cx="1303632" cy="1146790"/>
              <a:chOff x="5444184" y="2498690"/>
              <a:chExt cx="1303632" cy="1146790"/>
            </a:xfrm>
          </p:grpSpPr>
          <p:grpSp>
            <p:nvGrpSpPr>
              <p:cNvPr id="14" name="组合 15">
                <a:extLst>
                  <a:ext uri="{FF2B5EF4-FFF2-40B4-BE49-F238E27FC236}">
                    <a16:creationId xmlns="" xmlns:a16="http://schemas.microsoft.com/office/drawing/2014/main" id="{3E98B8AB-376D-4E90-9DB3-0DE69648B8F0}"/>
                  </a:ext>
                </a:extLst>
              </p:cNvPr>
              <p:cNvGrpSpPr/>
              <p:nvPr/>
            </p:nvGrpSpPr>
            <p:grpSpPr>
              <a:xfrm>
                <a:off x="5444184" y="3028456"/>
                <a:ext cx="1303632" cy="147638"/>
                <a:chOff x="5599557" y="3114181"/>
                <a:chExt cx="1303632" cy="147638"/>
              </a:xfrm>
            </p:grpSpPr>
            <p:sp>
              <p:nvSpPr>
                <p:cNvPr id="16" name="椭圆 15">
                  <a:extLst>
                    <a:ext uri="{FF2B5EF4-FFF2-40B4-BE49-F238E27FC236}">
                      <a16:creationId xmlns="" xmlns:a16="http://schemas.microsoft.com/office/drawing/2014/main" id="{217B88E0-F16E-4FF6-BAA7-FC238949E160}"/>
                    </a:ext>
                  </a:extLst>
                </p:cNvPr>
                <p:cNvSpPr/>
                <p:nvPr/>
              </p:nvSpPr>
              <p:spPr>
                <a:xfrm>
                  <a:off x="5599557" y="3114181"/>
                  <a:ext cx="147638" cy="14763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a:extLst>
                    <a:ext uri="{FF2B5EF4-FFF2-40B4-BE49-F238E27FC236}">
                      <a16:creationId xmlns="" xmlns:a16="http://schemas.microsoft.com/office/drawing/2014/main" id="{0E3D08AF-B676-41A1-BC68-C2182E180448}"/>
                    </a:ext>
                  </a:extLst>
                </p:cNvPr>
                <p:cNvSpPr/>
                <p:nvPr/>
              </p:nvSpPr>
              <p:spPr>
                <a:xfrm>
                  <a:off x="6755551" y="3114181"/>
                  <a:ext cx="147638" cy="14763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弧形 16">
                <a:extLst>
                  <a:ext uri="{FF2B5EF4-FFF2-40B4-BE49-F238E27FC236}">
                    <a16:creationId xmlns="" xmlns:a16="http://schemas.microsoft.com/office/drawing/2014/main" id="{FEF73BD3-2C10-414D-909B-C557D2030B3C}"/>
                  </a:ext>
                </a:extLst>
              </p:cNvPr>
              <p:cNvSpPr/>
              <p:nvPr/>
            </p:nvSpPr>
            <p:spPr>
              <a:xfrm>
                <a:off x="5524763" y="2498690"/>
                <a:ext cx="1146790" cy="1146790"/>
              </a:xfrm>
              <a:prstGeom prst="arc">
                <a:avLst>
                  <a:gd name="adj1" fmla="val 10852877"/>
                  <a:gd name="adj2" fmla="val 0"/>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solidFill>
                    <a:srgbClr val="FFC000"/>
                  </a:solidFill>
                </a:endParaRPr>
              </a:p>
            </p:txBody>
          </p:sp>
        </p:grpSp>
        <p:sp>
          <p:nvSpPr>
            <p:cNvPr id="12" name="矩形 11"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81EF411D-9E44-4F30-8712-CF0ECE494B50}"/>
                </a:ext>
              </a:extLst>
            </p:cNvPr>
            <p:cNvSpPr/>
            <p:nvPr/>
          </p:nvSpPr>
          <p:spPr>
            <a:xfrm rot="44009">
              <a:off x="1925036" y="3050213"/>
              <a:ext cx="1670650" cy="1446550"/>
            </a:xfrm>
            <a:prstGeom prst="rect">
              <a:avLst/>
            </a:prstGeom>
          </p:spPr>
          <p:txBody>
            <a:bodyPr wrap="none">
              <a:spAutoFit/>
            </a:bodyPr>
            <a:lstStyle/>
            <a:p>
              <a:r>
                <a:rPr lang="en-US" altLang="zh-CN" sz="8800" dirty="0">
                  <a:solidFill>
                    <a:schemeClr val="bg1"/>
                  </a:solidFill>
                  <a:latin typeface="Segoe UI Light" panose="020B0502040204020203" pitchFamily="34" charset="0"/>
                  <a:ea typeface="微软雅黑 Light" panose="020B0502040204020203" pitchFamily="34" charset="-122"/>
                  <a:cs typeface="Segoe UI Light" panose="020B0502040204020203" pitchFamily="34" charset="0"/>
                </a:rPr>
                <a:t>20</a:t>
              </a:r>
              <a:r>
                <a:rPr lang="en-US" altLang="zh-CN" sz="3200" dirty="0">
                  <a:solidFill>
                    <a:schemeClr val="bg1"/>
                  </a:solidFill>
                  <a:latin typeface="Segoe UI Light" panose="020B0502040204020203" pitchFamily="34" charset="0"/>
                  <a:ea typeface="微软雅黑 Light" panose="020B0502040204020203" pitchFamily="34" charset="-122"/>
                  <a:cs typeface="Segoe UI Light" panose="020B0502040204020203" pitchFamily="34" charset="0"/>
                </a:rPr>
                <a:t>%</a:t>
              </a:r>
            </a:p>
          </p:txBody>
        </p:sp>
        <p:sp>
          <p:nvSpPr>
            <p:cNvPr id="13" name="矩形 12">
              <a:extLst>
                <a:ext uri="{FF2B5EF4-FFF2-40B4-BE49-F238E27FC236}">
                  <a16:creationId xmlns="" xmlns:a16="http://schemas.microsoft.com/office/drawing/2014/main" id="{390FDB19-A561-4918-903E-F8B288EB93B4}"/>
                </a:ext>
              </a:extLst>
            </p:cNvPr>
            <p:cNvSpPr/>
            <p:nvPr/>
          </p:nvSpPr>
          <p:spPr>
            <a:xfrm>
              <a:off x="1820714" y="4569714"/>
              <a:ext cx="1879293" cy="646331"/>
            </a:xfrm>
            <a:prstGeom prst="rect">
              <a:avLst/>
            </a:prstGeom>
          </p:spPr>
          <p:txBody>
            <a:bodyPr wrap="square">
              <a:spAutoFit/>
            </a:bodyPr>
            <a:lstStyle/>
            <a:p>
              <a:pPr algn="ct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输入内容随便敲点字占位置，输入内容随便敲点字占位置。</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grpSp>
      <p:grpSp>
        <p:nvGrpSpPr>
          <p:cNvPr id="18" name="组合 19">
            <a:extLst>
              <a:ext uri="{FF2B5EF4-FFF2-40B4-BE49-F238E27FC236}">
                <a16:creationId xmlns="" xmlns:a16="http://schemas.microsoft.com/office/drawing/2014/main" id="{08D66C05-2FA7-4D61-BC83-6CD0AC47EE22}"/>
              </a:ext>
            </a:extLst>
          </p:cNvPr>
          <p:cNvGrpSpPr/>
          <p:nvPr/>
        </p:nvGrpSpPr>
        <p:grpSpPr>
          <a:xfrm>
            <a:off x="7929208" y="2227440"/>
            <a:ext cx="3019425" cy="3350831"/>
            <a:chOff x="7929208" y="2227440"/>
            <a:chExt cx="3019425" cy="3350831"/>
          </a:xfrm>
        </p:grpSpPr>
        <p:sp>
          <p:nvSpPr>
            <p:cNvPr id="19" name="矩形 18">
              <a:extLst>
                <a:ext uri="{FF2B5EF4-FFF2-40B4-BE49-F238E27FC236}">
                  <a16:creationId xmlns="" xmlns:a16="http://schemas.microsoft.com/office/drawing/2014/main" id="{B9F17C45-4D44-4851-A7C6-0DD671B90FF3}"/>
                </a:ext>
              </a:extLst>
            </p:cNvPr>
            <p:cNvSpPr/>
            <p:nvPr/>
          </p:nvSpPr>
          <p:spPr>
            <a:xfrm>
              <a:off x="7929208" y="2654096"/>
              <a:ext cx="3019425" cy="2924175"/>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21">
              <a:extLst>
                <a:ext uri="{FF2B5EF4-FFF2-40B4-BE49-F238E27FC236}">
                  <a16:creationId xmlns="" xmlns:a16="http://schemas.microsoft.com/office/drawing/2014/main" id="{E8B58362-CACC-4C68-B719-E78B4D777D01}"/>
                </a:ext>
              </a:extLst>
            </p:cNvPr>
            <p:cNvGrpSpPr/>
            <p:nvPr/>
          </p:nvGrpSpPr>
          <p:grpSpPr>
            <a:xfrm>
              <a:off x="8787620" y="2227440"/>
              <a:ext cx="1303632" cy="1146790"/>
              <a:chOff x="5444184" y="2498690"/>
              <a:chExt cx="1303632" cy="1146790"/>
            </a:xfrm>
          </p:grpSpPr>
          <p:grpSp>
            <p:nvGrpSpPr>
              <p:cNvPr id="23" name="组合 24">
                <a:extLst>
                  <a:ext uri="{FF2B5EF4-FFF2-40B4-BE49-F238E27FC236}">
                    <a16:creationId xmlns="" xmlns:a16="http://schemas.microsoft.com/office/drawing/2014/main" id="{036BEB8F-8534-48E2-8FF7-4A79D691924C}"/>
                  </a:ext>
                </a:extLst>
              </p:cNvPr>
              <p:cNvGrpSpPr/>
              <p:nvPr/>
            </p:nvGrpSpPr>
            <p:grpSpPr>
              <a:xfrm>
                <a:off x="5444184" y="3028456"/>
                <a:ext cx="1303632" cy="147638"/>
                <a:chOff x="5599557" y="3114181"/>
                <a:chExt cx="1303632" cy="147638"/>
              </a:xfrm>
            </p:grpSpPr>
            <p:sp>
              <p:nvSpPr>
                <p:cNvPr id="25" name="椭圆 24">
                  <a:extLst>
                    <a:ext uri="{FF2B5EF4-FFF2-40B4-BE49-F238E27FC236}">
                      <a16:creationId xmlns="" xmlns:a16="http://schemas.microsoft.com/office/drawing/2014/main" id="{110ACF7E-A1A4-49E8-ACDC-2E347BA706F8}"/>
                    </a:ext>
                  </a:extLst>
                </p:cNvPr>
                <p:cNvSpPr/>
                <p:nvPr/>
              </p:nvSpPr>
              <p:spPr>
                <a:xfrm>
                  <a:off x="5599557" y="3114181"/>
                  <a:ext cx="147638" cy="14763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椭圆 25">
                  <a:extLst>
                    <a:ext uri="{FF2B5EF4-FFF2-40B4-BE49-F238E27FC236}">
                      <a16:creationId xmlns="" xmlns:a16="http://schemas.microsoft.com/office/drawing/2014/main" id="{12C8B137-9177-4B63-B383-1F7ACDF0EDFC}"/>
                    </a:ext>
                  </a:extLst>
                </p:cNvPr>
                <p:cNvSpPr/>
                <p:nvPr/>
              </p:nvSpPr>
              <p:spPr>
                <a:xfrm>
                  <a:off x="6755551" y="3114181"/>
                  <a:ext cx="147638" cy="14763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弧形 25">
                <a:extLst>
                  <a:ext uri="{FF2B5EF4-FFF2-40B4-BE49-F238E27FC236}">
                    <a16:creationId xmlns="" xmlns:a16="http://schemas.microsoft.com/office/drawing/2014/main" id="{1A016C95-7DA6-4F92-8F3D-62413AC876EC}"/>
                  </a:ext>
                </a:extLst>
              </p:cNvPr>
              <p:cNvSpPr/>
              <p:nvPr/>
            </p:nvSpPr>
            <p:spPr>
              <a:xfrm>
                <a:off x="5524763" y="2498690"/>
                <a:ext cx="1146790" cy="1146790"/>
              </a:xfrm>
              <a:prstGeom prst="arc">
                <a:avLst>
                  <a:gd name="adj1" fmla="val 10852877"/>
                  <a:gd name="adj2" fmla="val 0"/>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21" name="矩形 20"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8FDE2D52-32CC-4655-9B45-C79243964F1C}"/>
                </a:ext>
              </a:extLst>
            </p:cNvPr>
            <p:cNvSpPr/>
            <p:nvPr/>
          </p:nvSpPr>
          <p:spPr>
            <a:xfrm rot="44009">
              <a:off x="8603596" y="3050213"/>
              <a:ext cx="1670650" cy="1446550"/>
            </a:xfrm>
            <a:prstGeom prst="rect">
              <a:avLst/>
            </a:prstGeom>
          </p:spPr>
          <p:txBody>
            <a:bodyPr wrap="none">
              <a:spAutoFit/>
            </a:bodyPr>
            <a:lstStyle/>
            <a:p>
              <a:r>
                <a:rPr lang="en-US" altLang="zh-CN" sz="8800" dirty="0">
                  <a:solidFill>
                    <a:schemeClr val="bg1"/>
                  </a:solidFill>
                  <a:latin typeface="Segoe UI Light" panose="020B0502040204020203" pitchFamily="34" charset="0"/>
                  <a:ea typeface="微软雅黑 Light" panose="020B0502040204020203" pitchFamily="34" charset="-122"/>
                  <a:cs typeface="Segoe UI Light" panose="020B0502040204020203" pitchFamily="34" charset="0"/>
                </a:rPr>
                <a:t>60</a:t>
              </a:r>
              <a:r>
                <a:rPr lang="en-US" altLang="zh-CN" sz="3200" dirty="0">
                  <a:solidFill>
                    <a:schemeClr val="bg1"/>
                  </a:solidFill>
                  <a:latin typeface="Segoe UI Light" panose="020B0502040204020203" pitchFamily="34" charset="0"/>
                  <a:ea typeface="微软雅黑 Light" panose="020B0502040204020203" pitchFamily="34" charset="-122"/>
                  <a:cs typeface="Segoe UI Light" panose="020B0502040204020203" pitchFamily="34" charset="0"/>
                </a:rPr>
                <a:t>%</a:t>
              </a:r>
            </a:p>
          </p:txBody>
        </p:sp>
        <p:sp>
          <p:nvSpPr>
            <p:cNvPr id="22" name="矩形 21">
              <a:extLst>
                <a:ext uri="{FF2B5EF4-FFF2-40B4-BE49-F238E27FC236}">
                  <a16:creationId xmlns="" xmlns:a16="http://schemas.microsoft.com/office/drawing/2014/main" id="{1DF0541F-8BAC-42F4-937D-859AE09F1E79}"/>
                </a:ext>
              </a:extLst>
            </p:cNvPr>
            <p:cNvSpPr/>
            <p:nvPr/>
          </p:nvSpPr>
          <p:spPr>
            <a:xfrm>
              <a:off x="8499273" y="4569714"/>
              <a:ext cx="1879293" cy="646331"/>
            </a:xfrm>
            <a:prstGeom prst="rect">
              <a:avLst/>
            </a:prstGeom>
          </p:spPr>
          <p:txBody>
            <a:bodyPr wrap="square">
              <a:spAutoFit/>
            </a:bodyPr>
            <a:lstStyle/>
            <a:p>
              <a:pPr algn="ct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输入内容随便敲点字占位置，输入内容随便敲点字占位置。</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grpSp>
      <p:grpSp>
        <p:nvGrpSpPr>
          <p:cNvPr id="27" name="组合 28">
            <a:extLst>
              <a:ext uri="{FF2B5EF4-FFF2-40B4-BE49-F238E27FC236}">
                <a16:creationId xmlns="" xmlns:a16="http://schemas.microsoft.com/office/drawing/2014/main" id="{DE104A1B-8CCF-4F78-8B61-76F174809666}"/>
              </a:ext>
            </a:extLst>
          </p:cNvPr>
          <p:cNvGrpSpPr/>
          <p:nvPr/>
        </p:nvGrpSpPr>
        <p:grpSpPr>
          <a:xfrm>
            <a:off x="4586288" y="2227440"/>
            <a:ext cx="3019425" cy="3350831"/>
            <a:chOff x="4586288" y="2227440"/>
            <a:chExt cx="3019425" cy="3350831"/>
          </a:xfrm>
        </p:grpSpPr>
        <p:sp>
          <p:nvSpPr>
            <p:cNvPr id="28" name="矩形 27">
              <a:extLst>
                <a:ext uri="{FF2B5EF4-FFF2-40B4-BE49-F238E27FC236}">
                  <a16:creationId xmlns="" xmlns:a16="http://schemas.microsoft.com/office/drawing/2014/main" id="{74DFA4C3-CF39-441A-A954-B91D2E8B49F0}"/>
                </a:ext>
              </a:extLst>
            </p:cNvPr>
            <p:cNvSpPr/>
            <p:nvPr/>
          </p:nvSpPr>
          <p:spPr>
            <a:xfrm>
              <a:off x="4586288" y="2654096"/>
              <a:ext cx="3019425" cy="2924175"/>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CDE04D92-A9DF-4A49-B062-D5DA1FFABD8D}"/>
                </a:ext>
              </a:extLst>
            </p:cNvPr>
            <p:cNvSpPr/>
            <p:nvPr/>
          </p:nvSpPr>
          <p:spPr>
            <a:xfrm rot="44009">
              <a:off x="5260675" y="3050213"/>
              <a:ext cx="1670650" cy="1446550"/>
            </a:xfrm>
            <a:prstGeom prst="rect">
              <a:avLst/>
            </a:prstGeom>
          </p:spPr>
          <p:txBody>
            <a:bodyPr wrap="none">
              <a:spAutoFit/>
            </a:bodyPr>
            <a:lstStyle/>
            <a:p>
              <a:r>
                <a:rPr lang="en-US" altLang="zh-CN" sz="8800" dirty="0">
                  <a:solidFill>
                    <a:schemeClr val="bg1"/>
                  </a:solidFill>
                  <a:latin typeface="Segoe UI Light" panose="020B0502040204020203" pitchFamily="34" charset="0"/>
                  <a:ea typeface="微软雅黑 Light" panose="020B0502040204020203" pitchFamily="34" charset="-122"/>
                  <a:cs typeface="Segoe UI Light" panose="020B0502040204020203" pitchFamily="34" charset="0"/>
                </a:rPr>
                <a:t>80</a:t>
              </a:r>
              <a:r>
                <a:rPr lang="en-US" altLang="zh-CN" sz="3200" dirty="0">
                  <a:solidFill>
                    <a:schemeClr val="bg1"/>
                  </a:solidFill>
                  <a:latin typeface="Segoe UI Light" panose="020B0502040204020203" pitchFamily="34" charset="0"/>
                  <a:ea typeface="微软雅黑 Light" panose="020B0502040204020203" pitchFamily="34" charset="-122"/>
                  <a:cs typeface="Segoe UI Light" panose="020B0502040204020203" pitchFamily="34" charset="0"/>
                </a:rPr>
                <a:t>%</a:t>
              </a:r>
            </a:p>
          </p:txBody>
        </p:sp>
        <p:grpSp>
          <p:nvGrpSpPr>
            <p:cNvPr id="30" name="组合 31">
              <a:extLst>
                <a:ext uri="{FF2B5EF4-FFF2-40B4-BE49-F238E27FC236}">
                  <a16:creationId xmlns="" xmlns:a16="http://schemas.microsoft.com/office/drawing/2014/main" id="{F7E04735-E52B-4F6D-ACB1-B2E5710D5A16}"/>
                </a:ext>
              </a:extLst>
            </p:cNvPr>
            <p:cNvGrpSpPr/>
            <p:nvPr/>
          </p:nvGrpSpPr>
          <p:grpSpPr>
            <a:xfrm>
              <a:off x="5444184" y="2227440"/>
              <a:ext cx="1303632" cy="1146790"/>
              <a:chOff x="5444184" y="2498690"/>
              <a:chExt cx="1303632" cy="1146790"/>
            </a:xfrm>
          </p:grpSpPr>
          <p:grpSp>
            <p:nvGrpSpPr>
              <p:cNvPr id="32" name="组合 33">
                <a:extLst>
                  <a:ext uri="{FF2B5EF4-FFF2-40B4-BE49-F238E27FC236}">
                    <a16:creationId xmlns="" xmlns:a16="http://schemas.microsoft.com/office/drawing/2014/main" id="{ECE3059F-5496-4C97-83EA-7A8C3BC49678}"/>
                  </a:ext>
                </a:extLst>
              </p:cNvPr>
              <p:cNvGrpSpPr/>
              <p:nvPr/>
            </p:nvGrpSpPr>
            <p:grpSpPr>
              <a:xfrm>
                <a:off x="5444184" y="3028456"/>
                <a:ext cx="1303632" cy="147638"/>
                <a:chOff x="5599557" y="3114181"/>
                <a:chExt cx="1303632" cy="147638"/>
              </a:xfrm>
            </p:grpSpPr>
            <p:sp>
              <p:nvSpPr>
                <p:cNvPr id="34" name="椭圆 33">
                  <a:extLst>
                    <a:ext uri="{FF2B5EF4-FFF2-40B4-BE49-F238E27FC236}">
                      <a16:creationId xmlns="" xmlns:a16="http://schemas.microsoft.com/office/drawing/2014/main" id="{52DC6A2E-7CC8-424C-AC8C-276AE099CD25}"/>
                    </a:ext>
                  </a:extLst>
                </p:cNvPr>
                <p:cNvSpPr/>
                <p:nvPr/>
              </p:nvSpPr>
              <p:spPr>
                <a:xfrm>
                  <a:off x="5599557" y="3114181"/>
                  <a:ext cx="147638" cy="147638"/>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a:extLst>
                    <a:ext uri="{FF2B5EF4-FFF2-40B4-BE49-F238E27FC236}">
                      <a16:creationId xmlns="" xmlns:a16="http://schemas.microsoft.com/office/drawing/2014/main" id="{A6492032-74E1-4C8D-B9AF-58C950C7689C}"/>
                    </a:ext>
                  </a:extLst>
                </p:cNvPr>
                <p:cNvSpPr/>
                <p:nvPr/>
              </p:nvSpPr>
              <p:spPr>
                <a:xfrm>
                  <a:off x="6755551" y="3114181"/>
                  <a:ext cx="147638" cy="147638"/>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弧形 34">
                <a:extLst>
                  <a:ext uri="{FF2B5EF4-FFF2-40B4-BE49-F238E27FC236}">
                    <a16:creationId xmlns="" xmlns:a16="http://schemas.microsoft.com/office/drawing/2014/main" id="{9E0CFEBB-C16C-413D-B6EC-A740461C271E}"/>
                  </a:ext>
                </a:extLst>
              </p:cNvPr>
              <p:cNvSpPr/>
              <p:nvPr/>
            </p:nvSpPr>
            <p:spPr>
              <a:xfrm>
                <a:off x="5524763" y="2498690"/>
                <a:ext cx="1146790" cy="1146790"/>
              </a:xfrm>
              <a:prstGeom prst="arc">
                <a:avLst>
                  <a:gd name="adj1" fmla="val 10852877"/>
                  <a:gd name="adj2" fmla="val 0"/>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31" name="矩形 30">
              <a:extLst>
                <a:ext uri="{FF2B5EF4-FFF2-40B4-BE49-F238E27FC236}">
                  <a16:creationId xmlns="" xmlns:a16="http://schemas.microsoft.com/office/drawing/2014/main" id="{EB607716-FF57-4E79-B5D6-6341A2DC3F71}"/>
                </a:ext>
              </a:extLst>
            </p:cNvPr>
            <p:cNvSpPr/>
            <p:nvPr/>
          </p:nvSpPr>
          <p:spPr>
            <a:xfrm>
              <a:off x="5156354" y="4569714"/>
              <a:ext cx="1879293" cy="646331"/>
            </a:xfrm>
            <a:prstGeom prst="rect">
              <a:avLst/>
            </a:prstGeom>
          </p:spPr>
          <p:txBody>
            <a:bodyPr wrap="square">
              <a:spAutoFit/>
            </a:bodyPr>
            <a:lstStyle/>
            <a:p>
              <a:pPr algn="ct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输入内容随便敲点字占位置，输入内容随便敲点字占位置。</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grpSp>
      <p:sp>
        <p:nvSpPr>
          <p:cNvPr id="36" name="标题 35"/>
          <p:cNvSpPr>
            <a:spLocks noGrp="1"/>
          </p:cNvSpPr>
          <p:nvPr>
            <p:ph type="title"/>
          </p:nvPr>
        </p:nvSpPr>
        <p:spPr/>
        <p:txBody>
          <a:bodyPr/>
          <a:lstStyle/>
          <a:p>
            <a:r>
              <a:rPr lang="zh-CN" altLang="en-US" dirty="0"/>
              <a:t>这里是居左对齐的标题文字</a:t>
            </a:r>
            <a:endParaRPr kumimoji="1" lang="zh-CN" altLang="en-US" dirty="0"/>
          </a:p>
        </p:txBody>
      </p:sp>
      <p:sp>
        <p:nvSpPr>
          <p:cNvPr id="37" name="文本占位符 36"/>
          <p:cNvSpPr>
            <a:spLocks noGrp="1"/>
          </p:cNvSpPr>
          <p:nvPr>
            <p:ph type="body" sz="quarter" idx="10"/>
          </p:nvPr>
        </p:nvSpPr>
        <p:spPr/>
        <p:txBody>
          <a:bodyPr/>
          <a:lstStyle/>
          <a:p>
            <a:r>
              <a:rPr kumimoji="1" lang="zh-CN" altLang="en-US" dirty="0" smtClean="0"/>
              <a:t>关键字</a:t>
            </a:r>
            <a:endParaRPr kumimoji="1" lang="zh-CN" altLang="en-US" dirty="0"/>
          </a:p>
        </p:txBody>
      </p:sp>
    </p:spTree>
    <p:extLst>
      <p:ext uri="{BB962C8B-B14F-4D97-AF65-F5344CB8AC3E}">
        <p14:creationId xmlns:p14="http://schemas.microsoft.com/office/powerpoint/2010/main" val="288319734"/>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9">
            <a:extLst>
              <a:ext uri="{FF2B5EF4-FFF2-40B4-BE49-F238E27FC236}">
                <a16:creationId xmlns="" xmlns:a16="http://schemas.microsoft.com/office/drawing/2014/main" id="{0D27A7CB-679A-474C-A064-6DD18FC7C20E}"/>
              </a:ext>
            </a:extLst>
          </p:cNvPr>
          <p:cNvGrpSpPr/>
          <p:nvPr/>
        </p:nvGrpSpPr>
        <p:grpSpPr>
          <a:xfrm>
            <a:off x="1710179" y="2209926"/>
            <a:ext cx="2514600" cy="3467100"/>
            <a:chOff x="1710179" y="2209926"/>
            <a:chExt cx="2514600" cy="3467100"/>
          </a:xfrm>
        </p:grpSpPr>
        <p:sp>
          <p:nvSpPr>
            <p:cNvPr id="40" name="矩形 39">
              <a:extLst>
                <a:ext uri="{FF2B5EF4-FFF2-40B4-BE49-F238E27FC236}">
                  <a16:creationId xmlns="" xmlns:a16="http://schemas.microsoft.com/office/drawing/2014/main" id="{ED3BFB5E-838B-47EF-90AF-BA29880CF7DA}"/>
                </a:ext>
              </a:extLst>
            </p:cNvPr>
            <p:cNvSpPr/>
            <p:nvPr/>
          </p:nvSpPr>
          <p:spPr>
            <a:xfrm>
              <a:off x="1710179" y="2209926"/>
              <a:ext cx="2514600" cy="3467100"/>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solidFill>
                    <a:srgbClr val="4372C4"/>
                  </a:solidFill>
                </a:ln>
                <a:solidFill>
                  <a:schemeClr val="bg1"/>
                </a:solidFill>
              </a:endParaRPr>
            </a:p>
          </p:txBody>
        </p:sp>
        <p:grpSp>
          <p:nvGrpSpPr>
            <p:cNvPr id="41" name="组合 11">
              <a:extLst>
                <a:ext uri="{FF2B5EF4-FFF2-40B4-BE49-F238E27FC236}">
                  <a16:creationId xmlns="" xmlns:a16="http://schemas.microsoft.com/office/drawing/2014/main" id="{F4C07985-D25E-4696-AE42-2A1A8755EED9}"/>
                </a:ext>
              </a:extLst>
            </p:cNvPr>
            <p:cNvGrpSpPr/>
            <p:nvPr/>
          </p:nvGrpSpPr>
          <p:grpSpPr>
            <a:xfrm>
              <a:off x="2003113" y="2628402"/>
              <a:ext cx="1928733" cy="2548964"/>
              <a:chOff x="2317765" y="2256927"/>
              <a:chExt cx="1928733" cy="2548964"/>
            </a:xfrm>
          </p:grpSpPr>
          <p:sp>
            <p:nvSpPr>
              <p:cNvPr id="42" name="矩形 41"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9D555189-183A-46AF-9224-43DE16F9BF3F}"/>
                  </a:ext>
                </a:extLst>
              </p:cNvPr>
              <p:cNvSpPr/>
              <p:nvPr/>
            </p:nvSpPr>
            <p:spPr>
              <a:xfrm rot="44009">
                <a:off x="2317765" y="2899537"/>
                <a:ext cx="1928733" cy="1107996"/>
              </a:xfrm>
              <a:prstGeom prst="rect">
                <a:avLst/>
              </a:prstGeom>
            </p:spPr>
            <p:txBody>
              <a:bodyPr wrap="none">
                <a:spAutoFit/>
              </a:bodyPr>
              <a:lstStyle/>
              <a:p>
                <a:r>
                  <a:rPr lang="en-US" altLang="zh-CN" sz="6600" dirty="0">
                    <a:solidFill>
                      <a:schemeClr val="bg1"/>
                    </a:solidFill>
                    <a:latin typeface="Segoe UI Light" panose="020B0502040204020203" pitchFamily="34" charset="0"/>
                    <a:ea typeface="微软雅黑 Light" panose="020B0502040204020203" pitchFamily="34" charset="-122"/>
                    <a:cs typeface="Segoe UI Light" panose="020B0502040204020203" pitchFamily="34" charset="0"/>
                  </a:rPr>
                  <a:t>3200</a:t>
                </a:r>
              </a:p>
            </p:txBody>
          </p:sp>
          <p:sp>
            <p:nvSpPr>
              <p:cNvPr id="43" name="矩形 42">
                <a:extLst>
                  <a:ext uri="{FF2B5EF4-FFF2-40B4-BE49-F238E27FC236}">
                    <a16:creationId xmlns="" xmlns:a16="http://schemas.microsoft.com/office/drawing/2014/main" id="{CA48A90D-5C9E-4BAE-AE21-599671FCEA04}"/>
                  </a:ext>
                </a:extLst>
              </p:cNvPr>
              <p:cNvSpPr/>
              <p:nvPr/>
            </p:nvSpPr>
            <p:spPr>
              <a:xfrm>
                <a:off x="2342485" y="4159560"/>
                <a:ext cx="1879293" cy="646331"/>
              </a:xfrm>
              <a:prstGeom prst="rect">
                <a:avLst/>
              </a:prstGeom>
            </p:spPr>
            <p:txBody>
              <a:bodyPr wrap="square">
                <a:spAutoFit/>
              </a:bodyPr>
              <a:lstStyle/>
              <a:p>
                <a:pPr algn="ct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输入内容随便敲点字占位置，输入内容随便敲点字占位置。</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sp>
            <p:nvSpPr>
              <p:cNvPr id="44" name="矩形 43">
                <a:extLst>
                  <a:ext uri="{FF2B5EF4-FFF2-40B4-BE49-F238E27FC236}">
                    <a16:creationId xmlns="" xmlns:a16="http://schemas.microsoft.com/office/drawing/2014/main" id="{57E29344-879C-4617-9552-0106367E4809}"/>
                  </a:ext>
                </a:extLst>
              </p:cNvPr>
              <p:cNvSpPr/>
              <p:nvPr/>
            </p:nvSpPr>
            <p:spPr>
              <a:xfrm>
                <a:off x="2342485" y="2256927"/>
                <a:ext cx="1879293" cy="338554"/>
              </a:xfrm>
              <a:prstGeom prst="rect">
                <a:avLst/>
              </a:prstGeom>
            </p:spPr>
            <p:txBody>
              <a:bodyPr wrap="square">
                <a:spAutoFit/>
              </a:bodyPr>
              <a:lstStyle/>
              <a:p>
                <a:pPr algn="ctr">
                  <a:spcAft>
                    <a:spcPts val="600"/>
                  </a:spcAft>
                  <a:buClr>
                    <a:srgbClr val="000000"/>
                  </a:buClr>
                </a:pPr>
                <a:r>
                  <a:rPr lang="zh-CN" altLang="en-US" sz="1600" dirty="0">
                    <a:solidFill>
                      <a:schemeClr val="bg1"/>
                    </a:solidFill>
                    <a:latin typeface="微软雅黑" panose="020B0503020204020204" pitchFamily="34" charset="-122"/>
                    <a:ea typeface="微软雅黑" panose="020B0503020204020204" pitchFamily="34" charset="-122"/>
                  </a:rPr>
                  <a:t>需要加强的</a:t>
                </a:r>
                <a:r>
                  <a:rPr lang="en-US" altLang="zh-CN" sz="1600" dirty="0">
                    <a:solidFill>
                      <a:schemeClr val="bg1"/>
                    </a:solidFill>
                    <a:latin typeface="微软雅黑" panose="020B0503020204020204" pitchFamily="34" charset="-122"/>
                    <a:ea typeface="微软雅黑" panose="020B0503020204020204" pitchFamily="34" charset="-122"/>
                  </a:rPr>
                  <a:t>A</a:t>
                </a:r>
                <a:endParaRPr lang="en-US" altLang="zh-CN" dirty="0">
                  <a:solidFill>
                    <a:schemeClr val="bg1"/>
                  </a:solidFill>
                  <a:latin typeface="微软雅黑" panose="020B0503020204020204" pitchFamily="34" charset="-122"/>
                  <a:ea typeface="微软雅黑" panose="020B0503020204020204" pitchFamily="34" charset="-122"/>
                </a:endParaRPr>
              </a:p>
            </p:txBody>
          </p:sp>
          <p:cxnSp>
            <p:nvCxnSpPr>
              <p:cNvPr id="45" name="直接连接符 15"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BB19A930-BDB1-4EBC-B746-BEAC747B3CB3}"/>
                  </a:ext>
                </a:extLst>
              </p:cNvPr>
              <p:cNvCxnSpPr/>
              <p:nvPr/>
            </p:nvCxnSpPr>
            <p:spPr>
              <a:xfrm>
                <a:off x="3149043" y="2747509"/>
                <a:ext cx="266176" cy="0"/>
              </a:xfrm>
              <a:prstGeom prst="line">
                <a:avLst/>
              </a:prstGeom>
              <a:ln w="254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grpSp>
        <p:nvGrpSpPr>
          <p:cNvPr id="46" name="组合 16">
            <a:extLst>
              <a:ext uri="{FF2B5EF4-FFF2-40B4-BE49-F238E27FC236}">
                <a16:creationId xmlns="" xmlns:a16="http://schemas.microsoft.com/office/drawing/2014/main" id="{593B21B9-92C5-45DC-BF29-4D65D8A90555}"/>
              </a:ext>
            </a:extLst>
          </p:cNvPr>
          <p:cNvGrpSpPr/>
          <p:nvPr/>
        </p:nvGrpSpPr>
        <p:grpSpPr>
          <a:xfrm>
            <a:off x="7991941" y="2209926"/>
            <a:ext cx="2514600" cy="3467100"/>
            <a:chOff x="7991941" y="2209926"/>
            <a:chExt cx="2514600" cy="3467100"/>
          </a:xfrm>
        </p:grpSpPr>
        <p:sp>
          <p:nvSpPr>
            <p:cNvPr id="47" name="矩形 46">
              <a:extLst>
                <a:ext uri="{FF2B5EF4-FFF2-40B4-BE49-F238E27FC236}">
                  <a16:creationId xmlns="" xmlns:a16="http://schemas.microsoft.com/office/drawing/2014/main" id="{FC3AEE8B-2BBC-4A9A-AC5A-E6766F9BAA24}"/>
                </a:ext>
              </a:extLst>
            </p:cNvPr>
            <p:cNvSpPr/>
            <p:nvPr/>
          </p:nvSpPr>
          <p:spPr>
            <a:xfrm>
              <a:off x="7991941" y="2209926"/>
              <a:ext cx="2514600" cy="3467100"/>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endParaRPr>
            </a:p>
          </p:txBody>
        </p:sp>
        <p:grpSp>
          <p:nvGrpSpPr>
            <p:cNvPr id="48" name="组合 18">
              <a:extLst>
                <a:ext uri="{FF2B5EF4-FFF2-40B4-BE49-F238E27FC236}">
                  <a16:creationId xmlns="" xmlns:a16="http://schemas.microsoft.com/office/drawing/2014/main" id="{84FD93CC-CB3F-47EE-A8B3-49934BBAAB86}"/>
                </a:ext>
              </a:extLst>
            </p:cNvPr>
            <p:cNvGrpSpPr/>
            <p:nvPr/>
          </p:nvGrpSpPr>
          <p:grpSpPr>
            <a:xfrm>
              <a:off x="8309595" y="2628402"/>
              <a:ext cx="1879293" cy="2548964"/>
              <a:chOff x="8624247" y="2256927"/>
              <a:chExt cx="1879293" cy="2548964"/>
            </a:xfrm>
          </p:grpSpPr>
          <p:sp>
            <p:nvSpPr>
              <p:cNvPr id="49" name="矩形 48"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6B787113-5566-4988-992B-656242115DC1}"/>
                  </a:ext>
                </a:extLst>
              </p:cNvPr>
              <p:cNvSpPr/>
              <p:nvPr/>
            </p:nvSpPr>
            <p:spPr>
              <a:xfrm rot="44009">
                <a:off x="9253552" y="2899537"/>
                <a:ext cx="620683" cy="1107996"/>
              </a:xfrm>
              <a:prstGeom prst="rect">
                <a:avLst/>
              </a:prstGeom>
            </p:spPr>
            <p:txBody>
              <a:bodyPr wrap="none">
                <a:spAutoFit/>
              </a:bodyPr>
              <a:lstStyle/>
              <a:p>
                <a:r>
                  <a:rPr lang="en-US" altLang="zh-CN" sz="6600" dirty="0">
                    <a:solidFill>
                      <a:schemeClr val="bg1"/>
                    </a:solidFill>
                    <a:latin typeface="Segoe UI Light" panose="020B0502040204020203" pitchFamily="34" charset="0"/>
                    <a:ea typeface="微软雅黑 Light" panose="020B0502040204020203" pitchFamily="34" charset="-122"/>
                    <a:cs typeface="Segoe UI Light" panose="020B0502040204020203" pitchFamily="34" charset="0"/>
                  </a:rPr>
                  <a:t>6</a:t>
                </a:r>
              </a:p>
            </p:txBody>
          </p:sp>
          <p:sp>
            <p:nvSpPr>
              <p:cNvPr id="50" name="矩形 49">
                <a:extLst>
                  <a:ext uri="{FF2B5EF4-FFF2-40B4-BE49-F238E27FC236}">
                    <a16:creationId xmlns="" xmlns:a16="http://schemas.microsoft.com/office/drawing/2014/main" id="{52543383-A2D3-4F4F-89AD-373878893E46}"/>
                  </a:ext>
                </a:extLst>
              </p:cNvPr>
              <p:cNvSpPr/>
              <p:nvPr/>
            </p:nvSpPr>
            <p:spPr>
              <a:xfrm>
                <a:off x="8624247" y="2256927"/>
                <a:ext cx="1879293" cy="338554"/>
              </a:xfrm>
              <a:prstGeom prst="rect">
                <a:avLst/>
              </a:prstGeom>
            </p:spPr>
            <p:txBody>
              <a:bodyPr wrap="square">
                <a:spAutoFit/>
              </a:bodyPr>
              <a:lstStyle/>
              <a:p>
                <a:pPr algn="ctr">
                  <a:spcAft>
                    <a:spcPts val="600"/>
                  </a:spcAft>
                  <a:buClr>
                    <a:srgbClr val="000000"/>
                  </a:buClr>
                </a:pPr>
                <a:r>
                  <a:rPr lang="zh-CN" altLang="en-US" sz="1600" dirty="0">
                    <a:solidFill>
                      <a:schemeClr val="bg1"/>
                    </a:solidFill>
                    <a:latin typeface="微软雅黑" panose="020B0503020204020204" pitchFamily="34" charset="-122"/>
                    <a:ea typeface="微软雅黑" panose="020B0503020204020204" pitchFamily="34" charset="-122"/>
                  </a:rPr>
                  <a:t>需要加强的</a:t>
                </a:r>
                <a:r>
                  <a:rPr lang="en-US" altLang="zh-CN" sz="1600" dirty="0">
                    <a:solidFill>
                      <a:schemeClr val="bg1"/>
                    </a:solidFill>
                    <a:latin typeface="微软雅黑" panose="020B0503020204020204" pitchFamily="34" charset="-122"/>
                    <a:ea typeface="微软雅黑" panose="020B0503020204020204" pitchFamily="34" charset="-122"/>
                  </a:rPr>
                  <a:t>C</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51" name="矩形 50">
                <a:extLst>
                  <a:ext uri="{FF2B5EF4-FFF2-40B4-BE49-F238E27FC236}">
                    <a16:creationId xmlns="" xmlns:a16="http://schemas.microsoft.com/office/drawing/2014/main" id="{44245737-7CF3-45CF-A741-CA5506D4FE59}"/>
                  </a:ext>
                </a:extLst>
              </p:cNvPr>
              <p:cNvSpPr/>
              <p:nvPr/>
            </p:nvSpPr>
            <p:spPr>
              <a:xfrm>
                <a:off x="8624247" y="4159560"/>
                <a:ext cx="1879293" cy="646331"/>
              </a:xfrm>
              <a:prstGeom prst="rect">
                <a:avLst/>
              </a:prstGeom>
            </p:spPr>
            <p:txBody>
              <a:bodyPr wrap="square">
                <a:spAutoFit/>
              </a:bodyPr>
              <a:lstStyle/>
              <a:p>
                <a:pPr algn="ct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输入内容随便敲点字占位置，输入内容随便敲点字占位置。</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cxnSp>
            <p:nvCxnSpPr>
              <p:cNvPr id="52" name="直接连接符 22"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2A3BC92E-A2BD-4ED6-954F-3B88EB2AC9DD}"/>
                  </a:ext>
                </a:extLst>
              </p:cNvPr>
              <p:cNvCxnSpPr/>
              <p:nvPr/>
            </p:nvCxnSpPr>
            <p:spPr>
              <a:xfrm>
                <a:off x="9430805" y="2747509"/>
                <a:ext cx="266176" cy="0"/>
              </a:xfrm>
              <a:prstGeom prst="line">
                <a:avLst/>
              </a:prstGeom>
              <a:ln w="254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grpSp>
        <p:nvGrpSpPr>
          <p:cNvPr id="53" name="组合 23">
            <a:extLst>
              <a:ext uri="{FF2B5EF4-FFF2-40B4-BE49-F238E27FC236}">
                <a16:creationId xmlns="" xmlns:a16="http://schemas.microsoft.com/office/drawing/2014/main" id="{1056DB60-4B0C-4A0F-AF42-7FA883DD2173}"/>
              </a:ext>
            </a:extLst>
          </p:cNvPr>
          <p:cNvGrpSpPr/>
          <p:nvPr/>
        </p:nvGrpSpPr>
        <p:grpSpPr>
          <a:xfrm>
            <a:off x="4863420" y="2209926"/>
            <a:ext cx="2514600" cy="3467100"/>
            <a:chOff x="4863420" y="2209926"/>
            <a:chExt cx="2514600" cy="3467100"/>
          </a:xfrm>
        </p:grpSpPr>
        <p:sp>
          <p:nvSpPr>
            <p:cNvPr id="54" name="矩形 53">
              <a:extLst>
                <a:ext uri="{FF2B5EF4-FFF2-40B4-BE49-F238E27FC236}">
                  <a16:creationId xmlns="" xmlns:a16="http://schemas.microsoft.com/office/drawing/2014/main" id="{47C8F9DD-E708-4590-8C18-4A88D65B7BC1}"/>
                </a:ext>
              </a:extLst>
            </p:cNvPr>
            <p:cNvSpPr/>
            <p:nvPr/>
          </p:nvSpPr>
          <p:spPr>
            <a:xfrm>
              <a:off x="4863420" y="2209926"/>
              <a:ext cx="2514600" cy="3467100"/>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5" name="组合 25">
              <a:extLst>
                <a:ext uri="{FF2B5EF4-FFF2-40B4-BE49-F238E27FC236}">
                  <a16:creationId xmlns="" xmlns:a16="http://schemas.microsoft.com/office/drawing/2014/main" id="{23F5B0BA-826A-4F8A-9A39-4D39FFCC854F}"/>
                </a:ext>
              </a:extLst>
            </p:cNvPr>
            <p:cNvGrpSpPr/>
            <p:nvPr/>
          </p:nvGrpSpPr>
          <p:grpSpPr>
            <a:xfrm>
              <a:off x="5181074" y="2628402"/>
              <a:ext cx="1879293" cy="2548964"/>
              <a:chOff x="5779247" y="2256927"/>
              <a:chExt cx="1879293" cy="2548964"/>
            </a:xfrm>
          </p:grpSpPr>
          <p:sp>
            <p:nvSpPr>
              <p:cNvPr id="56" name="矩形 55"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68FDEF2F-197A-4F26-A343-D6023FACCDDF}"/>
                  </a:ext>
                </a:extLst>
              </p:cNvPr>
              <p:cNvSpPr/>
              <p:nvPr/>
            </p:nvSpPr>
            <p:spPr>
              <a:xfrm rot="44009">
                <a:off x="5894789" y="2899537"/>
                <a:ext cx="1648208" cy="1107996"/>
              </a:xfrm>
              <a:prstGeom prst="rect">
                <a:avLst/>
              </a:prstGeom>
            </p:spPr>
            <p:txBody>
              <a:bodyPr wrap="none">
                <a:spAutoFit/>
              </a:bodyPr>
              <a:lstStyle/>
              <a:p>
                <a:r>
                  <a:rPr lang="en-US" altLang="zh-CN" sz="6600" dirty="0">
                    <a:solidFill>
                      <a:schemeClr val="bg1"/>
                    </a:solidFill>
                    <a:latin typeface="Segoe UI Light" panose="020B0502040204020203" pitchFamily="34" charset="0"/>
                    <a:ea typeface="微软雅黑 Light" panose="020B0502040204020203" pitchFamily="34" charset="-122"/>
                    <a:cs typeface="Segoe UI Light" panose="020B0502040204020203" pitchFamily="34" charset="0"/>
                  </a:rPr>
                  <a:t>80%</a:t>
                </a:r>
              </a:p>
            </p:txBody>
          </p:sp>
          <p:sp>
            <p:nvSpPr>
              <p:cNvPr id="57" name="矩形 56">
                <a:extLst>
                  <a:ext uri="{FF2B5EF4-FFF2-40B4-BE49-F238E27FC236}">
                    <a16:creationId xmlns="" xmlns:a16="http://schemas.microsoft.com/office/drawing/2014/main" id="{67F0129A-DA2D-446C-8CB2-1676E5C02388}"/>
                  </a:ext>
                </a:extLst>
              </p:cNvPr>
              <p:cNvSpPr/>
              <p:nvPr/>
            </p:nvSpPr>
            <p:spPr>
              <a:xfrm>
                <a:off x="5779247" y="2256927"/>
                <a:ext cx="1879293" cy="338554"/>
              </a:xfrm>
              <a:prstGeom prst="rect">
                <a:avLst/>
              </a:prstGeom>
            </p:spPr>
            <p:txBody>
              <a:bodyPr wrap="square">
                <a:spAutoFit/>
              </a:bodyPr>
              <a:lstStyle/>
              <a:p>
                <a:pPr algn="ctr">
                  <a:spcAft>
                    <a:spcPts val="600"/>
                  </a:spcAft>
                  <a:buClr>
                    <a:srgbClr val="000000"/>
                  </a:buClr>
                </a:pPr>
                <a:r>
                  <a:rPr lang="zh-CN" altLang="en-US" sz="1600" dirty="0">
                    <a:solidFill>
                      <a:schemeClr val="bg1"/>
                    </a:solidFill>
                    <a:latin typeface="微软雅黑" panose="020B0503020204020204" pitchFamily="34" charset="-122"/>
                    <a:ea typeface="微软雅黑" panose="020B0503020204020204" pitchFamily="34" charset="-122"/>
                  </a:rPr>
                  <a:t>需要加强的</a:t>
                </a:r>
                <a:r>
                  <a:rPr lang="en-US" altLang="zh-CN" sz="1600" dirty="0">
                    <a:solidFill>
                      <a:schemeClr val="bg1"/>
                    </a:solidFill>
                    <a:latin typeface="微软雅黑" panose="020B0503020204020204" pitchFamily="34" charset="-122"/>
                    <a:ea typeface="微软雅黑" panose="020B0503020204020204" pitchFamily="34" charset="-122"/>
                  </a:rPr>
                  <a:t>B</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58" name="矩形 57">
                <a:extLst>
                  <a:ext uri="{FF2B5EF4-FFF2-40B4-BE49-F238E27FC236}">
                    <a16:creationId xmlns="" xmlns:a16="http://schemas.microsoft.com/office/drawing/2014/main" id="{AFA4531A-4558-41CE-A736-C5C4090D0911}"/>
                  </a:ext>
                </a:extLst>
              </p:cNvPr>
              <p:cNvSpPr/>
              <p:nvPr/>
            </p:nvSpPr>
            <p:spPr>
              <a:xfrm>
                <a:off x="5779247" y="4159560"/>
                <a:ext cx="1879293" cy="646331"/>
              </a:xfrm>
              <a:prstGeom prst="rect">
                <a:avLst/>
              </a:prstGeom>
            </p:spPr>
            <p:txBody>
              <a:bodyPr wrap="square">
                <a:spAutoFit/>
              </a:bodyPr>
              <a:lstStyle/>
              <a:p>
                <a:pPr algn="ct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输入内容随便敲点字占位置，输入内容随便敲点字占位置。</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cxnSp>
            <p:nvCxnSpPr>
              <p:cNvPr id="59" name="直接连接符 29" descr="e7d195523061f1c074694c8bbf98be7b1e4b015d796375963FD28840057458461C7CA0DAD340D15583DEDFC2E3241C4F392EF3A8B4D067B40CF4F149DD7E51F346B0CAB1BCCF6DB2480C67273C6C9E4C286EB0D218A2A7F142649217E93C32DF29E3B14D94BB45AC4EBB5182527C0CCB9119BEA71FBD9323D9A1D5B1F32899BEF1293FA555659726">
                <a:extLst>
                  <a:ext uri="{FF2B5EF4-FFF2-40B4-BE49-F238E27FC236}">
                    <a16:creationId xmlns="" xmlns:a16="http://schemas.microsoft.com/office/drawing/2014/main" id="{10688CF8-63BA-4C06-A576-140E8EB88415}"/>
                  </a:ext>
                </a:extLst>
              </p:cNvPr>
              <p:cNvCxnSpPr/>
              <p:nvPr/>
            </p:nvCxnSpPr>
            <p:spPr>
              <a:xfrm>
                <a:off x="6585805" y="2747509"/>
                <a:ext cx="266176" cy="0"/>
              </a:xfrm>
              <a:prstGeom prst="line">
                <a:avLst/>
              </a:prstGeom>
              <a:ln w="2540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sp>
        <p:nvSpPr>
          <p:cNvPr id="4" name="标题 3"/>
          <p:cNvSpPr>
            <a:spLocks noGrp="1"/>
          </p:cNvSpPr>
          <p:nvPr>
            <p:ph type="title"/>
          </p:nvPr>
        </p:nvSpPr>
        <p:spPr/>
        <p:txBody>
          <a:bodyPr/>
          <a:lstStyle/>
          <a:p>
            <a:r>
              <a:rPr lang="zh-CN" altLang="en-US" dirty="0" smtClean="0"/>
              <a:t>这个是居中标题模版</a:t>
            </a:r>
            <a:endParaRPr kumimoji="1" lang="zh-CN" altLang="en-US" dirty="0"/>
          </a:p>
        </p:txBody>
      </p:sp>
      <p:sp>
        <p:nvSpPr>
          <p:cNvPr id="5" name="文本占位符 4"/>
          <p:cNvSpPr>
            <a:spLocks noGrp="1"/>
          </p:cNvSpPr>
          <p:nvPr>
            <p:ph type="body" sz="quarter" idx="10"/>
          </p:nvPr>
        </p:nvSpPr>
        <p:spPr/>
        <p:txBody>
          <a:bodyPr/>
          <a:lstStyle/>
          <a:p>
            <a:r>
              <a:rPr kumimoji="1" lang="zh-CN" altLang="en-US" dirty="0" smtClean="0"/>
              <a:t>这里还有一个解释性文字</a:t>
            </a:r>
            <a:endParaRPr kumimoji="1" lang="zh-CN" altLang="en-US" dirty="0"/>
          </a:p>
        </p:txBody>
      </p:sp>
    </p:spTree>
    <p:extLst>
      <p:ext uri="{BB962C8B-B14F-4D97-AF65-F5344CB8AC3E}">
        <p14:creationId xmlns:p14="http://schemas.microsoft.com/office/powerpoint/2010/main" val="1393295799"/>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B5117B99-E0F0-4C51-ACFA-A3B182DCA910}"/>
              </a:ext>
            </a:extLst>
          </p:cNvPr>
          <p:cNvGrpSpPr/>
          <p:nvPr/>
        </p:nvGrpSpPr>
        <p:grpSpPr>
          <a:xfrm>
            <a:off x="733425" y="1893094"/>
            <a:ext cx="2543599" cy="3792537"/>
            <a:chOff x="733425" y="1893094"/>
            <a:chExt cx="2543599" cy="3792537"/>
          </a:xfrm>
        </p:grpSpPr>
        <p:sp>
          <p:nvSpPr>
            <p:cNvPr id="3" name="矩形 2">
              <a:extLst>
                <a:ext uri="{FF2B5EF4-FFF2-40B4-BE49-F238E27FC236}">
                  <a16:creationId xmlns="" xmlns:a16="http://schemas.microsoft.com/office/drawing/2014/main" id="{989566CC-28C8-465B-9A07-6B0A90742A84}"/>
                </a:ext>
              </a:extLst>
            </p:cNvPr>
            <p:cNvSpPr/>
            <p:nvPr/>
          </p:nvSpPr>
          <p:spPr>
            <a:xfrm>
              <a:off x="733425" y="1893094"/>
              <a:ext cx="2543599" cy="3792537"/>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solidFill>
                    <a:srgbClr val="4372C4"/>
                  </a:solidFill>
                </a:ln>
                <a:solidFill>
                  <a:prstClr val="white"/>
                </a:solidFill>
                <a:effectLst/>
                <a:uLnTx/>
                <a:uFillTx/>
                <a:latin typeface="Arial"/>
                <a:ea typeface="微软雅黑"/>
                <a:cs typeface="+mn-cs"/>
              </a:endParaRPr>
            </a:p>
          </p:txBody>
        </p:sp>
        <p:sp>
          <p:nvSpPr>
            <p:cNvPr id="4" name="矩形 3">
              <a:extLst>
                <a:ext uri="{FF2B5EF4-FFF2-40B4-BE49-F238E27FC236}">
                  <a16:creationId xmlns="" xmlns:a16="http://schemas.microsoft.com/office/drawing/2014/main" id="{A9548EF3-0C06-4C91-A5B4-486EBF714945}"/>
                </a:ext>
              </a:extLst>
            </p:cNvPr>
            <p:cNvSpPr/>
            <p:nvPr/>
          </p:nvSpPr>
          <p:spPr>
            <a:xfrm>
              <a:off x="1029122" y="4800600"/>
              <a:ext cx="1952206" cy="558958"/>
            </a:xfrm>
            <a:prstGeom prst="rect">
              <a:avLst/>
            </a:prstGeom>
            <a:solidFill>
              <a:srgbClr val="141735">
                <a:alpha val="40000"/>
              </a:srgb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5" name="矩形 4">
              <a:extLst>
                <a:ext uri="{FF2B5EF4-FFF2-40B4-BE49-F238E27FC236}">
                  <a16:creationId xmlns="" xmlns:a16="http://schemas.microsoft.com/office/drawing/2014/main" id="{E9C84FD9-6ED4-448B-8DD7-D6E0EBD09771}"/>
                </a:ext>
              </a:extLst>
            </p:cNvPr>
            <p:cNvSpPr/>
            <p:nvPr/>
          </p:nvSpPr>
          <p:spPr>
            <a:xfrm>
              <a:off x="876743" y="3056433"/>
              <a:ext cx="2247457" cy="1384995"/>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Arial"/>
                  <a:ea typeface="微软雅黑"/>
                  <a:cs typeface="+mn-cs"/>
                </a:rPr>
                <a:t>用户可以在投影仪或者计算机上进行演示也可以将演示文稿打印出来制作成胶片以便应用到更广泛的领域中</a:t>
              </a:r>
            </a:p>
          </p:txBody>
        </p:sp>
        <p:sp>
          <p:nvSpPr>
            <p:cNvPr id="6" name="矩形 5">
              <a:extLst>
                <a:ext uri="{FF2B5EF4-FFF2-40B4-BE49-F238E27FC236}">
                  <a16:creationId xmlns="" xmlns:a16="http://schemas.microsoft.com/office/drawing/2014/main" id="{F11D68C5-5539-4F41-A17A-6FE01DCECEB4}"/>
                </a:ext>
              </a:extLst>
            </p:cNvPr>
            <p:cNvSpPr/>
            <p:nvPr/>
          </p:nvSpPr>
          <p:spPr>
            <a:xfrm>
              <a:off x="1194954" y="4887391"/>
              <a:ext cx="1620540"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Arial"/>
                  <a:ea typeface="微软雅黑"/>
                  <a:cs typeface="+mn-cs"/>
                </a:rPr>
                <a:t>标题文字添加</a:t>
              </a:r>
            </a:p>
          </p:txBody>
        </p:sp>
        <p:sp>
          <p:nvSpPr>
            <p:cNvPr id="7" name="椭圆 23">
              <a:extLst>
                <a:ext uri="{FF2B5EF4-FFF2-40B4-BE49-F238E27FC236}">
                  <a16:creationId xmlns="" xmlns:a16="http://schemas.microsoft.com/office/drawing/2014/main" id="{6CE3EA7D-A02D-4770-86C1-99D355C4697D}"/>
                </a:ext>
              </a:extLst>
            </p:cNvPr>
            <p:cNvSpPr/>
            <p:nvPr/>
          </p:nvSpPr>
          <p:spPr>
            <a:xfrm>
              <a:off x="1715484" y="2239211"/>
              <a:ext cx="569974" cy="523240"/>
            </a:xfrm>
            <a:custGeom>
              <a:avLst/>
              <a:gdLst>
                <a:gd name="connsiteX0" fmla="*/ 117399 w 337212"/>
                <a:gd name="connsiteY0" fmla="*/ 192088 h 309563"/>
                <a:gd name="connsiteX1" fmla="*/ 130099 w 337212"/>
                <a:gd name="connsiteY1" fmla="*/ 196036 h 309563"/>
                <a:gd name="connsiteX2" fmla="*/ 130099 w 337212"/>
                <a:gd name="connsiteY2" fmla="*/ 278941 h 309563"/>
                <a:gd name="connsiteX3" fmla="*/ 117399 w 337212"/>
                <a:gd name="connsiteY3" fmla="*/ 292101 h 309563"/>
                <a:gd name="connsiteX4" fmla="*/ 176137 w 337212"/>
                <a:gd name="connsiteY4" fmla="*/ 187325 h 309563"/>
                <a:gd name="connsiteX5" fmla="*/ 187250 w 337212"/>
                <a:gd name="connsiteY5" fmla="*/ 191271 h 309563"/>
                <a:gd name="connsiteX6" fmla="*/ 187250 w 337212"/>
                <a:gd name="connsiteY6" fmla="*/ 267562 h 309563"/>
                <a:gd name="connsiteX7" fmla="*/ 176137 w 337212"/>
                <a:gd name="connsiteY7" fmla="*/ 279400 h 309563"/>
                <a:gd name="connsiteX8" fmla="*/ 176137 w 337212"/>
                <a:gd name="connsiteY8" fmla="*/ 187325 h 309563"/>
                <a:gd name="connsiteX9" fmla="*/ 231699 w 337212"/>
                <a:gd name="connsiteY9" fmla="*/ 180975 h 309563"/>
                <a:gd name="connsiteX10" fmla="*/ 239637 w 337212"/>
                <a:gd name="connsiteY10" fmla="*/ 184982 h 309563"/>
                <a:gd name="connsiteX11" fmla="*/ 239637 w 337212"/>
                <a:gd name="connsiteY11" fmla="*/ 254429 h 309563"/>
                <a:gd name="connsiteX12" fmla="*/ 231699 w 337212"/>
                <a:gd name="connsiteY12" fmla="*/ 265113 h 309563"/>
                <a:gd name="connsiteX13" fmla="*/ 277737 w 337212"/>
                <a:gd name="connsiteY13" fmla="*/ 177800 h 309563"/>
                <a:gd name="connsiteX14" fmla="*/ 287262 w 337212"/>
                <a:gd name="connsiteY14" fmla="*/ 180398 h 309563"/>
                <a:gd name="connsiteX15" fmla="*/ 287262 w 337212"/>
                <a:gd name="connsiteY15" fmla="*/ 238847 h 309563"/>
                <a:gd name="connsiteX16" fmla="*/ 277737 w 337212"/>
                <a:gd name="connsiteY16" fmla="*/ 249238 h 309563"/>
                <a:gd name="connsiteX17" fmla="*/ 280912 w 337212"/>
                <a:gd name="connsiteY17" fmla="*/ 92075 h 309563"/>
                <a:gd name="connsiteX18" fmla="*/ 307493 w 337212"/>
                <a:gd name="connsiteY18" fmla="*/ 92075 h 309563"/>
                <a:gd name="connsiteX19" fmla="*/ 315468 w 337212"/>
                <a:gd name="connsiteY19" fmla="*/ 97314 h 309563"/>
                <a:gd name="connsiteX20" fmla="*/ 336733 w 337212"/>
                <a:gd name="connsiteY20" fmla="*/ 158869 h 309563"/>
                <a:gd name="connsiteX21" fmla="*/ 331417 w 337212"/>
                <a:gd name="connsiteY21" fmla="*/ 169347 h 309563"/>
                <a:gd name="connsiteX22" fmla="*/ 320784 w 337212"/>
                <a:gd name="connsiteY22" fmla="*/ 164108 h 309563"/>
                <a:gd name="connsiteX23" fmla="*/ 314139 w 337212"/>
                <a:gd name="connsiteY23" fmla="*/ 145772 h 309563"/>
                <a:gd name="connsiteX24" fmla="*/ 314139 w 337212"/>
                <a:gd name="connsiteY24" fmla="*/ 238761 h 309563"/>
                <a:gd name="connsiteX25" fmla="*/ 304835 w 337212"/>
                <a:gd name="connsiteY25" fmla="*/ 249238 h 309563"/>
                <a:gd name="connsiteX26" fmla="*/ 294203 w 337212"/>
                <a:gd name="connsiteY26" fmla="*/ 238761 h 309563"/>
                <a:gd name="connsiteX27" fmla="*/ 294203 w 337212"/>
                <a:gd name="connsiteY27" fmla="*/ 179824 h 309563"/>
                <a:gd name="connsiteX28" fmla="*/ 288886 w 337212"/>
                <a:gd name="connsiteY28" fmla="*/ 179824 h 309563"/>
                <a:gd name="connsiteX29" fmla="*/ 294203 w 337212"/>
                <a:gd name="connsiteY29" fmla="*/ 178515 h 309563"/>
                <a:gd name="connsiteX30" fmla="*/ 304835 w 337212"/>
                <a:gd name="connsiteY30" fmla="*/ 157560 h 309563"/>
                <a:gd name="connsiteX31" fmla="*/ 280912 w 337212"/>
                <a:gd name="connsiteY31" fmla="*/ 92075 h 309563"/>
                <a:gd name="connsiteX32" fmla="*/ 231699 w 337212"/>
                <a:gd name="connsiteY32" fmla="*/ 82550 h 309563"/>
                <a:gd name="connsiteX33" fmla="*/ 243745 w 337212"/>
                <a:gd name="connsiteY33" fmla="*/ 82550 h 309563"/>
                <a:gd name="connsiteX34" fmla="*/ 262484 w 337212"/>
                <a:gd name="connsiteY34" fmla="*/ 82550 h 309563"/>
                <a:gd name="connsiteX35" fmla="*/ 273192 w 337212"/>
                <a:gd name="connsiteY35" fmla="*/ 89117 h 309563"/>
                <a:gd name="connsiteX36" fmla="*/ 297285 w 337212"/>
                <a:gd name="connsiteY36" fmla="*/ 160041 h 309563"/>
                <a:gd name="connsiteX37" fmla="*/ 291931 w 337212"/>
                <a:gd name="connsiteY37" fmla="*/ 171861 h 309563"/>
                <a:gd name="connsiteX38" fmla="*/ 279885 w 337212"/>
                <a:gd name="connsiteY38" fmla="*/ 166608 h 309563"/>
                <a:gd name="connsiteX39" fmla="*/ 271854 w 337212"/>
                <a:gd name="connsiteY39" fmla="*/ 144280 h 309563"/>
                <a:gd name="connsiteX40" fmla="*/ 271854 w 337212"/>
                <a:gd name="connsiteY40" fmla="*/ 253292 h 309563"/>
                <a:gd name="connsiteX41" fmla="*/ 259807 w 337212"/>
                <a:gd name="connsiteY41" fmla="*/ 265113 h 309563"/>
                <a:gd name="connsiteX42" fmla="*/ 247761 w 337212"/>
                <a:gd name="connsiteY42" fmla="*/ 253292 h 309563"/>
                <a:gd name="connsiteX43" fmla="*/ 247761 w 337212"/>
                <a:gd name="connsiteY43" fmla="*/ 183682 h 309563"/>
                <a:gd name="connsiteX44" fmla="*/ 258469 w 337212"/>
                <a:gd name="connsiteY44" fmla="*/ 160041 h 309563"/>
                <a:gd name="connsiteX45" fmla="*/ 231699 w 337212"/>
                <a:gd name="connsiteY45" fmla="*/ 82550 h 309563"/>
                <a:gd name="connsiteX46" fmla="*/ 177724 w 337212"/>
                <a:gd name="connsiteY46" fmla="*/ 77788 h 309563"/>
                <a:gd name="connsiteX47" fmla="*/ 214510 w 337212"/>
                <a:gd name="connsiteY47" fmla="*/ 77788 h 309563"/>
                <a:gd name="connsiteX48" fmla="*/ 225021 w 337212"/>
                <a:gd name="connsiteY48" fmla="*/ 85643 h 309563"/>
                <a:gd name="connsiteX49" fmla="*/ 252610 w 337212"/>
                <a:gd name="connsiteY49" fmla="*/ 162884 h 309563"/>
                <a:gd name="connsiteX50" fmla="*/ 246041 w 337212"/>
                <a:gd name="connsiteY50" fmla="*/ 175976 h 309563"/>
                <a:gd name="connsiteX51" fmla="*/ 231590 w 337212"/>
                <a:gd name="connsiteY51" fmla="*/ 169430 h 309563"/>
                <a:gd name="connsiteX52" fmla="*/ 223707 w 337212"/>
                <a:gd name="connsiteY52" fmla="*/ 145865 h 309563"/>
                <a:gd name="connsiteX53" fmla="*/ 223707 w 337212"/>
                <a:gd name="connsiteY53" fmla="*/ 266309 h 309563"/>
                <a:gd name="connsiteX54" fmla="*/ 210569 w 337212"/>
                <a:gd name="connsiteY54" fmla="*/ 279401 h 309563"/>
                <a:gd name="connsiteX55" fmla="*/ 198745 w 337212"/>
                <a:gd name="connsiteY55" fmla="*/ 266309 h 309563"/>
                <a:gd name="connsiteX56" fmla="*/ 198745 w 337212"/>
                <a:gd name="connsiteY56" fmla="*/ 189068 h 309563"/>
                <a:gd name="connsiteX57" fmla="*/ 197759 w 337212"/>
                <a:gd name="connsiteY57" fmla="*/ 189068 h 309563"/>
                <a:gd name="connsiteX58" fmla="*/ 194803 w 337212"/>
                <a:gd name="connsiteY58" fmla="*/ 189068 h 309563"/>
                <a:gd name="connsiteX59" fmla="*/ 206628 w 337212"/>
                <a:gd name="connsiteY59" fmla="*/ 178595 h 309563"/>
                <a:gd name="connsiteX60" fmla="*/ 206628 w 337212"/>
                <a:gd name="connsiteY60" fmla="*/ 162884 h 309563"/>
                <a:gd name="connsiteX61" fmla="*/ 177724 w 337212"/>
                <a:gd name="connsiteY61" fmla="*/ 79097 h 309563"/>
                <a:gd name="connsiteX62" fmla="*/ 177724 w 337212"/>
                <a:gd name="connsiteY62" fmla="*/ 77788 h 309563"/>
                <a:gd name="connsiteX63" fmla="*/ 120574 w 337212"/>
                <a:gd name="connsiteY63" fmla="*/ 73025 h 309563"/>
                <a:gd name="connsiteX64" fmla="*/ 157008 w 337212"/>
                <a:gd name="connsiteY64" fmla="*/ 73025 h 309563"/>
                <a:gd name="connsiteX65" fmla="*/ 168720 w 337212"/>
                <a:gd name="connsiteY65" fmla="*/ 80953 h 309563"/>
                <a:gd name="connsiteX66" fmla="*/ 197347 w 337212"/>
                <a:gd name="connsiteY66" fmla="*/ 166840 h 309563"/>
                <a:gd name="connsiteX67" fmla="*/ 190840 w 337212"/>
                <a:gd name="connsiteY67" fmla="*/ 181375 h 309563"/>
                <a:gd name="connsiteX68" fmla="*/ 176527 w 337212"/>
                <a:gd name="connsiteY68" fmla="*/ 173447 h 309563"/>
                <a:gd name="connsiteX69" fmla="*/ 167418 w 337212"/>
                <a:gd name="connsiteY69" fmla="*/ 148341 h 309563"/>
                <a:gd name="connsiteX70" fmla="*/ 167418 w 337212"/>
                <a:gd name="connsiteY70" fmla="*/ 279153 h 309563"/>
                <a:gd name="connsiteX71" fmla="*/ 153105 w 337212"/>
                <a:gd name="connsiteY71" fmla="*/ 293688 h 309563"/>
                <a:gd name="connsiteX72" fmla="*/ 140093 w 337212"/>
                <a:gd name="connsiteY72" fmla="*/ 279153 h 309563"/>
                <a:gd name="connsiteX73" fmla="*/ 140093 w 337212"/>
                <a:gd name="connsiteY73" fmla="*/ 195909 h 309563"/>
                <a:gd name="connsiteX74" fmla="*/ 133586 w 337212"/>
                <a:gd name="connsiteY74" fmla="*/ 195909 h 309563"/>
                <a:gd name="connsiteX75" fmla="*/ 138791 w 337212"/>
                <a:gd name="connsiteY75" fmla="*/ 194588 h 309563"/>
                <a:gd name="connsiteX76" fmla="*/ 151804 w 337212"/>
                <a:gd name="connsiteY76" fmla="*/ 166840 h 309563"/>
                <a:gd name="connsiteX77" fmla="*/ 120574 w 337212"/>
                <a:gd name="connsiteY77" fmla="*/ 73025 h 309563"/>
                <a:gd name="connsiteX78" fmla="*/ 46220 w 337212"/>
                <a:gd name="connsiteY78" fmla="*/ 66675 h 309563"/>
                <a:gd name="connsiteX79" fmla="*/ 72821 w 337212"/>
                <a:gd name="connsiteY79" fmla="*/ 66675 h 309563"/>
                <a:gd name="connsiteX80" fmla="*/ 98092 w 337212"/>
                <a:gd name="connsiteY80" fmla="*/ 66675 h 309563"/>
                <a:gd name="connsiteX81" fmla="*/ 111393 w 337212"/>
                <a:gd name="connsiteY81" fmla="*/ 74595 h 309563"/>
                <a:gd name="connsiteX82" fmla="*/ 143315 w 337212"/>
                <a:gd name="connsiteY82" fmla="*/ 169638 h 309563"/>
                <a:gd name="connsiteX83" fmla="*/ 135334 w 337212"/>
                <a:gd name="connsiteY83" fmla="*/ 185479 h 309563"/>
                <a:gd name="connsiteX84" fmla="*/ 119374 w 337212"/>
                <a:gd name="connsiteY84" fmla="*/ 177559 h 309563"/>
                <a:gd name="connsiteX85" fmla="*/ 108733 w 337212"/>
                <a:gd name="connsiteY85" fmla="*/ 148518 h 309563"/>
                <a:gd name="connsiteX86" fmla="*/ 108733 w 337212"/>
                <a:gd name="connsiteY86" fmla="*/ 295043 h 309563"/>
                <a:gd name="connsiteX87" fmla="*/ 94102 w 337212"/>
                <a:gd name="connsiteY87" fmla="*/ 309563 h 309563"/>
                <a:gd name="connsiteX88" fmla="*/ 78141 w 337212"/>
                <a:gd name="connsiteY88" fmla="*/ 295043 h 309563"/>
                <a:gd name="connsiteX89" fmla="*/ 78141 w 337212"/>
                <a:gd name="connsiteY89" fmla="*/ 202640 h 309563"/>
                <a:gd name="connsiteX90" fmla="*/ 66171 w 337212"/>
                <a:gd name="connsiteY90" fmla="*/ 202640 h 309563"/>
                <a:gd name="connsiteX91" fmla="*/ 66171 w 337212"/>
                <a:gd name="connsiteY91" fmla="*/ 295043 h 309563"/>
                <a:gd name="connsiteX92" fmla="*/ 50210 w 337212"/>
                <a:gd name="connsiteY92" fmla="*/ 309563 h 309563"/>
                <a:gd name="connsiteX93" fmla="*/ 35579 w 337212"/>
                <a:gd name="connsiteY93" fmla="*/ 295043 h 309563"/>
                <a:gd name="connsiteX94" fmla="*/ 35579 w 337212"/>
                <a:gd name="connsiteY94" fmla="*/ 148518 h 309563"/>
                <a:gd name="connsiteX95" fmla="*/ 24938 w 337212"/>
                <a:gd name="connsiteY95" fmla="*/ 177559 h 309563"/>
                <a:gd name="connsiteX96" fmla="*/ 8978 w 337212"/>
                <a:gd name="connsiteY96" fmla="*/ 185479 h 309563"/>
                <a:gd name="connsiteX97" fmla="*/ 997 w 337212"/>
                <a:gd name="connsiteY97" fmla="*/ 169638 h 309563"/>
                <a:gd name="connsiteX98" fmla="*/ 32919 w 337212"/>
                <a:gd name="connsiteY98" fmla="*/ 74595 h 309563"/>
                <a:gd name="connsiteX99" fmla="*/ 46220 w 337212"/>
                <a:gd name="connsiteY99" fmla="*/ 66675 h 309563"/>
                <a:gd name="connsiteX100" fmla="*/ 289643 w 337212"/>
                <a:gd name="connsiteY100" fmla="*/ 49213 h 309563"/>
                <a:gd name="connsiteX101" fmla="*/ 309487 w 337212"/>
                <a:gd name="connsiteY101" fmla="*/ 68263 h 309563"/>
                <a:gd name="connsiteX102" fmla="*/ 289643 w 337212"/>
                <a:gd name="connsiteY102" fmla="*/ 87313 h 309563"/>
                <a:gd name="connsiteX103" fmla="*/ 269799 w 337212"/>
                <a:gd name="connsiteY103" fmla="*/ 68263 h 309563"/>
                <a:gd name="connsiteX104" fmla="*/ 271122 w 337212"/>
                <a:gd name="connsiteY104" fmla="*/ 68263 h 309563"/>
                <a:gd name="connsiteX105" fmla="*/ 272445 w 337212"/>
                <a:gd name="connsiteY105" fmla="*/ 59373 h 309563"/>
                <a:gd name="connsiteX106" fmla="*/ 289643 w 337212"/>
                <a:gd name="connsiteY106" fmla="*/ 49213 h 309563"/>
                <a:gd name="connsiteX107" fmla="*/ 244544 w 337212"/>
                <a:gd name="connsiteY107" fmla="*/ 33338 h 309563"/>
                <a:gd name="connsiteX108" fmla="*/ 266625 w 337212"/>
                <a:gd name="connsiteY108" fmla="*/ 55699 h 309563"/>
                <a:gd name="connsiteX109" fmla="*/ 244544 w 337212"/>
                <a:gd name="connsiteY109" fmla="*/ 79376 h 309563"/>
                <a:gd name="connsiteX110" fmla="*/ 223762 w 337212"/>
                <a:gd name="connsiteY110" fmla="*/ 63592 h 309563"/>
                <a:gd name="connsiteX111" fmla="*/ 226360 w 337212"/>
                <a:gd name="connsiteY111" fmla="*/ 49123 h 309563"/>
                <a:gd name="connsiteX112" fmla="*/ 226360 w 337212"/>
                <a:gd name="connsiteY112" fmla="*/ 43861 h 309563"/>
                <a:gd name="connsiteX113" fmla="*/ 244544 w 337212"/>
                <a:gd name="connsiteY113" fmla="*/ 33338 h 309563"/>
                <a:gd name="connsiteX114" fmla="*/ 192806 w 337212"/>
                <a:gd name="connsiteY114" fmla="*/ 23813 h 309563"/>
                <a:gd name="connsiteX115" fmla="*/ 217412 w 337212"/>
                <a:gd name="connsiteY115" fmla="*/ 48420 h 309563"/>
                <a:gd name="connsiteX116" fmla="*/ 192806 w 337212"/>
                <a:gd name="connsiteY116" fmla="*/ 73026 h 309563"/>
                <a:gd name="connsiteX117" fmla="*/ 168199 w 337212"/>
                <a:gd name="connsiteY117" fmla="*/ 51010 h 309563"/>
                <a:gd name="connsiteX118" fmla="*/ 170789 w 337212"/>
                <a:gd name="connsiteY118" fmla="*/ 39354 h 309563"/>
                <a:gd name="connsiteX119" fmla="*/ 170789 w 337212"/>
                <a:gd name="connsiteY119" fmla="*/ 38059 h 309563"/>
                <a:gd name="connsiteX120" fmla="*/ 192806 w 337212"/>
                <a:gd name="connsiteY120" fmla="*/ 23813 h 309563"/>
                <a:gd name="connsiteX121" fmla="*/ 133275 w 337212"/>
                <a:gd name="connsiteY121" fmla="*/ 12700 h 309563"/>
                <a:gd name="connsiteX122" fmla="*/ 160262 w 337212"/>
                <a:gd name="connsiteY122" fmla="*/ 39029 h 309563"/>
                <a:gd name="connsiteX123" fmla="*/ 133275 w 337212"/>
                <a:gd name="connsiteY123" fmla="*/ 66675 h 309563"/>
                <a:gd name="connsiteX124" fmla="*/ 106287 w 337212"/>
                <a:gd name="connsiteY124" fmla="*/ 48245 h 309563"/>
                <a:gd name="connsiteX125" fmla="*/ 111685 w 337212"/>
                <a:gd name="connsiteY125" fmla="*/ 29814 h 309563"/>
                <a:gd name="connsiteX126" fmla="*/ 110335 w 337212"/>
                <a:gd name="connsiteY126" fmla="*/ 23232 h 309563"/>
                <a:gd name="connsiteX127" fmla="*/ 133275 w 337212"/>
                <a:gd name="connsiteY127" fmla="*/ 12700 h 309563"/>
                <a:gd name="connsiteX128" fmla="*/ 72809 w 337212"/>
                <a:gd name="connsiteY128" fmla="*/ 0 h 309563"/>
                <a:gd name="connsiteX129" fmla="*/ 101525 w 337212"/>
                <a:gd name="connsiteY129" fmla="*/ 30163 h 309563"/>
                <a:gd name="connsiteX130" fmla="*/ 72809 w 337212"/>
                <a:gd name="connsiteY130" fmla="*/ 60325 h 309563"/>
                <a:gd name="connsiteX131" fmla="*/ 42787 w 337212"/>
                <a:gd name="connsiteY131" fmla="*/ 30163 h 309563"/>
                <a:gd name="connsiteX132" fmla="*/ 72809 w 337212"/>
                <a:gd name="connsiteY132" fmla="*/ 0 h 309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Lst>
              <a:rect l="l" t="t" r="r" b="b"/>
              <a:pathLst>
                <a:path w="337212" h="309563">
                  <a:moveTo>
                    <a:pt x="117399" y="192088"/>
                  </a:moveTo>
                  <a:cubicBezTo>
                    <a:pt x="121632" y="194720"/>
                    <a:pt x="125866" y="196036"/>
                    <a:pt x="130099" y="196036"/>
                  </a:cubicBezTo>
                  <a:cubicBezTo>
                    <a:pt x="130099" y="196036"/>
                    <a:pt x="130099" y="196036"/>
                    <a:pt x="130099" y="278941"/>
                  </a:cubicBezTo>
                  <a:cubicBezTo>
                    <a:pt x="130099" y="285521"/>
                    <a:pt x="124455" y="290785"/>
                    <a:pt x="117399" y="292101"/>
                  </a:cubicBezTo>
                  <a:close/>
                  <a:moveTo>
                    <a:pt x="176137" y="187325"/>
                  </a:moveTo>
                  <a:cubicBezTo>
                    <a:pt x="179841" y="189956"/>
                    <a:pt x="183546" y="191271"/>
                    <a:pt x="187250" y="191271"/>
                  </a:cubicBezTo>
                  <a:cubicBezTo>
                    <a:pt x="187250" y="191271"/>
                    <a:pt x="187250" y="191271"/>
                    <a:pt x="187250" y="267562"/>
                  </a:cubicBezTo>
                  <a:cubicBezTo>
                    <a:pt x="187250" y="274139"/>
                    <a:pt x="182311" y="279400"/>
                    <a:pt x="176137" y="279400"/>
                  </a:cubicBezTo>
                  <a:cubicBezTo>
                    <a:pt x="176137" y="279400"/>
                    <a:pt x="176137" y="279400"/>
                    <a:pt x="176137" y="187325"/>
                  </a:cubicBezTo>
                  <a:close/>
                  <a:moveTo>
                    <a:pt x="231699" y="180975"/>
                  </a:moveTo>
                  <a:cubicBezTo>
                    <a:pt x="233967" y="183646"/>
                    <a:pt x="236235" y="183646"/>
                    <a:pt x="239637" y="184982"/>
                  </a:cubicBezTo>
                  <a:cubicBezTo>
                    <a:pt x="239637" y="184982"/>
                    <a:pt x="239637" y="184982"/>
                    <a:pt x="239637" y="254429"/>
                  </a:cubicBezTo>
                  <a:cubicBezTo>
                    <a:pt x="239637" y="259771"/>
                    <a:pt x="236235" y="263778"/>
                    <a:pt x="231699" y="265113"/>
                  </a:cubicBezTo>
                  <a:close/>
                  <a:moveTo>
                    <a:pt x="277737" y="177800"/>
                  </a:moveTo>
                  <a:cubicBezTo>
                    <a:pt x="280458" y="179099"/>
                    <a:pt x="283180" y="180398"/>
                    <a:pt x="287262" y="180398"/>
                  </a:cubicBezTo>
                  <a:cubicBezTo>
                    <a:pt x="287262" y="180398"/>
                    <a:pt x="287262" y="180398"/>
                    <a:pt x="287262" y="238847"/>
                  </a:cubicBezTo>
                  <a:cubicBezTo>
                    <a:pt x="287262" y="244043"/>
                    <a:pt x="283180" y="247939"/>
                    <a:pt x="277737" y="249238"/>
                  </a:cubicBezTo>
                  <a:close/>
                  <a:moveTo>
                    <a:pt x="280912" y="92075"/>
                  </a:moveTo>
                  <a:cubicBezTo>
                    <a:pt x="282241" y="92075"/>
                    <a:pt x="306164" y="92075"/>
                    <a:pt x="307493" y="92075"/>
                  </a:cubicBezTo>
                  <a:cubicBezTo>
                    <a:pt x="311481" y="92075"/>
                    <a:pt x="314139" y="94694"/>
                    <a:pt x="315468" y="97314"/>
                  </a:cubicBezTo>
                  <a:cubicBezTo>
                    <a:pt x="315468" y="97314"/>
                    <a:pt x="315468" y="97314"/>
                    <a:pt x="336733" y="158869"/>
                  </a:cubicBezTo>
                  <a:cubicBezTo>
                    <a:pt x="338062" y="162798"/>
                    <a:pt x="336733" y="168037"/>
                    <a:pt x="331417" y="169347"/>
                  </a:cubicBezTo>
                  <a:cubicBezTo>
                    <a:pt x="327430" y="170657"/>
                    <a:pt x="322113" y="168037"/>
                    <a:pt x="320784" y="164108"/>
                  </a:cubicBezTo>
                  <a:cubicBezTo>
                    <a:pt x="320784" y="164108"/>
                    <a:pt x="320784" y="164108"/>
                    <a:pt x="314139" y="145772"/>
                  </a:cubicBezTo>
                  <a:cubicBezTo>
                    <a:pt x="314139" y="145772"/>
                    <a:pt x="314139" y="145772"/>
                    <a:pt x="314139" y="238761"/>
                  </a:cubicBezTo>
                  <a:cubicBezTo>
                    <a:pt x="314139" y="243999"/>
                    <a:pt x="310152" y="249238"/>
                    <a:pt x="304835" y="249238"/>
                  </a:cubicBezTo>
                  <a:cubicBezTo>
                    <a:pt x="299519" y="249238"/>
                    <a:pt x="294203" y="243999"/>
                    <a:pt x="294203" y="238761"/>
                  </a:cubicBezTo>
                  <a:cubicBezTo>
                    <a:pt x="294203" y="238761"/>
                    <a:pt x="294203" y="238761"/>
                    <a:pt x="294203" y="179824"/>
                  </a:cubicBezTo>
                  <a:cubicBezTo>
                    <a:pt x="294203" y="179824"/>
                    <a:pt x="294203" y="179824"/>
                    <a:pt x="288886" y="179824"/>
                  </a:cubicBezTo>
                  <a:cubicBezTo>
                    <a:pt x="291545" y="179824"/>
                    <a:pt x="292874" y="179824"/>
                    <a:pt x="294203" y="178515"/>
                  </a:cubicBezTo>
                  <a:cubicBezTo>
                    <a:pt x="302177" y="175895"/>
                    <a:pt x="307493" y="166727"/>
                    <a:pt x="304835" y="157560"/>
                  </a:cubicBezTo>
                  <a:cubicBezTo>
                    <a:pt x="304835" y="157560"/>
                    <a:pt x="304835" y="157560"/>
                    <a:pt x="280912" y="92075"/>
                  </a:cubicBezTo>
                  <a:close/>
                  <a:moveTo>
                    <a:pt x="231699" y="82550"/>
                  </a:moveTo>
                  <a:cubicBezTo>
                    <a:pt x="235715" y="82550"/>
                    <a:pt x="239730" y="82550"/>
                    <a:pt x="243745" y="82550"/>
                  </a:cubicBezTo>
                  <a:cubicBezTo>
                    <a:pt x="253115" y="82550"/>
                    <a:pt x="262484" y="82550"/>
                    <a:pt x="262484" y="82550"/>
                  </a:cubicBezTo>
                  <a:cubicBezTo>
                    <a:pt x="267838" y="82550"/>
                    <a:pt x="271854" y="85177"/>
                    <a:pt x="273192" y="89117"/>
                  </a:cubicBezTo>
                  <a:cubicBezTo>
                    <a:pt x="273192" y="89117"/>
                    <a:pt x="273192" y="89117"/>
                    <a:pt x="297285" y="160041"/>
                  </a:cubicBezTo>
                  <a:cubicBezTo>
                    <a:pt x="299962" y="165294"/>
                    <a:pt x="297285" y="170548"/>
                    <a:pt x="291931" y="171861"/>
                  </a:cubicBezTo>
                  <a:cubicBezTo>
                    <a:pt x="286577" y="174488"/>
                    <a:pt x="281223" y="170548"/>
                    <a:pt x="279885" y="166608"/>
                  </a:cubicBezTo>
                  <a:cubicBezTo>
                    <a:pt x="279885" y="166608"/>
                    <a:pt x="279885" y="166608"/>
                    <a:pt x="271854" y="144280"/>
                  </a:cubicBezTo>
                  <a:cubicBezTo>
                    <a:pt x="271854" y="144280"/>
                    <a:pt x="271854" y="144280"/>
                    <a:pt x="271854" y="253292"/>
                  </a:cubicBezTo>
                  <a:cubicBezTo>
                    <a:pt x="271854" y="259859"/>
                    <a:pt x="266500" y="265113"/>
                    <a:pt x="259807" y="265113"/>
                  </a:cubicBezTo>
                  <a:cubicBezTo>
                    <a:pt x="253115" y="265113"/>
                    <a:pt x="247761" y="259859"/>
                    <a:pt x="247761" y="253292"/>
                  </a:cubicBezTo>
                  <a:cubicBezTo>
                    <a:pt x="247761" y="253292"/>
                    <a:pt x="247761" y="253292"/>
                    <a:pt x="247761" y="183682"/>
                  </a:cubicBezTo>
                  <a:cubicBezTo>
                    <a:pt x="257130" y="179742"/>
                    <a:pt x="262484" y="169235"/>
                    <a:pt x="258469" y="160041"/>
                  </a:cubicBezTo>
                  <a:cubicBezTo>
                    <a:pt x="258469" y="160041"/>
                    <a:pt x="258469" y="160041"/>
                    <a:pt x="231699" y="82550"/>
                  </a:cubicBezTo>
                  <a:close/>
                  <a:moveTo>
                    <a:pt x="177724" y="77788"/>
                  </a:moveTo>
                  <a:cubicBezTo>
                    <a:pt x="177724" y="77788"/>
                    <a:pt x="213196" y="77788"/>
                    <a:pt x="214510" y="77788"/>
                  </a:cubicBezTo>
                  <a:cubicBezTo>
                    <a:pt x="219765" y="77788"/>
                    <a:pt x="223707" y="80406"/>
                    <a:pt x="225021" y="85643"/>
                  </a:cubicBezTo>
                  <a:cubicBezTo>
                    <a:pt x="225021" y="85643"/>
                    <a:pt x="225021" y="85643"/>
                    <a:pt x="252610" y="162884"/>
                  </a:cubicBezTo>
                  <a:cubicBezTo>
                    <a:pt x="253924" y="168121"/>
                    <a:pt x="251296" y="174667"/>
                    <a:pt x="246041" y="175976"/>
                  </a:cubicBezTo>
                  <a:cubicBezTo>
                    <a:pt x="239472" y="178595"/>
                    <a:pt x="234217" y="175976"/>
                    <a:pt x="231590" y="169430"/>
                  </a:cubicBezTo>
                  <a:cubicBezTo>
                    <a:pt x="231590" y="169430"/>
                    <a:pt x="231590" y="169430"/>
                    <a:pt x="223707" y="145865"/>
                  </a:cubicBezTo>
                  <a:cubicBezTo>
                    <a:pt x="223707" y="145865"/>
                    <a:pt x="223707" y="145865"/>
                    <a:pt x="223707" y="266309"/>
                  </a:cubicBezTo>
                  <a:cubicBezTo>
                    <a:pt x="223707" y="272855"/>
                    <a:pt x="218452" y="279401"/>
                    <a:pt x="210569" y="279401"/>
                  </a:cubicBezTo>
                  <a:cubicBezTo>
                    <a:pt x="204000" y="279401"/>
                    <a:pt x="198745" y="272855"/>
                    <a:pt x="198745" y="266309"/>
                  </a:cubicBezTo>
                  <a:cubicBezTo>
                    <a:pt x="198745" y="266309"/>
                    <a:pt x="198745" y="266309"/>
                    <a:pt x="198745" y="189068"/>
                  </a:cubicBezTo>
                  <a:cubicBezTo>
                    <a:pt x="198745" y="189068"/>
                    <a:pt x="198745" y="189068"/>
                    <a:pt x="197759" y="189068"/>
                  </a:cubicBezTo>
                  <a:lnTo>
                    <a:pt x="194803" y="189068"/>
                  </a:lnTo>
                  <a:cubicBezTo>
                    <a:pt x="200059" y="187759"/>
                    <a:pt x="204000" y="183831"/>
                    <a:pt x="206628" y="178595"/>
                  </a:cubicBezTo>
                  <a:cubicBezTo>
                    <a:pt x="209255" y="173358"/>
                    <a:pt x="209255" y="168121"/>
                    <a:pt x="206628" y="162884"/>
                  </a:cubicBezTo>
                  <a:cubicBezTo>
                    <a:pt x="206628" y="162884"/>
                    <a:pt x="206628" y="162884"/>
                    <a:pt x="177724" y="79097"/>
                  </a:cubicBezTo>
                  <a:cubicBezTo>
                    <a:pt x="177724" y="79097"/>
                    <a:pt x="177724" y="77788"/>
                    <a:pt x="177724" y="77788"/>
                  </a:cubicBezTo>
                  <a:close/>
                  <a:moveTo>
                    <a:pt x="120574" y="73025"/>
                  </a:moveTo>
                  <a:cubicBezTo>
                    <a:pt x="120574" y="73025"/>
                    <a:pt x="157008" y="73025"/>
                    <a:pt x="157008" y="73025"/>
                  </a:cubicBezTo>
                  <a:cubicBezTo>
                    <a:pt x="162213" y="73025"/>
                    <a:pt x="167418" y="75668"/>
                    <a:pt x="168720" y="80953"/>
                  </a:cubicBezTo>
                  <a:cubicBezTo>
                    <a:pt x="168720" y="80953"/>
                    <a:pt x="168720" y="80953"/>
                    <a:pt x="197347" y="166840"/>
                  </a:cubicBezTo>
                  <a:cubicBezTo>
                    <a:pt x="199949" y="172125"/>
                    <a:pt x="197347" y="178732"/>
                    <a:pt x="190840" y="181375"/>
                  </a:cubicBezTo>
                  <a:cubicBezTo>
                    <a:pt x="184334" y="184017"/>
                    <a:pt x="177828" y="180053"/>
                    <a:pt x="176527" y="173447"/>
                  </a:cubicBezTo>
                  <a:lnTo>
                    <a:pt x="167418" y="148341"/>
                  </a:lnTo>
                  <a:cubicBezTo>
                    <a:pt x="167418" y="148341"/>
                    <a:pt x="167418" y="148341"/>
                    <a:pt x="167418" y="279153"/>
                  </a:cubicBezTo>
                  <a:cubicBezTo>
                    <a:pt x="167418" y="287081"/>
                    <a:pt x="160912" y="293688"/>
                    <a:pt x="153105" y="293688"/>
                  </a:cubicBezTo>
                  <a:cubicBezTo>
                    <a:pt x="145297" y="293688"/>
                    <a:pt x="140093" y="287081"/>
                    <a:pt x="140093" y="279153"/>
                  </a:cubicBezTo>
                  <a:cubicBezTo>
                    <a:pt x="140093" y="279153"/>
                    <a:pt x="140093" y="279153"/>
                    <a:pt x="140093" y="195909"/>
                  </a:cubicBezTo>
                  <a:cubicBezTo>
                    <a:pt x="140093" y="195909"/>
                    <a:pt x="140093" y="195909"/>
                    <a:pt x="133586" y="195909"/>
                  </a:cubicBezTo>
                  <a:cubicBezTo>
                    <a:pt x="134888" y="195909"/>
                    <a:pt x="136189" y="195909"/>
                    <a:pt x="138791" y="194588"/>
                  </a:cubicBezTo>
                  <a:cubicBezTo>
                    <a:pt x="150502" y="190624"/>
                    <a:pt x="155707" y="177411"/>
                    <a:pt x="151804" y="166840"/>
                  </a:cubicBezTo>
                  <a:cubicBezTo>
                    <a:pt x="151804" y="166840"/>
                    <a:pt x="151804" y="166840"/>
                    <a:pt x="120574" y="73025"/>
                  </a:cubicBezTo>
                  <a:close/>
                  <a:moveTo>
                    <a:pt x="46220" y="66675"/>
                  </a:moveTo>
                  <a:cubicBezTo>
                    <a:pt x="47550" y="66675"/>
                    <a:pt x="59520" y="66675"/>
                    <a:pt x="72821" y="66675"/>
                  </a:cubicBezTo>
                  <a:cubicBezTo>
                    <a:pt x="84792" y="66675"/>
                    <a:pt x="96762" y="66675"/>
                    <a:pt x="98092" y="66675"/>
                  </a:cubicBezTo>
                  <a:cubicBezTo>
                    <a:pt x="103413" y="66675"/>
                    <a:pt x="108733" y="69315"/>
                    <a:pt x="111393" y="74595"/>
                  </a:cubicBezTo>
                  <a:cubicBezTo>
                    <a:pt x="111393" y="74595"/>
                    <a:pt x="111393" y="74595"/>
                    <a:pt x="143315" y="169638"/>
                  </a:cubicBezTo>
                  <a:cubicBezTo>
                    <a:pt x="145975" y="176239"/>
                    <a:pt x="143315" y="184159"/>
                    <a:pt x="135334" y="185479"/>
                  </a:cubicBezTo>
                  <a:cubicBezTo>
                    <a:pt x="128684" y="188119"/>
                    <a:pt x="122034" y="184159"/>
                    <a:pt x="119374" y="177559"/>
                  </a:cubicBezTo>
                  <a:cubicBezTo>
                    <a:pt x="119374" y="177559"/>
                    <a:pt x="119374" y="177559"/>
                    <a:pt x="108733" y="148518"/>
                  </a:cubicBezTo>
                  <a:cubicBezTo>
                    <a:pt x="108733" y="148518"/>
                    <a:pt x="108733" y="148518"/>
                    <a:pt x="108733" y="295043"/>
                  </a:cubicBezTo>
                  <a:cubicBezTo>
                    <a:pt x="108733" y="302963"/>
                    <a:pt x="102083" y="309563"/>
                    <a:pt x="94102" y="309563"/>
                  </a:cubicBezTo>
                  <a:cubicBezTo>
                    <a:pt x="84792" y="309563"/>
                    <a:pt x="78141" y="302963"/>
                    <a:pt x="78141" y="295043"/>
                  </a:cubicBezTo>
                  <a:cubicBezTo>
                    <a:pt x="78141" y="295043"/>
                    <a:pt x="78141" y="295043"/>
                    <a:pt x="78141" y="202640"/>
                  </a:cubicBezTo>
                  <a:cubicBezTo>
                    <a:pt x="78141" y="202640"/>
                    <a:pt x="78141" y="202640"/>
                    <a:pt x="66171" y="202640"/>
                  </a:cubicBezTo>
                  <a:cubicBezTo>
                    <a:pt x="66171" y="202640"/>
                    <a:pt x="66171" y="202640"/>
                    <a:pt x="66171" y="295043"/>
                  </a:cubicBezTo>
                  <a:cubicBezTo>
                    <a:pt x="66171" y="302963"/>
                    <a:pt x="59520" y="309563"/>
                    <a:pt x="50210" y="309563"/>
                  </a:cubicBezTo>
                  <a:cubicBezTo>
                    <a:pt x="42229" y="309563"/>
                    <a:pt x="35579" y="302963"/>
                    <a:pt x="35579" y="295043"/>
                  </a:cubicBezTo>
                  <a:cubicBezTo>
                    <a:pt x="35579" y="295043"/>
                    <a:pt x="35579" y="295043"/>
                    <a:pt x="35579" y="148518"/>
                  </a:cubicBezTo>
                  <a:cubicBezTo>
                    <a:pt x="35579" y="148518"/>
                    <a:pt x="35579" y="148518"/>
                    <a:pt x="24938" y="177559"/>
                  </a:cubicBezTo>
                  <a:cubicBezTo>
                    <a:pt x="22278" y="184159"/>
                    <a:pt x="15628" y="188119"/>
                    <a:pt x="8978" y="185479"/>
                  </a:cubicBezTo>
                  <a:cubicBezTo>
                    <a:pt x="997" y="184159"/>
                    <a:pt x="-1663" y="176239"/>
                    <a:pt x="997" y="169638"/>
                  </a:cubicBezTo>
                  <a:cubicBezTo>
                    <a:pt x="997" y="169638"/>
                    <a:pt x="997" y="169638"/>
                    <a:pt x="32919" y="74595"/>
                  </a:cubicBezTo>
                  <a:cubicBezTo>
                    <a:pt x="35579" y="69315"/>
                    <a:pt x="40899" y="66675"/>
                    <a:pt x="46220" y="66675"/>
                  </a:cubicBezTo>
                  <a:close/>
                  <a:moveTo>
                    <a:pt x="289643" y="49213"/>
                  </a:moveTo>
                  <a:cubicBezTo>
                    <a:pt x="301549" y="49213"/>
                    <a:pt x="309487" y="58103"/>
                    <a:pt x="309487" y="68263"/>
                  </a:cubicBezTo>
                  <a:cubicBezTo>
                    <a:pt x="309487" y="79693"/>
                    <a:pt x="300227" y="87313"/>
                    <a:pt x="289643" y="87313"/>
                  </a:cubicBezTo>
                  <a:cubicBezTo>
                    <a:pt x="280383" y="87313"/>
                    <a:pt x="269799" y="79693"/>
                    <a:pt x="269799" y="68263"/>
                  </a:cubicBezTo>
                  <a:cubicBezTo>
                    <a:pt x="269799" y="68263"/>
                    <a:pt x="271122" y="68263"/>
                    <a:pt x="271122" y="68263"/>
                  </a:cubicBezTo>
                  <a:cubicBezTo>
                    <a:pt x="271122" y="65723"/>
                    <a:pt x="272445" y="63183"/>
                    <a:pt x="272445" y="59373"/>
                  </a:cubicBezTo>
                  <a:cubicBezTo>
                    <a:pt x="276414" y="54293"/>
                    <a:pt x="283028" y="49213"/>
                    <a:pt x="289643" y="49213"/>
                  </a:cubicBezTo>
                  <a:close/>
                  <a:moveTo>
                    <a:pt x="244544" y="33338"/>
                  </a:moveTo>
                  <a:cubicBezTo>
                    <a:pt x="257533" y="33338"/>
                    <a:pt x="266625" y="43861"/>
                    <a:pt x="266625" y="55699"/>
                  </a:cubicBezTo>
                  <a:cubicBezTo>
                    <a:pt x="266625" y="68853"/>
                    <a:pt x="256234" y="79376"/>
                    <a:pt x="244544" y="79376"/>
                  </a:cubicBezTo>
                  <a:cubicBezTo>
                    <a:pt x="235452" y="79376"/>
                    <a:pt x="226360" y="72799"/>
                    <a:pt x="223762" y="63592"/>
                  </a:cubicBezTo>
                  <a:cubicBezTo>
                    <a:pt x="225061" y="59645"/>
                    <a:pt x="226360" y="54384"/>
                    <a:pt x="226360" y="49123"/>
                  </a:cubicBezTo>
                  <a:cubicBezTo>
                    <a:pt x="226360" y="47807"/>
                    <a:pt x="226360" y="46492"/>
                    <a:pt x="226360" y="43861"/>
                  </a:cubicBezTo>
                  <a:cubicBezTo>
                    <a:pt x="230256" y="37284"/>
                    <a:pt x="236751" y="33338"/>
                    <a:pt x="244544" y="33338"/>
                  </a:cubicBezTo>
                  <a:close/>
                  <a:moveTo>
                    <a:pt x="192806" y="23813"/>
                  </a:moveTo>
                  <a:cubicBezTo>
                    <a:pt x="205756" y="23813"/>
                    <a:pt x="217412" y="35469"/>
                    <a:pt x="217412" y="48420"/>
                  </a:cubicBezTo>
                  <a:cubicBezTo>
                    <a:pt x="217412" y="62665"/>
                    <a:pt x="205756" y="73026"/>
                    <a:pt x="192806" y="73026"/>
                  </a:cubicBezTo>
                  <a:cubicBezTo>
                    <a:pt x="179855" y="73026"/>
                    <a:pt x="169494" y="63961"/>
                    <a:pt x="168199" y="51010"/>
                  </a:cubicBezTo>
                  <a:cubicBezTo>
                    <a:pt x="169494" y="48420"/>
                    <a:pt x="170789" y="44534"/>
                    <a:pt x="170789" y="39354"/>
                  </a:cubicBezTo>
                  <a:cubicBezTo>
                    <a:pt x="170789" y="39354"/>
                    <a:pt x="170789" y="39354"/>
                    <a:pt x="170789" y="38059"/>
                  </a:cubicBezTo>
                  <a:cubicBezTo>
                    <a:pt x="174674" y="30288"/>
                    <a:pt x="182445" y="23813"/>
                    <a:pt x="192806" y="23813"/>
                  </a:cubicBezTo>
                  <a:close/>
                  <a:moveTo>
                    <a:pt x="133275" y="12700"/>
                  </a:moveTo>
                  <a:cubicBezTo>
                    <a:pt x="148118" y="12700"/>
                    <a:pt x="160262" y="24548"/>
                    <a:pt x="160262" y="39029"/>
                  </a:cubicBezTo>
                  <a:cubicBezTo>
                    <a:pt x="160262" y="54827"/>
                    <a:pt x="148118" y="66675"/>
                    <a:pt x="133275" y="66675"/>
                  </a:cubicBezTo>
                  <a:cubicBezTo>
                    <a:pt x="121130" y="66675"/>
                    <a:pt x="110335" y="60093"/>
                    <a:pt x="106287" y="48245"/>
                  </a:cubicBezTo>
                  <a:cubicBezTo>
                    <a:pt x="108986" y="42979"/>
                    <a:pt x="111685" y="36396"/>
                    <a:pt x="111685" y="29814"/>
                  </a:cubicBezTo>
                  <a:cubicBezTo>
                    <a:pt x="111685" y="27181"/>
                    <a:pt x="110335" y="25865"/>
                    <a:pt x="110335" y="23232"/>
                  </a:cubicBezTo>
                  <a:cubicBezTo>
                    <a:pt x="115733" y="16649"/>
                    <a:pt x="123829" y="12700"/>
                    <a:pt x="133275" y="12700"/>
                  </a:cubicBezTo>
                  <a:close/>
                  <a:moveTo>
                    <a:pt x="72809" y="0"/>
                  </a:moveTo>
                  <a:cubicBezTo>
                    <a:pt x="88472" y="0"/>
                    <a:pt x="101525" y="14426"/>
                    <a:pt x="101525" y="30163"/>
                  </a:cubicBezTo>
                  <a:cubicBezTo>
                    <a:pt x="101525" y="47211"/>
                    <a:pt x="87167" y="60325"/>
                    <a:pt x="72809" y="60325"/>
                  </a:cubicBezTo>
                  <a:cubicBezTo>
                    <a:pt x="57145" y="60325"/>
                    <a:pt x="42787" y="47211"/>
                    <a:pt x="42787" y="30163"/>
                  </a:cubicBezTo>
                  <a:cubicBezTo>
                    <a:pt x="42787" y="14426"/>
                    <a:pt x="55840" y="0"/>
                    <a:pt x="72809" y="0"/>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8" name="组合 7">
            <a:extLst>
              <a:ext uri="{FF2B5EF4-FFF2-40B4-BE49-F238E27FC236}">
                <a16:creationId xmlns="" xmlns:a16="http://schemas.microsoft.com/office/drawing/2014/main" id="{E53F7AC2-36B0-4698-95CD-E7BB9651EF9E}"/>
              </a:ext>
            </a:extLst>
          </p:cNvPr>
          <p:cNvGrpSpPr/>
          <p:nvPr/>
        </p:nvGrpSpPr>
        <p:grpSpPr>
          <a:xfrm>
            <a:off x="3479799" y="1893094"/>
            <a:ext cx="2543599" cy="3792537"/>
            <a:chOff x="3479799" y="1893094"/>
            <a:chExt cx="2543599" cy="3792537"/>
          </a:xfrm>
        </p:grpSpPr>
        <p:sp>
          <p:nvSpPr>
            <p:cNvPr id="9" name="矩形 8">
              <a:extLst>
                <a:ext uri="{FF2B5EF4-FFF2-40B4-BE49-F238E27FC236}">
                  <a16:creationId xmlns="" xmlns:a16="http://schemas.microsoft.com/office/drawing/2014/main" id="{BFDEB162-AB9B-457E-972C-660FBE1918BC}"/>
                </a:ext>
              </a:extLst>
            </p:cNvPr>
            <p:cNvSpPr/>
            <p:nvPr/>
          </p:nvSpPr>
          <p:spPr>
            <a:xfrm>
              <a:off x="3479799" y="1893094"/>
              <a:ext cx="2543599" cy="3792537"/>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0" name="矩形 9">
              <a:extLst>
                <a:ext uri="{FF2B5EF4-FFF2-40B4-BE49-F238E27FC236}">
                  <a16:creationId xmlns="" xmlns:a16="http://schemas.microsoft.com/office/drawing/2014/main" id="{FAD99B3F-C36F-4D02-8CE8-3697E3D1F432}"/>
                </a:ext>
              </a:extLst>
            </p:cNvPr>
            <p:cNvSpPr/>
            <p:nvPr/>
          </p:nvSpPr>
          <p:spPr>
            <a:xfrm>
              <a:off x="3775496" y="4800600"/>
              <a:ext cx="1952206" cy="558958"/>
            </a:xfrm>
            <a:prstGeom prst="rect">
              <a:avLst/>
            </a:prstGeom>
            <a:solidFill>
              <a:srgbClr val="141735">
                <a:alpha val="40000"/>
              </a:srgb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1" name="矩形 10">
              <a:extLst>
                <a:ext uri="{FF2B5EF4-FFF2-40B4-BE49-F238E27FC236}">
                  <a16:creationId xmlns="" xmlns:a16="http://schemas.microsoft.com/office/drawing/2014/main" id="{FCA694CA-5833-4083-B994-E006340397F2}"/>
                </a:ext>
              </a:extLst>
            </p:cNvPr>
            <p:cNvSpPr/>
            <p:nvPr/>
          </p:nvSpPr>
          <p:spPr>
            <a:xfrm>
              <a:off x="3941328" y="4887391"/>
              <a:ext cx="1620540"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Arial"/>
                  <a:ea typeface="微软雅黑"/>
                  <a:cs typeface="+mn-cs"/>
                </a:rPr>
                <a:t>标题文字添加</a:t>
              </a:r>
            </a:p>
          </p:txBody>
        </p:sp>
        <p:sp>
          <p:nvSpPr>
            <p:cNvPr id="12" name="矩形 11">
              <a:extLst>
                <a:ext uri="{FF2B5EF4-FFF2-40B4-BE49-F238E27FC236}">
                  <a16:creationId xmlns="" xmlns:a16="http://schemas.microsoft.com/office/drawing/2014/main" id="{EED9F906-3ADC-4FE2-BCBC-BB156CBE3AA8}"/>
                </a:ext>
              </a:extLst>
            </p:cNvPr>
            <p:cNvSpPr/>
            <p:nvPr/>
          </p:nvSpPr>
          <p:spPr>
            <a:xfrm>
              <a:off x="3627869" y="3056433"/>
              <a:ext cx="2247457" cy="1384995"/>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Arial"/>
                  <a:ea typeface="微软雅黑"/>
                  <a:cs typeface="+mn-cs"/>
                </a:rPr>
                <a:t>用户可以在投影仪或者计算机上进行演示也可以将演示文稿打印出来制作成胶片以便应用到更广泛的领域中</a:t>
              </a:r>
            </a:p>
          </p:txBody>
        </p:sp>
        <p:sp>
          <p:nvSpPr>
            <p:cNvPr id="13" name="椭圆 24">
              <a:extLst>
                <a:ext uri="{FF2B5EF4-FFF2-40B4-BE49-F238E27FC236}">
                  <a16:creationId xmlns="" xmlns:a16="http://schemas.microsoft.com/office/drawing/2014/main" id="{DFA2092E-2432-418E-AA1E-87ECCF551F2B}"/>
                </a:ext>
              </a:extLst>
            </p:cNvPr>
            <p:cNvSpPr/>
            <p:nvPr/>
          </p:nvSpPr>
          <p:spPr>
            <a:xfrm>
              <a:off x="4526273" y="2215844"/>
              <a:ext cx="450648" cy="569974"/>
            </a:xfrm>
            <a:custGeom>
              <a:avLst/>
              <a:gdLst>
                <a:gd name="connsiteX0" fmla="*/ 126399 w 261072"/>
                <a:gd name="connsiteY0" fmla="*/ 143933 h 330200"/>
                <a:gd name="connsiteX1" fmla="*/ 114493 w 261072"/>
                <a:gd name="connsiteY1" fmla="*/ 165100 h 330200"/>
                <a:gd name="connsiteX2" fmla="*/ 135660 w 261072"/>
                <a:gd name="connsiteY2" fmla="*/ 179652 h 330200"/>
                <a:gd name="connsiteX3" fmla="*/ 148889 w 261072"/>
                <a:gd name="connsiteY3" fmla="*/ 157162 h 330200"/>
                <a:gd name="connsiteX4" fmla="*/ 126399 w 261072"/>
                <a:gd name="connsiteY4" fmla="*/ 143933 h 330200"/>
                <a:gd name="connsiteX5" fmla="*/ 62158 w 261072"/>
                <a:gd name="connsiteY5" fmla="*/ 142587 h 330200"/>
                <a:gd name="connsiteX6" fmla="*/ 59301 w 261072"/>
                <a:gd name="connsiteY6" fmla="*/ 149803 h 330200"/>
                <a:gd name="connsiteX7" fmla="*/ 67873 w 261072"/>
                <a:gd name="connsiteY7" fmla="*/ 154132 h 330200"/>
                <a:gd name="connsiteX8" fmla="*/ 70731 w 261072"/>
                <a:gd name="connsiteY8" fmla="*/ 145473 h 330200"/>
                <a:gd name="connsiteX9" fmla="*/ 62158 w 261072"/>
                <a:gd name="connsiteY9" fmla="*/ 142587 h 330200"/>
                <a:gd name="connsiteX10" fmla="*/ 60253 w 261072"/>
                <a:gd name="connsiteY10" fmla="*/ 111601 h 330200"/>
                <a:gd name="connsiteX11" fmla="*/ 50887 w 261072"/>
                <a:gd name="connsiteY11" fmla="*/ 112077 h 330200"/>
                <a:gd name="connsiteX12" fmla="*/ 41997 w 261072"/>
                <a:gd name="connsiteY12" fmla="*/ 118427 h 330200"/>
                <a:gd name="connsiteX13" fmla="*/ 47077 w 261072"/>
                <a:gd name="connsiteY13" fmla="*/ 124777 h 330200"/>
                <a:gd name="connsiteX14" fmla="*/ 52157 w 261072"/>
                <a:gd name="connsiteY14" fmla="*/ 119697 h 330200"/>
                <a:gd name="connsiteX15" fmla="*/ 57237 w 261072"/>
                <a:gd name="connsiteY15" fmla="*/ 122237 h 330200"/>
                <a:gd name="connsiteX16" fmla="*/ 57237 w 261072"/>
                <a:gd name="connsiteY16" fmla="*/ 128587 h 330200"/>
                <a:gd name="connsiteX17" fmla="*/ 57237 w 261072"/>
                <a:gd name="connsiteY17" fmla="*/ 140017 h 330200"/>
                <a:gd name="connsiteX18" fmla="*/ 58507 w 261072"/>
                <a:gd name="connsiteY18" fmla="*/ 141287 h 330200"/>
                <a:gd name="connsiteX19" fmla="*/ 66127 w 261072"/>
                <a:gd name="connsiteY19" fmla="*/ 137477 h 330200"/>
                <a:gd name="connsiteX20" fmla="*/ 64857 w 261072"/>
                <a:gd name="connsiteY20" fmla="*/ 136207 h 330200"/>
                <a:gd name="connsiteX21" fmla="*/ 64857 w 261072"/>
                <a:gd name="connsiteY21" fmla="*/ 128587 h 330200"/>
                <a:gd name="connsiteX22" fmla="*/ 64857 w 261072"/>
                <a:gd name="connsiteY22" fmla="*/ 115887 h 330200"/>
                <a:gd name="connsiteX23" fmla="*/ 60253 w 261072"/>
                <a:gd name="connsiteY23" fmla="*/ 111601 h 330200"/>
                <a:gd name="connsiteX24" fmla="*/ 182967 w 261072"/>
                <a:gd name="connsiteY24" fmla="*/ 102870 h 330200"/>
                <a:gd name="connsiteX25" fmla="*/ 170584 w 261072"/>
                <a:gd name="connsiteY25" fmla="*/ 109220 h 330200"/>
                <a:gd name="connsiteX26" fmla="*/ 178839 w 261072"/>
                <a:gd name="connsiteY26" fmla="*/ 119380 h 330200"/>
                <a:gd name="connsiteX27" fmla="*/ 189846 w 261072"/>
                <a:gd name="connsiteY27" fmla="*/ 113030 h 330200"/>
                <a:gd name="connsiteX28" fmla="*/ 182967 w 261072"/>
                <a:gd name="connsiteY28" fmla="*/ 102870 h 330200"/>
                <a:gd name="connsiteX29" fmla="*/ 176934 w 261072"/>
                <a:gd name="connsiteY29" fmla="*/ 50542 h 330200"/>
                <a:gd name="connsiteX30" fmla="*/ 178287 w 261072"/>
                <a:gd name="connsiteY30" fmla="*/ 62513 h 330200"/>
                <a:gd name="connsiteX31" fmla="*/ 189105 w 261072"/>
                <a:gd name="connsiteY31" fmla="*/ 62513 h 330200"/>
                <a:gd name="connsiteX32" fmla="*/ 194515 w 261072"/>
                <a:gd name="connsiteY32" fmla="*/ 69163 h 330200"/>
                <a:gd name="connsiteX33" fmla="*/ 186401 w 261072"/>
                <a:gd name="connsiteY33" fmla="*/ 78474 h 330200"/>
                <a:gd name="connsiteX34" fmla="*/ 176934 w 261072"/>
                <a:gd name="connsiteY34" fmla="*/ 93105 h 330200"/>
                <a:gd name="connsiteX35" fmla="*/ 176934 w 261072"/>
                <a:gd name="connsiteY35" fmla="*/ 95765 h 330200"/>
                <a:gd name="connsiteX36" fmla="*/ 190458 w 261072"/>
                <a:gd name="connsiteY36" fmla="*/ 98425 h 330200"/>
                <a:gd name="connsiteX37" fmla="*/ 190458 w 261072"/>
                <a:gd name="connsiteY37" fmla="*/ 97095 h 330200"/>
                <a:gd name="connsiteX38" fmla="*/ 198572 w 261072"/>
                <a:gd name="connsiteY38" fmla="*/ 85124 h 330200"/>
                <a:gd name="connsiteX39" fmla="*/ 210743 w 261072"/>
                <a:gd name="connsiteY39" fmla="*/ 70494 h 330200"/>
                <a:gd name="connsiteX40" fmla="*/ 194515 w 261072"/>
                <a:gd name="connsiteY40" fmla="*/ 50542 h 330200"/>
                <a:gd name="connsiteX41" fmla="*/ 176934 w 261072"/>
                <a:gd name="connsiteY41" fmla="*/ 50542 h 330200"/>
                <a:gd name="connsiteX42" fmla="*/ 104071 w 261072"/>
                <a:gd name="connsiteY42" fmla="*/ 44936 h 330200"/>
                <a:gd name="connsiteX43" fmla="*/ 73747 w 261072"/>
                <a:gd name="connsiteY43" fmla="*/ 60685 h 330200"/>
                <a:gd name="connsiteX44" fmla="*/ 85613 w 261072"/>
                <a:gd name="connsiteY44" fmla="*/ 80370 h 330200"/>
                <a:gd name="connsiteX45" fmla="*/ 102752 w 261072"/>
                <a:gd name="connsiteY45" fmla="*/ 69871 h 330200"/>
                <a:gd name="connsiteX46" fmla="*/ 119892 w 261072"/>
                <a:gd name="connsiteY46" fmla="*/ 77745 h 330200"/>
                <a:gd name="connsiteX47" fmla="*/ 113300 w 261072"/>
                <a:gd name="connsiteY47" fmla="*/ 101367 h 330200"/>
                <a:gd name="connsiteX48" fmla="*/ 109345 w 261072"/>
                <a:gd name="connsiteY48" fmla="*/ 134175 h 330200"/>
                <a:gd name="connsiteX49" fmla="*/ 110663 w 261072"/>
                <a:gd name="connsiteY49" fmla="*/ 138112 h 330200"/>
                <a:gd name="connsiteX50" fmla="*/ 137032 w 261072"/>
                <a:gd name="connsiteY50" fmla="*/ 132863 h 330200"/>
                <a:gd name="connsiteX51" fmla="*/ 135713 w 261072"/>
                <a:gd name="connsiteY51" fmla="*/ 128926 h 330200"/>
                <a:gd name="connsiteX52" fmla="*/ 139669 w 261072"/>
                <a:gd name="connsiteY52" fmla="*/ 102679 h 330200"/>
                <a:gd name="connsiteX53" fmla="*/ 148898 w 261072"/>
                <a:gd name="connsiteY53" fmla="*/ 65934 h 330200"/>
                <a:gd name="connsiteX54" fmla="*/ 104071 w 261072"/>
                <a:gd name="connsiteY54" fmla="*/ 44936 h 330200"/>
                <a:gd name="connsiteX55" fmla="*/ 134819 w 261072"/>
                <a:gd name="connsiteY55" fmla="*/ 0 h 330200"/>
                <a:gd name="connsiteX56" fmla="*/ 221618 w 261072"/>
                <a:gd name="connsiteY56" fmla="*/ 35519 h 330200"/>
                <a:gd name="connsiteX57" fmla="*/ 247921 w 261072"/>
                <a:gd name="connsiteY57" fmla="*/ 113137 h 330200"/>
                <a:gd name="connsiteX58" fmla="*/ 243975 w 261072"/>
                <a:gd name="connsiteY58" fmla="*/ 144709 h 330200"/>
                <a:gd name="connsiteX59" fmla="*/ 261072 w 261072"/>
                <a:gd name="connsiteY59" fmla="*/ 180229 h 330200"/>
                <a:gd name="connsiteX60" fmla="*/ 246606 w 261072"/>
                <a:gd name="connsiteY60" fmla="*/ 190753 h 330200"/>
                <a:gd name="connsiteX61" fmla="*/ 243975 w 261072"/>
                <a:gd name="connsiteY61" fmla="*/ 198646 h 330200"/>
                <a:gd name="connsiteX62" fmla="*/ 243975 w 261072"/>
                <a:gd name="connsiteY62" fmla="*/ 210486 h 330200"/>
                <a:gd name="connsiteX63" fmla="*/ 237400 w 261072"/>
                <a:gd name="connsiteY63" fmla="*/ 215748 h 330200"/>
                <a:gd name="connsiteX64" fmla="*/ 237400 w 261072"/>
                <a:gd name="connsiteY64" fmla="*/ 219695 h 330200"/>
                <a:gd name="connsiteX65" fmla="*/ 236085 w 261072"/>
                <a:gd name="connsiteY65" fmla="*/ 230219 h 330200"/>
                <a:gd name="connsiteX66" fmla="*/ 232139 w 261072"/>
                <a:gd name="connsiteY66" fmla="*/ 244690 h 330200"/>
                <a:gd name="connsiteX67" fmla="*/ 229509 w 261072"/>
                <a:gd name="connsiteY67" fmla="*/ 263108 h 330200"/>
                <a:gd name="connsiteX68" fmla="*/ 196631 w 261072"/>
                <a:gd name="connsiteY68" fmla="*/ 267054 h 330200"/>
                <a:gd name="connsiteX69" fmla="*/ 161121 w 261072"/>
                <a:gd name="connsiteY69" fmla="*/ 273632 h 330200"/>
                <a:gd name="connsiteX70" fmla="*/ 136134 w 261072"/>
                <a:gd name="connsiteY70" fmla="*/ 330200 h 330200"/>
                <a:gd name="connsiteX71" fmla="*/ 45389 w 261072"/>
                <a:gd name="connsiteY71" fmla="*/ 246006 h 330200"/>
                <a:gd name="connsiteX72" fmla="*/ 32238 w 261072"/>
                <a:gd name="connsiteY72" fmla="*/ 184176 h 330200"/>
                <a:gd name="connsiteX73" fmla="*/ 675 w 261072"/>
                <a:gd name="connsiteY73" fmla="*/ 121030 h 330200"/>
                <a:gd name="connsiteX74" fmla="*/ 30923 w 261072"/>
                <a:gd name="connsiteY74" fmla="*/ 40781 h 330200"/>
                <a:gd name="connsiteX75" fmla="*/ 134819 w 261072"/>
                <a:gd name="connsiteY75" fmla="*/ 0 h 330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261072" h="330200">
                  <a:moveTo>
                    <a:pt x="126399" y="143933"/>
                  </a:moveTo>
                  <a:cubicBezTo>
                    <a:pt x="117138" y="146579"/>
                    <a:pt x="111847" y="155840"/>
                    <a:pt x="114493" y="165100"/>
                  </a:cubicBezTo>
                  <a:cubicBezTo>
                    <a:pt x="115816" y="175684"/>
                    <a:pt x="125076" y="180975"/>
                    <a:pt x="135660" y="179652"/>
                  </a:cubicBezTo>
                  <a:cubicBezTo>
                    <a:pt x="146243" y="177006"/>
                    <a:pt x="151535" y="167746"/>
                    <a:pt x="148889" y="157162"/>
                  </a:cubicBezTo>
                  <a:cubicBezTo>
                    <a:pt x="146243" y="146579"/>
                    <a:pt x="136982" y="141287"/>
                    <a:pt x="126399" y="143933"/>
                  </a:cubicBezTo>
                  <a:close/>
                  <a:moveTo>
                    <a:pt x="62158" y="142587"/>
                  </a:moveTo>
                  <a:cubicBezTo>
                    <a:pt x="59301" y="144030"/>
                    <a:pt x="57872" y="146916"/>
                    <a:pt x="59301" y="149803"/>
                  </a:cubicBezTo>
                  <a:cubicBezTo>
                    <a:pt x="60729" y="154132"/>
                    <a:pt x="65016" y="155575"/>
                    <a:pt x="67873" y="154132"/>
                  </a:cubicBezTo>
                  <a:cubicBezTo>
                    <a:pt x="70731" y="152689"/>
                    <a:pt x="72160" y="148359"/>
                    <a:pt x="70731" y="145473"/>
                  </a:cubicBezTo>
                  <a:cubicBezTo>
                    <a:pt x="69302" y="141143"/>
                    <a:pt x="66445" y="139700"/>
                    <a:pt x="62158" y="142587"/>
                  </a:cubicBezTo>
                  <a:close/>
                  <a:moveTo>
                    <a:pt x="60253" y="111601"/>
                  </a:moveTo>
                  <a:cubicBezTo>
                    <a:pt x="57872" y="110807"/>
                    <a:pt x="54697" y="110807"/>
                    <a:pt x="50887" y="112077"/>
                  </a:cubicBezTo>
                  <a:cubicBezTo>
                    <a:pt x="47077" y="114617"/>
                    <a:pt x="43267" y="117157"/>
                    <a:pt x="41997" y="118427"/>
                  </a:cubicBezTo>
                  <a:cubicBezTo>
                    <a:pt x="41997" y="118427"/>
                    <a:pt x="41997" y="118427"/>
                    <a:pt x="47077" y="124777"/>
                  </a:cubicBezTo>
                  <a:cubicBezTo>
                    <a:pt x="48347" y="122237"/>
                    <a:pt x="49617" y="120967"/>
                    <a:pt x="52157" y="119697"/>
                  </a:cubicBezTo>
                  <a:cubicBezTo>
                    <a:pt x="54697" y="118427"/>
                    <a:pt x="55967" y="119697"/>
                    <a:pt x="57237" y="122237"/>
                  </a:cubicBezTo>
                  <a:cubicBezTo>
                    <a:pt x="58507" y="123507"/>
                    <a:pt x="57237" y="126047"/>
                    <a:pt x="57237" y="128587"/>
                  </a:cubicBezTo>
                  <a:cubicBezTo>
                    <a:pt x="55967" y="133667"/>
                    <a:pt x="55967" y="136207"/>
                    <a:pt x="57237" y="140017"/>
                  </a:cubicBezTo>
                  <a:lnTo>
                    <a:pt x="58507" y="141287"/>
                  </a:lnTo>
                  <a:cubicBezTo>
                    <a:pt x="58507" y="141287"/>
                    <a:pt x="58507" y="141287"/>
                    <a:pt x="66127" y="137477"/>
                  </a:cubicBezTo>
                  <a:cubicBezTo>
                    <a:pt x="66127" y="137477"/>
                    <a:pt x="66127" y="137477"/>
                    <a:pt x="64857" y="136207"/>
                  </a:cubicBezTo>
                  <a:cubicBezTo>
                    <a:pt x="63587" y="133667"/>
                    <a:pt x="63587" y="131127"/>
                    <a:pt x="64857" y="128587"/>
                  </a:cubicBezTo>
                  <a:cubicBezTo>
                    <a:pt x="66127" y="124777"/>
                    <a:pt x="67397" y="120967"/>
                    <a:pt x="64857" y="115887"/>
                  </a:cubicBezTo>
                  <a:cubicBezTo>
                    <a:pt x="64222" y="113982"/>
                    <a:pt x="62634" y="112395"/>
                    <a:pt x="60253" y="111601"/>
                  </a:cubicBezTo>
                  <a:close/>
                  <a:moveTo>
                    <a:pt x="182967" y="102870"/>
                  </a:moveTo>
                  <a:cubicBezTo>
                    <a:pt x="177464" y="101600"/>
                    <a:pt x="171960" y="104140"/>
                    <a:pt x="170584" y="109220"/>
                  </a:cubicBezTo>
                  <a:cubicBezTo>
                    <a:pt x="170584" y="114300"/>
                    <a:pt x="173335" y="118110"/>
                    <a:pt x="178839" y="119380"/>
                  </a:cubicBezTo>
                  <a:cubicBezTo>
                    <a:pt x="184343" y="120650"/>
                    <a:pt x="188471" y="118110"/>
                    <a:pt x="189846" y="113030"/>
                  </a:cubicBezTo>
                  <a:cubicBezTo>
                    <a:pt x="191222" y="107950"/>
                    <a:pt x="188471" y="102870"/>
                    <a:pt x="182967" y="102870"/>
                  </a:cubicBezTo>
                  <a:close/>
                  <a:moveTo>
                    <a:pt x="176934" y="50542"/>
                  </a:moveTo>
                  <a:cubicBezTo>
                    <a:pt x="176934" y="50542"/>
                    <a:pt x="176934" y="50542"/>
                    <a:pt x="178287" y="62513"/>
                  </a:cubicBezTo>
                  <a:cubicBezTo>
                    <a:pt x="180991" y="61183"/>
                    <a:pt x="185048" y="61183"/>
                    <a:pt x="189105" y="62513"/>
                  </a:cubicBezTo>
                  <a:cubicBezTo>
                    <a:pt x="194515" y="63843"/>
                    <a:pt x="195867" y="66503"/>
                    <a:pt x="194515" y="69163"/>
                  </a:cubicBezTo>
                  <a:cubicBezTo>
                    <a:pt x="194515" y="73154"/>
                    <a:pt x="190458" y="75814"/>
                    <a:pt x="186401" y="78474"/>
                  </a:cubicBezTo>
                  <a:cubicBezTo>
                    <a:pt x="180991" y="83794"/>
                    <a:pt x="178287" y="87785"/>
                    <a:pt x="176934" y="93105"/>
                  </a:cubicBezTo>
                  <a:cubicBezTo>
                    <a:pt x="176934" y="93105"/>
                    <a:pt x="176934" y="93105"/>
                    <a:pt x="176934" y="95765"/>
                  </a:cubicBezTo>
                  <a:cubicBezTo>
                    <a:pt x="176934" y="95765"/>
                    <a:pt x="176934" y="95765"/>
                    <a:pt x="190458" y="98425"/>
                  </a:cubicBezTo>
                  <a:cubicBezTo>
                    <a:pt x="190458" y="98425"/>
                    <a:pt x="190458" y="98425"/>
                    <a:pt x="190458" y="97095"/>
                  </a:cubicBezTo>
                  <a:cubicBezTo>
                    <a:pt x="191810" y="91775"/>
                    <a:pt x="193162" y="89115"/>
                    <a:pt x="198572" y="85124"/>
                  </a:cubicBezTo>
                  <a:cubicBezTo>
                    <a:pt x="203981" y="82464"/>
                    <a:pt x="209390" y="78474"/>
                    <a:pt x="210743" y="70494"/>
                  </a:cubicBezTo>
                  <a:cubicBezTo>
                    <a:pt x="213447" y="62513"/>
                    <a:pt x="208038" y="53202"/>
                    <a:pt x="194515" y="50542"/>
                  </a:cubicBezTo>
                  <a:cubicBezTo>
                    <a:pt x="187753" y="49212"/>
                    <a:pt x="180991" y="50542"/>
                    <a:pt x="176934" y="50542"/>
                  </a:cubicBezTo>
                  <a:close/>
                  <a:moveTo>
                    <a:pt x="104071" y="44936"/>
                  </a:moveTo>
                  <a:cubicBezTo>
                    <a:pt x="90886" y="48873"/>
                    <a:pt x="80339" y="55435"/>
                    <a:pt x="73747" y="60685"/>
                  </a:cubicBezTo>
                  <a:cubicBezTo>
                    <a:pt x="73747" y="60685"/>
                    <a:pt x="73747" y="60685"/>
                    <a:pt x="85613" y="80370"/>
                  </a:cubicBezTo>
                  <a:cubicBezTo>
                    <a:pt x="89568" y="76433"/>
                    <a:pt x="97479" y="71183"/>
                    <a:pt x="102752" y="69871"/>
                  </a:cubicBezTo>
                  <a:cubicBezTo>
                    <a:pt x="113300" y="68559"/>
                    <a:pt x="118574" y="71183"/>
                    <a:pt x="119892" y="77745"/>
                  </a:cubicBezTo>
                  <a:cubicBezTo>
                    <a:pt x="121211" y="84307"/>
                    <a:pt x="118574" y="92181"/>
                    <a:pt x="113300" y="101367"/>
                  </a:cubicBezTo>
                  <a:cubicBezTo>
                    <a:pt x="108026" y="113178"/>
                    <a:pt x="106708" y="123677"/>
                    <a:pt x="109345" y="134175"/>
                  </a:cubicBezTo>
                  <a:cubicBezTo>
                    <a:pt x="109345" y="134175"/>
                    <a:pt x="109345" y="134175"/>
                    <a:pt x="110663" y="138112"/>
                  </a:cubicBezTo>
                  <a:cubicBezTo>
                    <a:pt x="110663" y="138112"/>
                    <a:pt x="110663" y="138112"/>
                    <a:pt x="137032" y="132863"/>
                  </a:cubicBezTo>
                  <a:cubicBezTo>
                    <a:pt x="137032" y="132863"/>
                    <a:pt x="137032" y="132863"/>
                    <a:pt x="135713" y="128926"/>
                  </a:cubicBezTo>
                  <a:cubicBezTo>
                    <a:pt x="134395" y="119740"/>
                    <a:pt x="134395" y="111866"/>
                    <a:pt x="139669" y="102679"/>
                  </a:cubicBezTo>
                  <a:cubicBezTo>
                    <a:pt x="144943" y="92181"/>
                    <a:pt x="151535" y="81682"/>
                    <a:pt x="148898" y="65934"/>
                  </a:cubicBezTo>
                  <a:cubicBezTo>
                    <a:pt x="144943" y="50186"/>
                    <a:pt x="129121" y="39687"/>
                    <a:pt x="104071" y="44936"/>
                  </a:cubicBezTo>
                  <a:close/>
                  <a:moveTo>
                    <a:pt x="134819" y="0"/>
                  </a:moveTo>
                  <a:cubicBezTo>
                    <a:pt x="158491" y="0"/>
                    <a:pt x="194000" y="5262"/>
                    <a:pt x="221618" y="35519"/>
                  </a:cubicBezTo>
                  <a:cubicBezTo>
                    <a:pt x="238715" y="52622"/>
                    <a:pt x="251866" y="74986"/>
                    <a:pt x="247921" y="113137"/>
                  </a:cubicBezTo>
                  <a:cubicBezTo>
                    <a:pt x="246606" y="121030"/>
                    <a:pt x="236085" y="130238"/>
                    <a:pt x="243975" y="144709"/>
                  </a:cubicBezTo>
                  <a:cubicBezTo>
                    <a:pt x="243975" y="144709"/>
                    <a:pt x="261072" y="176282"/>
                    <a:pt x="261072" y="180229"/>
                  </a:cubicBezTo>
                  <a:cubicBezTo>
                    <a:pt x="261072" y="180229"/>
                    <a:pt x="261072" y="189438"/>
                    <a:pt x="246606" y="190753"/>
                  </a:cubicBezTo>
                  <a:cubicBezTo>
                    <a:pt x="246606" y="190753"/>
                    <a:pt x="242660" y="190753"/>
                    <a:pt x="243975" y="198646"/>
                  </a:cubicBezTo>
                  <a:cubicBezTo>
                    <a:pt x="243975" y="198646"/>
                    <a:pt x="243975" y="198646"/>
                    <a:pt x="243975" y="210486"/>
                  </a:cubicBezTo>
                  <a:cubicBezTo>
                    <a:pt x="243975" y="210486"/>
                    <a:pt x="243975" y="213117"/>
                    <a:pt x="237400" y="215748"/>
                  </a:cubicBezTo>
                  <a:cubicBezTo>
                    <a:pt x="237400" y="215748"/>
                    <a:pt x="236085" y="217064"/>
                    <a:pt x="237400" y="219695"/>
                  </a:cubicBezTo>
                  <a:cubicBezTo>
                    <a:pt x="237400" y="219695"/>
                    <a:pt x="241345" y="222326"/>
                    <a:pt x="236085" y="230219"/>
                  </a:cubicBezTo>
                  <a:cubicBezTo>
                    <a:pt x="233454" y="234166"/>
                    <a:pt x="229509" y="236797"/>
                    <a:pt x="232139" y="244690"/>
                  </a:cubicBezTo>
                  <a:cubicBezTo>
                    <a:pt x="232139" y="244690"/>
                    <a:pt x="234769" y="259161"/>
                    <a:pt x="229509" y="263108"/>
                  </a:cubicBezTo>
                  <a:cubicBezTo>
                    <a:pt x="229509" y="263108"/>
                    <a:pt x="222933" y="269685"/>
                    <a:pt x="196631" y="267054"/>
                  </a:cubicBezTo>
                  <a:cubicBezTo>
                    <a:pt x="187425" y="265739"/>
                    <a:pt x="171642" y="261792"/>
                    <a:pt x="161121" y="273632"/>
                  </a:cubicBezTo>
                  <a:cubicBezTo>
                    <a:pt x="161121" y="273632"/>
                    <a:pt x="137449" y="319676"/>
                    <a:pt x="136134" y="330200"/>
                  </a:cubicBezTo>
                  <a:cubicBezTo>
                    <a:pt x="136134" y="330200"/>
                    <a:pt x="95364" y="257846"/>
                    <a:pt x="45389" y="246006"/>
                  </a:cubicBezTo>
                  <a:cubicBezTo>
                    <a:pt x="45389" y="246006"/>
                    <a:pt x="57225" y="219695"/>
                    <a:pt x="32238" y="184176"/>
                  </a:cubicBezTo>
                  <a:cubicBezTo>
                    <a:pt x="32238" y="184176"/>
                    <a:pt x="1990" y="143394"/>
                    <a:pt x="675" y="121030"/>
                  </a:cubicBezTo>
                  <a:cubicBezTo>
                    <a:pt x="675" y="121030"/>
                    <a:pt x="-7216" y="82879"/>
                    <a:pt x="30923" y="40781"/>
                  </a:cubicBezTo>
                  <a:cubicBezTo>
                    <a:pt x="49335" y="19733"/>
                    <a:pt x="74322" y="0"/>
                    <a:pt x="134819" y="0"/>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14" name="组合 13">
            <a:extLst>
              <a:ext uri="{FF2B5EF4-FFF2-40B4-BE49-F238E27FC236}">
                <a16:creationId xmlns="" xmlns:a16="http://schemas.microsoft.com/office/drawing/2014/main" id="{12B4146C-3FA4-4645-A2F7-2E9D8518BCCE}"/>
              </a:ext>
            </a:extLst>
          </p:cNvPr>
          <p:cNvGrpSpPr/>
          <p:nvPr/>
        </p:nvGrpSpPr>
        <p:grpSpPr>
          <a:xfrm>
            <a:off x="6226173" y="1893094"/>
            <a:ext cx="2543599" cy="3792537"/>
            <a:chOff x="6226173" y="1893094"/>
            <a:chExt cx="2543599" cy="3792537"/>
          </a:xfrm>
        </p:grpSpPr>
        <p:sp>
          <p:nvSpPr>
            <p:cNvPr id="15" name="矩形 14">
              <a:extLst>
                <a:ext uri="{FF2B5EF4-FFF2-40B4-BE49-F238E27FC236}">
                  <a16:creationId xmlns="" xmlns:a16="http://schemas.microsoft.com/office/drawing/2014/main" id="{E6FAD1E2-39BB-456B-B2BA-03D73762D810}"/>
                </a:ext>
              </a:extLst>
            </p:cNvPr>
            <p:cNvSpPr/>
            <p:nvPr/>
          </p:nvSpPr>
          <p:spPr>
            <a:xfrm>
              <a:off x="6226173" y="1893094"/>
              <a:ext cx="2543599" cy="3792537"/>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6" name="矩形 15">
              <a:extLst>
                <a:ext uri="{FF2B5EF4-FFF2-40B4-BE49-F238E27FC236}">
                  <a16:creationId xmlns="" xmlns:a16="http://schemas.microsoft.com/office/drawing/2014/main" id="{CF73C704-D768-4C15-9171-77CB7ABE5A60}"/>
                </a:ext>
              </a:extLst>
            </p:cNvPr>
            <p:cNvSpPr/>
            <p:nvPr/>
          </p:nvSpPr>
          <p:spPr>
            <a:xfrm>
              <a:off x="6521870" y="4800600"/>
              <a:ext cx="1952206" cy="558958"/>
            </a:xfrm>
            <a:prstGeom prst="rect">
              <a:avLst/>
            </a:prstGeom>
            <a:solidFill>
              <a:srgbClr val="141735">
                <a:alpha val="40000"/>
              </a:srgb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17" name="矩形 16">
              <a:extLst>
                <a:ext uri="{FF2B5EF4-FFF2-40B4-BE49-F238E27FC236}">
                  <a16:creationId xmlns="" xmlns:a16="http://schemas.microsoft.com/office/drawing/2014/main" id="{7E690AE0-ABA8-41A4-BAB6-139C89ACC3FC}"/>
                </a:ext>
              </a:extLst>
            </p:cNvPr>
            <p:cNvSpPr/>
            <p:nvPr/>
          </p:nvSpPr>
          <p:spPr>
            <a:xfrm>
              <a:off x="6687702" y="4887391"/>
              <a:ext cx="1620540"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Arial"/>
                  <a:ea typeface="微软雅黑"/>
                  <a:cs typeface="+mn-cs"/>
                </a:rPr>
                <a:t>标题文字添加</a:t>
              </a:r>
            </a:p>
          </p:txBody>
        </p:sp>
        <p:sp>
          <p:nvSpPr>
            <p:cNvPr id="18" name="矩形 17">
              <a:extLst>
                <a:ext uri="{FF2B5EF4-FFF2-40B4-BE49-F238E27FC236}">
                  <a16:creationId xmlns="" xmlns:a16="http://schemas.microsoft.com/office/drawing/2014/main" id="{1FD054BB-4344-4C5D-9DC3-4888146C5A7F}"/>
                </a:ext>
              </a:extLst>
            </p:cNvPr>
            <p:cNvSpPr/>
            <p:nvPr/>
          </p:nvSpPr>
          <p:spPr>
            <a:xfrm>
              <a:off x="6374243" y="3056433"/>
              <a:ext cx="2247457" cy="1384995"/>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Arial"/>
                  <a:ea typeface="微软雅黑"/>
                  <a:cs typeface="+mn-cs"/>
                </a:rPr>
                <a:t>用户可以在投影仪或者计算机上进行演示也可以将演示文稿打印出来制作成胶片以便应用到更广泛的领域中</a:t>
              </a:r>
            </a:p>
          </p:txBody>
        </p:sp>
        <p:sp>
          <p:nvSpPr>
            <p:cNvPr id="19" name="椭圆 25">
              <a:extLst>
                <a:ext uri="{FF2B5EF4-FFF2-40B4-BE49-F238E27FC236}">
                  <a16:creationId xmlns="" xmlns:a16="http://schemas.microsoft.com/office/drawing/2014/main" id="{EAABB62C-2A25-4168-87E1-4A1D3FE588F7}"/>
                </a:ext>
              </a:extLst>
            </p:cNvPr>
            <p:cNvSpPr/>
            <p:nvPr/>
          </p:nvSpPr>
          <p:spPr>
            <a:xfrm>
              <a:off x="7221501" y="2244617"/>
              <a:ext cx="552940" cy="569974"/>
            </a:xfrm>
            <a:custGeom>
              <a:avLst/>
              <a:gdLst>
                <a:gd name="connsiteX0" fmla="*/ 157951 w 327026"/>
                <a:gd name="connsiteY0" fmla="*/ 134938 h 337100"/>
                <a:gd name="connsiteX1" fmla="*/ 327026 w 327026"/>
                <a:gd name="connsiteY1" fmla="*/ 239958 h 337100"/>
                <a:gd name="connsiteX2" fmla="*/ 259660 w 327026"/>
                <a:gd name="connsiteY2" fmla="*/ 254398 h 337100"/>
                <a:gd name="connsiteX3" fmla="*/ 295325 w 327026"/>
                <a:gd name="connsiteY3" fmla="*/ 305595 h 337100"/>
                <a:gd name="connsiteX4" fmla="*/ 292683 w 327026"/>
                <a:gd name="connsiteY4" fmla="*/ 334475 h 337100"/>
                <a:gd name="connsiteX5" fmla="*/ 263623 w 327026"/>
                <a:gd name="connsiteY5" fmla="*/ 326599 h 337100"/>
                <a:gd name="connsiteX6" fmla="*/ 227959 w 327026"/>
                <a:gd name="connsiteY6" fmla="*/ 275402 h 337100"/>
                <a:gd name="connsiteX7" fmla="*/ 192294 w 327026"/>
                <a:gd name="connsiteY7" fmla="*/ 333162 h 337100"/>
                <a:gd name="connsiteX8" fmla="*/ 153988 w 327026"/>
                <a:gd name="connsiteY8" fmla="*/ 137564 h 337100"/>
                <a:gd name="connsiteX9" fmla="*/ 157951 w 327026"/>
                <a:gd name="connsiteY9" fmla="*/ 134938 h 337100"/>
                <a:gd name="connsiteX10" fmla="*/ 287448 w 327026"/>
                <a:gd name="connsiteY10" fmla="*/ 96838 h 337100"/>
                <a:gd name="connsiteX11" fmla="*/ 270368 w 327026"/>
                <a:gd name="connsiteY11" fmla="*/ 108528 h 337100"/>
                <a:gd name="connsiteX12" fmla="*/ 280879 w 327026"/>
                <a:gd name="connsiteY12" fmla="*/ 150092 h 337100"/>
                <a:gd name="connsiteX13" fmla="*/ 301899 w 327026"/>
                <a:gd name="connsiteY13" fmla="*/ 182563 h 337100"/>
                <a:gd name="connsiteX14" fmla="*/ 303213 w 327026"/>
                <a:gd name="connsiteY14" fmla="*/ 161781 h 337100"/>
                <a:gd name="connsiteX15" fmla="*/ 287448 w 327026"/>
                <a:gd name="connsiteY15" fmla="*/ 96838 h 337100"/>
                <a:gd name="connsiteX16" fmla="*/ 160474 w 327026"/>
                <a:gd name="connsiteY16" fmla="*/ 0 h 337100"/>
                <a:gd name="connsiteX17" fmla="*/ 322263 w 327026"/>
                <a:gd name="connsiteY17" fmla="*/ 161925 h 337100"/>
                <a:gd name="connsiteX18" fmla="*/ 314371 w 327026"/>
                <a:gd name="connsiteY18" fmla="*/ 211951 h 337100"/>
                <a:gd name="connsiteX19" fmla="*/ 242026 w 327026"/>
                <a:gd name="connsiteY19" fmla="*/ 165875 h 337100"/>
                <a:gd name="connsiteX20" fmla="*/ 259126 w 327026"/>
                <a:gd name="connsiteY20" fmla="*/ 139545 h 337100"/>
                <a:gd name="connsiteX21" fmla="*/ 244657 w 327026"/>
                <a:gd name="connsiteY21" fmla="*/ 94785 h 337100"/>
                <a:gd name="connsiteX22" fmla="*/ 203881 w 327026"/>
                <a:gd name="connsiteY22" fmla="*/ 63190 h 337100"/>
                <a:gd name="connsiteX23" fmla="*/ 186781 w 327026"/>
                <a:gd name="connsiteY23" fmla="*/ 22380 h 337100"/>
                <a:gd name="connsiteX24" fmla="*/ 160474 w 327026"/>
                <a:gd name="connsiteY24" fmla="*/ 19747 h 337100"/>
                <a:gd name="connsiteX25" fmla="*/ 74975 w 327026"/>
                <a:gd name="connsiteY25" fmla="*/ 48709 h 337100"/>
                <a:gd name="connsiteX26" fmla="*/ 86814 w 327026"/>
                <a:gd name="connsiteY26" fmla="*/ 86886 h 337100"/>
                <a:gd name="connsiteX27" fmla="*/ 53930 w 327026"/>
                <a:gd name="connsiteY27" fmla="*/ 111899 h 337100"/>
                <a:gd name="connsiteX28" fmla="*/ 53930 w 327026"/>
                <a:gd name="connsiteY28" fmla="*/ 140862 h 337100"/>
                <a:gd name="connsiteX29" fmla="*/ 59191 w 327026"/>
                <a:gd name="connsiteY29" fmla="*/ 157976 h 337100"/>
                <a:gd name="connsiteX30" fmla="*/ 21046 w 327026"/>
                <a:gd name="connsiteY30" fmla="*/ 181672 h 337100"/>
                <a:gd name="connsiteX31" fmla="*/ 35515 w 327026"/>
                <a:gd name="connsiteY31" fmla="*/ 227748 h 337100"/>
                <a:gd name="connsiteX32" fmla="*/ 59191 w 327026"/>
                <a:gd name="connsiteY32" fmla="*/ 190887 h 337100"/>
                <a:gd name="connsiteX33" fmla="*/ 89444 w 327026"/>
                <a:gd name="connsiteY33" fmla="*/ 198786 h 337100"/>
                <a:gd name="connsiteX34" fmla="*/ 122328 w 327026"/>
                <a:gd name="connsiteY34" fmla="*/ 215900 h 337100"/>
                <a:gd name="connsiteX35" fmla="*/ 96021 w 327026"/>
                <a:gd name="connsiteY35" fmla="*/ 248812 h 337100"/>
                <a:gd name="connsiteX36" fmla="*/ 86814 w 327026"/>
                <a:gd name="connsiteY36" fmla="*/ 283040 h 337100"/>
                <a:gd name="connsiteX37" fmla="*/ 160474 w 327026"/>
                <a:gd name="connsiteY37" fmla="*/ 304103 h 337100"/>
                <a:gd name="connsiteX38" fmla="*/ 167051 w 327026"/>
                <a:gd name="connsiteY38" fmla="*/ 302787 h 337100"/>
                <a:gd name="connsiteX39" fmla="*/ 170997 w 327026"/>
                <a:gd name="connsiteY39" fmla="*/ 322534 h 337100"/>
                <a:gd name="connsiteX40" fmla="*/ 160474 w 327026"/>
                <a:gd name="connsiteY40" fmla="*/ 323850 h 337100"/>
                <a:gd name="connsiteX41" fmla="*/ 0 w 327026"/>
                <a:gd name="connsiteY41" fmla="*/ 161925 h 337100"/>
                <a:gd name="connsiteX42" fmla="*/ 160474 w 327026"/>
                <a:gd name="connsiteY42" fmla="*/ 0 h 337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27026" h="337100">
                  <a:moveTo>
                    <a:pt x="157951" y="134938"/>
                  </a:moveTo>
                  <a:cubicBezTo>
                    <a:pt x="157951" y="134938"/>
                    <a:pt x="157951" y="134938"/>
                    <a:pt x="327026" y="239958"/>
                  </a:cubicBezTo>
                  <a:cubicBezTo>
                    <a:pt x="327026" y="239958"/>
                    <a:pt x="327026" y="239958"/>
                    <a:pt x="259660" y="254398"/>
                  </a:cubicBezTo>
                  <a:lnTo>
                    <a:pt x="295325" y="305595"/>
                  </a:lnTo>
                  <a:cubicBezTo>
                    <a:pt x="301929" y="316097"/>
                    <a:pt x="300608" y="327911"/>
                    <a:pt x="292683" y="334475"/>
                  </a:cubicBezTo>
                  <a:cubicBezTo>
                    <a:pt x="283436" y="339726"/>
                    <a:pt x="271548" y="337101"/>
                    <a:pt x="263623" y="326599"/>
                  </a:cubicBezTo>
                  <a:cubicBezTo>
                    <a:pt x="263623" y="326599"/>
                    <a:pt x="263623" y="326599"/>
                    <a:pt x="227959" y="275402"/>
                  </a:cubicBezTo>
                  <a:cubicBezTo>
                    <a:pt x="227959" y="275402"/>
                    <a:pt x="227959" y="275402"/>
                    <a:pt x="192294" y="333162"/>
                  </a:cubicBezTo>
                  <a:cubicBezTo>
                    <a:pt x="192294" y="333162"/>
                    <a:pt x="192294" y="333162"/>
                    <a:pt x="153988" y="137564"/>
                  </a:cubicBezTo>
                  <a:cubicBezTo>
                    <a:pt x="153988" y="137564"/>
                    <a:pt x="153988" y="137564"/>
                    <a:pt x="157951" y="134938"/>
                  </a:cubicBezTo>
                  <a:close/>
                  <a:moveTo>
                    <a:pt x="287448" y="96838"/>
                  </a:moveTo>
                  <a:cubicBezTo>
                    <a:pt x="280879" y="99436"/>
                    <a:pt x="272996" y="103332"/>
                    <a:pt x="270368" y="108528"/>
                  </a:cubicBezTo>
                  <a:cubicBezTo>
                    <a:pt x="265113" y="117620"/>
                    <a:pt x="271682" y="143597"/>
                    <a:pt x="280879" y="150092"/>
                  </a:cubicBezTo>
                  <a:cubicBezTo>
                    <a:pt x="292703" y="159184"/>
                    <a:pt x="299272" y="170873"/>
                    <a:pt x="301899" y="182563"/>
                  </a:cubicBezTo>
                  <a:cubicBezTo>
                    <a:pt x="303213" y="176069"/>
                    <a:pt x="303213" y="168276"/>
                    <a:pt x="303213" y="161781"/>
                  </a:cubicBezTo>
                  <a:cubicBezTo>
                    <a:pt x="303213" y="138402"/>
                    <a:pt x="297958" y="116321"/>
                    <a:pt x="287448" y="96838"/>
                  </a:cubicBezTo>
                  <a:close/>
                  <a:moveTo>
                    <a:pt x="160474" y="0"/>
                  </a:moveTo>
                  <a:cubicBezTo>
                    <a:pt x="249918" y="0"/>
                    <a:pt x="322263" y="72405"/>
                    <a:pt x="322263" y="161925"/>
                  </a:cubicBezTo>
                  <a:cubicBezTo>
                    <a:pt x="322263" y="179039"/>
                    <a:pt x="319632" y="196153"/>
                    <a:pt x="314371" y="211951"/>
                  </a:cubicBezTo>
                  <a:cubicBezTo>
                    <a:pt x="314371" y="211951"/>
                    <a:pt x="314371" y="211951"/>
                    <a:pt x="242026" y="165875"/>
                  </a:cubicBezTo>
                  <a:cubicBezTo>
                    <a:pt x="247288" y="157976"/>
                    <a:pt x="257811" y="147444"/>
                    <a:pt x="259126" y="139545"/>
                  </a:cubicBezTo>
                  <a:cubicBezTo>
                    <a:pt x="260441" y="127697"/>
                    <a:pt x="251234" y="97418"/>
                    <a:pt x="244657" y="94785"/>
                  </a:cubicBezTo>
                  <a:cubicBezTo>
                    <a:pt x="238080" y="90836"/>
                    <a:pt x="218350" y="71089"/>
                    <a:pt x="203881" y="63190"/>
                  </a:cubicBezTo>
                  <a:cubicBezTo>
                    <a:pt x="193358" y="57924"/>
                    <a:pt x="188096" y="36861"/>
                    <a:pt x="186781" y="22380"/>
                  </a:cubicBezTo>
                  <a:cubicBezTo>
                    <a:pt x="177574" y="21063"/>
                    <a:pt x="169681" y="19747"/>
                    <a:pt x="160474" y="19747"/>
                  </a:cubicBezTo>
                  <a:cubicBezTo>
                    <a:pt x="128905" y="19747"/>
                    <a:pt x="98652" y="30279"/>
                    <a:pt x="74975" y="48709"/>
                  </a:cubicBezTo>
                  <a:cubicBezTo>
                    <a:pt x="81552" y="59241"/>
                    <a:pt x="93390" y="78988"/>
                    <a:pt x="86814" y="86886"/>
                  </a:cubicBezTo>
                  <a:cubicBezTo>
                    <a:pt x="78921" y="100051"/>
                    <a:pt x="53930" y="100051"/>
                    <a:pt x="53930" y="111899"/>
                  </a:cubicBezTo>
                  <a:cubicBezTo>
                    <a:pt x="53930" y="123747"/>
                    <a:pt x="52614" y="135596"/>
                    <a:pt x="53930" y="140862"/>
                  </a:cubicBezTo>
                  <a:cubicBezTo>
                    <a:pt x="55245" y="146128"/>
                    <a:pt x="69714" y="150077"/>
                    <a:pt x="59191" y="157976"/>
                  </a:cubicBezTo>
                  <a:cubicBezTo>
                    <a:pt x="52614" y="164558"/>
                    <a:pt x="32884" y="175090"/>
                    <a:pt x="21046" y="181672"/>
                  </a:cubicBezTo>
                  <a:cubicBezTo>
                    <a:pt x="22361" y="197470"/>
                    <a:pt x="27622" y="213267"/>
                    <a:pt x="35515" y="227748"/>
                  </a:cubicBezTo>
                  <a:cubicBezTo>
                    <a:pt x="38145" y="219850"/>
                    <a:pt x="49984" y="192204"/>
                    <a:pt x="59191" y="190887"/>
                  </a:cubicBezTo>
                  <a:cubicBezTo>
                    <a:pt x="69714" y="188254"/>
                    <a:pt x="78921" y="185621"/>
                    <a:pt x="89444" y="198786"/>
                  </a:cubicBezTo>
                  <a:cubicBezTo>
                    <a:pt x="99967" y="211951"/>
                    <a:pt x="114436" y="215900"/>
                    <a:pt x="122328" y="215900"/>
                  </a:cubicBezTo>
                  <a:cubicBezTo>
                    <a:pt x="130220" y="215900"/>
                    <a:pt x="121013" y="243546"/>
                    <a:pt x="96021" y="248812"/>
                  </a:cubicBezTo>
                  <a:cubicBezTo>
                    <a:pt x="72345" y="252761"/>
                    <a:pt x="106544" y="283040"/>
                    <a:pt x="86814" y="283040"/>
                  </a:cubicBezTo>
                  <a:cubicBezTo>
                    <a:pt x="109175" y="296204"/>
                    <a:pt x="134167" y="304103"/>
                    <a:pt x="160474" y="304103"/>
                  </a:cubicBezTo>
                  <a:cubicBezTo>
                    <a:pt x="163105" y="304103"/>
                    <a:pt x="165735" y="302787"/>
                    <a:pt x="167051" y="302787"/>
                  </a:cubicBezTo>
                  <a:cubicBezTo>
                    <a:pt x="167051" y="302787"/>
                    <a:pt x="167051" y="302787"/>
                    <a:pt x="170997" y="322534"/>
                  </a:cubicBezTo>
                  <a:cubicBezTo>
                    <a:pt x="168366" y="322534"/>
                    <a:pt x="164420" y="323850"/>
                    <a:pt x="160474" y="323850"/>
                  </a:cubicBezTo>
                  <a:cubicBezTo>
                    <a:pt x="72345" y="323850"/>
                    <a:pt x="0" y="251445"/>
                    <a:pt x="0" y="161925"/>
                  </a:cubicBezTo>
                  <a:cubicBezTo>
                    <a:pt x="0" y="72405"/>
                    <a:pt x="72345" y="0"/>
                    <a:pt x="160474" y="0"/>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20" name="组合 19">
            <a:extLst>
              <a:ext uri="{FF2B5EF4-FFF2-40B4-BE49-F238E27FC236}">
                <a16:creationId xmlns="" xmlns:a16="http://schemas.microsoft.com/office/drawing/2014/main" id="{5454A68D-45D9-4375-8441-A87F9C68FFAB}"/>
              </a:ext>
            </a:extLst>
          </p:cNvPr>
          <p:cNvGrpSpPr/>
          <p:nvPr/>
        </p:nvGrpSpPr>
        <p:grpSpPr>
          <a:xfrm>
            <a:off x="8972548" y="1893094"/>
            <a:ext cx="2543599" cy="3792537"/>
            <a:chOff x="8972548" y="1893094"/>
            <a:chExt cx="2543599" cy="3792537"/>
          </a:xfrm>
        </p:grpSpPr>
        <p:sp>
          <p:nvSpPr>
            <p:cNvPr id="21" name="矩形 20">
              <a:extLst>
                <a:ext uri="{FF2B5EF4-FFF2-40B4-BE49-F238E27FC236}">
                  <a16:creationId xmlns="" xmlns:a16="http://schemas.microsoft.com/office/drawing/2014/main" id="{7CB644AD-2741-4926-86B7-6CD505AD1C4A}"/>
                </a:ext>
              </a:extLst>
            </p:cNvPr>
            <p:cNvSpPr/>
            <p:nvPr/>
          </p:nvSpPr>
          <p:spPr>
            <a:xfrm>
              <a:off x="8972548" y="1893094"/>
              <a:ext cx="2543599" cy="3792537"/>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22" name="矩形 21">
              <a:extLst>
                <a:ext uri="{FF2B5EF4-FFF2-40B4-BE49-F238E27FC236}">
                  <a16:creationId xmlns="" xmlns:a16="http://schemas.microsoft.com/office/drawing/2014/main" id="{EC8771EA-B303-4644-B920-4517FB67B2D7}"/>
                </a:ext>
              </a:extLst>
            </p:cNvPr>
            <p:cNvSpPr/>
            <p:nvPr/>
          </p:nvSpPr>
          <p:spPr>
            <a:xfrm>
              <a:off x="9268245" y="4800600"/>
              <a:ext cx="1952206" cy="558958"/>
            </a:xfrm>
            <a:prstGeom prst="rect">
              <a:avLst/>
            </a:prstGeom>
            <a:solidFill>
              <a:srgbClr val="141735">
                <a:alpha val="40000"/>
              </a:srgbClr>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Arial"/>
                <a:ea typeface="微软雅黑"/>
                <a:cs typeface="+mn-cs"/>
              </a:endParaRPr>
            </a:p>
          </p:txBody>
        </p:sp>
        <p:sp>
          <p:nvSpPr>
            <p:cNvPr id="23" name="矩形 22">
              <a:extLst>
                <a:ext uri="{FF2B5EF4-FFF2-40B4-BE49-F238E27FC236}">
                  <a16:creationId xmlns="" xmlns:a16="http://schemas.microsoft.com/office/drawing/2014/main" id="{768BE8C8-05B6-4D2B-8507-F6AC8916AB0A}"/>
                </a:ext>
              </a:extLst>
            </p:cNvPr>
            <p:cNvSpPr/>
            <p:nvPr/>
          </p:nvSpPr>
          <p:spPr>
            <a:xfrm>
              <a:off x="9434077" y="4887391"/>
              <a:ext cx="1620540" cy="396134"/>
            </a:xfrm>
            <a:prstGeom prst="rect">
              <a:avLst/>
            </a:prstGeom>
          </p:spPr>
          <p:txBody>
            <a:bodyPr wrap="square">
              <a:spAutoFit/>
              <a:scene3d>
                <a:camera prst="orthographicFront"/>
                <a:lightRig rig="threePt" dir="t"/>
              </a:scene3d>
              <a:sp3d contourW="12700"/>
            </a:bodyPr>
            <a:lstStyle/>
            <a:p>
              <a:pPr marL="0" marR="0" lvl="0" indent="0" algn="ct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Arial"/>
                  <a:ea typeface="微软雅黑"/>
                  <a:cs typeface="+mn-cs"/>
                </a:rPr>
                <a:t>标题文字添加</a:t>
              </a:r>
            </a:p>
          </p:txBody>
        </p:sp>
        <p:sp>
          <p:nvSpPr>
            <p:cNvPr id="24" name="矩形 23">
              <a:extLst>
                <a:ext uri="{FF2B5EF4-FFF2-40B4-BE49-F238E27FC236}">
                  <a16:creationId xmlns="" xmlns:a16="http://schemas.microsoft.com/office/drawing/2014/main" id="{44AD27DF-BF93-4ACC-8E71-68EC2AEC5C23}"/>
                </a:ext>
              </a:extLst>
            </p:cNvPr>
            <p:cNvSpPr/>
            <p:nvPr/>
          </p:nvSpPr>
          <p:spPr>
            <a:xfrm>
              <a:off x="9120618" y="3056433"/>
              <a:ext cx="2247457" cy="1384995"/>
            </a:xfrm>
            <a:prstGeom prst="rect">
              <a:avLst/>
            </a:prstGeom>
          </p:spPr>
          <p:txBody>
            <a:bodyPr wrap="square">
              <a:spAutoFit/>
              <a:scene3d>
                <a:camera prst="orthographicFront"/>
                <a:lightRig rig="threePt" dir="t"/>
              </a:scene3d>
              <a:sp3d contourW="12700"/>
            </a:bodyPr>
            <a:lstStyle/>
            <a:p>
              <a:pPr marL="0" marR="0" lvl="0" indent="0" algn="just"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Arial"/>
                  <a:ea typeface="微软雅黑"/>
                  <a:cs typeface="+mn-cs"/>
                </a:rPr>
                <a:t>用户可以在投影仪或者计算机上进行演示也可以将演示文稿打印出来制作成胶片以便应用到更广泛的领域中</a:t>
              </a:r>
            </a:p>
          </p:txBody>
        </p:sp>
        <p:sp>
          <p:nvSpPr>
            <p:cNvPr id="25" name="椭圆 26">
              <a:extLst>
                <a:ext uri="{FF2B5EF4-FFF2-40B4-BE49-F238E27FC236}">
                  <a16:creationId xmlns="" xmlns:a16="http://schemas.microsoft.com/office/drawing/2014/main" id="{872AE9AA-DCE8-41A9-8525-CBE008A9B8DB}"/>
                </a:ext>
              </a:extLst>
            </p:cNvPr>
            <p:cNvSpPr/>
            <p:nvPr/>
          </p:nvSpPr>
          <p:spPr>
            <a:xfrm>
              <a:off x="9959359" y="2237486"/>
              <a:ext cx="569974" cy="529001"/>
            </a:xfrm>
            <a:custGeom>
              <a:avLst/>
              <a:gdLst>
                <a:gd name="connsiteX0" fmla="*/ 288132 w 338138"/>
                <a:gd name="connsiteY0" fmla="*/ 223343 h 313831"/>
                <a:gd name="connsiteX1" fmla="*/ 279400 w 338138"/>
                <a:gd name="connsiteY1" fmla="*/ 231281 h 313831"/>
                <a:gd name="connsiteX2" fmla="*/ 288132 w 338138"/>
                <a:gd name="connsiteY2" fmla="*/ 239219 h 313831"/>
                <a:gd name="connsiteX3" fmla="*/ 296864 w 338138"/>
                <a:gd name="connsiteY3" fmla="*/ 231281 h 313831"/>
                <a:gd name="connsiteX4" fmla="*/ 288132 w 338138"/>
                <a:gd name="connsiteY4" fmla="*/ 223343 h 313831"/>
                <a:gd name="connsiteX5" fmla="*/ 261938 w 338138"/>
                <a:gd name="connsiteY5" fmla="*/ 223343 h 313831"/>
                <a:gd name="connsiteX6" fmla="*/ 254000 w 338138"/>
                <a:gd name="connsiteY6" fmla="*/ 231281 h 313831"/>
                <a:gd name="connsiteX7" fmla="*/ 261938 w 338138"/>
                <a:gd name="connsiteY7" fmla="*/ 239219 h 313831"/>
                <a:gd name="connsiteX8" fmla="*/ 269876 w 338138"/>
                <a:gd name="connsiteY8" fmla="*/ 231281 h 313831"/>
                <a:gd name="connsiteX9" fmla="*/ 261938 w 338138"/>
                <a:gd name="connsiteY9" fmla="*/ 223343 h 313831"/>
                <a:gd name="connsiteX10" fmla="*/ 116535 w 338138"/>
                <a:gd name="connsiteY10" fmla="*/ 45543 h 313831"/>
                <a:gd name="connsiteX11" fmla="*/ 141773 w 338138"/>
                <a:gd name="connsiteY11" fmla="*/ 88073 h 313831"/>
                <a:gd name="connsiteX12" fmla="*/ 108565 w 338138"/>
                <a:gd name="connsiteY12" fmla="*/ 102693 h 313831"/>
                <a:gd name="connsiteX13" fmla="*/ 87312 w 338138"/>
                <a:gd name="connsiteY13" fmla="*/ 74783 h 313831"/>
                <a:gd name="connsiteX14" fmla="*/ 116535 w 338138"/>
                <a:gd name="connsiteY14" fmla="*/ 45543 h 313831"/>
                <a:gd name="connsiteX15" fmla="*/ 254349 w 338138"/>
                <a:gd name="connsiteY15" fmla="*/ 30428 h 313831"/>
                <a:gd name="connsiteX16" fmla="*/ 275361 w 338138"/>
                <a:gd name="connsiteY16" fmla="*/ 48787 h 313831"/>
                <a:gd name="connsiteX17" fmla="*/ 255662 w 338138"/>
                <a:gd name="connsiteY17" fmla="*/ 85507 h 313831"/>
                <a:gd name="connsiteX18" fmla="*/ 266168 w 338138"/>
                <a:gd name="connsiteY18" fmla="*/ 89441 h 313831"/>
                <a:gd name="connsiteX19" fmla="*/ 289806 w 338138"/>
                <a:gd name="connsiteY19" fmla="*/ 80261 h 313831"/>
                <a:gd name="connsiteX20" fmla="*/ 287180 w 338138"/>
                <a:gd name="connsiteY20" fmla="*/ 109113 h 313831"/>
                <a:gd name="connsiteX21" fmla="*/ 225458 w 338138"/>
                <a:gd name="connsiteY21" fmla="*/ 111735 h 313831"/>
                <a:gd name="connsiteX22" fmla="*/ 92823 w 338138"/>
                <a:gd name="connsiteY22" fmla="*/ 166815 h 313831"/>
                <a:gd name="connsiteX23" fmla="*/ 75751 w 338138"/>
                <a:gd name="connsiteY23" fmla="*/ 127472 h 313831"/>
                <a:gd name="connsiteX24" fmla="*/ 208386 w 338138"/>
                <a:gd name="connsiteY24" fmla="*/ 72393 h 313831"/>
                <a:gd name="connsiteX25" fmla="*/ 242530 w 338138"/>
                <a:gd name="connsiteY25" fmla="*/ 33050 h 313831"/>
                <a:gd name="connsiteX26" fmla="*/ 254349 w 338138"/>
                <a:gd name="connsiteY26" fmla="*/ 30428 h 313831"/>
                <a:gd name="connsiteX27" fmla="*/ 186871 w 338138"/>
                <a:gd name="connsiteY27" fmla="*/ 24906 h 313831"/>
                <a:gd name="connsiteX28" fmla="*/ 231775 w 338138"/>
                <a:gd name="connsiteY28" fmla="*/ 24906 h 313831"/>
                <a:gd name="connsiteX29" fmla="*/ 207282 w 338138"/>
                <a:gd name="connsiteY29" fmla="*/ 48190 h 313831"/>
                <a:gd name="connsiteX30" fmla="*/ 201839 w 338138"/>
                <a:gd name="connsiteY30" fmla="*/ 59831 h 313831"/>
                <a:gd name="connsiteX31" fmla="*/ 184150 w 338138"/>
                <a:gd name="connsiteY31" fmla="*/ 45603 h 313831"/>
                <a:gd name="connsiteX32" fmla="*/ 186871 w 338138"/>
                <a:gd name="connsiteY32" fmla="*/ 24906 h 313831"/>
                <a:gd name="connsiteX33" fmla="*/ 18492 w 338138"/>
                <a:gd name="connsiteY33" fmla="*/ 24906 h 313831"/>
                <a:gd name="connsiteX34" fmla="*/ 43588 w 338138"/>
                <a:gd name="connsiteY34" fmla="*/ 24906 h 313831"/>
                <a:gd name="connsiteX35" fmla="*/ 46230 w 338138"/>
                <a:gd name="connsiteY35" fmla="*/ 46015 h 313831"/>
                <a:gd name="connsiteX36" fmla="*/ 29059 w 338138"/>
                <a:gd name="connsiteY36" fmla="*/ 63166 h 313831"/>
                <a:gd name="connsiteX37" fmla="*/ 31700 w 338138"/>
                <a:gd name="connsiteY37" fmla="*/ 96148 h 313831"/>
                <a:gd name="connsiteX38" fmla="*/ 31700 w 338138"/>
                <a:gd name="connsiteY38" fmla="*/ 206969 h 313831"/>
                <a:gd name="connsiteX39" fmla="*/ 39626 w 338138"/>
                <a:gd name="connsiteY39" fmla="*/ 214884 h 313831"/>
                <a:gd name="connsiteX40" fmla="*/ 298512 w 338138"/>
                <a:gd name="connsiteY40" fmla="*/ 214884 h 313831"/>
                <a:gd name="connsiteX41" fmla="*/ 306438 w 338138"/>
                <a:gd name="connsiteY41" fmla="*/ 206969 h 313831"/>
                <a:gd name="connsiteX42" fmla="*/ 306438 w 338138"/>
                <a:gd name="connsiteY42" fmla="*/ 104064 h 313831"/>
                <a:gd name="connsiteX43" fmla="*/ 306438 w 338138"/>
                <a:gd name="connsiteY43" fmla="*/ 77678 h 313831"/>
                <a:gd name="connsiteX44" fmla="*/ 274737 w 338138"/>
                <a:gd name="connsiteY44" fmla="*/ 61846 h 313831"/>
                <a:gd name="connsiteX45" fmla="*/ 281341 w 338138"/>
                <a:gd name="connsiteY45" fmla="*/ 59208 h 313831"/>
                <a:gd name="connsiteX46" fmla="*/ 280021 w 338138"/>
                <a:gd name="connsiteY46" fmla="*/ 24906 h 313831"/>
                <a:gd name="connsiteX47" fmla="*/ 319646 w 338138"/>
                <a:gd name="connsiteY47" fmla="*/ 24906 h 313831"/>
                <a:gd name="connsiteX48" fmla="*/ 338138 w 338138"/>
                <a:gd name="connsiteY48" fmla="*/ 43376 h 313831"/>
                <a:gd name="connsiteX49" fmla="*/ 338138 w 338138"/>
                <a:gd name="connsiteY49" fmla="*/ 234674 h 313831"/>
                <a:gd name="connsiteX50" fmla="*/ 319646 w 338138"/>
                <a:gd name="connsiteY50" fmla="*/ 251825 h 313831"/>
                <a:gd name="connsiteX51" fmla="*/ 200769 w 338138"/>
                <a:gd name="connsiteY51" fmla="*/ 251825 h 313831"/>
                <a:gd name="connsiteX52" fmla="*/ 216620 w 338138"/>
                <a:gd name="connsiteY52" fmla="*/ 290084 h 313831"/>
                <a:gd name="connsiteX53" fmla="*/ 224545 w 338138"/>
                <a:gd name="connsiteY53" fmla="*/ 290084 h 313831"/>
                <a:gd name="connsiteX54" fmla="*/ 235112 w 338138"/>
                <a:gd name="connsiteY54" fmla="*/ 301958 h 313831"/>
                <a:gd name="connsiteX55" fmla="*/ 224545 w 338138"/>
                <a:gd name="connsiteY55" fmla="*/ 313831 h 313831"/>
                <a:gd name="connsiteX56" fmla="*/ 113593 w 338138"/>
                <a:gd name="connsiteY56" fmla="*/ 313831 h 313831"/>
                <a:gd name="connsiteX57" fmla="*/ 103026 w 338138"/>
                <a:gd name="connsiteY57" fmla="*/ 301958 h 313831"/>
                <a:gd name="connsiteX58" fmla="*/ 113593 w 338138"/>
                <a:gd name="connsiteY58" fmla="*/ 290084 h 313831"/>
                <a:gd name="connsiteX59" fmla="*/ 121518 w 338138"/>
                <a:gd name="connsiteY59" fmla="*/ 290084 h 313831"/>
                <a:gd name="connsiteX60" fmla="*/ 137369 w 338138"/>
                <a:gd name="connsiteY60" fmla="*/ 251825 h 313831"/>
                <a:gd name="connsiteX61" fmla="*/ 18492 w 338138"/>
                <a:gd name="connsiteY61" fmla="*/ 251825 h 313831"/>
                <a:gd name="connsiteX62" fmla="*/ 0 w 338138"/>
                <a:gd name="connsiteY62" fmla="*/ 234674 h 313831"/>
                <a:gd name="connsiteX63" fmla="*/ 0 w 338138"/>
                <a:gd name="connsiteY63" fmla="*/ 43376 h 313831"/>
                <a:gd name="connsiteX64" fmla="*/ 18492 w 338138"/>
                <a:gd name="connsiteY64" fmla="*/ 24906 h 313831"/>
                <a:gd name="connsiteX65" fmla="*/ 109666 w 338138"/>
                <a:gd name="connsiteY65" fmla="*/ 1 h 313831"/>
                <a:gd name="connsiteX66" fmla="*/ 126932 w 338138"/>
                <a:gd name="connsiteY66" fmla="*/ 267 h 313831"/>
                <a:gd name="connsiteX67" fmla="*/ 133580 w 338138"/>
                <a:gd name="connsiteY67" fmla="*/ 18637 h 313831"/>
                <a:gd name="connsiteX68" fmla="*/ 144218 w 338138"/>
                <a:gd name="connsiteY68" fmla="*/ 22573 h 313831"/>
                <a:gd name="connsiteX69" fmla="*/ 177460 w 338138"/>
                <a:gd name="connsiteY69" fmla="*/ 29134 h 313831"/>
                <a:gd name="connsiteX70" fmla="*/ 168152 w 338138"/>
                <a:gd name="connsiteY70" fmla="*/ 47504 h 313831"/>
                <a:gd name="connsiteX71" fmla="*/ 173471 w 338138"/>
                <a:gd name="connsiteY71" fmla="*/ 58001 h 313831"/>
                <a:gd name="connsiteX72" fmla="*/ 192087 w 338138"/>
                <a:gd name="connsiteY72" fmla="*/ 67186 h 313831"/>
                <a:gd name="connsiteX73" fmla="*/ 154855 w 338138"/>
                <a:gd name="connsiteY73" fmla="*/ 82931 h 313831"/>
                <a:gd name="connsiteX74" fmla="*/ 116294 w 338138"/>
                <a:gd name="connsiteY74" fmla="*/ 35695 h 313831"/>
                <a:gd name="connsiteX75" fmla="*/ 76403 w 338138"/>
                <a:gd name="connsiteY75" fmla="*/ 75059 h 313831"/>
                <a:gd name="connsiteX76" fmla="*/ 93689 w 338138"/>
                <a:gd name="connsiteY76" fmla="*/ 107862 h 313831"/>
                <a:gd name="connsiteX77" fmla="*/ 59117 w 338138"/>
                <a:gd name="connsiteY77" fmla="*/ 124919 h 313831"/>
                <a:gd name="connsiteX78" fmla="*/ 63106 w 338138"/>
                <a:gd name="connsiteY78" fmla="*/ 102613 h 313831"/>
                <a:gd name="connsiteX79" fmla="*/ 59117 w 338138"/>
                <a:gd name="connsiteY79" fmla="*/ 92116 h 313831"/>
                <a:gd name="connsiteX80" fmla="*/ 40501 w 338138"/>
                <a:gd name="connsiteY80" fmla="*/ 63249 h 313831"/>
                <a:gd name="connsiteX81" fmla="*/ 59117 w 338138"/>
                <a:gd name="connsiteY81" fmla="*/ 58001 h 313831"/>
                <a:gd name="connsiteX82" fmla="*/ 63106 w 338138"/>
                <a:gd name="connsiteY82" fmla="*/ 47504 h 313831"/>
                <a:gd name="connsiteX83" fmla="*/ 69755 w 338138"/>
                <a:gd name="connsiteY83" fmla="*/ 14700 h 313831"/>
                <a:gd name="connsiteX84" fmla="*/ 88370 w 338138"/>
                <a:gd name="connsiteY84" fmla="*/ 22573 h 313831"/>
                <a:gd name="connsiteX85" fmla="*/ 99008 w 338138"/>
                <a:gd name="connsiteY85" fmla="*/ 18637 h 313831"/>
                <a:gd name="connsiteX86" fmla="*/ 109666 w 338138"/>
                <a:gd name="connsiteY86" fmla="*/ 1 h 3138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338138" h="313831">
                  <a:moveTo>
                    <a:pt x="288132" y="223343"/>
                  </a:moveTo>
                  <a:cubicBezTo>
                    <a:pt x="283309" y="223343"/>
                    <a:pt x="279400" y="226897"/>
                    <a:pt x="279400" y="231281"/>
                  </a:cubicBezTo>
                  <a:cubicBezTo>
                    <a:pt x="279400" y="235665"/>
                    <a:pt x="283309" y="239219"/>
                    <a:pt x="288132" y="239219"/>
                  </a:cubicBezTo>
                  <a:cubicBezTo>
                    <a:pt x="292955" y="239219"/>
                    <a:pt x="296864" y="235665"/>
                    <a:pt x="296864" y="231281"/>
                  </a:cubicBezTo>
                  <a:cubicBezTo>
                    <a:pt x="296864" y="226897"/>
                    <a:pt x="292955" y="223343"/>
                    <a:pt x="288132" y="223343"/>
                  </a:cubicBezTo>
                  <a:close/>
                  <a:moveTo>
                    <a:pt x="261938" y="223343"/>
                  </a:moveTo>
                  <a:cubicBezTo>
                    <a:pt x="257554" y="223343"/>
                    <a:pt x="254000" y="226897"/>
                    <a:pt x="254000" y="231281"/>
                  </a:cubicBezTo>
                  <a:cubicBezTo>
                    <a:pt x="254000" y="235665"/>
                    <a:pt x="257554" y="239219"/>
                    <a:pt x="261938" y="239219"/>
                  </a:cubicBezTo>
                  <a:cubicBezTo>
                    <a:pt x="266322" y="239219"/>
                    <a:pt x="269876" y="235665"/>
                    <a:pt x="269876" y="231281"/>
                  </a:cubicBezTo>
                  <a:cubicBezTo>
                    <a:pt x="269876" y="226897"/>
                    <a:pt x="266322" y="223343"/>
                    <a:pt x="261938" y="223343"/>
                  </a:cubicBezTo>
                  <a:close/>
                  <a:moveTo>
                    <a:pt x="116535" y="45543"/>
                  </a:moveTo>
                  <a:cubicBezTo>
                    <a:pt x="137788" y="45543"/>
                    <a:pt x="152400" y="68137"/>
                    <a:pt x="141773" y="88073"/>
                  </a:cubicBezTo>
                  <a:cubicBezTo>
                    <a:pt x="141773" y="88073"/>
                    <a:pt x="141773" y="88073"/>
                    <a:pt x="108565" y="102693"/>
                  </a:cubicBezTo>
                  <a:cubicBezTo>
                    <a:pt x="96610" y="98706"/>
                    <a:pt x="87312" y="88073"/>
                    <a:pt x="87312" y="74783"/>
                  </a:cubicBezTo>
                  <a:cubicBezTo>
                    <a:pt x="87312" y="58834"/>
                    <a:pt x="100595" y="45543"/>
                    <a:pt x="116535" y="45543"/>
                  </a:cubicBezTo>
                  <a:close/>
                  <a:moveTo>
                    <a:pt x="254349" y="30428"/>
                  </a:moveTo>
                  <a:cubicBezTo>
                    <a:pt x="271421" y="26493"/>
                    <a:pt x="284553" y="44853"/>
                    <a:pt x="275361" y="48787"/>
                  </a:cubicBezTo>
                  <a:cubicBezTo>
                    <a:pt x="242530" y="63213"/>
                    <a:pt x="243843" y="57967"/>
                    <a:pt x="255662" y="85507"/>
                  </a:cubicBezTo>
                  <a:cubicBezTo>
                    <a:pt x="256976" y="89441"/>
                    <a:pt x="262228" y="92064"/>
                    <a:pt x="266168" y="89441"/>
                  </a:cubicBezTo>
                  <a:cubicBezTo>
                    <a:pt x="266168" y="89441"/>
                    <a:pt x="266168" y="89441"/>
                    <a:pt x="289806" y="80261"/>
                  </a:cubicBezTo>
                  <a:cubicBezTo>
                    <a:pt x="297685" y="76327"/>
                    <a:pt x="301625" y="99933"/>
                    <a:pt x="287180" y="109113"/>
                  </a:cubicBezTo>
                  <a:cubicBezTo>
                    <a:pt x="260915" y="124850"/>
                    <a:pt x="259602" y="123538"/>
                    <a:pt x="225458" y="111735"/>
                  </a:cubicBezTo>
                  <a:cubicBezTo>
                    <a:pt x="225458" y="111735"/>
                    <a:pt x="225458" y="111735"/>
                    <a:pt x="92823" y="166815"/>
                  </a:cubicBezTo>
                  <a:cubicBezTo>
                    <a:pt x="66559" y="177306"/>
                    <a:pt x="50800" y="137964"/>
                    <a:pt x="75751" y="127472"/>
                  </a:cubicBezTo>
                  <a:cubicBezTo>
                    <a:pt x="75751" y="127472"/>
                    <a:pt x="75751" y="127472"/>
                    <a:pt x="208386" y="72393"/>
                  </a:cubicBezTo>
                  <a:cubicBezTo>
                    <a:pt x="217579" y="54033"/>
                    <a:pt x="222832" y="38296"/>
                    <a:pt x="242530" y="33050"/>
                  </a:cubicBezTo>
                  <a:cubicBezTo>
                    <a:pt x="242530" y="33050"/>
                    <a:pt x="242530" y="33050"/>
                    <a:pt x="254349" y="30428"/>
                  </a:cubicBezTo>
                  <a:close/>
                  <a:moveTo>
                    <a:pt x="186871" y="24906"/>
                  </a:moveTo>
                  <a:cubicBezTo>
                    <a:pt x="186871" y="24906"/>
                    <a:pt x="186871" y="24906"/>
                    <a:pt x="231775" y="24906"/>
                  </a:cubicBezTo>
                  <a:cubicBezTo>
                    <a:pt x="220889" y="30080"/>
                    <a:pt x="212725" y="37841"/>
                    <a:pt x="207282" y="48190"/>
                  </a:cubicBezTo>
                  <a:cubicBezTo>
                    <a:pt x="207282" y="48190"/>
                    <a:pt x="207282" y="48190"/>
                    <a:pt x="201839" y="59831"/>
                  </a:cubicBezTo>
                  <a:cubicBezTo>
                    <a:pt x="200479" y="52070"/>
                    <a:pt x="193675" y="45603"/>
                    <a:pt x="184150" y="45603"/>
                  </a:cubicBezTo>
                  <a:cubicBezTo>
                    <a:pt x="190954" y="39135"/>
                    <a:pt x="190954" y="31374"/>
                    <a:pt x="186871" y="24906"/>
                  </a:cubicBezTo>
                  <a:close/>
                  <a:moveTo>
                    <a:pt x="18492" y="24906"/>
                  </a:moveTo>
                  <a:cubicBezTo>
                    <a:pt x="18492" y="24906"/>
                    <a:pt x="18492" y="24906"/>
                    <a:pt x="43588" y="24906"/>
                  </a:cubicBezTo>
                  <a:cubicBezTo>
                    <a:pt x="39626" y="32822"/>
                    <a:pt x="40946" y="40738"/>
                    <a:pt x="46230" y="46015"/>
                  </a:cubicBezTo>
                  <a:cubicBezTo>
                    <a:pt x="36984" y="46015"/>
                    <a:pt x="29059" y="53931"/>
                    <a:pt x="29059" y="63166"/>
                  </a:cubicBezTo>
                  <a:cubicBezTo>
                    <a:pt x="29059" y="82955"/>
                    <a:pt x="27738" y="89552"/>
                    <a:pt x="31700" y="96148"/>
                  </a:cubicBezTo>
                  <a:cubicBezTo>
                    <a:pt x="31700" y="96148"/>
                    <a:pt x="31700" y="96148"/>
                    <a:pt x="31700" y="206969"/>
                  </a:cubicBezTo>
                  <a:cubicBezTo>
                    <a:pt x="31700" y="210926"/>
                    <a:pt x="35663" y="214884"/>
                    <a:pt x="39626" y="214884"/>
                  </a:cubicBezTo>
                  <a:cubicBezTo>
                    <a:pt x="39626" y="214884"/>
                    <a:pt x="39626" y="214884"/>
                    <a:pt x="298512" y="214884"/>
                  </a:cubicBezTo>
                  <a:cubicBezTo>
                    <a:pt x="302475" y="214884"/>
                    <a:pt x="306438" y="210926"/>
                    <a:pt x="306438" y="206969"/>
                  </a:cubicBezTo>
                  <a:cubicBezTo>
                    <a:pt x="306438" y="206969"/>
                    <a:pt x="306438" y="206969"/>
                    <a:pt x="306438" y="104064"/>
                  </a:cubicBezTo>
                  <a:cubicBezTo>
                    <a:pt x="309079" y="96148"/>
                    <a:pt x="310400" y="86913"/>
                    <a:pt x="306438" y="77678"/>
                  </a:cubicBezTo>
                  <a:cubicBezTo>
                    <a:pt x="306438" y="59208"/>
                    <a:pt x="306438" y="61846"/>
                    <a:pt x="274737" y="61846"/>
                  </a:cubicBezTo>
                  <a:cubicBezTo>
                    <a:pt x="274737" y="61846"/>
                    <a:pt x="274737" y="61846"/>
                    <a:pt x="281341" y="59208"/>
                  </a:cubicBezTo>
                  <a:cubicBezTo>
                    <a:pt x="293229" y="53931"/>
                    <a:pt x="294550" y="38099"/>
                    <a:pt x="280021" y="24906"/>
                  </a:cubicBezTo>
                  <a:cubicBezTo>
                    <a:pt x="280021" y="24906"/>
                    <a:pt x="280021" y="24906"/>
                    <a:pt x="319646" y="24906"/>
                  </a:cubicBezTo>
                  <a:cubicBezTo>
                    <a:pt x="330213" y="24906"/>
                    <a:pt x="338138" y="34141"/>
                    <a:pt x="338138" y="43376"/>
                  </a:cubicBezTo>
                  <a:cubicBezTo>
                    <a:pt x="338138" y="43376"/>
                    <a:pt x="338138" y="43376"/>
                    <a:pt x="338138" y="234674"/>
                  </a:cubicBezTo>
                  <a:cubicBezTo>
                    <a:pt x="338138" y="243909"/>
                    <a:pt x="330213" y="251825"/>
                    <a:pt x="319646" y="251825"/>
                  </a:cubicBezTo>
                  <a:cubicBezTo>
                    <a:pt x="319646" y="251825"/>
                    <a:pt x="319646" y="251825"/>
                    <a:pt x="200769" y="251825"/>
                  </a:cubicBezTo>
                  <a:cubicBezTo>
                    <a:pt x="200769" y="251825"/>
                    <a:pt x="200769" y="251825"/>
                    <a:pt x="216620" y="290084"/>
                  </a:cubicBezTo>
                  <a:cubicBezTo>
                    <a:pt x="216620" y="290084"/>
                    <a:pt x="216620" y="290084"/>
                    <a:pt x="224545" y="290084"/>
                  </a:cubicBezTo>
                  <a:cubicBezTo>
                    <a:pt x="229828" y="290084"/>
                    <a:pt x="235112" y="295361"/>
                    <a:pt x="235112" y="301958"/>
                  </a:cubicBezTo>
                  <a:cubicBezTo>
                    <a:pt x="235112" y="308554"/>
                    <a:pt x="229828" y="313831"/>
                    <a:pt x="224545" y="313831"/>
                  </a:cubicBezTo>
                  <a:cubicBezTo>
                    <a:pt x="224545" y="313831"/>
                    <a:pt x="224545" y="313831"/>
                    <a:pt x="113593" y="313831"/>
                  </a:cubicBezTo>
                  <a:cubicBezTo>
                    <a:pt x="108310" y="313831"/>
                    <a:pt x="103026" y="308554"/>
                    <a:pt x="103026" y="301958"/>
                  </a:cubicBezTo>
                  <a:cubicBezTo>
                    <a:pt x="103026" y="295361"/>
                    <a:pt x="108310" y="290084"/>
                    <a:pt x="113593" y="290084"/>
                  </a:cubicBezTo>
                  <a:cubicBezTo>
                    <a:pt x="113593" y="290084"/>
                    <a:pt x="113593" y="290084"/>
                    <a:pt x="121518" y="290084"/>
                  </a:cubicBezTo>
                  <a:cubicBezTo>
                    <a:pt x="121518" y="290084"/>
                    <a:pt x="121518" y="290084"/>
                    <a:pt x="137369" y="251825"/>
                  </a:cubicBezTo>
                  <a:cubicBezTo>
                    <a:pt x="137369" y="251825"/>
                    <a:pt x="137369" y="251825"/>
                    <a:pt x="18492" y="251825"/>
                  </a:cubicBezTo>
                  <a:cubicBezTo>
                    <a:pt x="7925" y="251825"/>
                    <a:pt x="0" y="243909"/>
                    <a:pt x="0" y="234674"/>
                  </a:cubicBezTo>
                  <a:cubicBezTo>
                    <a:pt x="0" y="234674"/>
                    <a:pt x="0" y="234674"/>
                    <a:pt x="0" y="43376"/>
                  </a:cubicBezTo>
                  <a:cubicBezTo>
                    <a:pt x="0" y="34141"/>
                    <a:pt x="7925" y="24906"/>
                    <a:pt x="18492" y="24906"/>
                  </a:cubicBezTo>
                  <a:close/>
                  <a:moveTo>
                    <a:pt x="109666" y="1"/>
                  </a:moveTo>
                  <a:cubicBezTo>
                    <a:pt x="113718" y="21"/>
                    <a:pt x="119286" y="267"/>
                    <a:pt x="126932" y="267"/>
                  </a:cubicBezTo>
                  <a:cubicBezTo>
                    <a:pt x="134910" y="267"/>
                    <a:pt x="133580" y="10764"/>
                    <a:pt x="133580" y="18637"/>
                  </a:cubicBezTo>
                  <a:cubicBezTo>
                    <a:pt x="137569" y="19949"/>
                    <a:pt x="140229" y="21261"/>
                    <a:pt x="144218" y="22573"/>
                  </a:cubicBezTo>
                  <a:cubicBezTo>
                    <a:pt x="158845" y="6828"/>
                    <a:pt x="154855" y="8140"/>
                    <a:pt x="177460" y="29134"/>
                  </a:cubicBezTo>
                  <a:cubicBezTo>
                    <a:pt x="182779" y="35695"/>
                    <a:pt x="174801" y="40943"/>
                    <a:pt x="168152" y="47504"/>
                  </a:cubicBezTo>
                  <a:cubicBezTo>
                    <a:pt x="170812" y="50128"/>
                    <a:pt x="172142" y="54065"/>
                    <a:pt x="173471" y="58001"/>
                  </a:cubicBezTo>
                  <a:cubicBezTo>
                    <a:pt x="188098" y="58001"/>
                    <a:pt x="192087" y="55377"/>
                    <a:pt x="192087" y="67186"/>
                  </a:cubicBezTo>
                  <a:cubicBezTo>
                    <a:pt x="192087" y="67186"/>
                    <a:pt x="192087" y="67186"/>
                    <a:pt x="154855" y="82931"/>
                  </a:cubicBezTo>
                  <a:cubicBezTo>
                    <a:pt x="160174" y="58001"/>
                    <a:pt x="140229" y="35695"/>
                    <a:pt x="116294" y="35695"/>
                  </a:cubicBezTo>
                  <a:cubicBezTo>
                    <a:pt x="93689" y="35695"/>
                    <a:pt x="76403" y="52753"/>
                    <a:pt x="76403" y="75059"/>
                  </a:cubicBezTo>
                  <a:cubicBezTo>
                    <a:pt x="76403" y="88180"/>
                    <a:pt x="83052" y="101301"/>
                    <a:pt x="93689" y="107862"/>
                  </a:cubicBezTo>
                  <a:cubicBezTo>
                    <a:pt x="73744" y="117047"/>
                    <a:pt x="67095" y="118359"/>
                    <a:pt x="59117" y="124919"/>
                  </a:cubicBezTo>
                  <a:cubicBezTo>
                    <a:pt x="48479" y="114422"/>
                    <a:pt x="49809" y="115734"/>
                    <a:pt x="63106" y="102613"/>
                  </a:cubicBezTo>
                  <a:cubicBezTo>
                    <a:pt x="61776" y="98677"/>
                    <a:pt x="60447" y="96053"/>
                    <a:pt x="59117" y="92116"/>
                  </a:cubicBezTo>
                  <a:cubicBezTo>
                    <a:pt x="36512" y="92116"/>
                    <a:pt x="40501" y="94740"/>
                    <a:pt x="40501" y="63249"/>
                  </a:cubicBezTo>
                  <a:cubicBezTo>
                    <a:pt x="40501" y="55377"/>
                    <a:pt x="51139" y="58001"/>
                    <a:pt x="59117" y="58001"/>
                  </a:cubicBezTo>
                  <a:cubicBezTo>
                    <a:pt x="60447" y="54065"/>
                    <a:pt x="61776" y="50128"/>
                    <a:pt x="63106" y="47504"/>
                  </a:cubicBezTo>
                  <a:cubicBezTo>
                    <a:pt x="47150" y="31759"/>
                    <a:pt x="48479" y="35695"/>
                    <a:pt x="69755" y="14700"/>
                  </a:cubicBezTo>
                  <a:cubicBezTo>
                    <a:pt x="76403" y="8140"/>
                    <a:pt x="81722" y="17325"/>
                    <a:pt x="88370" y="22573"/>
                  </a:cubicBezTo>
                  <a:cubicBezTo>
                    <a:pt x="91030" y="21261"/>
                    <a:pt x="95019" y="19949"/>
                    <a:pt x="99008" y="18637"/>
                  </a:cubicBezTo>
                  <a:cubicBezTo>
                    <a:pt x="99008" y="1907"/>
                    <a:pt x="97512" y="-61"/>
                    <a:pt x="109666" y="1"/>
                  </a:cubicBezTo>
                  <a:close/>
                </a:path>
              </a:pathLst>
            </a:cu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sp>
        <p:nvSpPr>
          <p:cNvPr id="26" name="标题 25"/>
          <p:cNvSpPr>
            <a:spLocks noGrp="1"/>
          </p:cNvSpPr>
          <p:nvPr>
            <p:ph type="title"/>
          </p:nvPr>
        </p:nvSpPr>
        <p:spPr/>
        <p:txBody>
          <a:bodyPr/>
          <a:lstStyle/>
          <a:p>
            <a:r>
              <a:rPr kumimoji="1" lang="zh-CN" altLang="en-US" dirty="0" smtClean="0"/>
              <a:t>让金融更简单 让金融更美好</a:t>
            </a:r>
            <a:endParaRPr kumimoji="1" lang="zh-CN" altLang="en-US" dirty="0"/>
          </a:p>
        </p:txBody>
      </p:sp>
      <p:sp>
        <p:nvSpPr>
          <p:cNvPr id="27" name="文本占位符 26"/>
          <p:cNvSpPr>
            <a:spLocks noGrp="1"/>
          </p:cNvSpPr>
          <p:nvPr>
            <p:ph type="body" sz="quarter" idx="10"/>
          </p:nvPr>
        </p:nvSpPr>
        <p:spPr/>
        <p:txBody>
          <a:bodyPr/>
          <a:lstStyle/>
          <a:p>
            <a:endParaRPr kumimoji="1" lang="zh-CN" altLang="en-US"/>
          </a:p>
        </p:txBody>
      </p:sp>
    </p:spTree>
    <p:extLst>
      <p:ext uri="{BB962C8B-B14F-4D97-AF65-F5344CB8AC3E}">
        <p14:creationId xmlns:p14="http://schemas.microsoft.com/office/powerpoint/2010/main" val="1916891005"/>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9">
            <a:extLst>
              <a:ext uri="{FF2B5EF4-FFF2-40B4-BE49-F238E27FC236}">
                <a16:creationId xmlns="" xmlns:a16="http://schemas.microsoft.com/office/drawing/2014/main" id="{DF53FB0D-4BD0-4A5E-97FD-5A47DCBBEF21}"/>
              </a:ext>
            </a:extLst>
          </p:cNvPr>
          <p:cNvGrpSpPr/>
          <p:nvPr/>
        </p:nvGrpSpPr>
        <p:grpSpPr>
          <a:xfrm>
            <a:off x="1199456" y="1821452"/>
            <a:ext cx="9621766" cy="3632935"/>
            <a:chOff x="1249660" y="1960027"/>
            <a:chExt cx="9621766" cy="3632935"/>
          </a:xfrm>
        </p:grpSpPr>
        <p:sp>
          <p:nvSpPr>
            <p:cNvPr id="3" name="矩形: 圆角 40">
              <a:extLst>
                <a:ext uri="{FF2B5EF4-FFF2-40B4-BE49-F238E27FC236}">
                  <a16:creationId xmlns="" xmlns:a16="http://schemas.microsoft.com/office/drawing/2014/main" id="{3EE87858-BF40-45F7-8CC8-ADA42415D115}"/>
                </a:ext>
              </a:extLst>
            </p:cNvPr>
            <p:cNvSpPr/>
            <p:nvPr/>
          </p:nvSpPr>
          <p:spPr>
            <a:xfrm>
              <a:off x="1249660" y="1960027"/>
              <a:ext cx="4645473" cy="1687612"/>
            </a:xfrm>
            <a:prstGeom prst="roundRect">
              <a:avLst>
                <a:gd name="adj" fmla="val 0"/>
              </a:avLst>
            </a:prstGeom>
            <a:solidFill>
              <a:srgbClr val="4372C4"/>
            </a:solidFill>
            <a:ln>
              <a:noFill/>
            </a:ln>
            <a:effectLst>
              <a:outerShdw blurRad="63500" sx="102000" sy="102000" algn="ctr" rotWithShape="0">
                <a:srgbClr val="C2C8D4">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4" name="矩形: 圆角 41">
              <a:extLst>
                <a:ext uri="{FF2B5EF4-FFF2-40B4-BE49-F238E27FC236}">
                  <a16:creationId xmlns="" xmlns:a16="http://schemas.microsoft.com/office/drawing/2014/main" id="{36ADC7B0-F942-4B2C-8104-0C37C5B993D7}"/>
                </a:ext>
              </a:extLst>
            </p:cNvPr>
            <p:cNvSpPr/>
            <p:nvPr/>
          </p:nvSpPr>
          <p:spPr>
            <a:xfrm>
              <a:off x="1249660" y="3905350"/>
              <a:ext cx="4645473" cy="1687612"/>
            </a:xfrm>
            <a:prstGeom prst="roundRect">
              <a:avLst>
                <a:gd name="adj" fmla="val 0"/>
              </a:avLst>
            </a:prstGeom>
            <a:solidFill>
              <a:srgbClr val="4372C4"/>
            </a:solidFill>
            <a:ln>
              <a:noFill/>
            </a:ln>
            <a:effectLst>
              <a:outerShdw blurRad="63500" sx="102000" sy="102000" algn="ctr" rotWithShape="0">
                <a:srgbClr val="C2C8D4">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5" name="矩形: 圆角 42">
              <a:extLst>
                <a:ext uri="{FF2B5EF4-FFF2-40B4-BE49-F238E27FC236}">
                  <a16:creationId xmlns="" xmlns:a16="http://schemas.microsoft.com/office/drawing/2014/main" id="{9F0CF630-992B-4C0F-A76C-F452742C2659}"/>
                </a:ext>
              </a:extLst>
            </p:cNvPr>
            <p:cNvSpPr/>
            <p:nvPr/>
          </p:nvSpPr>
          <p:spPr>
            <a:xfrm>
              <a:off x="6225953" y="1960027"/>
              <a:ext cx="4645473" cy="1687612"/>
            </a:xfrm>
            <a:prstGeom prst="roundRect">
              <a:avLst>
                <a:gd name="adj" fmla="val 0"/>
              </a:avLst>
            </a:prstGeom>
            <a:solidFill>
              <a:srgbClr val="4372C4"/>
            </a:solidFill>
            <a:ln>
              <a:noFill/>
            </a:ln>
            <a:effectLst>
              <a:outerShdw blurRad="203200" dist="63500" dir="5400000" algn="t" rotWithShape="0">
                <a:srgbClr val="C2C8D4">
                  <a:alpha val="7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sp>
          <p:nvSpPr>
            <p:cNvPr id="6" name="矩形: 圆角 43">
              <a:extLst>
                <a:ext uri="{FF2B5EF4-FFF2-40B4-BE49-F238E27FC236}">
                  <a16:creationId xmlns="" xmlns:a16="http://schemas.microsoft.com/office/drawing/2014/main" id="{FEBA31C8-7A76-46A5-8DD3-71DF47C4CC19}"/>
                </a:ext>
              </a:extLst>
            </p:cNvPr>
            <p:cNvSpPr/>
            <p:nvPr/>
          </p:nvSpPr>
          <p:spPr>
            <a:xfrm>
              <a:off x="6225953" y="3905350"/>
              <a:ext cx="4645473" cy="1687612"/>
            </a:xfrm>
            <a:prstGeom prst="roundRect">
              <a:avLst>
                <a:gd name="adj" fmla="val 0"/>
              </a:avLst>
            </a:prstGeom>
            <a:solidFill>
              <a:srgbClr val="4372C4"/>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FFFF"/>
                </a:solidFill>
                <a:effectLst/>
                <a:uLnTx/>
                <a:uFillTx/>
                <a:latin typeface="Arial"/>
                <a:ea typeface="微软雅黑"/>
                <a:cs typeface="+mn-cs"/>
              </a:endParaRPr>
            </a:p>
          </p:txBody>
        </p:sp>
      </p:grpSp>
      <p:grpSp>
        <p:nvGrpSpPr>
          <p:cNvPr id="21" name="组 20"/>
          <p:cNvGrpSpPr/>
          <p:nvPr/>
        </p:nvGrpSpPr>
        <p:grpSpPr>
          <a:xfrm>
            <a:off x="5185699" y="2834744"/>
            <a:ext cx="1588701" cy="1588700"/>
            <a:chOff x="4867339" y="2580340"/>
            <a:chExt cx="2286000" cy="2285998"/>
          </a:xfrm>
        </p:grpSpPr>
        <p:sp>
          <p:nvSpPr>
            <p:cNvPr id="7" name="椭圆 6">
              <a:extLst>
                <a:ext uri="{FF2B5EF4-FFF2-40B4-BE49-F238E27FC236}">
                  <a16:creationId xmlns="" xmlns:a16="http://schemas.microsoft.com/office/drawing/2014/main" id="{9C9465AC-17EF-468F-B4BD-90764B9BF44C}"/>
                </a:ext>
              </a:extLst>
            </p:cNvPr>
            <p:cNvSpPr/>
            <p:nvPr/>
          </p:nvSpPr>
          <p:spPr>
            <a:xfrm>
              <a:off x="4867339" y="2580340"/>
              <a:ext cx="2286000" cy="2285998"/>
            </a:xfrm>
            <a:prstGeom prst="ellipse">
              <a:avLst/>
            </a:prstGeom>
            <a:solidFill>
              <a:schemeClr val="bg1"/>
            </a:solidFill>
            <a:ln>
              <a:noFill/>
            </a:ln>
            <a:effectLst>
              <a:outerShdw blurRad="203200" dist="63500" dir="5400000" algn="t" rotWithShape="0">
                <a:srgbClr val="4372C4">
                  <a:alpha val="71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sp>
          <p:nvSpPr>
            <p:cNvPr id="8" name="椭圆 12">
              <a:extLst>
                <a:ext uri="{FF2B5EF4-FFF2-40B4-BE49-F238E27FC236}">
                  <a16:creationId xmlns="" xmlns:a16="http://schemas.microsoft.com/office/drawing/2014/main" id="{51A673A1-0407-4AD5-8184-5D87C740567C}"/>
                </a:ext>
              </a:extLst>
            </p:cNvPr>
            <p:cNvSpPr/>
            <p:nvPr/>
          </p:nvSpPr>
          <p:spPr>
            <a:xfrm>
              <a:off x="5377735" y="3034137"/>
              <a:ext cx="1403803" cy="1403805"/>
            </a:xfrm>
            <a:custGeom>
              <a:avLst/>
              <a:gdLst>
                <a:gd name="connsiteX0" fmla="*/ 157638 w 338138"/>
                <a:gd name="connsiteY0" fmla="*/ 144463 h 338138"/>
                <a:gd name="connsiteX1" fmla="*/ 165544 w 338138"/>
                <a:gd name="connsiteY1" fmla="*/ 148443 h 338138"/>
                <a:gd name="connsiteX2" fmla="*/ 249865 w 338138"/>
                <a:gd name="connsiteY2" fmla="*/ 233341 h 338138"/>
                <a:gd name="connsiteX3" fmla="*/ 280167 w 338138"/>
                <a:gd name="connsiteY3" fmla="*/ 232015 h 338138"/>
                <a:gd name="connsiteX4" fmla="*/ 286755 w 338138"/>
                <a:gd name="connsiteY4" fmla="*/ 234668 h 338138"/>
                <a:gd name="connsiteX5" fmla="*/ 335503 w 338138"/>
                <a:gd name="connsiteY5" fmla="*/ 283750 h 338138"/>
                <a:gd name="connsiteX6" fmla="*/ 338138 w 338138"/>
                <a:gd name="connsiteY6" fmla="*/ 293036 h 338138"/>
                <a:gd name="connsiteX7" fmla="*/ 330233 w 338138"/>
                <a:gd name="connsiteY7" fmla="*/ 298342 h 338138"/>
                <a:gd name="connsiteX8" fmla="*/ 311788 w 338138"/>
                <a:gd name="connsiteY8" fmla="*/ 303648 h 338138"/>
                <a:gd name="connsiteX9" fmla="*/ 303883 w 338138"/>
                <a:gd name="connsiteY9" fmla="*/ 310281 h 338138"/>
                <a:gd name="connsiteX10" fmla="*/ 299930 w 338138"/>
                <a:gd name="connsiteY10" fmla="*/ 331505 h 338138"/>
                <a:gd name="connsiteX11" fmla="*/ 293343 w 338138"/>
                <a:gd name="connsiteY11" fmla="*/ 338138 h 338138"/>
                <a:gd name="connsiteX12" fmla="*/ 290708 w 338138"/>
                <a:gd name="connsiteY12" fmla="*/ 338138 h 338138"/>
                <a:gd name="connsiteX13" fmla="*/ 284120 w 338138"/>
                <a:gd name="connsiteY13" fmla="*/ 335485 h 338138"/>
                <a:gd name="connsiteX14" fmla="*/ 235372 w 338138"/>
                <a:gd name="connsiteY14" fmla="*/ 286403 h 338138"/>
                <a:gd name="connsiteX15" fmla="*/ 232737 w 338138"/>
                <a:gd name="connsiteY15" fmla="*/ 279770 h 338138"/>
                <a:gd name="connsiteX16" fmla="*/ 234054 w 338138"/>
                <a:gd name="connsiteY16" fmla="*/ 249260 h 338138"/>
                <a:gd name="connsiteX17" fmla="*/ 149733 w 338138"/>
                <a:gd name="connsiteY17" fmla="*/ 164361 h 338138"/>
                <a:gd name="connsiteX18" fmla="*/ 149733 w 338138"/>
                <a:gd name="connsiteY18" fmla="*/ 148443 h 338138"/>
                <a:gd name="connsiteX19" fmla="*/ 157638 w 338138"/>
                <a:gd name="connsiteY19" fmla="*/ 144463 h 338138"/>
                <a:gd name="connsiteX20" fmla="*/ 145922 w 338138"/>
                <a:gd name="connsiteY20" fmla="*/ 120650 h 338138"/>
                <a:gd name="connsiteX21" fmla="*/ 169863 w 338138"/>
                <a:gd name="connsiteY21" fmla="*/ 137383 h 338138"/>
                <a:gd name="connsiteX22" fmla="*/ 157893 w 338138"/>
                <a:gd name="connsiteY22" fmla="*/ 133522 h 338138"/>
                <a:gd name="connsiteX23" fmla="*/ 141931 w 338138"/>
                <a:gd name="connsiteY23" fmla="*/ 141245 h 338138"/>
                <a:gd name="connsiteX24" fmla="*/ 137941 w 338138"/>
                <a:gd name="connsiteY24" fmla="*/ 168275 h 338138"/>
                <a:gd name="connsiteX25" fmla="*/ 120650 w 338138"/>
                <a:gd name="connsiteY25" fmla="*/ 145106 h 338138"/>
                <a:gd name="connsiteX26" fmla="*/ 145922 w 338138"/>
                <a:gd name="connsiteY26" fmla="*/ 120650 h 338138"/>
                <a:gd name="connsiteX27" fmla="*/ 146051 w 338138"/>
                <a:gd name="connsiteY27" fmla="*/ 60325 h 338138"/>
                <a:gd name="connsiteX28" fmla="*/ 230188 w 338138"/>
                <a:gd name="connsiteY28" fmla="*/ 145257 h 338138"/>
                <a:gd name="connsiteX29" fmla="*/ 219671 w 338138"/>
                <a:gd name="connsiteY29" fmla="*/ 186395 h 338138"/>
                <a:gd name="connsiteX30" fmla="*/ 193378 w 338138"/>
                <a:gd name="connsiteY30" fmla="*/ 161181 h 338138"/>
                <a:gd name="connsiteX31" fmla="*/ 196007 w 338138"/>
                <a:gd name="connsiteY31" fmla="*/ 145257 h 338138"/>
                <a:gd name="connsiteX32" fmla="*/ 146051 w 338138"/>
                <a:gd name="connsiteY32" fmla="*/ 94828 h 338138"/>
                <a:gd name="connsiteX33" fmla="*/ 96094 w 338138"/>
                <a:gd name="connsiteY33" fmla="*/ 145257 h 338138"/>
                <a:gd name="connsiteX34" fmla="*/ 146051 w 338138"/>
                <a:gd name="connsiteY34" fmla="*/ 195685 h 338138"/>
                <a:gd name="connsiteX35" fmla="*/ 161827 w 338138"/>
                <a:gd name="connsiteY35" fmla="*/ 193031 h 338138"/>
                <a:gd name="connsiteX36" fmla="*/ 188119 w 338138"/>
                <a:gd name="connsiteY36" fmla="*/ 219572 h 338138"/>
                <a:gd name="connsiteX37" fmla="*/ 146051 w 338138"/>
                <a:gd name="connsiteY37" fmla="*/ 230188 h 338138"/>
                <a:gd name="connsiteX38" fmla="*/ 61913 w 338138"/>
                <a:gd name="connsiteY38" fmla="*/ 145257 h 338138"/>
                <a:gd name="connsiteX39" fmla="*/ 146051 w 338138"/>
                <a:gd name="connsiteY39" fmla="*/ 60325 h 338138"/>
                <a:gd name="connsiteX40" fmla="*/ 145257 w 338138"/>
                <a:gd name="connsiteY40" fmla="*/ 0 h 338138"/>
                <a:gd name="connsiteX41" fmla="*/ 290513 w 338138"/>
                <a:gd name="connsiteY41" fmla="*/ 145257 h 338138"/>
                <a:gd name="connsiteX42" fmla="*/ 269385 w 338138"/>
                <a:gd name="connsiteY42" fmla="*/ 221846 h 338138"/>
                <a:gd name="connsiteX43" fmla="*/ 254859 w 338138"/>
                <a:gd name="connsiteY43" fmla="*/ 221846 h 338138"/>
                <a:gd name="connsiteX44" fmla="*/ 239013 w 338138"/>
                <a:gd name="connsiteY44" fmla="*/ 206000 h 338138"/>
                <a:gd name="connsiteX45" fmla="*/ 256180 w 338138"/>
                <a:gd name="connsiteY45" fmla="*/ 145257 h 338138"/>
                <a:gd name="connsiteX46" fmla="*/ 145257 w 338138"/>
                <a:gd name="connsiteY46" fmla="*/ 34333 h 338138"/>
                <a:gd name="connsiteX47" fmla="*/ 34333 w 338138"/>
                <a:gd name="connsiteY47" fmla="*/ 145257 h 338138"/>
                <a:gd name="connsiteX48" fmla="*/ 145257 w 338138"/>
                <a:gd name="connsiteY48" fmla="*/ 256180 h 338138"/>
                <a:gd name="connsiteX49" fmla="*/ 206000 w 338138"/>
                <a:gd name="connsiteY49" fmla="*/ 239013 h 338138"/>
                <a:gd name="connsiteX50" fmla="*/ 221847 w 338138"/>
                <a:gd name="connsiteY50" fmla="*/ 254859 h 338138"/>
                <a:gd name="connsiteX51" fmla="*/ 221847 w 338138"/>
                <a:gd name="connsiteY51" fmla="*/ 269385 h 338138"/>
                <a:gd name="connsiteX52" fmla="*/ 145257 w 338138"/>
                <a:gd name="connsiteY52" fmla="*/ 290513 h 338138"/>
                <a:gd name="connsiteX53" fmla="*/ 0 w 338138"/>
                <a:gd name="connsiteY53" fmla="*/ 145257 h 338138"/>
                <a:gd name="connsiteX54" fmla="*/ 145257 w 338138"/>
                <a:gd name="connsiteY54" fmla="*/ 0 h 338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38138" h="338138">
                  <a:moveTo>
                    <a:pt x="157638" y="144463"/>
                  </a:moveTo>
                  <a:cubicBezTo>
                    <a:pt x="160273" y="144463"/>
                    <a:pt x="162908" y="145790"/>
                    <a:pt x="165544" y="148443"/>
                  </a:cubicBezTo>
                  <a:cubicBezTo>
                    <a:pt x="165544" y="148443"/>
                    <a:pt x="165544" y="148443"/>
                    <a:pt x="249865" y="233341"/>
                  </a:cubicBezTo>
                  <a:cubicBezTo>
                    <a:pt x="249865" y="233341"/>
                    <a:pt x="249865" y="233341"/>
                    <a:pt x="280167" y="232015"/>
                  </a:cubicBezTo>
                  <a:cubicBezTo>
                    <a:pt x="282803" y="232015"/>
                    <a:pt x="285438" y="233341"/>
                    <a:pt x="286755" y="234668"/>
                  </a:cubicBezTo>
                  <a:cubicBezTo>
                    <a:pt x="286755" y="234668"/>
                    <a:pt x="286755" y="234668"/>
                    <a:pt x="335503" y="283750"/>
                  </a:cubicBezTo>
                  <a:cubicBezTo>
                    <a:pt x="338138" y="286403"/>
                    <a:pt x="338138" y="289056"/>
                    <a:pt x="338138" y="293036"/>
                  </a:cubicBezTo>
                  <a:cubicBezTo>
                    <a:pt x="336821" y="295689"/>
                    <a:pt x="334186" y="298342"/>
                    <a:pt x="330233" y="298342"/>
                  </a:cubicBezTo>
                  <a:cubicBezTo>
                    <a:pt x="330233" y="298342"/>
                    <a:pt x="330233" y="298342"/>
                    <a:pt x="311788" y="303648"/>
                  </a:cubicBezTo>
                  <a:cubicBezTo>
                    <a:pt x="307835" y="303648"/>
                    <a:pt x="305200" y="306301"/>
                    <a:pt x="303883" y="310281"/>
                  </a:cubicBezTo>
                  <a:cubicBezTo>
                    <a:pt x="303883" y="310281"/>
                    <a:pt x="303883" y="310281"/>
                    <a:pt x="299930" y="331505"/>
                  </a:cubicBezTo>
                  <a:cubicBezTo>
                    <a:pt x="298613" y="334158"/>
                    <a:pt x="295978" y="336812"/>
                    <a:pt x="293343" y="338138"/>
                  </a:cubicBezTo>
                  <a:cubicBezTo>
                    <a:pt x="292025" y="338138"/>
                    <a:pt x="292025" y="338138"/>
                    <a:pt x="290708" y="338138"/>
                  </a:cubicBezTo>
                  <a:cubicBezTo>
                    <a:pt x="288073" y="338138"/>
                    <a:pt x="285438" y="336812"/>
                    <a:pt x="284120" y="335485"/>
                  </a:cubicBezTo>
                  <a:cubicBezTo>
                    <a:pt x="284120" y="335485"/>
                    <a:pt x="284120" y="335485"/>
                    <a:pt x="235372" y="286403"/>
                  </a:cubicBezTo>
                  <a:cubicBezTo>
                    <a:pt x="232737" y="283750"/>
                    <a:pt x="232737" y="281097"/>
                    <a:pt x="232737" y="279770"/>
                  </a:cubicBezTo>
                  <a:cubicBezTo>
                    <a:pt x="232737" y="279770"/>
                    <a:pt x="232737" y="279770"/>
                    <a:pt x="234054" y="249260"/>
                  </a:cubicBezTo>
                  <a:cubicBezTo>
                    <a:pt x="234054" y="249260"/>
                    <a:pt x="234054" y="249260"/>
                    <a:pt x="149733" y="164361"/>
                  </a:cubicBezTo>
                  <a:cubicBezTo>
                    <a:pt x="144463" y="159055"/>
                    <a:pt x="144463" y="152422"/>
                    <a:pt x="149733" y="148443"/>
                  </a:cubicBezTo>
                  <a:cubicBezTo>
                    <a:pt x="151051" y="145790"/>
                    <a:pt x="155003" y="144463"/>
                    <a:pt x="157638" y="144463"/>
                  </a:cubicBezTo>
                  <a:close/>
                  <a:moveTo>
                    <a:pt x="145922" y="120650"/>
                  </a:moveTo>
                  <a:cubicBezTo>
                    <a:pt x="157893" y="120650"/>
                    <a:pt x="167203" y="128373"/>
                    <a:pt x="169863" y="137383"/>
                  </a:cubicBezTo>
                  <a:cubicBezTo>
                    <a:pt x="167203" y="134809"/>
                    <a:pt x="161883" y="133522"/>
                    <a:pt x="157893" y="133522"/>
                  </a:cubicBezTo>
                  <a:cubicBezTo>
                    <a:pt x="151242" y="133522"/>
                    <a:pt x="145922" y="136096"/>
                    <a:pt x="141931" y="141245"/>
                  </a:cubicBezTo>
                  <a:cubicBezTo>
                    <a:pt x="133951" y="147680"/>
                    <a:pt x="132620" y="160552"/>
                    <a:pt x="137941" y="168275"/>
                  </a:cubicBezTo>
                  <a:cubicBezTo>
                    <a:pt x="128630" y="165701"/>
                    <a:pt x="120650" y="156691"/>
                    <a:pt x="120650" y="145106"/>
                  </a:cubicBezTo>
                  <a:cubicBezTo>
                    <a:pt x="120650" y="132234"/>
                    <a:pt x="132620" y="120650"/>
                    <a:pt x="145922" y="120650"/>
                  </a:cubicBezTo>
                  <a:close/>
                  <a:moveTo>
                    <a:pt x="146051" y="60325"/>
                  </a:moveTo>
                  <a:cubicBezTo>
                    <a:pt x="192063" y="60325"/>
                    <a:pt x="230188" y="98810"/>
                    <a:pt x="230188" y="145257"/>
                  </a:cubicBezTo>
                  <a:cubicBezTo>
                    <a:pt x="230188" y="159854"/>
                    <a:pt x="226244" y="174452"/>
                    <a:pt x="219671" y="186395"/>
                  </a:cubicBezTo>
                  <a:lnTo>
                    <a:pt x="193378" y="161181"/>
                  </a:lnTo>
                  <a:cubicBezTo>
                    <a:pt x="196007" y="155873"/>
                    <a:pt x="196007" y="150565"/>
                    <a:pt x="196007" y="145257"/>
                  </a:cubicBezTo>
                  <a:cubicBezTo>
                    <a:pt x="196007" y="117388"/>
                    <a:pt x="173658" y="94828"/>
                    <a:pt x="146051" y="94828"/>
                  </a:cubicBezTo>
                  <a:cubicBezTo>
                    <a:pt x="118443" y="94828"/>
                    <a:pt x="96094" y="117388"/>
                    <a:pt x="96094" y="145257"/>
                  </a:cubicBezTo>
                  <a:cubicBezTo>
                    <a:pt x="96094" y="173125"/>
                    <a:pt x="118443" y="195685"/>
                    <a:pt x="146051" y="195685"/>
                  </a:cubicBezTo>
                  <a:cubicBezTo>
                    <a:pt x="151309" y="195685"/>
                    <a:pt x="156568" y="194358"/>
                    <a:pt x="161827" y="193031"/>
                  </a:cubicBezTo>
                  <a:cubicBezTo>
                    <a:pt x="161827" y="193031"/>
                    <a:pt x="161827" y="193031"/>
                    <a:pt x="188119" y="219572"/>
                  </a:cubicBezTo>
                  <a:cubicBezTo>
                    <a:pt x="174973" y="226207"/>
                    <a:pt x="161827" y="230188"/>
                    <a:pt x="146051" y="230188"/>
                  </a:cubicBezTo>
                  <a:cubicBezTo>
                    <a:pt x="100038" y="230188"/>
                    <a:pt x="61913" y="191703"/>
                    <a:pt x="61913" y="145257"/>
                  </a:cubicBezTo>
                  <a:cubicBezTo>
                    <a:pt x="61913" y="98810"/>
                    <a:pt x="100038" y="60325"/>
                    <a:pt x="146051" y="60325"/>
                  </a:cubicBezTo>
                  <a:close/>
                  <a:moveTo>
                    <a:pt x="145257" y="0"/>
                  </a:moveTo>
                  <a:cubicBezTo>
                    <a:pt x="225808" y="0"/>
                    <a:pt x="290513" y="64705"/>
                    <a:pt x="290513" y="145257"/>
                  </a:cubicBezTo>
                  <a:cubicBezTo>
                    <a:pt x="290513" y="172987"/>
                    <a:pt x="282590" y="199398"/>
                    <a:pt x="269385" y="221846"/>
                  </a:cubicBezTo>
                  <a:cubicBezTo>
                    <a:pt x="269385" y="221846"/>
                    <a:pt x="269385" y="221846"/>
                    <a:pt x="254859" y="221846"/>
                  </a:cubicBezTo>
                  <a:cubicBezTo>
                    <a:pt x="254859" y="221846"/>
                    <a:pt x="254859" y="221846"/>
                    <a:pt x="239013" y="206000"/>
                  </a:cubicBezTo>
                  <a:cubicBezTo>
                    <a:pt x="249577" y="188833"/>
                    <a:pt x="256180" y="167705"/>
                    <a:pt x="256180" y="145257"/>
                  </a:cubicBezTo>
                  <a:cubicBezTo>
                    <a:pt x="256180" y="84513"/>
                    <a:pt x="207321" y="34333"/>
                    <a:pt x="145257" y="34333"/>
                  </a:cubicBezTo>
                  <a:cubicBezTo>
                    <a:pt x="84513" y="34333"/>
                    <a:pt x="34333" y="84513"/>
                    <a:pt x="34333" y="145257"/>
                  </a:cubicBezTo>
                  <a:cubicBezTo>
                    <a:pt x="34333" y="207321"/>
                    <a:pt x="84513" y="256180"/>
                    <a:pt x="145257" y="256180"/>
                  </a:cubicBezTo>
                  <a:cubicBezTo>
                    <a:pt x="167705" y="256180"/>
                    <a:pt x="188834" y="249577"/>
                    <a:pt x="206000" y="239013"/>
                  </a:cubicBezTo>
                  <a:cubicBezTo>
                    <a:pt x="206000" y="239013"/>
                    <a:pt x="206000" y="239013"/>
                    <a:pt x="221847" y="254859"/>
                  </a:cubicBezTo>
                  <a:cubicBezTo>
                    <a:pt x="221847" y="254859"/>
                    <a:pt x="221847" y="254859"/>
                    <a:pt x="221847" y="269385"/>
                  </a:cubicBezTo>
                  <a:cubicBezTo>
                    <a:pt x="199398" y="282590"/>
                    <a:pt x="172988" y="290513"/>
                    <a:pt x="145257" y="290513"/>
                  </a:cubicBezTo>
                  <a:cubicBezTo>
                    <a:pt x="64705" y="290513"/>
                    <a:pt x="0" y="225808"/>
                    <a:pt x="0" y="145257"/>
                  </a:cubicBezTo>
                  <a:cubicBezTo>
                    <a:pt x="0" y="64705"/>
                    <a:pt x="64705" y="0"/>
                    <a:pt x="145257" y="0"/>
                  </a:cubicBezTo>
                  <a:close/>
                </a:path>
              </a:pathLst>
            </a:custGeom>
            <a:solidFill>
              <a:srgbClr val="FFC000"/>
            </a:solidFill>
            <a:ln>
              <a:noFill/>
            </a:ln>
            <a:effectLst>
              <a:outerShdw blurRad="203200" dist="63500" dir="5400000" algn="t" rotWithShape="0">
                <a:prstClr val="black">
                  <a:alpha val="7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微软雅黑"/>
                <a:cs typeface="+mn-cs"/>
              </a:endParaRPr>
            </a:p>
          </p:txBody>
        </p:sp>
      </p:grpSp>
      <p:grpSp>
        <p:nvGrpSpPr>
          <p:cNvPr id="9" name="组合 46">
            <a:extLst>
              <a:ext uri="{FF2B5EF4-FFF2-40B4-BE49-F238E27FC236}">
                <a16:creationId xmlns="" xmlns:a16="http://schemas.microsoft.com/office/drawing/2014/main" id="{64B2DD0E-1FF8-4A19-9BCC-90761A5EC0F4}"/>
              </a:ext>
            </a:extLst>
          </p:cNvPr>
          <p:cNvGrpSpPr/>
          <p:nvPr/>
        </p:nvGrpSpPr>
        <p:grpSpPr>
          <a:xfrm>
            <a:off x="1588089" y="4000304"/>
            <a:ext cx="3368150" cy="1220554"/>
            <a:chOff x="6798184" y="1678126"/>
            <a:chExt cx="3368150" cy="1220554"/>
          </a:xfrm>
        </p:grpSpPr>
        <p:sp>
          <p:nvSpPr>
            <p:cNvPr id="10" name="矩形 9">
              <a:extLst>
                <a:ext uri="{FF2B5EF4-FFF2-40B4-BE49-F238E27FC236}">
                  <a16:creationId xmlns="" xmlns:a16="http://schemas.microsoft.com/office/drawing/2014/main" id="{B617D84E-FEC3-4BD8-B6C1-5389CA32BE11}"/>
                </a:ext>
              </a:extLst>
            </p:cNvPr>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Arial"/>
                  <a:ea typeface="微软雅黑"/>
                  <a:cs typeface="+mn-cs"/>
                </a:rPr>
                <a:t>用户可以在投影仪或者计算机上进行演示也可以将演示文稿打印出来制作成胶片以便应用到更广泛的领域中</a:t>
              </a:r>
            </a:p>
          </p:txBody>
        </p:sp>
        <p:sp>
          <p:nvSpPr>
            <p:cNvPr id="11" name="矩形 10">
              <a:extLst>
                <a:ext uri="{FF2B5EF4-FFF2-40B4-BE49-F238E27FC236}">
                  <a16:creationId xmlns="" xmlns:a16="http://schemas.microsoft.com/office/drawing/2014/main" id="{DAA754E3-A93C-4B88-8300-46E1879444B7}"/>
                </a:ext>
              </a:extLst>
            </p:cNvPr>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Arial"/>
                  <a:ea typeface="微软雅黑"/>
                  <a:cs typeface="+mn-cs"/>
                </a:rPr>
                <a:t>标题文字添加</a:t>
              </a:r>
            </a:p>
          </p:txBody>
        </p:sp>
      </p:grpSp>
      <p:grpSp>
        <p:nvGrpSpPr>
          <p:cNvPr id="12" name="组合 49">
            <a:extLst>
              <a:ext uri="{FF2B5EF4-FFF2-40B4-BE49-F238E27FC236}">
                <a16:creationId xmlns="" xmlns:a16="http://schemas.microsoft.com/office/drawing/2014/main" id="{5D633535-B9D5-44ED-BED3-003D52688468}"/>
              </a:ext>
            </a:extLst>
          </p:cNvPr>
          <p:cNvGrpSpPr/>
          <p:nvPr/>
        </p:nvGrpSpPr>
        <p:grpSpPr>
          <a:xfrm>
            <a:off x="1588089" y="2060848"/>
            <a:ext cx="3368150" cy="1220554"/>
            <a:chOff x="6798184" y="1678126"/>
            <a:chExt cx="3368150" cy="1220554"/>
          </a:xfrm>
        </p:grpSpPr>
        <p:sp>
          <p:nvSpPr>
            <p:cNvPr id="13" name="矩形 12">
              <a:extLst>
                <a:ext uri="{FF2B5EF4-FFF2-40B4-BE49-F238E27FC236}">
                  <a16:creationId xmlns="" xmlns:a16="http://schemas.microsoft.com/office/drawing/2014/main" id="{84C829B6-EC06-4840-A85E-ED8E6217F7B0}"/>
                </a:ext>
              </a:extLst>
            </p:cNvPr>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Arial"/>
                  <a:ea typeface="微软雅黑"/>
                  <a:cs typeface="+mn-cs"/>
                </a:rPr>
                <a:t>用户可以在投影仪或者计算机上进行演示也可以将演示文稿打印出来制作成胶片以便应用到更广泛的领域中</a:t>
              </a:r>
            </a:p>
          </p:txBody>
        </p:sp>
        <p:sp>
          <p:nvSpPr>
            <p:cNvPr id="14" name="矩形 13">
              <a:extLst>
                <a:ext uri="{FF2B5EF4-FFF2-40B4-BE49-F238E27FC236}">
                  <a16:creationId xmlns="" xmlns:a16="http://schemas.microsoft.com/office/drawing/2014/main" id="{FBBBB65A-EB2E-433F-A9B3-0FA236FE6DA3}"/>
                </a:ext>
              </a:extLst>
            </p:cNvPr>
            <p:cNvSpPr/>
            <p:nvPr/>
          </p:nvSpPr>
          <p:spPr>
            <a:xfrm>
              <a:off x="6798184" y="1678126"/>
              <a:ext cx="2241974" cy="396134"/>
            </a:xfrm>
            <a:prstGeom prst="rect">
              <a:avLst/>
            </a:prstGeom>
          </p:spPr>
          <p:txBody>
            <a:bodyPr wrap="square">
              <a:spAutoFit/>
              <a:scene3d>
                <a:camera prst="orthographicFront"/>
                <a:lightRig rig="threePt" dir="t"/>
              </a:scene3d>
              <a:sp3d contourW="12700"/>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Arial"/>
                  <a:ea typeface="微软雅黑"/>
                  <a:cs typeface="+mn-cs"/>
                </a:rPr>
                <a:t>标题文字添加</a:t>
              </a:r>
            </a:p>
          </p:txBody>
        </p:sp>
      </p:grpSp>
      <p:grpSp>
        <p:nvGrpSpPr>
          <p:cNvPr id="15" name="组合 52">
            <a:extLst>
              <a:ext uri="{FF2B5EF4-FFF2-40B4-BE49-F238E27FC236}">
                <a16:creationId xmlns="" xmlns:a16="http://schemas.microsoft.com/office/drawing/2014/main" id="{974B592B-6257-4E52-9FE1-1DFAB6C791FF}"/>
              </a:ext>
            </a:extLst>
          </p:cNvPr>
          <p:cNvGrpSpPr/>
          <p:nvPr/>
        </p:nvGrpSpPr>
        <p:grpSpPr>
          <a:xfrm>
            <a:off x="7143366" y="4000304"/>
            <a:ext cx="3368150" cy="1220554"/>
            <a:chOff x="6798184" y="1678126"/>
            <a:chExt cx="3368150" cy="1220554"/>
          </a:xfrm>
        </p:grpSpPr>
        <p:sp>
          <p:nvSpPr>
            <p:cNvPr id="16" name="矩形 15">
              <a:extLst>
                <a:ext uri="{FF2B5EF4-FFF2-40B4-BE49-F238E27FC236}">
                  <a16:creationId xmlns="" xmlns:a16="http://schemas.microsoft.com/office/drawing/2014/main" id="{3BCEACF9-C7D2-4799-9209-1AA921ADADC1}"/>
                </a:ext>
              </a:extLst>
            </p:cNvPr>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marL="0" marR="0" lvl="0" indent="0" algn="r"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Arial"/>
                  <a:ea typeface="微软雅黑"/>
                  <a:cs typeface="+mn-cs"/>
                </a:rPr>
                <a:t>用户可以在投影仪或者计算机上进行演示也可以将演示文稿打印出来制作成胶片以便应用到更广泛的领域中</a:t>
              </a:r>
            </a:p>
          </p:txBody>
        </p:sp>
        <p:sp>
          <p:nvSpPr>
            <p:cNvPr id="17" name="矩形 16">
              <a:extLst>
                <a:ext uri="{FF2B5EF4-FFF2-40B4-BE49-F238E27FC236}">
                  <a16:creationId xmlns="" xmlns:a16="http://schemas.microsoft.com/office/drawing/2014/main" id="{6BE61A6C-7D93-4592-9E4D-479B697A8559}"/>
                </a:ext>
              </a:extLst>
            </p:cNvPr>
            <p:cNvSpPr/>
            <p:nvPr/>
          </p:nvSpPr>
          <p:spPr>
            <a:xfrm>
              <a:off x="7924360" y="1678126"/>
              <a:ext cx="2241974" cy="424732"/>
            </a:xfrm>
            <a:prstGeom prst="rect">
              <a:avLst/>
            </a:prstGeom>
          </p:spPr>
          <p:txBody>
            <a:bodyPr wrap="square">
              <a:spAutoFit/>
              <a:scene3d>
                <a:camera prst="orthographicFront"/>
                <a:lightRig rig="threePt" dir="t"/>
              </a:scene3d>
              <a:sp3d contourW="12700"/>
            </a:bodyPr>
            <a:lstStyle/>
            <a:p>
              <a:pPr marL="0" marR="0" lvl="0" indent="0" algn="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Arial"/>
                  <a:ea typeface="微软雅黑"/>
                  <a:cs typeface="+mn-cs"/>
                </a:rPr>
                <a:t>标题文字添加</a:t>
              </a:r>
            </a:p>
          </p:txBody>
        </p:sp>
      </p:grpSp>
      <p:grpSp>
        <p:nvGrpSpPr>
          <p:cNvPr id="18" name="组合 55">
            <a:extLst>
              <a:ext uri="{FF2B5EF4-FFF2-40B4-BE49-F238E27FC236}">
                <a16:creationId xmlns="" xmlns:a16="http://schemas.microsoft.com/office/drawing/2014/main" id="{431E42F8-A397-46FE-B08B-4775D855FEF3}"/>
              </a:ext>
            </a:extLst>
          </p:cNvPr>
          <p:cNvGrpSpPr/>
          <p:nvPr/>
        </p:nvGrpSpPr>
        <p:grpSpPr>
          <a:xfrm>
            <a:off x="7143366" y="2060848"/>
            <a:ext cx="3368150" cy="1220554"/>
            <a:chOff x="6798184" y="1678126"/>
            <a:chExt cx="3368150" cy="1220554"/>
          </a:xfrm>
        </p:grpSpPr>
        <p:sp>
          <p:nvSpPr>
            <p:cNvPr id="19" name="矩形 18">
              <a:extLst>
                <a:ext uri="{FF2B5EF4-FFF2-40B4-BE49-F238E27FC236}">
                  <a16:creationId xmlns="" xmlns:a16="http://schemas.microsoft.com/office/drawing/2014/main" id="{4A24D482-81F4-443A-8870-322307F6A552}"/>
                </a:ext>
              </a:extLst>
            </p:cNvPr>
            <p:cNvSpPr/>
            <p:nvPr/>
          </p:nvSpPr>
          <p:spPr>
            <a:xfrm>
              <a:off x="6798184" y="2030750"/>
              <a:ext cx="3368150" cy="867930"/>
            </a:xfrm>
            <a:prstGeom prst="rect">
              <a:avLst/>
            </a:prstGeom>
          </p:spPr>
          <p:txBody>
            <a:bodyPr wrap="square">
              <a:spAutoFit/>
              <a:scene3d>
                <a:camera prst="orthographicFront"/>
                <a:lightRig rig="threePt" dir="t"/>
              </a:scene3d>
              <a:sp3d contourW="12700"/>
            </a:bodyPr>
            <a:lstStyle/>
            <a:p>
              <a:pPr marL="0" marR="0" lvl="0" indent="0" algn="r" defTabSz="914400" rtl="0" eaLnBrk="1" fontAlgn="auto" latinLnBrk="0" hangingPunct="1">
                <a:lnSpc>
                  <a:spcPct val="120000"/>
                </a:lnSpc>
                <a:spcBef>
                  <a:spcPts val="0"/>
                </a:spcBef>
                <a:spcAft>
                  <a:spcPts val="0"/>
                </a:spcAft>
                <a:buClrTx/>
                <a:buSzTx/>
                <a:buFontTx/>
                <a:buNone/>
                <a:tabLst/>
                <a:defRPr/>
              </a:pPr>
              <a:r>
                <a:rPr kumimoji="0" lang="zh-CN" altLang="en-US" sz="1400" b="0" i="0" u="none" strike="noStrike" kern="1200" cap="none" spc="0" normalizeH="0" baseline="0" noProof="0" dirty="0">
                  <a:ln>
                    <a:noFill/>
                  </a:ln>
                  <a:solidFill>
                    <a:prstClr val="white"/>
                  </a:solidFill>
                  <a:effectLst/>
                  <a:uLnTx/>
                  <a:uFillTx/>
                  <a:latin typeface="Arial"/>
                  <a:ea typeface="微软雅黑"/>
                  <a:cs typeface="+mn-cs"/>
                </a:rPr>
                <a:t>用户可以在投影仪或者计算机上进行演示也可以将演示文稿打印出来制作成胶片以便应用到更广泛的领域中</a:t>
              </a:r>
            </a:p>
          </p:txBody>
        </p:sp>
        <p:sp>
          <p:nvSpPr>
            <p:cNvPr id="20" name="矩形 19">
              <a:extLst>
                <a:ext uri="{FF2B5EF4-FFF2-40B4-BE49-F238E27FC236}">
                  <a16:creationId xmlns="" xmlns:a16="http://schemas.microsoft.com/office/drawing/2014/main" id="{7C551CBA-F607-4FF7-8E49-D57A7A2CB951}"/>
                </a:ext>
              </a:extLst>
            </p:cNvPr>
            <p:cNvSpPr/>
            <p:nvPr/>
          </p:nvSpPr>
          <p:spPr>
            <a:xfrm>
              <a:off x="7924360" y="1678126"/>
              <a:ext cx="2241974" cy="424732"/>
            </a:xfrm>
            <a:prstGeom prst="rect">
              <a:avLst/>
            </a:prstGeom>
          </p:spPr>
          <p:txBody>
            <a:bodyPr wrap="square">
              <a:spAutoFit/>
              <a:scene3d>
                <a:camera prst="orthographicFront"/>
                <a:lightRig rig="threePt" dir="t"/>
              </a:scene3d>
              <a:sp3d contourW="12700"/>
            </a:bodyPr>
            <a:lstStyle/>
            <a:p>
              <a:pPr marL="0" marR="0" lvl="0" indent="0" algn="r" defTabSz="914400" rtl="0" eaLnBrk="1" fontAlgn="auto" latinLnBrk="0" hangingPunct="1">
                <a:lnSpc>
                  <a:spcPct val="120000"/>
                </a:lnSpc>
                <a:spcBef>
                  <a:spcPts val="0"/>
                </a:spcBef>
                <a:spcAft>
                  <a:spcPts val="0"/>
                </a:spcAft>
                <a:buClrTx/>
                <a:buSzTx/>
                <a:buFontTx/>
                <a:buNone/>
                <a:tabLst/>
                <a:defRPr/>
              </a:pPr>
              <a:r>
                <a:rPr kumimoji="0" lang="zh-CN" altLang="en-US" sz="1800" b="1" i="0" u="none" strike="noStrike" kern="1200" cap="none" spc="0" normalizeH="0" baseline="0" noProof="0" dirty="0">
                  <a:ln>
                    <a:noFill/>
                  </a:ln>
                  <a:solidFill>
                    <a:prstClr val="white"/>
                  </a:solidFill>
                  <a:effectLst/>
                  <a:uLnTx/>
                  <a:uFillTx/>
                  <a:latin typeface="Arial"/>
                  <a:ea typeface="微软雅黑"/>
                  <a:cs typeface="+mn-cs"/>
                </a:rPr>
                <a:t>标题文字添加</a:t>
              </a:r>
            </a:p>
          </p:txBody>
        </p:sp>
      </p:grpSp>
      <p:sp>
        <p:nvSpPr>
          <p:cNvPr id="22" name="标题 21"/>
          <p:cNvSpPr>
            <a:spLocks noGrp="1"/>
          </p:cNvSpPr>
          <p:nvPr>
            <p:ph type="title"/>
          </p:nvPr>
        </p:nvSpPr>
        <p:spPr/>
        <p:txBody>
          <a:bodyPr/>
          <a:lstStyle/>
          <a:p>
            <a:r>
              <a:rPr lang="zh-CN" altLang="en-US" dirty="0"/>
              <a:t>这里是居左对齐的标题文字</a:t>
            </a:r>
            <a:endParaRPr kumimoji="1" lang="zh-CN" altLang="en-US" dirty="0"/>
          </a:p>
        </p:txBody>
      </p:sp>
    </p:spTree>
    <p:extLst>
      <p:ext uri="{BB962C8B-B14F-4D97-AF65-F5344CB8AC3E}">
        <p14:creationId xmlns:p14="http://schemas.microsoft.com/office/powerpoint/2010/main" val="1671569010"/>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 xmlns:a16="http://schemas.microsoft.com/office/drawing/2014/main" id="{B42136CA-2381-456A-A3DA-B54EAC7B2C92}"/>
              </a:ext>
            </a:extLst>
          </p:cNvPr>
          <p:cNvSpPr/>
          <p:nvPr/>
        </p:nvSpPr>
        <p:spPr>
          <a:xfrm>
            <a:off x="9172375" y="3845126"/>
            <a:ext cx="2189869" cy="2177896"/>
          </a:xfrm>
          <a:prstGeom prst="rect">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营业额</a:t>
            </a:r>
            <a:endParaRPr kumimoji="0" lang="en-US" altLang="zh-CN"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4400" b="0" i="0" u="none" strike="noStrike" kern="0" cap="none" spc="0" normalizeH="0" baseline="0" noProof="0" dirty="0">
                <a:ln>
                  <a:noFill/>
                </a:ln>
                <a:solidFill>
                  <a:prstClr val="white"/>
                </a:solidFill>
                <a:effectLst/>
                <a:uLnTx/>
                <a:uFillTx/>
                <a:latin typeface="微软雅黑 Light" panose="020B0502040204020203" pitchFamily="34" charset="-122"/>
                <a:ea typeface="宋体" panose="02010600030101010101" pitchFamily="2" charset="-122"/>
                <a:cs typeface="+mn-cs"/>
              </a:rPr>
              <a:t>1.2</a:t>
            </a: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亿</a:t>
            </a:r>
          </a:p>
        </p:txBody>
      </p:sp>
      <p:sp>
        <p:nvSpPr>
          <p:cNvPr id="3" name="矩形 2">
            <a:extLst>
              <a:ext uri="{FF2B5EF4-FFF2-40B4-BE49-F238E27FC236}">
                <a16:creationId xmlns="" xmlns:a16="http://schemas.microsoft.com/office/drawing/2014/main" id="{57B70691-5826-4E7E-B1B8-659FDB808D01}"/>
              </a:ext>
            </a:extLst>
          </p:cNvPr>
          <p:cNvSpPr/>
          <p:nvPr/>
        </p:nvSpPr>
        <p:spPr>
          <a:xfrm>
            <a:off x="6901615" y="3845126"/>
            <a:ext cx="2189869" cy="2177896"/>
          </a:xfrm>
          <a:prstGeom prst="rect">
            <a:avLst/>
          </a:prstGeom>
          <a:solidFill>
            <a:srgbClr val="43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50000"/>
              </a:lnSpc>
              <a:spcBef>
                <a:spcPts val="0"/>
              </a:spcBef>
              <a:spcAft>
                <a:spcPts val="0"/>
              </a:spcAft>
              <a:buClrTx/>
              <a:buSzTx/>
              <a:buFontTx/>
              <a:buNone/>
              <a:tabLst/>
              <a:defRPr/>
            </a:pPr>
            <a:r>
              <a:rPr kumimoji="0" lang="zh-CN" altLang="en-US"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完工日期</a:t>
            </a:r>
            <a:endParaRPr kumimoji="0" lang="en-US" altLang="zh-CN" sz="18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eaLnBrk="1" fontAlgn="auto" latinLnBrk="0" hangingPunct="1">
              <a:lnSpc>
                <a:spcPct val="150000"/>
              </a:lnSpc>
              <a:spcBef>
                <a:spcPts val="0"/>
              </a:spcBef>
              <a:spcAft>
                <a:spcPts val="0"/>
              </a:spcAft>
              <a:buClrTx/>
              <a:buSzTx/>
              <a:buFontTx/>
              <a:buNone/>
              <a:tabLst/>
              <a:defRPr/>
            </a:pPr>
            <a:r>
              <a:rPr kumimoji="0" lang="en-US" altLang="zh-CN" sz="3600" b="0" i="0" u="none" strike="noStrike" kern="0" cap="none" spc="0" normalizeH="0" baseline="0" noProof="0" dirty="0">
                <a:ln>
                  <a:noFill/>
                </a:ln>
                <a:solidFill>
                  <a:prstClr val="white"/>
                </a:solidFill>
                <a:effectLst/>
                <a:uLnTx/>
                <a:uFillTx/>
                <a:latin typeface="微软雅黑 Light" panose="020B0502040204020203" pitchFamily="34" charset="-122"/>
                <a:ea typeface="宋体" panose="02010600030101010101" pitchFamily="2" charset="-122"/>
                <a:cs typeface="+mn-cs"/>
              </a:rPr>
              <a:t>2019</a:t>
            </a:r>
            <a:endParaRPr kumimoji="0" lang="zh-CN" altLang="en-US" sz="3600" b="0" i="0" u="none" strike="noStrike" kern="0" cap="none" spc="0" normalizeH="0" baseline="0" noProof="0" dirty="0">
              <a:ln>
                <a:noFill/>
              </a:ln>
              <a:solidFill>
                <a:prstClr val="white"/>
              </a:solidFill>
              <a:effectLst/>
              <a:uLnTx/>
              <a:uFillTx/>
              <a:latin typeface="微软雅黑 Light" panose="020B0502040204020203" pitchFamily="34" charset="-122"/>
              <a:ea typeface="宋体" panose="02010600030101010101" pitchFamily="2" charset="-122"/>
              <a:cs typeface="+mn-cs"/>
            </a:endParaRPr>
          </a:p>
        </p:txBody>
      </p:sp>
      <p:grpSp>
        <p:nvGrpSpPr>
          <p:cNvPr id="4" name="组合 9">
            <a:extLst>
              <a:ext uri="{FF2B5EF4-FFF2-40B4-BE49-F238E27FC236}">
                <a16:creationId xmlns="" xmlns:a16="http://schemas.microsoft.com/office/drawing/2014/main" id="{1E26F85C-B534-49F6-95E5-DB529818476A}"/>
              </a:ext>
            </a:extLst>
          </p:cNvPr>
          <p:cNvGrpSpPr/>
          <p:nvPr/>
        </p:nvGrpSpPr>
        <p:grpSpPr>
          <a:xfrm>
            <a:off x="6901615" y="1591700"/>
            <a:ext cx="4460629" cy="2177896"/>
            <a:chOff x="6901615" y="1483546"/>
            <a:chExt cx="4460629" cy="2177896"/>
          </a:xfrm>
          <a:solidFill>
            <a:srgbClr val="4372C4"/>
          </a:solidFill>
        </p:grpSpPr>
        <p:sp>
          <p:nvSpPr>
            <p:cNvPr id="5" name="矩形 4">
              <a:extLst>
                <a:ext uri="{FF2B5EF4-FFF2-40B4-BE49-F238E27FC236}">
                  <a16:creationId xmlns="" xmlns:a16="http://schemas.microsoft.com/office/drawing/2014/main" id="{41941C2A-B878-47E9-83F2-F19F699AB845}"/>
                </a:ext>
              </a:extLst>
            </p:cNvPr>
            <p:cNvSpPr/>
            <p:nvPr/>
          </p:nvSpPr>
          <p:spPr>
            <a:xfrm>
              <a:off x="6901615" y="1483546"/>
              <a:ext cx="4460629" cy="2177896"/>
            </a:xfrm>
            <a:prstGeom prst="rect">
              <a:avLst/>
            </a:prstGeom>
            <a:gr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6" name="矩形 5">
              <a:extLst>
                <a:ext uri="{FF2B5EF4-FFF2-40B4-BE49-F238E27FC236}">
                  <a16:creationId xmlns="" xmlns:a16="http://schemas.microsoft.com/office/drawing/2014/main" id="{BE7A5049-3BF2-4DC1-9513-79CBDA07866A}"/>
                </a:ext>
              </a:extLst>
            </p:cNvPr>
            <p:cNvSpPr/>
            <p:nvPr/>
          </p:nvSpPr>
          <p:spPr>
            <a:xfrm>
              <a:off x="7072794" y="1595303"/>
              <a:ext cx="4010538" cy="1846659"/>
            </a:xfrm>
            <a:prstGeom prst="rect">
              <a:avLst/>
            </a:prstGeom>
            <a:grpFill/>
          </p:spPr>
          <p:txBody>
            <a:bodyPr wrap="square">
              <a:spAutoFit/>
            </a:bodyPr>
            <a:lstStyle/>
            <a:p>
              <a:pPr marL="0" marR="0" lvl="0" indent="0" defTabSz="914400" eaLnBrk="1" fontAlgn="auto" latinLnBrk="0" hangingPunct="1">
                <a:lnSpc>
                  <a:spcPct val="150000"/>
                </a:lnSpc>
                <a:spcBef>
                  <a:spcPts val="600"/>
                </a:spcBef>
                <a:spcAft>
                  <a:spcPts val="0"/>
                </a:spcAft>
                <a:buClrTx/>
                <a:buSzTx/>
                <a:buFontTx/>
                <a:buNone/>
                <a:tabLst/>
                <a:defRPr/>
              </a:pPr>
              <a:r>
                <a:rPr kumimoji="0" lang="zh-CN" altLang="en-US"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项目名称</a:t>
              </a:r>
              <a:endParaRPr kumimoji="0" lang="en-US" altLang="zh-CN" sz="2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a:p>
              <a:pPr marL="271463" marR="0" lvl="0" indent="-271463" defTabSz="914400" eaLnBrk="1" fontAlgn="auto" latinLnBrk="0" hangingPunct="1">
                <a:lnSpc>
                  <a:spcPct val="150000"/>
                </a:lnSpc>
                <a:spcBef>
                  <a:spcPts val="600"/>
                </a:spcBef>
                <a:spcAft>
                  <a:spcPts val="0"/>
                </a:spcAft>
                <a:buClrTx/>
                <a:buSzTx/>
                <a:buFont typeface="Wingdings" panose="05000000000000000000" pitchFamily="2" charset="2"/>
                <a:buChar char="u"/>
                <a:tabLst/>
                <a:defRPr/>
              </a:pPr>
              <a:r>
                <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我们坚持以客户为中心，快速响应客户需求</a:t>
              </a:r>
              <a:endParaRPr kumimoji="0" lang="en-US" altLang="zh-CN"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a:p>
              <a:pPr marL="271463" marR="0" lvl="0" indent="-271463" defTabSz="914400" eaLnBrk="1" fontAlgn="auto" latinLnBrk="0" hangingPunct="1">
                <a:lnSpc>
                  <a:spcPct val="150000"/>
                </a:lnSpc>
                <a:spcBef>
                  <a:spcPts val="600"/>
                </a:spcBef>
                <a:spcAft>
                  <a:spcPts val="0"/>
                </a:spcAft>
                <a:buClrTx/>
                <a:buSzTx/>
                <a:buFont typeface="Wingdings" panose="05000000000000000000" pitchFamily="2" charset="2"/>
                <a:buChar char="u"/>
                <a:tabLst/>
                <a:defRPr/>
              </a:pPr>
              <a:r>
                <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持续为客户创造长期价值进而成就客户</a:t>
              </a:r>
            </a:p>
            <a:p>
              <a:pPr marL="271463" marR="0" lvl="0" indent="-271463" defTabSz="914400" eaLnBrk="1" fontAlgn="auto" latinLnBrk="0" hangingPunct="1">
                <a:lnSpc>
                  <a:spcPct val="150000"/>
                </a:lnSpc>
                <a:spcBef>
                  <a:spcPts val="600"/>
                </a:spcBef>
                <a:spcAft>
                  <a:spcPts val="0"/>
                </a:spcAft>
                <a:buClrTx/>
                <a:buSzTx/>
                <a:buFont typeface="Wingdings" panose="05000000000000000000" pitchFamily="2" charset="2"/>
                <a:buChar char="u"/>
                <a:tabLst/>
                <a:defRPr/>
              </a:pPr>
              <a:r>
                <a:rPr kumimoji="0" lang="zh-CN" altLang="en-US"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rPr>
                <a:t>我们坚持以客户为中心，快速响应客户需求</a:t>
              </a:r>
              <a:endParaRPr kumimoji="0" lang="en-US" altLang="zh-CN" sz="14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endParaRPr>
            </a:p>
          </p:txBody>
        </p:sp>
      </p:grpSp>
      <p:sp>
        <p:nvSpPr>
          <p:cNvPr id="7" name="矩形 6">
            <a:extLst>
              <a:ext uri="{FF2B5EF4-FFF2-40B4-BE49-F238E27FC236}">
                <a16:creationId xmlns="" xmlns:a16="http://schemas.microsoft.com/office/drawing/2014/main" id="{33D2D3CE-F0D9-4F8A-9E89-E87DB3074886}"/>
              </a:ext>
            </a:extLst>
          </p:cNvPr>
          <p:cNvSpPr/>
          <p:nvPr/>
        </p:nvSpPr>
        <p:spPr>
          <a:xfrm>
            <a:off x="829757" y="1591699"/>
            <a:ext cx="5998866" cy="4431323"/>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Calibri" panose="020F0502020204030204"/>
              <a:ea typeface="宋体" panose="02010600030101010101" pitchFamily="2" charset="-122"/>
              <a:cs typeface="+mn-cs"/>
            </a:endParaRPr>
          </a:p>
        </p:txBody>
      </p:sp>
      <p:sp>
        <p:nvSpPr>
          <p:cNvPr id="8" name="标题 7"/>
          <p:cNvSpPr>
            <a:spLocks noGrp="1"/>
          </p:cNvSpPr>
          <p:nvPr>
            <p:ph type="title"/>
          </p:nvPr>
        </p:nvSpPr>
        <p:spPr/>
        <p:txBody>
          <a:bodyPr/>
          <a:lstStyle/>
          <a:p>
            <a:r>
              <a:rPr lang="zh-CN" altLang="en-US" dirty="0"/>
              <a:t>这里是居左对齐的标题文字</a:t>
            </a:r>
            <a:endParaRPr kumimoji="1" lang="zh-CN" altLang="en-US" dirty="0"/>
          </a:p>
        </p:txBody>
      </p:sp>
      <p:sp>
        <p:nvSpPr>
          <p:cNvPr id="9" name="矩形 8"/>
          <p:cNvSpPr/>
          <p:nvPr/>
        </p:nvSpPr>
        <p:spPr>
          <a:xfrm>
            <a:off x="829756" y="4869160"/>
            <a:ext cx="5986323" cy="1153862"/>
          </a:xfrm>
          <a:prstGeom prst="rect">
            <a:avLst/>
          </a:prstGeom>
          <a:solidFill>
            <a:srgbClr val="141735">
              <a:alpha val="79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extLst>
      <p:ext uri="{BB962C8B-B14F-4D97-AF65-F5344CB8AC3E}">
        <p14:creationId xmlns:p14="http://schemas.microsoft.com/office/powerpoint/2010/main" val="724464513"/>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9" name="组 48"/>
          <p:cNvGrpSpPr/>
          <p:nvPr/>
        </p:nvGrpSpPr>
        <p:grpSpPr>
          <a:xfrm>
            <a:off x="1055440" y="2060848"/>
            <a:ext cx="10195867" cy="3156050"/>
            <a:chOff x="1559764" y="2336578"/>
            <a:chExt cx="9072472" cy="2808312"/>
          </a:xfrm>
        </p:grpSpPr>
        <p:grpSp>
          <p:nvGrpSpPr>
            <p:cNvPr id="2" name="组合 2">
              <a:extLst>
                <a:ext uri="{FF2B5EF4-FFF2-40B4-BE49-F238E27FC236}">
                  <a16:creationId xmlns="" xmlns:a16="http://schemas.microsoft.com/office/drawing/2014/main" id="{499FB6B0-9D72-43F5-BCCC-CA7207E17F2F}"/>
                </a:ext>
              </a:extLst>
            </p:cNvPr>
            <p:cNvGrpSpPr/>
            <p:nvPr/>
          </p:nvGrpSpPr>
          <p:grpSpPr>
            <a:xfrm>
              <a:off x="1559764" y="2336578"/>
              <a:ext cx="2880964" cy="792088"/>
              <a:chOff x="1559764" y="2336578"/>
              <a:chExt cx="2880964" cy="792088"/>
            </a:xfrm>
          </p:grpSpPr>
          <p:sp>
            <p:nvSpPr>
              <p:cNvPr id="3" name="矩形 2">
                <a:extLst>
                  <a:ext uri="{FF2B5EF4-FFF2-40B4-BE49-F238E27FC236}">
                    <a16:creationId xmlns="" xmlns:a16="http://schemas.microsoft.com/office/drawing/2014/main" id="{2F5EC883-380C-4D2F-916F-E317A85BEBED}"/>
                  </a:ext>
                </a:extLst>
              </p:cNvPr>
              <p:cNvSpPr/>
              <p:nvPr/>
            </p:nvSpPr>
            <p:spPr>
              <a:xfrm>
                <a:off x="1559764" y="2336578"/>
                <a:ext cx="2880964" cy="792088"/>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 name="椭圆 3">
                <a:extLst>
                  <a:ext uri="{FF2B5EF4-FFF2-40B4-BE49-F238E27FC236}">
                    <a16:creationId xmlns="" xmlns:a16="http://schemas.microsoft.com/office/drawing/2014/main" id="{4D76125A-5A94-403E-BD11-CE063AAAF5B3}"/>
                  </a:ext>
                </a:extLst>
              </p:cNvPr>
              <p:cNvSpPr/>
              <p:nvPr/>
            </p:nvSpPr>
            <p:spPr>
              <a:xfrm>
                <a:off x="1696615" y="2452401"/>
                <a:ext cx="560442" cy="560442"/>
              </a:xfrm>
              <a:prstGeom prst="ellipse">
                <a:avLst/>
              </a:prstGeom>
              <a:solidFill>
                <a:schemeClr val="bg1">
                  <a:alpha val="6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solidFill>
                      <a:srgbClr val="4372C4"/>
                    </a:solidFill>
                  </a:rPr>
                  <a:t>1</a:t>
                </a:r>
                <a:endParaRPr lang="zh-CN" altLang="en-US" dirty="0">
                  <a:solidFill>
                    <a:srgbClr val="4372C4"/>
                  </a:solidFill>
                </a:endParaRPr>
              </a:p>
            </p:txBody>
          </p:sp>
          <p:sp>
            <p:nvSpPr>
              <p:cNvPr id="6" name="矩形 5">
                <a:extLst>
                  <a:ext uri="{FF2B5EF4-FFF2-40B4-BE49-F238E27FC236}">
                    <a16:creationId xmlns="" xmlns:a16="http://schemas.microsoft.com/office/drawing/2014/main" id="{BCA46682-104A-4119-B0AD-97F5ADDF3C81}"/>
                  </a:ext>
                </a:extLst>
              </p:cNvPr>
              <p:cNvSpPr/>
              <p:nvPr/>
            </p:nvSpPr>
            <p:spPr>
              <a:xfrm>
                <a:off x="2259164" y="2513043"/>
                <a:ext cx="2061601" cy="575117"/>
              </a:xfrm>
              <a:prstGeom prst="rect">
                <a:avLst/>
              </a:prstGeom>
            </p:spPr>
            <p:txBody>
              <a:bodyPr wrap="square">
                <a:spAutoFit/>
              </a:bodyPr>
              <a:lstStyle/>
              <a:p>
                <a:pPr>
                  <a:spcAft>
                    <a:spcPts val="600"/>
                  </a:spcAft>
                  <a:buClr>
                    <a:srgbClr val="000000"/>
                  </a:buClr>
                </a:pPr>
                <a:r>
                  <a:rPr lang="zh-CN" altLang="en-US" sz="1200" dirty="0" smtClean="0">
                    <a:solidFill>
                      <a:schemeClr val="bg1"/>
                    </a:solidFill>
                    <a:latin typeface="微软雅黑 Light" panose="020B0502040204020203" pitchFamily="34" charset="-122"/>
                    <a:ea typeface="微软雅黑 Light" panose="020B0502040204020203" pitchFamily="34" charset="-122"/>
                  </a:rPr>
                  <a:t>兴业数字金融服务股份有限公司，让金融更简单，让金融更美好。</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grpSp>
        <p:grpSp>
          <p:nvGrpSpPr>
            <p:cNvPr id="7" name="组合 7">
              <a:extLst>
                <a:ext uri="{FF2B5EF4-FFF2-40B4-BE49-F238E27FC236}">
                  <a16:creationId xmlns="" xmlns:a16="http://schemas.microsoft.com/office/drawing/2014/main" id="{11B9A41A-E025-4FC2-8883-0C08BFF4D3EF}"/>
                </a:ext>
              </a:extLst>
            </p:cNvPr>
            <p:cNvGrpSpPr/>
            <p:nvPr/>
          </p:nvGrpSpPr>
          <p:grpSpPr>
            <a:xfrm>
              <a:off x="4655518" y="2336578"/>
              <a:ext cx="2880964" cy="792088"/>
              <a:chOff x="4655518" y="2336578"/>
              <a:chExt cx="2880964" cy="792088"/>
            </a:xfrm>
          </p:grpSpPr>
          <p:sp>
            <p:nvSpPr>
              <p:cNvPr id="8" name="矩形 7">
                <a:extLst>
                  <a:ext uri="{FF2B5EF4-FFF2-40B4-BE49-F238E27FC236}">
                    <a16:creationId xmlns="" xmlns:a16="http://schemas.microsoft.com/office/drawing/2014/main" id="{59D28333-AA7A-455B-8E19-AE09D8C1AE52}"/>
                  </a:ext>
                </a:extLst>
              </p:cNvPr>
              <p:cNvSpPr/>
              <p:nvPr/>
            </p:nvSpPr>
            <p:spPr>
              <a:xfrm>
                <a:off x="4655518" y="2336578"/>
                <a:ext cx="2880964" cy="792088"/>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9" name="椭圆 8">
                <a:extLst>
                  <a:ext uri="{FF2B5EF4-FFF2-40B4-BE49-F238E27FC236}">
                    <a16:creationId xmlns="" xmlns:a16="http://schemas.microsoft.com/office/drawing/2014/main" id="{3D00F489-D7BD-4C0D-9607-76731F3CEF9D}"/>
                  </a:ext>
                </a:extLst>
              </p:cNvPr>
              <p:cNvSpPr/>
              <p:nvPr/>
            </p:nvSpPr>
            <p:spPr>
              <a:xfrm>
                <a:off x="4766033" y="2452401"/>
                <a:ext cx="560442" cy="560442"/>
              </a:xfrm>
              <a:prstGeom prst="ellipse">
                <a:avLst/>
              </a:prstGeom>
              <a:solidFill>
                <a:schemeClr val="bg1">
                  <a:alpha val="6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solidFill>
                      <a:srgbClr val="4372C4"/>
                    </a:solidFill>
                  </a:rPr>
                  <a:t>2</a:t>
                </a:r>
                <a:endParaRPr lang="zh-CN" altLang="en-US" dirty="0">
                  <a:solidFill>
                    <a:srgbClr val="4372C4"/>
                  </a:solidFill>
                </a:endParaRPr>
              </a:p>
            </p:txBody>
          </p:sp>
          <p:sp>
            <p:nvSpPr>
              <p:cNvPr id="11" name="矩形 10">
                <a:extLst>
                  <a:ext uri="{FF2B5EF4-FFF2-40B4-BE49-F238E27FC236}">
                    <a16:creationId xmlns="" xmlns:a16="http://schemas.microsoft.com/office/drawing/2014/main" id="{F216D9E8-5947-4DD8-83DA-0FA9A547D2D1}"/>
                  </a:ext>
                </a:extLst>
              </p:cNvPr>
              <p:cNvSpPr/>
              <p:nvPr/>
            </p:nvSpPr>
            <p:spPr>
              <a:xfrm>
                <a:off x="5333978" y="2513043"/>
                <a:ext cx="2061601" cy="575117"/>
              </a:xfrm>
              <a:prstGeom prst="rect">
                <a:avLst/>
              </a:prstGeom>
            </p:spPr>
            <p:txBody>
              <a:bodyPr wrap="square">
                <a:spAutoFit/>
              </a:bodyPr>
              <a:lstStyle/>
              <a:p>
                <a:pP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兴业数字金融服务股份有限公司，让金融更简单，让金融更美好。</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grpSp>
        <p:grpSp>
          <p:nvGrpSpPr>
            <p:cNvPr id="12" name="组合 12">
              <a:extLst>
                <a:ext uri="{FF2B5EF4-FFF2-40B4-BE49-F238E27FC236}">
                  <a16:creationId xmlns="" xmlns:a16="http://schemas.microsoft.com/office/drawing/2014/main" id="{6B7A5089-61A2-4404-B602-8E827E880A2F}"/>
                </a:ext>
              </a:extLst>
            </p:cNvPr>
            <p:cNvGrpSpPr/>
            <p:nvPr/>
          </p:nvGrpSpPr>
          <p:grpSpPr>
            <a:xfrm>
              <a:off x="7751272" y="2336578"/>
              <a:ext cx="2880964" cy="792088"/>
              <a:chOff x="7751272" y="2336578"/>
              <a:chExt cx="2880964" cy="792088"/>
            </a:xfrm>
          </p:grpSpPr>
          <p:sp>
            <p:nvSpPr>
              <p:cNvPr id="13" name="矩形 12">
                <a:extLst>
                  <a:ext uri="{FF2B5EF4-FFF2-40B4-BE49-F238E27FC236}">
                    <a16:creationId xmlns="" xmlns:a16="http://schemas.microsoft.com/office/drawing/2014/main" id="{D6AA8EBA-E8B1-4076-ADFF-C082C9E44D78}"/>
                  </a:ext>
                </a:extLst>
              </p:cNvPr>
              <p:cNvSpPr/>
              <p:nvPr/>
            </p:nvSpPr>
            <p:spPr>
              <a:xfrm>
                <a:off x="7751272" y="2336578"/>
                <a:ext cx="2880964" cy="792088"/>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4" name="椭圆 13">
                <a:extLst>
                  <a:ext uri="{FF2B5EF4-FFF2-40B4-BE49-F238E27FC236}">
                    <a16:creationId xmlns="" xmlns:a16="http://schemas.microsoft.com/office/drawing/2014/main" id="{6F73B954-36C3-401C-B66B-AE62B8F7BC02}"/>
                  </a:ext>
                </a:extLst>
              </p:cNvPr>
              <p:cNvSpPr/>
              <p:nvPr/>
            </p:nvSpPr>
            <p:spPr>
              <a:xfrm>
                <a:off x="7867373" y="2452401"/>
                <a:ext cx="560442" cy="560442"/>
              </a:xfrm>
              <a:prstGeom prst="ellipse">
                <a:avLst/>
              </a:prstGeom>
              <a:solidFill>
                <a:schemeClr val="bg1">
                  <a:alpha val="6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solidFill>
                      <a:srgbClr val="4372C4"/>
                    </a:solidFill>
                  </a:rPr>
                  <a:t>3</a:t>
                </a:r>
                <a:endParaRPr lang="zh-CN" altLang="en-US" dirty="0">
                  <a:solidFill>
                    <a:srgbClr val="4372C4"/>
                  </a:solidFill>
                </a:endParaRPr>
              </a:p>
            </p:txBody>
          </p:sp>
          <p:sp>
            <p:nvSpPr>
              <p:cNvPr id="16" name="矩形 15">
                <a:extLst>
                  <a:ext uri="{FF2B5EF4-FFF2-40B4-BE49-F238E27FC236}">
                    <a16:creationId xmlns="" xmlns:a16="http://schemas.microsoft.com/office/drawing/2014/main" id="{D8CE38C2-B482-4DF5-A316-727A74A1BD0C}"/>
                  </a:ext>
                </a:extLst>
              </p:cNvPr>
              <p:cNvSpPr/>
              <p:nvPr/>
            </p:nvSpPr>
            <p:spPr>
              <a:xfrm>
                <a:off x="8427814" y="2513043"/>
                <a:ext cx="2061601" cy="575117"/>
              </a:xfrm>
              <a:prstGeom prst="rect">
                <a:avLst/>
              </a:prstGeom>
            </p:spPr>
            <p:txBody>
              <a:bodyPr wrap="square">
                <a:spAutoFit/>
              </a:bodyPr>
              <a:lstStyle/>
              <a:p>
                <a:pP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兴业数字金融服务股份有限公司，让金融更简单，让金融更美好。</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grpSp>
        <p:grpSp>
          <p:nvGrpSpPr>
            <p:cNvPr id="17" name="组合 17">
              <a:extLst>
                <a:ext uri="{FF2B5EF4-FFF2-40B4-BE49-F238E27FC236}">
                  <a16:creationId xmlns="" xmlns:a16="http://schemas.microsoft.com/office/drawing/2014/main" id="{64652FB3-5A52-40D8-9511-CB7567C64B97}"/>
                </a:ext>
              </a:extLst>
            </p:cNvPr>
            <p:cNvGrpSpPr/>
            <p:nvPr/>
          </p:nvGrpSpPr>
          <p:grpSpPr>
            <a:xfrm>
              <a:off x="1559764" y="3344690"/>
              <a:ext cx="2880964" cy="792088"/>
              <a:chOff x="1559764" y="3344690"/>
              <a:chExt cx="2880964" cy="792088"/>
            </a:xfrm>
          </p:grpSpPr>
          <p:sp>
            <p:nvSpPr>
              <p:cNvPr id="18" name="矩形 17">
                <a:extLst>
                  <a:ext uri="{FF2B5EF4-FFF2-40B4-BE49-F238E27FC236}">
                    <a16:creationId xmlns="" xmlns:a16="http://schemas.microsoft.com/office/drawing/2014/main" id="{F9AB1923-2141-49E6-B72E-5880D3E3C772}"/>
                  </a:ext>
                </a:extLst>
              </p:cNvPr>
              <p:cNvSpPr/>
              <p:nvPr/>
            </p:nvSpPr>
            <p:spPr>
              <a:xfrm>
                <a:off x="1559764" y="3344690"/>
                <a:ext cx="2880964" cy="792088"/>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19" name="椭圆 18">
                <a:extLst>
                  <a:ext uri="{FF2B5EF4-FFF2-40B4-BE49-F238E27FC236}">
                    <a16:creationId xmlns="" xmlns:a16="http://schemas.microsoft.com/office/drawing/2014/main" id="{AEC66306-5E78-45ED-89A0-36745F01DB1F}"/>
                  </a:ext>
                </a:extLst>
              </p:cNvPr>
              <p:cNvSpPr/>
              <p:nvPr/>
            </p:nvSpPr>
            <p:spPr>
              <a:xfrm>
                <a:off x="1696615" y="3460513"/>
                <a:ext cx="560442" cy="560442"/>
              </a:xfrm>
              <a:prstGeom prst="ellipse">
                <a:avLst/>
              </a:prstGeom>
              <a:solidFill>
                <a:schemeClr val="bg1">
                  <a:alpha val="6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rgbClr val="4372C4"/>
                    </a:solidFill>
                  </a:rPr>
                  <a:t>4</a:t>
                </a:r>
                <a:endParaRPr lang="zh-CN" altLang="en-US" dirty="0">
                  <a:solidFill>
                    <a:srgbClr val="4372C4"/>
                  </a:solidFill>
                </a:endParaRPr>
              </a:p>
            </p:txBody>
          </p:sp>
          <p:sp>
            <p:nvSpPr>
              <p:cNvPr id="21" name="矩形 20">
                <a:extLst>
                  <a:ext uri="{FF2B5EF4-FFF2-40B4-BE49-F238E27FC236}">
                    <a16:creationId xmlns="" xmlns:a16="http://schemas.microsoft.com/office/drawing/2014/main" id="{4FF2C8DD-0854-4C7A-8112-DCFD9706C693}"/>
                  </a:ext>
                </a:extLst>
              </p:cNvPr>
              <p:cNvSpPr/>
              <p:nvPr/>
            </p:nvSpPr>
            <p:spPr>
              <a:xfrm>
                <a:off x="2259164" y="3511435"/>
                <a:ext cx="2061601" cy="575117"/>
              </a:xfrm>
              <a:prstGeom prst="rect">
                <a:avLst/>
              </a:prstGeom>
            </p:spPr>
            <p:txBody>
              <a:bodyPr wrap="square">
                <a:spAutoFit/>
              </a:bodyPr>
              <a:lstStyle/>
              <a:p>
                <a:pP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兴业数字金融服务股份有限公司，让金融更简单，让金融更美好。</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grpSp>
        <p:grpSp>
          <p:nvGrpSpPr>
            <p:cNvPr id="22" name="组合 22">
              <a:extLst>
                <a:ext uri="{FF2B5EF4-FFF2-40B4-BE49-F238E27FC236}">
                  <a16:creationId xmlns="" xmlns:a16="http://schemas.microsoft.com/office/drawing/2014/main" id="{57EC5FC6-A41B-4BF6-BBF2-25D2123D25FF}"/>
                </a:ext>
              </a:extLst>
            </p:cNvPr>
            <p:cNvGrpSpPr/>
            <p:nvPr/>
          </p:nvGrpSpPr>
          <p:grpSpPr>
            <a:xfrm>
              <a:off x="4655518" y="3344690"/>
              <a:ext cx="2880964" cy="792088"/>
              <a:chOff x="4655518" y="3344690"/>
              <a:chExt cx="2880964" cy="792088"/>
            </a:xfrm>
          </p:grpSpPr>
          <p:sp>
            <p:nvSpPr>
              <p:cNvPr id="23" name="矩形 22">
                <a:extLst>
                  <a:ext uri="{FF2B5EF4-FFF2-40B4-BE49-F238E27FC236}">
                    <a16:creationId xmlns="" xmlns:a16="http://schemas.microsoft.com/office/drawing/2014/main" id="{D91C7DE9-9668-44D6-8D3D-936AC98B12A2}"/>
                  </a:ext>
                </a:extLst>
              </p:cNvPr>
              <p:cNvSpPr/>
              <p:nvPr/>
            </p:nvSpPr>
            <p:spPr>
              <a:xfrm>
                <a:off x="4655518" y="3344690"/>
                <a:ext cx="2880964" cy="792088"/>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4" name="椭圆 23">
                <a:extLst>
                  <a:ext uri="{FF2B5EF4-FFF2-40B4-BE49-F238E27FC236}">
                    <a16:creationId xmlns="" xmlns:a16="http://schemas.microsoft.com/office/drawing/2014/main" id="{D822DBC9-41B3-4FF0-8C77-24A5CB1403B9}"/>
                  </a:ext>
                </a:extLst>
              </p:cNvPr>
              <p:cNvSpPr/>
              <p:nvPr/>
            </p:nvSpPr>
            <p:spPr>
              <a:xfrm>
                <a:off x="4766033" y="3460513"/>
                <a:ext cx="560442" cy="560442"/>
              </a:xfrm>
              <a:prstGeom prst="ellipse">
                <a:avLst/>
              </a:prstGeom>
              <a:solidFill>
                <a:schemeClr val="bg1">
                  <a:alpha val="6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solidFill>
                      <a:srgbClr val="4372C4"/>
                    </a:solidFill>
                  </a:rPr>
                  <a:t>5</a:t>
                </a:r>
                <a:endParaRPr lang="zh-CN" altLang="en-US" dirty="0">
                  <a:solidFill>
                    <a:srgbClr val="4372C4"/>
                  </a:solidFill>
                </a:endParaRPr>
              </a:p>
            </p:txBody>
          </p:sp>
          <p:sp>
            <p:nvSpPr>
              <p:cNvPr id="26" name="矩形 25">
                <a:extLst>
                  <a:ext uri="{FF2B5EF4-FFF2-40B4-BE49-F238E27FC236}">
                    <a16:creationId xmlns="" xmlns:a16="http://schemas.microsoft.com/office/drawing/2014/main" id="{1C4E0637-FC82-4573-BB7B-F2E97BE1D5FF}"/>
                  </a:ext>
                </a:extLst>
              </p:cNvPr>
              <p:cNvSpPr/>
              <p:nvPr/>
            </p:nvSpPr>
            <p:spPr>
              <a:xfrm>
                <a:off x="5333978" y="3511435"/>
                <a:ext cx="2061601" cy="575117"/>
              </a:xfrm>
              <a:prstGeom prst="rect">
                <a:avLst/>
              </a:prstGeom>
            </p:spPr>
            <p:txBody>
              <a:bodyPr wrap="square">
                <a:spAutoFit/>
              </a:bodyPr>
              <a:lstStyle/>
              <a:p>
                <a:pP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兴业数字金融服务股份有限公司，让金融更简单，让金融更美好。</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grpSp>
        <p:grpSp>
          <p:nvGrpSpPr>
            <p:cNvPr id="27" name="组合 27">
              <a:extLst>
                <a:ext uri="{FF2B5EF4-FFF2-40B4-BE49-F238E27FC236}">
                  <a16:creationId xmlns="" xmlns:a16="http://schemas.microsoft.com/office/drawing/2014/main" id="{B6F6F217-5D66-43DE-A9FC-5D748CA02020}"/>
                </a:ext>
              </a:extLst>
            </p:cNvPr>
            <p:cNvGrpSpPr/>
            <p:nvPr/>
          </p:nvGrpSpPr>
          <p:grpSpPr>
            <a:xfrm>
              <a:off x="7751272" y="3344690"/>
              <a:ext cx="2880964" cy="792088"/>
              <a:chOff x="7751272" y="3344690"/>
              <a:chExt cx="2880964" cy="792088"/>
            </a:xfrm>
          </p:grpSpPr>
          <p:sp>
            <p:nvSpPr>
              <p:cNvPr id="28" name="矩形 27">
                <a:extLst>
                  <a:ext uri="{FF2B5EF4-FFF2-40B4-BE49-F238E27FC236}">
                    <a16:creationId xmlns="" xmlns:a16="http://schemas.microsoft.com/office/drawing/2014/main" id="{9AF2D4D3-8E0E-4AD8-BB18-C3F198922ABF}"/>
                  </a:ext>
                </a:extLst>
              </p:cNvPr>
              <p:cNvSpPr/>
              <p:nvPr/>
            </p:nvSpPr>
            <p:spPr>
              <a:xfrm>
                <a:off x="7751272" y="3344690"/>
                <a:ext cx="2880964" cy="792088"/>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29" name="椭圆 28">
                <a:extLst>
                  <a:ext uri="{FF2B5EF4-FFF2-40B4-BE49-F238E27FC236}">
                    <a16:creationId xmlns="" xmlns:a16="http://schemas.microsoft.com/office/drawing/2014/main" id="{1B900B66-03C4-47B9-8B2B-740EA4500471}"/>
                  </a:ext>
                </a:extLst>
              </p:cNvPr>
              <p:cNvSpPr/>
              <p:nvPr/>
            </p:nvSpPr>
            <p:spPr>
              <a:xfrm>
                <a:off x="7867373" y="3460513"/>
                <a:ext cx="560442" cy="560442"/>
              </a:xfrm>
              <a:prstGeom prst="ellipse">
                <a:avLst/>
              </a:prstGeom>
              <a:solidFill>
                <a:schemeClr val="bg1">
                  <a:alpha val="6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rgbClr val="4372C4"/>
                    </a:solidFill>
                  </a:rPr>
                  <a:t>6</a:t>
                </a:r>
                <a:endParaRPr lang="zh-CN" altLang="en-US" dirty="0">
                  <a:solidFill>
                    <a:srgbClr val="4372C4"/>
                  </a:solidFill>
                </a:endParaRPr>
              </a:p>
            </p:txBody>
          </p:sp>
          <p:sp>
            <p:nvSpPr>
              <p:cNvPr id="31" name="矩形 30">
                <a:extLst>
                  <a:ext uri="{FF2B5EF4-FFF2-40B4-BE49-F238E27FC236}">
                    <a16:creationId xmlns="" xmlns:a16="http://schemas.microsoft.com/office/drawing/2014/main" id="{E4FE0F26-CDF7-4F42-AA69-B403EB0520E3}"/>
                  </a:ext>
                </a:extLst>
              </p:cNvPr>
              <p:cNvSpPr/>
              <p:nvPr/>
            </p:nvSpPr>
            <p:spPr>
              <a:xfrm>
                <a:off x="8427814" y="3511435"/>
                <a:ext cx="2061601" cy="575117"/>
              </a:xfrm>
              <a:prstGeom prst="rect">
                <a:avLst/>
              </a:prstGeom>
            </p:spPr>
            <p:txBody>
              <a:bodyPr wrap="square">
                <a:spAutoFit/>
              </a:bodyPr>
              <a:lstStyle/>
              <a:p>
                <a:pP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兴业数字金融服务股份有限公司，让金融更简单，让金融更美好。</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grpSp>
        <p:grpSp>
          <p:nvGrpSpPr>
            <p:cNvPr id="32" name="组合 32">
              <a:extLst>
                <a:ext uri="{FF2B5EF4-FFF2-40B4-BE49-F238E27FC236}">
                  <a16:creationId xmlns="" xmlns:a16="http://schemas.microsoft.com/office/drawing/2014/main" id="{6C43849C-CF8E-47C1-BE24-AF31D3EE1E56}"/>
                </a:ext>
              </a:extLst>
            </p:cNvPr>
            <p:cNvGrpSpPr/>
            <p:nvPr/>
          </p:nvGrpSpPr>
          <p:grpSpPr>
            <a:xfrm>
              <a:off x="1559764" y="4352802"/>
              <a:ext cx="2880964" cy="792088"/>
              <a:chOff x="1559764" y="4352802"/>
              <a:chExt cx="2880964" cy="792088"/>
            </a:xfrm>
          </p:grpSpPr>
          <p:sp>
            <p:nvSpPr>
              <p:cNvPr id="33" name="矩形 32">
                <a:extLst>
                  <a:ext uri="{FF2B5EF4-FFF2-40B4-BE49-F238E27FC236}">
                    <a16:creationId xmlns="" xmlns:a16="http://schemas.microsoft.com/office/drawing/2014/main" id="{9AEACD10-8441-45F5-B270-9EF79028B304}"/>
                  </a:ext>
                </a:extLst>
              </p:cNvPr>
              <p:cNvSpPr/>
              <p:nvPr/>
            </p:nvSpPr>
            <p:spPr>
              <a:xfrm>
                <a:off x="1559764" y="4352802"/>
                <a:ext cx="2880964" cy="792088"/>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4" name="椭圆 33">
                <a:extLst>
                  <a:ext uri="{FF2B5EF4-FFF2-40B4-BE49-F238E27FC236}">
                    <a16:creationId xmlns="" xmlns:a16="http://schemas.microsoft.com/office/drawing/2014/main" id="{87C19F8B-E4F8-41A9-ABF8-2FD01460645B}"/>
                  </a:ext>
                </a:extLst>
              </p:cNvPr>
              <p:cNvSpPr/>
              <p:nvPr/>
            </p:nvSpPr>
            <p:spPr>
              <a:xfrm>
                <a:off x="1696615" y="4468625"/>
                <a:ext cx="560442" cy="560442"/>
              </a:xfrm>
              <a:prstGeom prst="ellipse">
                <a:avLst/>
              </a:prstGeom>
              <a:solidFill>
                <a:schemeClr val="bg1">
                  <a:alpha val="6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solidFill>
                      <a:srgbClr val="4372C4"/>
                    </a:solidFill>
                  </a:rPr>
                  <a:t>7</a:t>
                </a:r>
                <a:endParaRPr lang="zh-CN" altLang="en-US" dirty="0">
                  <a:solidFill>
                    <a:srgbClr val="4372C4"/>
                  </a:solidFill>
                </a:endParaRPr>
              </a:p>
            </p:txBody>
          </p:sp>
          <p:sp>
            <p:nvSpPr>
              <p:cNvPr id="36" name="矩形 35">
                <a:extLst>
                  <a:ext uri="{FF2B5EF4-FFF2-40B4-BE49-F238E27FC236}">
                    <a16:creationId xmlns="" xmlns:a16="http://schemas.microsoft.com/office/drawing/2014/main" id="{0FFDDF95-148D-4494-93EC-CD931E73A506}"/>
                  </a:ext>
                </a:extLst>
              </p:cNvPr>
              <p:cNvSpPr/>
              <p:nvPr/>
            </p:nvSpPr>
            <p:spPr>
              <a:xfrm>
                <a:off x="2259164" y="4510304"/>
                <a:ext cx="2061601" cy="575117"/>
              </a:xfrm>
              <a:prstGeom prst="rect">
                <a:avLst/>
              </a:prstGeom>
            </p:spPr>
            <p:txBody>
              <a:bodyPr wrap="square">
                <a:spAutoFit/>
              </a:bodyPr>
              <a:lstStyle/>
              <a:p>
                <a:pP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兴业数字金融服务股份有限公司，让金融更简单，让金融更美好。</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grpSp>
        <p:grpSp>
          <p:nvGrpSpPr>
            <p:cNvPr id="37" name="组合 37">
              <a:extLst>
                <a:ext uri="{FF2B5EF4-FFF2-40B4-BE49-F238E27FC236}">
                  <a16:creationId xmlns="" xmlns:a16="http://schemas.microsoft.com/office/drawing/2014/main" id="{02BE7D82-AF94-4AF0-90BB-D1FEA84AEAD0}"/>
                </a:ext>
              </a:extLst>
            </p:cNvPr>
            <p:cNvGrpSpPr/>
            <p:nvPr/>
          </p:nvGrpSpPr>
          <p:grpSpPr>
            <a:xfrm>
              <a:off x="4655518" y="4352802"/>
              <a:ext cx="2880964" cy="792088"/>
              <a:chOff x="4655518" y="4352802"/>
              <a:chExt cx="2880964" cy="792088"/>
            </a:xfrm>
          </p:grpSpPr>
          <p:sp>
            <p:nvSpPr>
              <p:cNvPr id="38" name="矩形 37">
                <a:extLst>
                  <a:ext uri="{FF2B5EF4-FFF2-40B4-BE49-F238E27FC236}">
                    <a16:creationId xmlns="" xmlns:a16="http://schemas.microsoft.com/office/drawing/2014/main" id="{91069021-0033-439A-A466-AE0F1E1AC575}"/>
                  </a:ext>
                </a:extLst>
              </p:cNvPr>
              <p:cNvSpPr/>
              <p:nvPr/>
            </p:nvSpPr>
            <p:spPr>
              <a:xfrm>
                <a:off x="4655518" y="4352802"/>
                <a:ext cx="2880964" cy="792088"/>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39" name="椭圆 38">
                <a:extLst>
                  <a:ext uri="{FF2B5EF4-FFF2-40B4-BE49-F238E27FC236}">
                    <a16:creationId xmlns="" xmlns:a16="http://schemas.microsoft.com/office/drawing/2014/main" id="{DFF05751-79BD-4513-B24A-27FC41473856}"/>
                  </a:ext>
                </a:extLst>
              </p:cNvPr>
              <p:cNvSpPr/>
              <p:nvPr/>
            </p:nvSpPr>
            <p:spPr>
              <a:xfrm>
                <a:off x="4766033" y="4468625"/>
                <a:ext cx="560442" cy="560442"/>
              </a:xfrm>
              <a:prstGeom prst="ellipse">
                <a:avLst/>
              </a:prstGeom>
              <a:solidFill>
                <a:schemeClr val="bg1">
                  <a:alpha val="6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a:solidFill>
                      <a:srgbClr val="4372C4"/>
                    </a:solidFill>
                  </a:rPr>
                  <a:t>8</a:t>
                </a:r>
                <a:endParaRPr lang="zh-CN" altLang="en-US" dirty="0">
                  <a:solidFill>
                    <a:srgbClr val="4372C4"/>
                  </a:solidFill>
                </a:endParaRPr>
              </a:p>
            </p:txBody>
          </p:sp>
          <p:sp>
            <p:nvSpPr>
              <p:cNvPr id="41" name="矩形 40">
                <a:extLst>
                  <a:ext uri="{FF2B5EF4-FFF2-40B4-BE49-F238E27FC236}">
                    <a16:creationId xmlns="" xmlns:a16="http://schemas.microsoft.com/office/drawing/2014/main" id="{C546985D-0C24-427D-88CD-6E2CBF49E67D}"/>
                  </a:ext>
                </a:extLst>
              </p:cNvPr>
              <p:cNvSpPr/>
              <p:nvPr/>
            </p:nvSpPr>
            <p:spPr>
              <a:xfrm>
                <a:off x="5333978" y="4510304"/>
                <a:ext cx="2061601" cy="575117"/>
              </a:xfrm>
              <a:prstGeom prst="rect">
                <a:avLst/>
              </a:prstGeom>
            </p:spPr>
            <p:txBody>
              <a:bodyPr wrap="square">
                <a:spAutoFit/>
              </a:bodyPr>
              <a:lstStyle/>
              <a:p>
                <a:pP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兴业数字金融服务股份有限公司，让金融更简单，让金融更美好。</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grpSp>
        <p:grpSp>
          <p:nvGrpSpPr>
            <p:cNvPr id="42" name="组合 42">
              <a:extLst>
                <a:ext uri="{FF2B5EF4-FFF2-40B4-BE49-F238E27FC236}">
                  <a16:creationId xmlns="" xmlns:a16="http://schemas.microsoft.com/office/drawing/2014/main" id="{1AC08861-9107-4CA3-9E70-5D3A90FF194B}"/>
                </a:ext>
              </a:extLst>
            </p:cNvPr>
            <p:cNvGrpSpPr/>
            <p:nvPr/>
          </p:nvGrpSpPr>
          <p:grpSpPr>
            <a:xfrm>
              <a:off x="7751272" y="4352802"/>
              <a:ext cx="2880964" cy="792088"/>
              <a:chOff x="7751272" y="4352802"/>
              <a:chExt cx="2880964" cy="792088"/>
            </a:xfrm>
          </p:grpSpPr>
          <p:sp>
            <p:nvSpPr>
              <p:cNvPr id="43" name="矩形 42">
                <a:extLst>
                  <a:ext uri="{FF2B5EF4-FFF2-40B4-BE49-F238E27FC236}">
                    <a16:creationId xmlns="" xmlns:a16="http://schemas.microsoft.com/office/drawing/2014/main" id="{76B0EE3A-08E8-4CCD-B471-4157F0BDDD71}"/>
                  </a:ext>
                </a:extLst>
              </p:cNvPr>
              <p:cNvSpPr/>
              <p:nvPr/>
            </p:nvSpPr>
            <p:spPr>
              <a:xfrm>
                <a:off x="7751272" y="4352802"/>
                <a:ext cx="2880964" cy="792088"/>
              </a:xfrm>
              <a:prstGeom prst="rect">
                <a:avLst/>
              </a:prstGeom>
              <a:solidFill>
                <a:srgbClr val="43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44" name="椭圆 43">
                <a:extLst>
                  <a:ext uri="{FF2B5EF4-FFF2-40B4-BE49-F238E27FC236}">
                    <a16:creationId xmlns="" xmlns:a16="http://schemas.microsoft.com/office/drawing/2014/main" id="{5E24A4A5-9E9C-43FC-9701-A8A6DDAB1BAB}"/>
                  </a:ext>
                </a:extLst>
              </p:cNvPr>
              <p:cNvSpPr/>
              <p:nvPr/>
            </p:nvSpPr>
            <p:spPr>
              <a:xfrm>
                <a:off x="7867373" y="4468625"/>
                <a:ext cx="560442" cy="560442"/>
              </a:xfrm>
              <a:prstGeom prst="ellipse">
                <a:avLst/>
              </a:prstGeom>
              <a:solidFill>
                <a:schemeClr val="bg1">
                  <a:alpha val="6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altLang="zh-CN" dirty="0" smtClean="0">
                    <a:solidFill>
                      <a:srgbClr val="4372C4"/>
                    </a:solidFill>
                  </a:rPr>
                  <a:t>9</a:t>
                </a:r>
                <a:endParaRPr lang="zh-CN" altLang="en-US" dirty="0">
                  <a:solidFill>
                    <a:srgbClr val="4372C4"/>
                  </a:solidFill>
                </a:endParaRPr>
              </a:p>
            </p:txBody>
          </p:sp>
          <p:sp>
            <p:nvSpPr>
              <p:cNvPr id="46" name="矩形 45">
                <a:extLst>
                  <a:ext uri="{FF2B5EF4-FFF2-40B4-BE49-F238E27FC236}">
                    <a16:creationId xmlns="" xmlns:a16="http://schemas.microsoft.com/office/drawing/2014/main" id="{4381BB46-70E4-48B4-B97F-C9DFD9EE085C}"/>
                  </a:ext>
                </a:extLst>
              </p:cNvPr>
              <p:cNvSpPr/>
              <p:nvPr/>
            </p:nvSpPr>
            <p:spPr>
              <a:xfrm>
                <a:off x="8427814" y="4510304"/>
                <a:ext cx="2061601" cy="575117"/>
              </a:xfrm>
              <a:prstGeom prst="rect">
                <a:avLst/>
              </a:prstGeom>
            </p:spPr>
            <p:txBody>
              <a:bodyPr wrap="square">
                <a:spAutoFit/>
              </a:bodyPr>
              <a:lstStyle/>
              <a:p>
                <a:pPr>
                  <a:spcAft>
                    <a:spcPts val="600"/>
                  </a:spcAft>
                  <a:buClr>
                    <a:srgbClr val="000000"/>
                  </a:buClr>
                </a:pPr>
                <a:r>
                  <a:rPr lang="zh-CN" altLang="en-US" sz="1200" dirty="0">
                    <a:solidFill>
                      <a:schemeClr val="bg1"/>
                    </a:solidFill>
                    <a:latin typeface="微软雅黑 Light" panose="020B0502040204020203" pitchFamily="34" charset="-122"/>
                    <a:ea typeface="微软雅黑 Light" panose="020B0502040204020203" pitchFamily="34" charset="-122"/>
                  </a:rPr>
                  <a:t>兴业数字金融服务股份有限公司，让金融更简单，让金融更美好。</a:t>
                </a:r>
                <a:endParaRPr lang="en-US" altLang="zh-CN" sz="1400" dirty="0">
                  <a:solidFill>
                    <a:schemeClr val="bg1"/>
                  </a:solidFill>
                  <a:latin typeface="微软雅黑 Light" panose="020B0502040204020203" pitchFamily="34" charset="-122"/>
                  <a:ea typeface="微软雅黑 Light" panose="020B0502040204020203" pitchFamily="34" charset="-122"/>
                </a:endParaRPr>
              </a:p>
            </p:txBody>
          </p:sp>
        </p:grpSp>
      </p:grpSp>
      <p:sp>
        <p:nvSpPr>
          <p:cNvPr id="48" name="标题 47"/>
          <p:cNvSpPr>
            <a:spLocks noGrp="1"/>
          </p:cNvSpPr>
          <p:nvPr>
            <p:ph type="title"/>
          </p:nvPr>
        </p:nvSpPr>
        <p:spPr/>
        <p:txBody>
          <a:bodyPr/>
          <a:lstStyle/>
          <a:p>
            <a:r>
              <a:rPr lang="zh-CN" altLang="en-US" dirty="0"/>
              <a:t>这里是居左对齐的标题文字</a:t>
            </a:r>
            <a:endParaRPr kumimoji="1" lang="zh-CN" altLang="en-US" dirty="0"/>
          </a:p>
        </p:txBody>
      </p:sp>
    </p:spTree>
    <p:extLst>
      <p:ext uri="{BB962C8B-B14F-4D97-AF65-F5344CB8AC3E}">
        <p14:creationId xmlns:p14="http://schemas.microsoft.com/office/powerpoint/2010/main" val="80635258"/>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7408" y="537480"/>
            <a:ext cx="10657184" cy="589155"/>
          </a:xfrm>
        </p:spPr>
        <p:txBody>
          <a:bodyPr/>
          <a:lstStyle/>
          <a:p>
            <a:pPr indent="-342900">
              <a:lnSpc>
                <a:spcPct val="150000"/>
              </a:lnSpc>
            </a:pPr>
            <a:r>
              <a:rPr lang="en-US" altLang="zh-CN" dirty="0" smtClean="0">
                <a:cs typeface="微软雅黑" panose="020B0503020204020204" pitchFamily="34" charset="-122"/>
              </a:rPr>
              <a:t>XX</a:t>
            </a:r>
            <a:r>
              <a:rPr lang="zh-CN" altLang="en-US" dirty="0" smtClean="0">
                <a:cs typeface="微软雅黑" panose="020B0503020204020204" pitchFamily="34" charset="-122"/>
              </a:rPr>
              <a:t>方面</a:t>
            </a:r>
            <a:r>
              <a:rPr lang="zh-CN" altLang="en-US" dirty="0">
                <a:cs typeface="微软雅黑" panose="020B0503020204020204" pitchFamily="34" charset="-122"/>
              </a:rPr>
              <a:t>存在的不足与改进方向</a:t>
            </a:r>
          </a:p>
        </p:txBody>
      </p:sp>
      <p:grpSp>
        <p:nvGrpSpPr>
          <p:cNvPr id="3" name="组合 2"/>
          <p:cNvGrpSpPr/>
          <p:nvPr/>
        </p:nvGrpSpPr>
        <p:grpSpPr>
          <a:xfrm>
            <a:off x="959728" y="1357152"/>
            <a:ext cx="10275272" cy="386483"/>
            <a:chOff x="723557" y="1525162"/>
            <a:chExt cx="9968065" cy="386483"/>
          </a:xfrm>
          <a:solidFill>
            <a:srgbClr val="4372C4"/>
          </a:solidFill>
        </p:grpSpPr>
        <p:sp>
          <p:nvSpPr>
            <p:cNvPr id="4" name="Rectangle 53"/>
            <p:cNvSpPr/>
            <p:nvPr/>
          </p:nvSpPr>
          <p:spPr>
            <a:xfrm>
              <a:off x="919062" y="1525162"/>
              <a:ext cx="9772560" cy="386483"/>
            </a:xfrm>
            <a:prstGeom prst="roundRect">
              <a:avLst/>
            </a:prstGeom>
            <a:grpFill/>
            <a:ln>
              <a:noFill/>
            </a:ln>
          </p:spPr>
          <p:txBody>
            <a:bodyPr vert="horz" wrap="square" lIns="465231" tIns="0" rIns="132923" bIns="0" numCol="1" rtlCol="0" anchor="ctr" anchorCtr="0" compatLnSpc="1">
              <a:noAutofit/>
            </a:bodyPr>
            <a:lstStyle/>
            <a:p>
              <a:pPr>
                <a:spcBef>
                  <a:spcPts val="600"/>
                </a:spcBef>
              </a:pPr>
              <a:r>
                <a:rPr lang="en-US" altLang="zh-CN" sz="1600" b="1"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XXX</a:t>
              </a:r>
              <a:endParaRPr lang="zh-CN" altLang="en-US" sz="16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5" name="Oval 52"/>
            <p:cNvSpPr/>
            <p:nvPr/>
          </p:nvSpPr>
          <p:spPr>
            <a:xfrm>
              <a:off x="723557" y="1556618"/>
              <a:ext cx="314313" cy="324000"/>
            </a:xfrm>
            <a:prstGeom prst="ellipse">
              <a:avLst/>
            </a:prstGeom>
            <a:grpFill/>
            <a:ln w="28575" cap="flat" cmpd="sng" algn="ctr">
              <a:solidFill>
                <a:schemeClr val="bg1"/>
              </a:solidFill>
              <a:prstDash val="solid"/>
            </a:ln>
            <a:effectLst/>
          </p:spPr>
          <p:txBody>
            <a:bodyPr lIns="0" rIns="0" rtlCol="0" anchor="ctr"/>
            <a:lstStyle/>
            <a:p>
              <a:pPr algn="ctr"/>
              <a:r>
                <a:rPr lang="en-US" sz="1600" b="1" i="1" kern="0" dirty="0" smtClean="0">
                  <a:solidFill>
                    <a:srgbClr val="FFFFFF"/>
                  </a:solidFill>
                  <a:latin typeface="微软雅黑" panose="020B0503020204020204" pitchFamily="34" charset="-122"/>
                  <a:ea typeface="微软雅黑" panose="020B0503020204020204" pitchFamily="34" charset="-122"/>
                  <a:cs typeface="Arial" panose="020B0604020202020204" pitchFamily="34" charset="0"/>
                </a:rPr>
                <a:t>1</a:t>
              </a:r>
              <a:endParaRPr lang="en-US" sz="1600" b="1" i="1"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6" name="Rectangle 6"/>
          <p:cNvSpPr/>
          <p:nvPr/>
        </p:nvSpPr>
        <p:spPr>
          <a:xfrm>
            <a:off x="1554739" y="1761432"/>
            <a:ext cx="9604331" cy="313932"/>
          </a:xfrm>
          <a:prstGeom prst="rect">
            <a:avLst/>
          </a:prstGeom>
        </p:spPr>
        <p:txBody>
          <a:bodyPr wrap="square">
            <a:spAutoFit/>
          </a:bodyPr>
          <a:lstStyle/>
          <a:p>
            <a:pPr>
              <a:lnSpc>
                <a:spcPct val="120000"/>
              </a:lnSpc>
            </a:pPr>
            <a:r>
              <a:rPr lang="zh-CN" altLang="en-US" sz="1200" b="1" i="1" dirty="0" smtClean="0">
                <a:latin typeface="微软雅黑 Light" panose="020B0502040204020203" pitchFamily="34" charset="-122"/>
                <a:ea typeface="微软雅黑 Light" panose="020B0502040204020203" pitchFamily="34" charset="-122"/>
                <a:cs typeface="微软雅黑" panose="020B0503020204020204" pitchFamily="34" charset="-122"/>
              </a:rPr>
              <a:t>改进方向</a:t>
            </a:r>
            <a:r>
              <a:rPr lang="zh-CN" altLang="zh-CN" sz="1200" b="1" i="1" dirty="0" smtClean="0">
                <a:latin typeface="微软雅黑 Light" panose="020B0502040204020203" pitchFamily="34" charset="-122"/>
                <a:ea typeface="微软雅黑 Light" panose="020B0502040204020203" pitchFamily="34" charset="-122"/>
                <a:cs typeface="微软雅黑" panose="020B0503020204020204" pitchFamily="34" charset="-122"/>
              </a:rPr>
              <a:t>：</a:t>
            </a:r>
            <a:r>
              <a:rPr lang="en-US" altLang="zh-CN" sz="1200" b="1" i="1" dirty="0">
                <a:latin typeface="微软雅黑 Light" panose="020B0502040204020203" pitchFamily="34" charset="-122"/>
                <a:ea typeface="微软雅黑 Light" panose="020B0502040204020203" pitchFamily="34" charset="-122"/>
                <a:cs typeface="微软雅黑" panose="020B0503020204020204" pitchFamily="34" charset="-122"/>
              </a:rPr>
              <a:t> </a:t>
            </a:r>
            <a:r>
              <a:rPr lang="en-US" altLang="zh-CN" sz="1200" i="1" dirty="0">
                <a:latin typeface="微软雅黑 Light" panose="020B0502040204020203" pitchFamily="34" charset="-122"/>
                <a:ea typeface="微软雅黑 Light" panose="020B0502040204020203" pitchFamily="34" charset="-122"/>
                <a:cs typeface="微软雅黑" panose="020B0503020204020204" pitchFamily="34" charset="-122"/>
              </a:rPr>
              <a:t>XXX</a:t>
            </a:r>
            <a:endParaRPr lang="zh-CN" altLang="zh-CN" sz="1200" i="1" dirty="0">
              <a:latin typeface="微软雅黑 Light" panose="020B0502040204020203" pitchFamily="34" charset="-122"/>
              <a:ea typeface="微软雅黑 Light" panose="020B0502040204020203" pitchFamily="34" charset="-122"/>
              <a:cs typeface="微软雅黑" panose="020B0503020204020204" pitchFamily="34" charset="-122"/>
              <a:sym typeface="+mn-ea"/>
            </a:endParaRPr>
          </a:p>
        </p:txBody>
      </p:sp>
      <p:grpSp>
        <p:nvGrpSpPr>
          <p:cNvPr id="7" name="组合 3"/>
          <p:cNvGrpSpPr/>
          <p:nvPr/>
        </p:nvGrpSpPr>
        <p:grpSpPr>
          <a:xfrm>
            <a:off x="959728" y="2630101"/>
            <a:ext cx="10275272" cy="386483"/>
            <a:chOff x="723557" y="1525162"/>
            <a:chExt cx="9968065" cy="386483"/>
          </a:xfrm>
          <a:solidFill>
            <a:srgbClr val="4372C4"/>
          </a:solidFill>
        </p:grpSpPr>
        <p:sp>
          <p:nvSpPr>
            <p:cNvPr id="8" name="Rectangle 53"/>
            <p:cNvSpPr/>
            <p:nvPr/>
          </p:nvSpPr>
          <p:spPr>
            <a:xfrm>
              <a:off x="919062" y="1525162"/>
              <a:ext cx="9772560" cy="386483"/>
            </a:xfrm>
            <a:prstGeom prst="roundRect">
              <a:avLst/>
            </a:prstGeom>
            <a:grpFill/>
            <a:ln>
              <a:noFill/>
            </a:ln>
          </p:spPr>
          <p:txBody>
            <a:bodyPr vert="horz" wrap="square" lIns="465231" tIns="0" rIns="132923" bIns="0" numCol="1" rtlCol="0" anchor="ctr" anchorCtr="0" compatLnSpc="1">
              <a:noAutofit/>
            </a:bodyPr>
            <a:lstStyle/>
            <a:p>
              <a:pPr>
                <a:spcBef>
                  <a:spcPts val="600"/>
                </a:spcBef>
              </a:pPr>
              <a:r>
                <a:rPr lang="en-US" altLang="zh-CN" sz="1600" b="1"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XXX</a:t>
              </a:r>
              <a:endParaRPr lang="zh-CN" altLang="en-US" sz="16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9" name="Oval 52"/>
            <p:cNvSpPr/>
            <p:nvPr/>
          </p:nvSpPr>
          <p:spPr>
            <a:xfrm>
              <a:off x="723557" y="1556618"/>
              <a:ext cx="314313" cy="324000"/>
            </a:xfrm>
            <a:prstGeom prst="ellipse">
              <a:avLst/>
            </a:prstGeom>
            <a:grpFill/>
            <a:ln w="28575" cap="flat" cmpd="sng" algn="ctr">
              <a:solidFill>
                <a:schemeClr val="bg1"/>
              </a:solidFill>
              <a:prstDash val="solid"/>
            </a:ln>
            <a:effectLst/>
          </p:spPr>
          <p:txBody>
            <a:bodyPr lIns="0" rIns="0" rtlCol="0" anchor="ctr"/>
            <a:lstStyle/>
            <a:p>
              <a:pPr algn="ctr"/>
              <a:r>
                <a:rPr lang="en-US" sz="1600" b="1" i="1" kern="0" dirty="0" smtClean="0">
                  <a:solidFill>
                    <a:srgbClr val="FFFFFF"/>
                  </a:solidFill>
                  <a:latin typeface="微软雅黑" panose="020B0503020204020204" pitchFamily="34" charset="-122"/>
                  <a:ea typeface="微软雅黑" panose="020B0503020204020204" pitchFamily="34" charset="-122"/>
                  <a:cs typeface="Arial" panose="020B0604020202020204" pitchFamily="34" charset="0"/>
                </a:rPr>
                <a:t>2</a:t>
              </a:r>
              <a:endParaRPr lang="en-US" sz="1600" b="1" i="1"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10" name="Rectangle 30"/>
          <p:cNvSpPr/>
          <p:nvPr/>
        </p:nvSpPr>
        <p:spPr>
          <a:xfrm>
            <a:off x="1554739" y="3034381"/>
            <a:ext cx="9604331" cy="276999"/>
          </a:xfrm>
          <a:prstGeom prst="rect">
            <a:avLst/>
          </a:prstGeom>
        </p:spPr>
        <p:txBody>
          <a:bodyPr wrap="square">
            <a:spAutoFit/>
          </a:bodyPr>
          <a:lstStyle/>
          <a:p>
            <a:r>
              <a:rPr lang="zh-CN" altLang="en-US" sz="1200" b="1" i="1" dirty="0">
                <a:latin typeface="微软雅黑 Light" panose="020B0502040204020203" pitchFamily="34" charset="-122"/>
                <a:ea typeface="微软雅黑 Light" panose="020B0502040204020203" pitchFamily="34" charset="-122"/>
                <a:cs typeface="微软雅黑" panose="020B0503020204020204" pitchFamily="34" charset="-122"/>
              </a:rPr>
              <a:t>改进方向</a:t>
            </a:r>
            <a:r>
              <a:rPr lang="zh-CN" altLang="zh-CN" sz="1200" b="1" i="1" dirty="0" smtClean="0">
                <a:latin typeface="微软雅黑 Light" panose="020B0502040204020203" pitchFamily="34" charset="-122"/>
                <a:ea typeface="微软雅黑 Light" panose="020B0502040204020203" pitchFamily="34" charset="-122"/>
                <a:cs typeface="微软雅黑" panose="020B0503020204020204" pitchFamily="34" charset="-122"/>
              </a:rPr>
              <a:t>：</a:t>
            </a:r>
            <a:r>
              <a:rPr lang="en-US" altLang="zh-CN" sz="1200" i="1" dirty="0" smtClean="0">
                <a:latin typeface="微软雅黑 Light" panose="020B0502040204020203" pitchFamily="34" charset="-122"/>
                <a:ea typeface="微软雅黑 Light" panose="020B0502040204020203" pitchFamily="34" charset="-122"/>
                <a:cs typeface="微软雅黑" panose="020B0503020204020204" pitchFamily="34" charset="-122"/>
                <a:sym typeface="+mn-ea"/>
              </a:rPr>
              <a:t> XXX</a:t>
            </a:r>
            <a:endParaRPr lang="zh-CN" altLang="en-US" sz="1200" i="1" dirty="0">
              <a:latin typeface="微软雅黑 Light" panose="020B0502040204020203" pitchFamily="34" charset="-122"/>
              <a:ea typeface="微软雅黑 Light" panose="020B0502040204020203" pitchFamily="34" charset="-122"/>
              <a:cs typeface="微软雅黑" panose="020B0503020204020204" pitchFamily="34" charset="-122"/>
            </a:endParaRPr>
          </a:p>
        </p:txBody>
      </p:sp>
      <p:grpSp>
        <p:nvGrpSpPr>
          <p:cNvPr id="11" name="组合 3"/>
          <p:cNvGrpSpPr/>
          <p:nvPr/>
        </p:nvGrpSpPr>
        <p:grpSpPr>
          <a:xfrm>
            <a:off x="959728" y="3740681"/>
            <a:ext cx="10275272" cy="386483"/>
            <a:chOff x="723557" y="1525162"/>
            <a:chExt cx="9968065" cy="386483"/>
          </a:xfrm>
          <a:solidFill>
            <a:srgbClr val="4372C4"/>
          </a:solidFill>
        </p:grpSpPr>
        <p:sp>
          <p:nvSpPr>
            <p:cNvPr id="12" name="Rectangle 53"/>
            <p:cNvSpPr/>
            <p:nvPr/>
          </p:nvSpPr>
          <p:spPr>
            <a:xfrm>
              <a:off x="919062" y="1525162"/>
              <a:ext cx="9772560" cy="386483"/>
            </a:xfrm>
            <a:prstGeom prst="roundRect">
              <a:avLst/>
            </a:prstGeom>
            <a:grpFill/>
            <a:ln>
              <a:noFill/>
            </a:ln>
          </p:spPr>
          <p:txBody>
            <a:bodyPr vert="horz" wrap="square" lIns="465231" tIns="0" rIns="132923" bIns="0" numCol="1" rtlCol="0" anchor="ctr" anchorCtr="0" compatLnSpc="1">
              <a:noAutofit/>
            </a:bodyPr>
            <a:lstStyle/>
            <a:p>
              <a:pPr>
                <a:spcBef>
                  <a:spcPts val="600"/>
                </a:spcBef>
              </a:pPr>
              <a:r>
                <a:rPr lang="en-US" altLang="zh-CN" sz="1600" b="1"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XXX</a:t>
              </a:r>
              <a:endParaRPr lang="zh-CN" altLang="en-US" sz="16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3" name="Oval 52"/>
            <p:cNvSpPr/>
            <p:nvPr/>
          </p:nvSpPr>
          <p:spPr>
            <a:xfrm>
              <a:off x="723557" y="1556618"/>
              <a:ext cx="314313" cy="324000"/>
            </a:xfrm>
            <a:prstGeom prst="ellipse">
              <a:avLst/>
            </a:prstGeom>
            <a:grpFill/>
            <a:ln w="28575" cap="flat" cmpd="sng" algn="ctr">
              <a:solidFill>
                <a:schemeClr val="bg1"/>
              </a:solidFill>
              <a:prstDash val="solid"/>
            </a:ln>
            <a:effectLst/>
          </p:spPr>
          <p:txBody>
            <a:bodyPr lIns="0" rIns="0" rtlCol="0" anchor="ctr"/>
            <a:lstStyle/>
            <a:p>
              <a:pPr algn="ctr"/>
              <a:r>
                <a:rPr lang="en-US" sz="1600" b="1" i="1" kern="0" dirty="0" smtClean="0">
                  <a:solidFill>
                    <a:srgbClr val="FFFFFF"/>
                  </a:solidFill>
                  <a:latin typeface="微软雅黑" panose="020B0503020204020204" pitchFamily="34" charset="-122"/>
                  <a:ea typeface="微软雅黑" panose="020B0503020204020204" pitchFamily="34" charset="-122"/>
                  <a:cs typeface="Arial" panose="020B0604020202020204" pitchFamily="34" charset="0"/>
                </a:rPr>
                <a:t>3</a:t>
              </a:r>
              <a:endParaRPr lang="en-US" sz="1600" b="1" i="1"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endParaRPr>
            </a:p>
          </p:txBody>
        </p:sp>
      </p:grpSp>
      <p:sp>
        <p:nvSpPr>
          <p:cNvPr id="14" name="Rectangle 34"/>
          <p:cNvSpPr/>
          <p:nvPr/>
        </p:nvSpPr>
        <p:spPr>
          <a:xfrm>
            <a:off x="1554739" y="4144961"/>
            <a:ext cx="9604331" cy="313932"/>
          </a:xfrm>
          <a:prstGeom prst="rect">
            <a:avLst/>
          </a:prstGeom>
        </p:spPr>
        <p:txBody>
          <a:bodyPr wrap="square">
            <a:spAutoFit/>
          </a:bodyPr>
          <a:lstStyle/>
          <a:p>
            <a:pPr>
              <a:lnSpc>
                <a:spcPct val="120000"/>
              </a:lnSpc>
            </a:pPr>
            <a:r>
              <a:rPr lang="zh-CN" altLang="en-US" sz="1200" b="1" i="1" dirty="0">
                <a:latin typeface="微软雅黑 Light" panose="020B0502040204020203" pitchFamily="34" charset="-122"/>
                <a:ea typeface="微软雅黑 Light" panose="020B0502040204020203" pitchFamily="34" charset="-122"/>
              </a:rPr>
              <a:t>改进方向</a:t>
            </a:r>
            <a:r>
              <a:rPr lang="zh-CN" altLang="zh-CN" sz="1200" b="1" i="1" dirty="0" smtClean="0">
                <a:latin typeface="微软雅黑 Light" panose="020B0502040204020203" pitchFamily="34" charset="-122"/>
                <a:ea typeface="微软雅黑 Light" panose="020B0502040204020203" pitchFamily="34" charset="-122"/>
              </a:rPr>
              <a:t>：</a:t>
            </a:r>
            <a:r>
              <a:rPr lang="en-US" altLang="zh-CN" sz="1200" i="1" dirty="0" smtClean="0">
                <a:latin typeface="微软雅黑 Light" panose="020B0502040204020203" pitchFamily="34" charset="-122"/>
                <a:ea typeface="微软雅黑 Light" panose="020B0502040204020203" pitchFamily="34" charset="-122"/>
              </a:rPr>
              <a:t>XXX</a:t>
            </a:r>
            <a:endParaRPr lang="zh-CN" altLang="en-US" sz="1200" i="1" dirty="0">
              <a:latin typeface="微软雅黑 Light" panose="020B0502040204020203" pitchFamily="34" charset="-122"/>
              <a:ea typeface="微软雅黑 Light" panose="020B0502040204020203" pitchFamily="34" charset="-122"/>
            </a:endParaRPr>
          </a:p>
        </p:txBody>
      </p:sp>
      <p:grpSp>
        <p:nvGrpSpPr>
          <p:cNvPr id="15" name="组合 3"/>
          <p:cNvGrpSpPr/>
          <p:nvPr/>
        </p:nvGrpSpPr>
        <p:grpSpPr>
          <a:xfrm>
            <a:off x="959728" y="4983899"/>
            <a:ext cx="10275272" cy="386483"/>
            <a:chOff x="723557" y="1525162"/>
            <a:chExt cx="9968065" cy="386483"/>
          </a:xfrm>
          <a:solidFill>
            <a:srgbClr val="4372C4"/>
          </a:solidFill>
        </p:grpSpPr>
        <p:sp>
          <p:nvSpPr>
            <p:cNvPr id="16" name="Rectangle 53"/>
            <p:cNvSpPr/>
            <p:nvPr/>
          </p:nvSpPr>
          <p:spPr>
            <a:xfrm>
              <a:off x="919062" y="1525162"/>
              <a:ext cx="9772560" cy="386483"/>
            </a:xfrm>
            <a:prstGeom prst="roundRect">
              <a:avLst/>
            </a:prstGeom>
            <a:grpFill/>
            <a:ln>
              <a:noFill/>
            </a:ln>
          </p:spPr>
          <p:txBody>
            <a:bodyPr vert="horz" wrap="square" lIns="465231" tIns="0" rIns="132923" bIns="0" numCol="1" rtlCol="0" anchor="ctr" anchorCtr="0" compatLnSpc="1">
              <a:noAutofit/>
            </a:bodyPr>
            <a:lstStyle/>
            <a:p>
              <a:pPr>
                <a:spcBef>
                  <a:spcPts val="600"/>
                </a:spcBef>
              </a:pPr>
              <a:r>
                <a:rPr lang="en-US" altLang="zh-CN" sz="1600" b="1" dirty="0" smtClean="0">
                  <a:solidFill>
                    <a:schemeClr val="bg1"/>
                  </a:solidFill>
                  <a:latin typeface="微软雅黑" panose="020B0503020204020204" pitchFamily="34" charset="-122"/>
                  <a:ea typeface="微软雅黑" panose="020B0503020204020204" pitchFamily="34" charset="-122"/>
                  <a:cs typeface="Arial" panose="020B0604020202020204" pitchFamily="34" charset="0"/>
                </a:rPr>
                <a:t>XXX</a:t>
              </a:r>
              <a:endParaRPr lang="zh-CN" altLang="en-US" sz="1600" b="1" dirty="0">
                <a:solidFill>
                  <a:schemeClr val="bg1"/>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17" name="Oval 52"/>
            <p:cNvSpPr/>
            <p:nvPr/>
          </p:nvSpPr>
          <p:spPr>
            <a:xfrm>
              <a:off x="723557" y="1556618"/>
              <a:ext cx="314313" cy="324000"/>
            </a:xfrm>
            <a:prstGeom prst="ellipse">
              <a:avLst/>
            </a:prstGeom>
            <a:grpFill/>
            <a:ln w="28575" cap="flat" cmpd="sng" algn="ctr">
              <a:solidFill>
                <a:schemeClr val="bg1"/>
              </a:solidFill>
              <a:prstDash val="solid"/>
            </a:ln>
            <a:effectLst/>
          </p:spPr>
          <p:txBody>
            <a:bodyPr lIns="0" rIns="0" rtlCol="0" anchor="ctr"/>
            <a:lstStyle/>
            <a:p>
              <a:pPr algn="ctr"/>
              <a:r>
                <a:rPr lang="en-US" sz="1600" b="1" i="1" kern="0" dirty="0">
                  <a:solidFill>
                    <a:srgbClr val="FFFFFF"/>
                  </a:solidFill>
                  <a:latin typeface="微软雅黑" panose="020B0503020204020204" pitchFamily="34" charset="-122"/>
                  <a:ea typeface="微软雅黑" panose="020B0503020204020204" pitchFamily="34" charset="-122"/>
                  <a:cs typeface="Arial" panose="020B0604020202020204" pitchFamily="34" charset="0"/>
                </a:rPr>
                <a:t>4</a:t>
              </a:r>
            </a:p>
          </p:txBody>
        </p:sp>
      </p:grpSp>
      <p:sp>
        <p:nvSpPr>
          <p:cNvPr id="18" name="Rectangle 42"/>
          <p:cNvSpPr/>
          <p:nvPr/>
        </p:nvSpPr>
        <p:spPr>
          <a:xfrm>
            <a:off x="1554739" y="5388179"/>
            <a:ext cx="9604331" cy="313932"/>
          </a:xfrm>
          <a:prstGeom prst="rect">
            <a:avLst/>
          </a:prstGeom>
        </p:spPr>
        <p:txBody>
          <a:bodyPr wrap="square">
            <a:spAutoFit/>
          </a:bodyPr>
          <a:lstStyle/>
          <a:p>
            <a:pPr>
              <a:lnSpc>
                <a:spcPct val="120000"/>
              </a:lnSpc>
            </a:pPr>
            <a:r>
              <a:rPr lang="zh-CN" altLang="en-US" sz="1200" b="1" i="1" dirty="0">
                <a:latin typeface="微软雅黑 Light" panose="020B0502040204020203" pitchFamily="34" charset="-122"/>
                <a:ea typeface="微软雅黑 Light" panose="020B0502040204020203" pitchFamily="34" charset="-122"/>
              </a:rPr>
              <a:t>改进方向</a:t>
            </a:r>
            <a:r>
              <a:rPr lang="zh-CN" altLang="zh-CN" sz="1200" b="1" i="1" dirty="0" smtClean="0">
                <a:latin typeface="微软雅黑 Light" panose="020B0502040204020203" pitchFamily="34" charset="-122"/>
                <a:ea typeface="微软雅黑 Light" panose="020B0502040204020203" pitchFamily="34" charset="-122"/>
              </a:rPr>
              <a:t>：</a:t>
            </a:r>
            <a:r>
              <a:rPr lang="en-US" altLang="zh-CN" sz="1200" i="1" dirty="0" smtClean="0">
                <a:latin typeface="微软雅黑 Light" panose="020B0502040204020203" pitchFamily="34" charset="-122"/>
                <a:ea typeface="微软雅黑 Light" panose="020B0502040204020203" pitchFamily="34" charset="-122"/>
              </a:rPr>
              <a:t>XXX</a:t>
            </a:r>
            <a:endParaRPr lang="zh-CN" altLang="en-US" sz="1200" i="1" dirty="0">
              <a:latin typeface="微软雅黑 Light" panose="020B0502040204020203" pitchFamily="34" charset="-122"/>
              <a:ea typeface="微软雅黑 Light" panose="020B0502040204020203" pitchFamily="34" charset="-122"/>
            </a:endParaRPr>
          </a:p>
        </p:txBody>
      </p:sp>
    </p:spTree>
    <p:extLst>
      <p:ext uri="{BB962C8B-B14F-4D97-AF65-F5344CB8AC3E}">
        <p14:creationId xmlns:p14="http://schemas.microsoft.com/office/powerpoint/2010/main" val="266627724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p:cNvSpPr>
            <a:spLocks noChangeArrowheads="1"/>
          </p:cNvSpPr>
          <p:nvPr/>
        </p:nvSpPr>
        <p:spPr bwMode="auto">
          <a:xfrm>
            <a:off x="3390790" y="1812055"/>
            <a:ext cx="5410420" cy="1271068"/>
          </a:xfrm>
          <a:prstGeom prst="rect">
            <a:avLst/>
          </a:prstGeom>
          <a:noFill/>
          <a:ln w="9525">
            <a:noFill/>
            <a:miter lim="800000"/>
          </a:ln>
        </p:spPr>
        <p:txBody>
          <a:bodyPr wrap="square" lIns="97641" tIns="48820" rIns="97641" bIns="48820">
            <a:spAutoFit/>
          </a:bodyPr>
          <a:lstStyle/>
          <a:p>
            <a:pPr algn="ctr" eaLnBrk="1" hangingPunct="1">
              <a:buFont typeface="Arial" panose="020B0604020202020204" pitchFamily="34" charset="0"/>
              <a:buNone/>
            </a:pPr>
            <a:r>
              <a:rPr lang="en-US" altLang="zh-CN" sz="7620" b="1" dirty="0">
                <a:solidFill>
                  <a:schemeClr val="bg1"/>
                </a:solidFill>
                <a:latin typeface="微软雅黑" panose="020B0503020204020204" pitchFamily="34" charset="-122"/>
                <a:ea typeface="微软雅黑" panose="020B0503020204020204" pitchFamily="34" charset="-122"/>
                <a:sym typeface="GeosansLight"/>
              </a:rPr>
              <a:t>THANK</a:t>
            </a:r>
            <a:r>
              <a:rPr lang="en-US" altLang="zh-CN" sz="7620" b="1" dirty="0">
                <a:solidFill>
                  <a:srgbClr val="FFC000"/>
                </a:solidFill>
                <a:latin typeface="微软雅黑" panose="020B0503020204020204" pitchFamily="34" charset="-122"/>
                <a:ea typeface="微软雅黑" panose="020B0503020204020204" pitchFamily="34" charset="-122"/>
                <a:sym typeface="GeosansLight"/>
              </a:rPr>
              <a:t>S</a:t>
            </a:r>
          </a:p>
        </p:txBody>
      </p:sp>
      <p:grpSp>
        <p:nvGrpSpPr>
          <p:cNvPr id="4" name="组 3"/>
          <p:cNvGrpSpPr/>
          <p:nvPr/>
        </p:nvGrpSpPr>
        <p:grpSpPr>
          <a:xfrm>
            <a:off x="2991467" y="4540667"/>
            <a:ext cx="6209068" cy="0"/>
            <a:chOff x="2879130" y="3820140"/>
            <a:chExt cx="5867398" cy="0"/>
          </a:xfrm>
        </p:grpSpPr>
        <p:cxnSp>
          <p:nvCxnSpPr>
            <p:cNvPr id="5" name="直接连接符 15"/>
            <p:cNvCxnSpPr/>
            <p:nvPr/>
          </p:nvCxnSpPr>
          <p:spPr>
            <a:xfrm>
              <a:off x="2879130" y="3820140"/>
              <a:ext cx="2299854" cy="0"/>
            </a:xfrm>
            <a:prstGeom prst="line">
              <a:avLst/>
            </a:prstGeom>
            <a:ln>
              <a:gradFill>
                <a:gsLst>
                  <a:gs pos="34000">
                    <a:schemeClr val="accent1">
                      <a:lumMod val="5000"/>
                      <a:lumOff val="95000"/>
                      <a:alpha val="0"/>
                    </a:schemeClr>
                  </a:gs>
                  <a:gs pos="100000">
                    <a:schemeClr val="accent1">
                      <a:lumMod val="30000"/>
                      <a:lumOff val="7000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6" name="直接连接符 16"/>
            <p:cNvCxnSpPr/>
            <p:nvPr/>
          </p:nvCxnSpPr>
          <p:spPr>
            <a:xfrm>
              <a:off x="6446674" y="3820140"/>
              <a:ext cx="2299854" cy="0"/>
            </a:xfrm>
            <a:prstGeom prst="line">
              <a:avLst/>
            </a:prstGeom>
            <a:ln>
              <a:gradFill>
                <a:gsLst>
                  <a:gs pos="36000">
                    <a:schemeClr val="accent1">
                      <a:lumMod val="5000"/>
                      <a:lumOff val="95000"/>
                      <a:alpha val="0"/>
                    </a:schemeClr>
                  </a:gs>
                  <a:gs pos="100000">
                    <a:schemeClr val="accent1">
                      <a:lumMod val="30000"/>
                      <a:lumOff val="70000"/>
                    </a:schemeClr>
                  </a:gs>
                </a:gsLst>
                <a:lin ang="10800000" scaled="0"/>
              </a:gradFill>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4094393" y="2996952"/>
            <a:ext cx="4572085" cy="613566"/>
          </a:xfrm>
          <a:prstGeom prst="rect">
            <a:avLst/>
          </a:prstGeom>
        </p:spPr>
        <p:txBody>
          <a:bodyPr wrap="none">
            <a:spAutoFit/>
          </a:bodyPr>
          <a:lstStyle/>
          <a:p>
            <a:r>
              <a:rPr lang="zh-CN" altLang="en-US" sz="3385"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感  </a:t>
            </a:r>
            <a:r>
              <a:rPr lang="en-US" altLang="zh-CN" sz="3385"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385"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谢  </a:t>
            </a:r>
            <a:r>
              <a:rPr lang="en-US" altLang="zh-CN" sz="3385"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385"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聆  </a:t>
            </a:r>
            <a:r>
              <a:rPr lang="en-US" altLang="zh-CN" sz="3385"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3385"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听    </a:t>
            </a: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538972" y="4428568"/>
            <a:ext cx="1143378" cy="244800"/>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xmlns="" id="{D5238BD8-AF9A-4104-A726-85439C57A44A}"/>
              </a:ext>
            </a:extLst>
          </p:cNvPr>
          <p:cNvGrpSpPr/>
          <p:nvPr/>
        </p:nvGrpSpPr>
        <p:grpSpPr>
          <a:xfrm>
            <a:off x="2521003" y="1857951"/>
            <a:ext cx="6951338" cy="2476244"/>
            <a:chOff x="2994393" y="2147331"/>
            <a:chExt cx="5867398" cy="2090117"/>
          </a:xfrm>
        </p:grpSpPr>
        <p:sp>
          <p:nvSpPr>
            <p:cNvPr id="3" name="矩形 2">
              <a:extLst>
                <a:ext uri="{FF2B5EF4-FFF2-40B4-BE49-F238E27FC236}">
                  <a16:creationId xmlns:a16="http://schemas.microsoft.com/office/drawing/2014/main" xmlns="" id="{7B1C82E4-EE20-4540-BAD3-AD5816BC6DE5}"/>
                </a:ext>
              </a:extLst>
            </p:cNvPr>
            <p:cNvSpPr/>
            <p:nvPr/>
          </p:nvSpPr>
          <p:spPr>
            <a:xfrm>
              <a:off x="5503780" y="3951686"/>
              <a:ext cx="848628" cy="285762"/>
            </a:xfrm>
            <a:prstGeom prst="rect">
              <a:avLst/>
            </a:prstGeom>
          </p:spPr>
          <p:txBody>
            <a:bodyPr wrap="none">
              <a:spAutoFit/>
            </a:bodyPr>
            <a:lstStyle/>
            <a:p>
              <a:pPr algn="ctr"/>
              <a:r>
                <a:rPr lang="zh-CN" altLang="en-US" sz="1600" dirty="0">
                  <a:solidFill>
                    <a:schemeClr val="bg1">
                      <a:lumMod val="75000"/>
                    </a:schemeClr>
                  </a:solidFill>
                  <a:latin typeface="Microsoft YaHei UI Light" panose="020B0502040204020203" pitchFamily="34" charset="-122"/>
                  <a:ea typeface="Microsoft YaHei UI Light" panose="020B0502040204020203" pitchFamily="34" charset="-122"/>
                </a:rPr>
                <a:t>兴业数金</a:t>
              </a:r>
            </a:p>
          </p:txBody>
        </p:sp>
        <p:grpSp>
          <p:nvGrpSpPr>
            <p:cNvPr id="4" name="组合 3">
              <a:extLst>
                <a:ext uri="{FF2B5EF4-FFF2-40B4-BE49-F238E27FC236}">
                  <a16:creationId xmlns:a16="http://schemas.microsoft.com/office/drawing/2014/main" xmlns="" id="{26279007-1B98-48C9-B47C-71C11B67A60C}"/>
                </a:ext>
              </a:extLst>
            </p:cNvPr>
            <p:cNvGrpSpPr/>
            <p:nvPr/>
          </p:nvGrpSpPr>
          <p:grpSpPr>
            <a:xfrm>
              <a:off x="2994393" y="3424815"/>
              <a:ext cx="5867398" cy="308613"/>
              <a:chOff x="1565085" y="3757021"/>
              <a:chExt cx="5867398" cy="308613"/>
            </a:xfrm>
          </p:grpSpPr>
          <p:sp>
            <p:nvSpPr>
              <p:cNvPr id="6" name="Rectangle 5">
                <a:extLst>
                  <a:ext uri="{FF2B5EF4-FFF2-40B4-BE49-F238E27FC236}">
                    <a16:creationId xmlns:a16="http://schemas.microsoft.com/office/drawing/2014/main" xmlns="" id="{277CEF43-C5BB-475C-A9F8-4396F7FE6A60}"/>
                  </a:ext>
                </a:extLst>
              </p:cNvPr>
              <p:cNvSpPr>
                <a:spLocks noChangeArrowheads="1"/>
              </p:cNvSpPr>
              <p:nvPr/>
            </p:nvSpPr>
            <p:spPr bwMode="auto">
              <a:xfrm>
                <a:off x="3822547" y="3757021"/>
                <a:ext cx="1352474" cy="308613"/>
              </a:xfrm>
              <a:prstGeom prst="rect">
                <a:avLst/>
              </a:prstGeom>
              <a:noFill/>
              <a:ln w="9525">
                <a:noFill/>
                <a:miter lim="800000"/>
              </a:ln>
            </p:spPr>
            <p:txBody>
              <a:bodyPr lIns="92268" tIns="46134" rIns="92268" bIns="46134">
                <a:spAutoFit/>
              </a:bodyPr>
              <a:lstStyle/>
              <a:p>
                <a:pPr algn="ctr" eaLnBrk="1" hangingPunct="1">
                  <a:buFont typeface="Arial" pitchFamily="34" charset="0"/>
                  <a:buNone/>
                </a:pPr>
                <a:r>
                  <a:rPr lang="en-US" altLang="zh-CN" sz="1400" b="1" dirty="0">
                    <a:solidFill>
                      <a:schemeClr val="bg1"/>
                    </a:solidFill>
                    <a:latin typeface="微软雅黑" pitchFamily="34" charset="-122"/>
                    <a:ea typeface="微软雅黑" pitchFamily="34" charset="-122"/>
                    <a:sym typeface="GeosansLight"/>
                  </a:rPr>
                  <a:t>THANK </a:t>
                </a:r>
                <a:r>
                  <a:rPr lang="en-US" altLang="zh-CN" sz="1400" b="1" dirty="0">
                    <a:solidFill>
                      <a:srgbClr val="FFC000"/>
                    </a:solidFill>
                    <a:latin typeface="微软雅黑" pitchFamily="34" charset="-122"/>
                    <a:ea typeface="微软雅黑" pitchFamily="34" charset="-122"/>
                    <a:sym typeface="GeosansLight"/>
                  </a:rPr>
                  <a:t>YOU</a:t>
                </a:r>
              </a:p>
            </p:txBody>
          </p:sp>
          <p:cxnSp>
            <p:nvCxnSpPr>
              <p:cNvPr id="7" name="直接连接符 6">
                <a:extLst>
                  <a:ext uri="{FF2B5EF4-FFF2-40B4-BE49-F238E27FC236}">
                    <a16:creationId xmlns:a16="http://schemas.microsoft.com/office/drawing/2014/main" xmlns="" id="{37DB8737-D19E-4E0A-9641-C51E3C652BD3}"/>
                  </a:ext>
                </a:extLst>
              </p:cNvPr>
              <p:cNvCxnSpPr/>
              <p:nvPr/>
            </p:nvCxnSpPr>
            <p:spPr>
              <a:xfrm>
                <a:off x="1565085" y="3911328"/>
                <a:ext cx="2299854" cy="0"/>
              </a:xfrm>
              <a:prstGeom prst="line">
                <a:avLst/>
              </a:prstGeom>
              <a:ln>
                <a:gradFill>
                  <a:gsLst>
                    <a:gs pos="34000">
                      <a:schemeClr val="accent1">
                        <a:lumMod val="5000"/>
                        <a:lumOff val="95000"/>
                        <a:alpha val="0"/>
                      </a:schemeClr>
                    </a:gs>
                    <a:gs pos="100000">
                      <a:schemeClr val="accent1">
                        <a:lumMod val="30000"/>
                        <a:lumOff val="7000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xmlns="" id="{37633AF8-35C6-42AB-9CD6-EB4435E5D693}"/>
                  </a:ext>
                </a:extLst>
              </p:cNvPr>
              <p:cNvCxnSpPr/>
              <p:nvPr/>
            </p:nvCxnSpPr>
            <p:spPr>
              <a:xfrm>
                <a:off x="5132629" y="3911328"/>
                <a:ext cx="2299854" cy="0"/>
              </a:xfrm>
              <a:prstGeom prst="line">
                <a:avLst/>
              </a:prstGeom>
              <a:ln>
                <a:gradFill>
                  <a:gsLst>
                    <a:gs pos="36000">
                      <a:schemeClr val="accent1">
                        <a:lumMod val="5000"/>
                        <a:lumOff val="95000"/>
                        <a:alpha val="0"/>
                      </a:schemeClr>
                    </a:gs>
                    <a:gs pos="100000">
                      <a:schemeClr val="accent1">
                        <a:lumMod val="30000"/>
                        <a:lumOff val="70000"/>
                      </a:schemeClr>
                    </a:gs>
                  </a:gsLst>
                  <a:lin ang="10800000" scaled="0"/>
                </a:gradFill>
              </a:ln>
            </p:spPr>
            <p:style>
              <a:lnRef idx="1">
                <a:schemeClr val="accent1"/>
              </a:lnRef>
              <a:fillRef idx="0">
                <a:schemeClr val="accent1"/>
              </a:fillRef>
              <a:effectRef idx="0">
                <a:schemeClr val="accent1"/>
              </a:effectRef>
              <a:fontRef idx="minor">
                <a:schemeClr val="tx1"/>
              </a:fontRef>
            </p:style>
          </p:cxnSp>
        </p:grpSp>
        <p:sp>
          <p:nvSpPr>
            <p:cNvPr id="5" name="TextBox 8">
              <a:extLst>
                <a:ext uri="{FF2B5EF4-FFF2-40B4-BE49-F238E27FC236}">
                  <a16:creationId xmlns:a16="http://schemas.microsoft.com/office/drawing/2014/main" xmlns="" id="{627AA3B1-66A9-48CC-9355-9E179450BE92}"/>
                </a:ext>
              </a:extLst>
            </p:cNvPr>
            <p:cNvSpPr>
              <a:spLocks noChangeArrowheads="1"/>
            </p:cNvSpPr>
            <p:nvPr/>
          </p:nvSpPr>
          <p:spPr bwMode="auto">
            <a:xfrm>
              <a:off x="4912430" y="2147331"/>
              <a:ext cx="1887765" cy="1117071"/>
            </a:xfrm>
            <a:prstGeom prst="rect">
              <a:avLst/>
            </a:prstGeom>
            <a:noFill/>
            <a:ln w="9525">
              <a:noFill/>
              <a:miter lim="800000"/>
            </a:ln>
          </p:spPr>
          <p:txBody>
            <a:bodyPr wrap="none" anchor="ctr">
              <a:spAutoFit/>
            </a:bodyPr>
            <a:lstStyle/>
            <a:p>
              <a:pPr algn="r"/>
              <a:r>
                <a:rPr lang="zh-CN" altLang="en-US" sz="8000" b="1" dirty="0">
                  <a:solidFill>
                    <a:schemeClr val="bg1"/>
                  </a:solidFill>
                  <a:latin typeface="微软雅黑" pitchFamily="34" charset="-122"/>
                  <a:ea typeface="微软雅黑" pitchFamily="34" charset="-122"/>
                </a:rPr>
                <a:t>谢谢</a:t>
              </a:r>
              <a:endParaRPr lang="en-US" altLang="zh-CN" sz="8000" b="1" dirty="0">
                <a:solidFill>
                  <a:schemeClr val="bg1"/>
                </a:solidFill>
                <a:latin typeface="微软雅黑" pitchFamily="34" charset="-122"/>
                <a:ea typeface="微软雅黑" pitchFamily="34" charset="-122"/>
              </a:endParaRPr>
            </a:p>
          </p:txBody>
        </p:sp>
      </p:grpSp>
    </p:spTree>
    <p:extLst>
      <p:ext uri="{BB962C8B-B14F-4D97-AF65-F5344CB8AC3E}">
        <p14:creationId xmlns:p14="http://schemas.microsoft.com/office/powerpoint/2010/main" val="1282540582"/>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8">
            <a:extLst>
              <a:ext uri="{FF2B5EF4-FFF2-40B4-BE49-F238E27FC236}">
                <a16:creationId xmlns:a16="http://schemas.microsoft.com/office/drawing/2014/main" xmlns="" id="{627AA3B1-66A9-48CC-9355-9E179450BE92}"/>
              </a:ext>
            </a:extLst>
          </p:cNvPr>
          <p:cNvSpPr>
            <a:spLocks noChangeArrowheads="1"/>
          </p:cNvSpPr>
          <p:nvPr/>
        </p:nvSpPr>
        <p:spPr bwMode="auto">
          <a:xfrm>
            <a:off x="2567608" y="1916832"/>
            <a:ext cx="6955750" cy="2123658"/>
          </a:xfrm>
          <a:prstGeom prst="rect">
            <a:avLst/>
          </a:prstGeom>
          <a:noFill/>
          <a:ln w="9525">
            <a:noFill/>
            <a:miter lim="800000"/>
          </a:ln>
        </p:spPr>
        <p:txBody>
          <a:bodyPr wrap="none" anchor="ctr">
            <a:spAutoFit/>
          </a:bodyPr>
          <a:lstStyle/>
          <a:p>
            <a:pPr algn="r"/>
            <a:r>
              <a:rPr lang="zh-CN" altLang="en-US" sz="6600" b="1" dirty="0" smtClean="0">
                <a:solidFill>
                  <a:schemeClr val="bg1"/>
                </a:solidFill>
                <a:latin typeface="Microsoft YaHei Light" charset="-122"/>
                <a:ea typeface="Microsoft YaHei Light" charset="-122"/>
                <a:cs typeface="Microsoft YaHei Light" charset="-122"/>
              </a:rPr>
              <a:t>构建云端共赢生态</a:t>
            </a:r>
            <a:endParaRPr lang="en-US" altLang="zh-CN" sz="6600" b="1" dirty="0" smtClean="0">
              <a:solidFill>
                <a:schemeClr val="bg1"/>
              </a:solidFill>
              <a:latin typeface="Microsoft YaHei Light" charset="-122"/>
              <a:ea typeface="Microsoft YaHei Light" charset="-122"/>
              <a:cs typeface="Microsoft YaHei Light" charset="-122"/>
            </a:endParaRPr>
          </a:p>
          <a:p>
            <a:pPr algn="r"/>
            <a:r>
              <a:rPr lang="zh-CN" altLang="en-US" sz="6600" b="1" dirty="0" smtClean="0">
                <a:solidFill>
                  <a:schemeClr val="bg1"/>
                </a:solidFill>
                <a:latin typeface="Microsoft YaHei Light" charset="-122"/>
                <a:ea typeface="Microsoft YaHei Light" charset="-122"/>
                <a:cs typeface="Microsoft YaHei Light" charset="-122"/>
              </a:rPr>
              <a:t>打造金融创新引擎</a:t>
            </a:r>
            <a:endParaRPr lang="en-US" altLang="zh-CN" sz="6600" b="1" dirty="0">
              <a:solidFill>
                <a:schemeClr val="bg1"/>
              </a:solidFill>
              <a:latin typeface="Microsoft YaHei Light" charset="-122"/>
              <a:ea typeface="Microsoft YaHei Light" charset="-122"/>
              <a:cs typeface="Microsoft YaHei Light" charset="-122"/>
            </a:endParaRPr>
          </a:p>
        </p:txBody>
      </p:sp>
      <p:grpSp>
        <p:nvGrpSpPr>
          <p:cNvPr id="4" name="组 3"/>
          <p:cNvGrpSpPr/>
          <p:nvPr/>
        </p:nvGrpSpPr>
        <p:grpSpPr>
          <a:xfrm>
            <a:off x="2855640" y="4653136"/>
            <a:ext cx="6209068" cy="0"/>
            <a:chOff x="2879130" y="3820140"/>
            <a:chExt cx="5867398" cy="0"/>
          </a:xfrm>
        </p:grpSpPr>
        <p:cxnSp>
          <p:nvCxnSpPr>
            <p:cNvPr id="5" name="直接连接符 15"/>
            <p:cNvCxnSpPr/>
            <p:nvPr/>
          </p:nvCxnSpPr>
          <p:spPr>
            <a:xfrm>
              <a:off x="2879130" y="3820140"/>
              <a:ext cx="2299854" cy="0"/>
            </a:xfrm>
            <a:prstGeom prst="line">
              <a:avLst/>
            </a:prstGeom>
            <a:ln>
              <a:gradFill>
                <a:gsLst>
                  <a:gs pos="34000">
                    <a:schemeClr val="accent1">
                      <a:lumMod val="5000"/>
                      <a:lumOff val="95000"/>
                      <a:alpha val="0"/>
                    </a:schemeClr>
                  </a:gs>
                  <a:gs pos="100000">
                    <a:schemeClr val="accent1">
                      <a:lumMod val="30000"/>
                      <a:lumOff val="70000"/>
                    </a:scheme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6" name="直接连接符 16"/>
            <p:cNvCxnSpPr/>
            <p:nvPr/>
          </p:nvCxnSpPr>
          <p:spPr>
            <a:xfrm>
              <a:off x="6446674" y="3820140"/>
              <a:ext cx="2299854" cy="0"/>
            </a:xfrm>
            <a:prstGeom prst="line">
              <a:avLst/>
            </a:prstGeom>
            <a:ln>
              <a:gradFill>
                <a:gsLst>
                  <a:gs pos="36000">
                    <a:schemeClr val="accent1">
                      <a:lumMod val="5000"/>
                      <a:lumOff val="95000"/>
                      <a:alpha val="0"/>
                    </a:schemeClr>
                  </a:gs>
                  <a:gs pos="100000">
                    <a:schemeClr val="accent1">
                      <a:lumMod val="30000"/>
                      <a:lumOff val="70000"/>
                    </a:schemeClr>
                  </a:gs>
                </a:gsLst>
                <a:lin ang="10800000" scaled="0"/>
              </a:gradFill>
            </a:ln>
          </p:spPr>
          <p:style>
            <a:lnRef idx="1">
              <a:schemeClr val="accent1"/>
            </a:lnRef>
            <a:fillRef idx="0">
              <a:schemeClr val="accent1"/>
            </a:fillRef>
            <a:effectRef idx="0">
              <a:schemeClr val="accent1"/>
            </a:effectRef>
            <a:fontRef idx="minor">
              <a:schemeClr val="tx1"/>
            </a:fontRef>
          </p:style>
        </p:cxnSp>
      </p:grpSp>
      <p:pic>
        <p:nvPicPr>
          <p:cNvPr id="7" name="图片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03145" y="4541037"/>
            <a:ext cx="1143378" cy="244800"/>
          </a:xfrm>
          <a:prstGeom prst="rect">
            <a:avLst/>
          </a:prstGeom>
        </p:spPr>
      </p:pic>
    </p:spTree>
    <p:extLst>
      <p:ext uri="{BB962C8B-B14F-4D97-AF65-F5344CB8AC3E}">
        <p14:creationId xmlns:p14="http://schemas.microsoft.com/office/powerpoint/2010/main" val="1516726750"/>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Freeform 12">
            <a:extLst>
              <a:ext uri="{FF2B5EF4-FFF2-40B4-BE49-F238E27FC236}">
                <a16:creationId xmlns="" xmlns:a16="http://schemas.microsoft.com/office/drawing/2014/main" id="{E27023D6-2A4C-4BE0-A9B5-052B4AD73107}"/>
              </a:ext>
            </a:extLst>
          </p:cNvPr>
          <p:cNvSpPr>
            <a:spLocks noEditPoints="1"/>
          </p:cNvSpPr>
          <p:nvPr/>
        </p:nvSpPr>
        <p:spPr bwMode="auto">
          <a:xfrm>
            <a:off x="10683949" y="4118248"/>
            <a:ext cx="584200" cy="676275"/>
          </a:xfrm>
          <a:custGeom>
            <a:avLst/>
            <a:gdLst>
              <a:gd name="T0" fmla="*/ 2147483646 w 57"/>
              <a:gd name="T1" fmla="*/ 2147483646 h 66"/>
              <a:gd name="T2" fmla="*/ 2147483646 w 57"/>
              <a:gd name="T3" fmla="*/ 2147483646 h 66"/>
              <a:gd name="T4" fmla="*/ 2147483646 w 57"/>
              <a:gd name="T5" fmla="*/ 2147483646 h 66"/>
              <a:gd name="T6" fmla="*/ 2147483646 w 57"/>
              <a:gd name="T7" fmla="*/ 2147483646 h 66"/>
              <a:gd name="T8" fmla="*/ 0 w 57"/>
              <a:gd name="T9" fmla="*/ 2147483646 h 66"/>
              <a:gd name="T10" fmla="*/ 2147483646 w 57"/>
              <a:gd name="T11" fmla="*/ 0 h 66"/>
              <a:gd name="T12" fmla="*/ 2147483646 w 57"/>
              <a:gd name="T13" fmla="*/ 2147483646 h 66"/>
              <a:gd name="T14" fmla="*/ 2147483646 w 57"/>
              <a:gd name="T15" fmla="*/ 2147483646 h 66"/>
              <a:gd name="T16" fmla="*/ 2147483646 w 57"/>
              <a:gd name="T17" fmla="*/ 2147483646 h 66"/>
              <a:gd name="T18" fmla="*/ 2147483646 w 57"/>
              <a:gd name="T19" fmla="*/ 2147483646 h 66"/>
              <a:gd name="T20" fmla="*/ 2147483646 w 57"/>
              <a:gd name="T21" fmla="*/ 2147483646 h 66"/>
              <a:gd name="T22" fmla="*/ 2147483646 w 57"/>
              <a:gd name="T23" fmla="*/ 2147483646 h 66"/>
              <a:gd name="T24" fmla="*/ 2147483646 w 57"/>
              <a:gd name="T25" fmla="*/ 2147483646 h 66"/>
              <a:gd name="T26" fmla="*/ 2147483646 w 57"/>
              <a:gd name="T27" fmla="*/ 2147483646 h 66"/>
              <a:gd name="T28" fmla="*/ 2147483646 w 57"/>
              <a:gd name="T29" fmla="*/ 2147483646 h 66"/>
              <a:gd name="T30" fmla="*/ 2147483646 w 57"/>
              <a:gd name="T31" fmla="*/ 2147483646 h 66"/>
              <a:gd name="T32" fmla="*/ 2147483646 w 57"/>
              <a:gd name="T33" fmla="*/ 2147483646 h 66"/>
              <a:gd name="T34" fmla="*/ 2147483646 w 57"/>
              <a:gd name="T35" fmla="*/ 2147483646 h 66"/>
              <a:gd name="T36" fmla="*/ 2147483646 w 57"/>
              <a:gd name="T37" fmla="*/ 2147483646 h 66"/>
              <a:gd name="T38" fmla="*/ 2147483646 w 57"/>
              <a:gd name="T39" fmla="*/ 2147483646 h 66"/>
              <a:gd name="T40" fmla="*/ 2147483646 w 57"/>
              <a:gd name="T41" fmla="*/ 2147483646 h 66"/>
              <a:gd name="T42" fmla="*/ 2147483646 w 57"/>
              <a:gd name="T43" fmla="*/ 2147483646 h 66"/>
              <a:gd name="T44" fmla="*/ 2147483646 w 57"/>
              <a:gd name="T45" fmla="*/ 2147483646 h 66"/>
              <a:gd name="T46" fmla="*/ 2147483646 w 57"/>
              <a:gd name="T47" fmla="*/ 2147483646 h 66"/>
              <a:gd name="T48" fmla="*/ 2147483646 w 57"/>
              <a:gd name="T49" fmla="*/ 2147483646 h 66"/>
              <a:gd name="T50" fmla="*/ 2147483646 w 57"/>
              <a:gd name="T51" fmla="*/ 2147483646 h 66"/>
              <a:gd name="T52" fmla="*/ 2147483646 w 57"/>
              <a:gd name="T53" fmla="*/ 2147483646 h 66"/>
              <a:gd name="T54" fmla="*/ 2147483646 w 57"/>
              <a:gd name="T55" fmla="*/ 2147483646 h 66"/>
              <a:gd name="T56" fmla="*/ 2147483646 w 57"/>
              <a:gd name="T57" fmla="*/ 2147483646 h 66"/>
              <a:gd name="T58" fmla="*/ 2147483646 w 57"/>
              <a:gd name="T59" fmla="*/ 2147483646 h 66"/>
              <a:gd name="T60" fmla="*/ 2147483646 w 57"/>
              <a:gd name="T61" fmla="*/ 2147483646 h 66"/>
              <a:gd name="T62" fmla="*/ 2147483646 w 57"/>
              <a:gd name="T63" fmla="*/ 2147483646 h 66"/>
              <a:gd name="T64" fmla="*/ 2147483646 w 57"/>
              <a:gd name="T65" fmla="*/ 2147483646 h 66"/>
              <a:gd name="T66" fmla="*/ 2147483646 w 57"/>
              <a:gd name="T67" fmla="*/ 2147483646 h 66"/>
              <a:gd name="T68" fmla="*/ 2147483646 w 57"/>
              <a:gd name="T69" fmla="*/ 2147483646 h 66"/>
              <a:gd name="T70" fmla="*/ 2147483646 w 57"/>
              <a:gd name="T71" fmla="*/ 2147483646 h 66"/>
              <a:gd name="T72" fmla="*/ 2147483646 w 57"/>
              <a:gd name="T73" fmla="*/ 2147483646 h 66"/>
              <a:gd name="T74" fmla="*/ 2147483646 w 57"/>
              <a:gd name="T75" fmla="*/ 2147483646 h 66"/>
              <a:gd name="T76" fmla="*/ 2147483646 w 57"/>
              <a:gd name="T77" fmla="*/ 2147483646 h 66"/>
              <a:gd name="T78" fmla="*/ 2147483646 w 57"/>
              <a:gd name="T79" fmla="*/ 2147483646 h 66"/>
              <a:gd name="T80" fmla="*/ 2147483646 w 57"/>
              <a:gd name="T81" fmla="*/ 2147483646 h 66"/>
              <a:gd name="T82" fmla="*/ 2147483646 w 57"/>
              <a:gd name="T83" fmla="*/ 2147483646 h 6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7" h="66">
                <a:moveTo>
                  <a:pt x="6" y="6"/>
                </a:moveTo>
                <a:cubicBezTo>
                  <a:pt x="6" y="56"/>
                  <a:pt x="6" y="56"/>
                  <a:pt x="6" y="56"/>
                </a:cubicBezTo>
                <a:cubicBezTo>
                  <a:pt x="17" y="56"/>
                  <a:pt x="17" y="56"/>
                  <a:pt x="17" y="56"/>
                </a:cubicBezTo>
                <a:cubicBezTo>
                  <a:pt x="39" y="56"/>
                  <a:pt x="39" y="56"/>
                  <a:pt x="39" y="56"/>
                </a:cubicBezTo>
                <a:cubicBezTo>
                  <a:pt x="45" y="56"/>
                  <a:pt x="45" y="56"/>
                  <a:pt x="45" y="56"/>
                </a:cubicBezTo>
                <a:cubicBezTo>
                  <a:pt x="45" y="64"/>
                  <a:pt x="45" y="64"/>
                  <a:pt x="45" y="64"/>
                </a:cubicBezTo>
                <a:cubicBezTo>
                  <a:pt x="45" y="65"/>
                  <a:pt x="43" y="66"/>
                  <a:pt x="42" y="66"/>
                </a:cubicBezTo>
                <a:cubicBezTo>
                  <a:pt x="2" y="66"/>
                  <a:pt x="2" y="66"/>
                  <a:pt x="2" y="66"/>
                </a:cubicBezTo>
                <a:cubicBezTo>
                  <a:pt x="1" y="66"/>
                  <a:pt x="0" y="65"/>
                  <a:pt x="0" y="64"/>
                </a:cubicBezTo>
                <a:cubicBezTo>
                  <a:pt x="0" y="3"/>
                  <a:pt x="0" y="3"/>
                  <a:pt x="0" y="3"/>
                </a:cubicBezTo>
                <a:cubicBezTo>
                  <a:pt x="0" y="1"/>
                  <a:pt x="1" y="0"/>
                  <a:pt x="2" y="0"/>
                </a:cubicBezTo>
                <a:cubicBezTo>
                  <a:pt x="2" y="0"/>
                  <a:pt x="2" y="0"/>
                  <a:pt x="2" y="0"/>
                </a:cubicBezTo>
                <a:cubicBezTo>
                  <a:pt x="42" y="0"/>
                  <a:pt x="42" y="0"/>
                  <a:pt x="42" y="0"/>
                </a:cubicBezTo>
                <a:cubicBezTo>
                  <a:pt x="43" y="0"/>
                  <a:pt x="45" y="1"/>
                  <a:pt x="45" y="3"/>
                </a:cubicBezTo>
                <a:cubicBezTo>
                  <a:pt x="45" y="9"/>
                  <a:pt x="45" y="9"/>
                  <a:pt x="45" y="9"/>
                </a:cubicBezTo>
                <a:cubicBezTo>
                  <a:pt x="43" y="8"/>
                  <a:pt x="41" y="8"/>
                  <a:pt x="39" y="9"/>
                </a:cubicBezTo>
                <a:cubicBezTo>
                  <a:pt x="39" y="6"/>
                  <a:pt x="39" y="6"/>
                  <a:pt x="39" y="6"/>
                </a:cubicBezTo>
                <a:cubicBezTo>
                  <a:pt x="6" y="6"/>
                  <a:pt x="6" y="6"/>
                  <a:pt x="6" y="6"/>
                </a:cubicBezTo>
                <a:close/>
                <a:moveTo>
                  <a:pt x="14" y="26"/>
                </a:moveTo>
                <a:cubicBezTo>
                  <a:pt x="14" y="31"/>
                  <a:pt x="14" y="31"/>
                  <a:pt x="14" y="31"/>
                </a:cubicBezTo>
                <a:cubicBezTo>
                  <a:pt x="14" y="31"/>
                  <a:pt x="14" y="31"/>
                  <a:pt x="14" y="31"/>
                </a:cubicBezTo>
                <a:cubicBezTo>
                  <a:pt x="30" y="31"/>
                  <a:pt x="30" y="31"/>
                  <a:pt x="30" y="31"/>
                </a:cubicBezTo>
                <a:cubicBezTo>
                  <a:pt x="30" y="37"/>
                  <a:pt x="30" y="37"/>
                  <a:pt x="30" y="37"/>
                </a:cubicBezTo>
                <a:cubicBezTo>
                  <a:pt x="23" y="37"/>
                  <a:pt x="23" y="37"/>
                  <a:pt x="23" y="37"/>
                </a:cubicBezTo>
                <a:cubicBezTo>
                  <a:pt x="22" y="33"/>
                  <a:pt x="22" y="33"/>
                  <a:pt x="22" y="33"/>
                </a:cubicBezTo>
                <a:cubicBezTo>
                  <a:pt x="17" y="33"/>
                  <a:pt x="17" y="33"/>
                  <a:pt x="17" y="33"/>
                </a:cubicBezTo>
                <a:cubicBezTo>
                  <a:pt x="20" y="49"/>
                  <a:pt x="20" y="49"/>
                  <a:pt x="20" y="49"/>
                </a:cubicBezTo>
                <a:cubicBezTo>
                  <a:pt x="21" y="51"/>
                  <a:pt x="21" y="51"/>
                  <a:pt x="21" y="51"/>
                </a:cubicBezTo>
                <a:cubicBezTo>
                  <a:pt x="23" y="51"/>
                  <a:pt x="23" y="51"/>
                  <a:pt x="23" y="51"/>
                </a:cubicBezTo>
                <a:cubicBezTo>
                  <a:pt x="48" y="51"/>
                  <a:pt x="48" y="51"/>
                  <a:pt x="48" y="51"/>
                </a:cubicBezTo>
                <a:cubicBezTo>
                  <a:pt x="50" y="51"/>
                  <a:pt x="50" y="51"/>
                  <a:pt x="50" y="51"/>
                </a:cubicBezTo>
                <a:cubicBezTo>
                  <a:pt x="50" y="49"/>
                  <a:pt x="50" y="49"/>
                  <a:pt x="50" y="49"/>
                </a:cubicBezTo>
                <a:cubicBezTo>
                  <a:pt x="54" y="31"/>
                  <a:pt x="54" y="31"/>
                  <a:pt x="54" y="31"/>
                </a:cubicBezTo>
                <a:cubicBezTo>
                  <a:pt x="57" y="31"/>
                  <a:pt x="57" y="31"/>
                  <a:pt x="57" y="31"/>
                </a:cubicBezTo>
                <a:cubicBezTo>
                  <a:pt x="57" y="26"/>
                  <a:pt x="57" y="26"/>
                  <a:pt x="57" y="26"/>
                </a:cubicBezTo>
                <a:cubicBezTo>
                  <a:pt x="52" y="26"/>
                  <a:pt x="52" y="26"/>
                  <a:pt x="52" y="26"/>
                </a:cubicBezTo>
                <a:cubicBezTo>
                  <a:pt x="50" y="26"/>
                  <a:pt x="50" y="26"/>
                  <a:pt x="50" y="26"/>
                </a:cubicBezTo>
                <a:cubicBezTo>
                  <a:pt x="50" y="26"/>
                  <a:pt x="50" y="26"/>
                  <a:pt x="50" y="26"/>
                </a:cubicBezTo>
                <a:cubicBezTo>
                  <a:pt x="44" y="15"/>
                  <a:pt x="44" y="15"/>
                  <a:pt x="44" y="15"/>
                </a:cubicBezTo>
                <a:cubicBezTo>
                  <a:pt x="43" y="13"/>
                  <a:pt x="42" y="13"/>
                  <a:pt x="41" y="14"/>
                </a:cubicBezTo>
                <a:cubicBezTo>
                  <a:pt x="41" y="14"/>
                  <a:pt x="41" y="14"/>
                  <a:pt x="41" y="14"/>
                </a:cubicBezTo>
                <a:cubicBezTo>
                  <a:pt x="39" y="14"/>
                  <a:pt x="39" y="16"/>
                  <a:pt x="40" y="17"/>
                </a:cubicBezTo>
                <a:cubicBezTo>
                  <a:pt x="44" y="26"/>
                  <a:pt x="44" y="26"/>
                  <a:pt x="44" y="26"/>
                </a:cubicBezTo>
                <a:cubicBezTo>
                  <a:pt x="27" y="26"/>
                  <a:pt x="27" y="26"/>
                  <a:pt x="27" y="26"/>
                </a:cubicBezTo>
                <a:cubicBezTo>
                  <a:pt x="32" y="17"/>
                  <a:pt x="32" y="17"/>
                  <a:pt x="32" y="17"/>
                </a:cubicBezTo>
                <a:cubicBezTo>
                  <a:pt x="32" y="16"/>
                  <a:pt x="32" y="14"/>
                  <a:pt x="31" y="14"/>
                </a:cubicBezTo>
                <a:cubicBezTo>
                  <a:pt x="31" y="14"/>
                  <a:pt x="31" y="14"/>
                  <a:pt x="31" y="14"/>
                </a:cubicBezTo>
                <a:cubicBezTo>
                  <a:pt x="29" y="13"/>
                  <a:pt x="28" y="13"/>
                  <a:pt x="27" y="15"/>
                </a:cubicBezTo>
                <a:cubicBezTo>
                  <a:pt x="21" y="26"/>
                  <a:pt x="21" y="26"/>
                  <a:pt x="21" y="26"/>
                </a:cubicBezTo>
                <a:cubicBezTo>
                  <a:pt x="14" y="26"/>
                  <a:pt x="14" y="26"/>
                  <a:pt x="14" y="26"/>
                </a:cubicBezTo>
                <a:cubicBezTo>
                  <a:pt x="14" y="26"/>
                  <a:pt x="14" y="26"/>
                  <a:pt x="14" y="26"/>
                </a:cubicBezTo>
                <a:close/>
                <a:moveTo>
                  <a:pt x="23" y="40"/>
                </a:moveTo>
                <a:cubicBezTo>
                  <a:pt x="25" y="46"/>
                  <a:pt x="25" y="46"/>
                  <a:pt x="25" y="46"/>
                </a:cubicBezTo>
                <a:cubicBezTo>
                  <a:pt x="30" y="46"/>
                  <a:pt x="30" y="46"/>
                  <a:pt x="30" y="46"/>
                </a:cubicBezTo>
                <a:cubicBezTo>
                  <a:pt x="30" y="40"/>
                  <a:pt x="30" y="40"/>
                  <a:pt x="30" y="40"/>
                </a:cubicBezTo>
                <a:cubicBezTo>
                  <a:pt x="23" y="40"/>
                  <a:pt x="23" y="40"/>
                  <a:pt x="23" y="40"/>
                </a:cubicBezTo>
                <a:close/>
                <a:moveTo>
                  <a:pt x="47" y="40"/>
                </a:moveTo>
                <a:cubicBezTo>
                  <a:pt x="41" y="40"/>
                  <a:pt x="41" y="40"/>
                  <a:pt x="41" y="40"/>
                </a:cubicBezTo>
                <a:cubicBezTo>
                  <a:pt x="41" y="46"/>
                  <a:pt x="41" y="46"/>
                  <a:pt x="41" y="46"/>
                </a:cubicBezTo>
                <a:cubicBezTo>
                  <a:pt x="46" y="46"/>
                  <a:pt x="46" y="46"/>
                  <a:pt x="46" y="46"/>
                </a:cubicBezTo>
                <a:cubicBezTo>
                  <a:pt x="47" y="40"/>
                  <a:pt x="47" y="40"/>
                  <a:pt x="47" y="40"/>
                </a:cubicBezTo>
                <a:close/>
                <a:moveTo>
                  <a:pt x="39" y="40"/>
                </a:moveTo>
                <a:cubicBezTo>
                  <a:pt x="33" y="40"/>
                  <a:pt x="33" y="40"/>
                  <a:pt x="33" y="40"/>
                </a:cubicBezTo>
                <a:cubicBezTo>
                  <a:pt x="33" y="46"/>
                  <a:pt x="33" y="46"/>
                  <a:pt x="33" y="46"/>
                </a:cubicBezTo>
                <a:cubicBezTo>
                  <a:pt x="39" y="46"/>
                  <a:pt x="39" y="46"/>
                  <a:pt x="39" y="46"/>
                </a:cubicBezTo>
                <a:cubicBezTo>
                  <a:pt x="39" y="40"/>
                  <a:pt x="39" y="40"/>
                  <a:pt x="39" y="40"/>
                </a:cubicBezTo>
                <a:close/>
                <a:moveTo>
                  <a:pt x="33" y="37"/>
                </a:moveTo>
                <a:cubicBezTo>
                  <a:pt x="39" y="37"/>
                  <a:pt x="39" y="37"/>
                  <a:pt x="39" y="37"/>
                </a:cubicBezTo>
                <a:cubicBezTo>
                  <a:pt x="39" y="31"/>
                  <a:pt x="39" y="31"/>
                  <a:pt x="39" y="31"/>
                </a:cubicBezTo>
                <a:cubicBezTo>
                  <a:pt x="33" y="31"/>
                  <a:pt x="33" y="31"/>
                  <a:pt x="33" y="31"/>
                </a:cubicBezTo>
                <a:cubicBezTo>
                  <a:pt x="33" y="37"/>
                  <a:pt x="33" y="37"/>
                  <a:pt x="33" y="37"/>
                </a:cubicBezTo>
                <a:close/>
                <a:moveTo>
                  <a:pt x="41" y="37"/>
                </a:moveTo>
                <a:cubicBezTo>
                  <a:pt x="48" y="37"/>
                  <a:pt x="48" y="37"/>
                  <a:pt x="48" y="37"/>
                </a:cubicBezTo>
                <a:cubicBezTo>
                  <a:pt x="49" y="31"/>
                  <a:pt x="49" y="31"/>
                  <a:pt x="49" y="31"/>
                </a:cubicBezTo>
                <a:cubicBezTo>
                  <a:pt x="41" y="31"/>
                  <a:pt x="41" y="31"/>
                  <a:pt x="41" y="31"/>
                </a:cubicBezTo>
                <a:cubicBezTo>
                  <a:pt x="41" y="37"/>
                  <a:pt x="41" y="37"/>
                  <a:pt x="41" y="37"/>
                </a:cubicBezTo>
                <a:close/>
                <a:moveTo>
                  <a:pt x="18" y="60"/>
                </a:moveTo>
                <a:cubicBezTo>
                  <a:pt x="17" y="60"/>
                  <a:pt x="17" y="60"/>
                  <a:pt x="17" y="60"/>
                </a:cubicBezTo>
                <a:cubicBezTo>
                  <a:pt x="17" y="62"/>
                  <a:pt x="17" y="62"/>
                  <a:pt x="17" y="62"/>
                </a:cubicBezTo>
                <a:cubicBezTo>
                  <a:pt x="17" y="62"/>
                  <a:pt x="17" y="63"/>
                  <a:pt x="18" y="63"/>
                </a:cubicBezTo>
                <a:cubicBezTo>
                  <a:pt x="27" y="63"/>
                  <a:pt x="27" y="63"/>
                  <a:pt x="27" y="63"/>
                </a:cubicBezTo>
                <a:cubicBezTo>
                  <a:pt x="27" y="63"/>
                  <a:pt x="28" y="62"/>
                  <a:pt x="28" y="62"/>
                </a:cubicBezTo>
                <a:cubicBezTo>
                  <a:pt x="28" y="60"/>
                  <a:pt x="28" y="60"/>
                  <a:pt x="28" y="60"/>
                </a:cubicBezTo>
                <a:cubicBezTo>
                  <a:pt x="28" y="60"/>
                  <a:pt x="27" y="60"/>
                  <a:pt x="27" y="60"/>
                </a:cubicBezTo>
                <a:lnTo>
                  <a:pt x="18"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71" name="Freeform 14">
            <a:extLst>
              <a:ext uri="{FF2B5EF4-FFF2-40B4-BE49-F238E27FC236}">
                <a16:creationId xmlns="" xmlns:a16="http://schemas.microsoft.com/office/drawing/2014/main" id="{F4536BB4-80A1-487F-B0DB-09BEE36504AD}"/>
              </a:ext>
            </a:extLst>
          </p:cNvPr>
          <p:cNvSpPr>
            <a:spLocks noEditPoints="1"/>
          </p:cNvSpPr>
          <p:nvPr/>
        </p:nvSpPr>
        <p:spPr bwMode="auto">
          <a:xfrm>
            <a:off x="10683949" y="3053035"/>
            <a:ext cx="561975" cy="685800"/>
          </a:xfrm>
          <a:custGeom>
            <a:avLst/>
            <a:gdLst>
              <a:gd name="T0" fmla="*/ 2147483646 w 55"/>
              <a:gd name="T1" fmla="*/ 2147483646 h 67"/>
              <a:gd name="T2" fmla="*/ 2147483646 w 55"/>
              <a:gd name="T3" fmla="*/ 2147483646 h 67"/>
              <a:gd name="T4" fmla="*/ 2147483646 w 55"/>
              <a:gd name="T5" fmla="*/ 2147483646 h 67"/>
              <a:gd name="T6" fmla="*/ 2147483646 w 55"/>
              <a:gd name="T7" fmla="*/ 2147483646 h 67"/>
              <a:gd name="T8" fmla="*/ 2147483646 w 55"/>
              <a:gd name="T9" fmla="*/ 2147483646 h 67"/>
              <a:gd name="T10" fmla="*/ 2147483646 w 55"/>
              <a:gd name="T11" fmla="*/ 2147483646 h 67"/>
              <a:gd name="T12" fmla="*/ 2147483646 w 55"/>
              <a:gd name="T13" fmla="*/ 2147483646 h 67"/>
              <a:gd name="T14" fmla="*/ 2147483646 w 55"/>
              <a:gd name="T15" fmla="*/ 2147483646 h 67"/>
              <a:gd name="T16" fmla="*/ 0 w 55"/>
              <a:gd name="T17" fmla="*/ 2147483646 h 67"/>
              <a:gd name="T18" fmla="*/ 0 w 55"/>
              <a:gd name="T19" fmla="*/ 2147483646 h 67"/>
              <a:gd name="T20" fmla="*/ 2147483646 w 55"/>
              <a:gd name="T21" fmla="*/ 0 h 67"/>
              <a:gd name="T22" fmla="*/ 2147483646 w 55"/>
              <a:gd name="T23" fmla="*/ 0 h 67"/>
              <a:gd name="T24" fmla="*/ 2147483646 w 55"/>
              <a:gd name="T25" fmla="*/ 0 h 67"/>
              <a:gd name="T26" fmla="*/ 2147483646 w 55"/>
              <a:gd name="T27" fmla="*/ 2147483646 h 67"/>
              <a:gd name="T28" fmla="*/ 2147483646 w 55"/>
              <a:gd name="T29" fmla="*/ 2147483646 h 67"/>
              <a:gd name="T30" fmla="*/ 2147483646 w 55"/>
              <a:gd name="T31" fmla="*/ 2147483646 h 67"/>
              <a:gd name="T32" fmla="*/ 2147483646 w 55"/>
              <a:gd name="T33" fmla="*/ 2147483646 h 67"/>
              <a:gd name="T34" fmla="*/ 2147483646 w 55"/>
              <a:gd name="T35" fmla="*/ 2147483646 h 67"/>
              <a:gd name="T36" fmla="*/ 2147483646 w 55"/>
              <a:gd name="T37" fmla="*/ 2147483646 h 67"/>
              <a:gd name="T38" fmla="*/ 2147483646 w 55"/>
              <a:gd name="T39" fmla="*/ 2147483646 h 67"/>
              <a:gd name="T40" fmla="*/ 2147483646 w 55"/>
              <a:gd name="T41" fmla="*/ 2147483646 h 67"/>
              <a:gd name="T42" fmla="*/ 2147483646 w 55"/>
              <a:gd name="T43" fmla="*/ 2147483646 h 67"/>
              <a:gd name="T44" fmla="*/ 2147483646 w 55"/>
              <a:gd name="T45" fmla="*/ 2147483646 h 67"/>
              <a:gd name="T46" fmla="*/ 2147483646 w 55"/>
              <a:gd name="T47" fmla="*/ 2147483646 h 67"/>
              <a:gd name="T48" fmla="*/ 2147483646 w 55"/>
              <a:gd name="T49" fmla="*/ 2147483646 h 67"/>
              <a:gd name="T50" fmla="*/ 2147483646 w 55"/>
              <a:gd name="T51" fmla="*/ 2147483646 h 67"/>
              <a:gd name="T52" fmla="*/ 2147483646 w 55"/>
              <a:gd name="T53" fmla="*/ 2147483646 h 67"/>
              <a:gd name="T54" fmla="*/ 2147483646 w 55"/>
              <a:gd name="T55" fmla="*/ 2147483646 h 67"/>
              <a:gd name="T56" fmla="*/ 2147483646 w 55"/>
              <a:gd name="T57" fmla="*/ 2147483646 h 67"/>
              <a:gd name="T58" fmla="*/ 2147483646 w 55"/>
              <a:gd name="T59" fmla="*/ 2147483646 h 67"/>
              <a:gd name="T60" fmla="*/ 2147483646 w 55"/>
              <a:gd name="T61" fmla="*/ 2147483646 h 67"/>
              <a:gd name="T62" fmla="*/ 2147483646 w 55"/>
              <a:gd name="T63" fmla="*/ 2147483646 h 67"/>
              <a:gd name="T64" fmla="*/ 2147483646 w 55"/>
              <a:gd name="T65" fmla="*/ 2147483646 h 67"/>
              <a:gd name="T66" fmla="*/ 2147483646 w 55"/>
              <a:gd name="T67" fmla="*/ 2147483646 h 67"/>
              <a:gd name="T68" fmla="*/ 2147483646 w 55"/>
              <a:gd name="T69" fmla="*/ 2147483646 h 67"/>
              <a:gd name="T70" fmla="*/ 2147483646 w 55"/>
              <a:gd name="T71" fmla="*/ 2147483646 h 67"/>
              <a:gd name="T72" fmla="*/ 2147483646 w 55"/>
              <a:gd name="T73" fmla="*/ 2147483646 h 67"/>
              <a:gd name="T74" fmla="*/ 2147483646 w 55"/>
              <a:gd name="T75" fmla="*/ 2147483646 h 67"/>
              <a:gd name="T76" fmla="*/ 2147483646 w 55"/>
              <a:gd name="T77" fmla="*/ 2147483646 h 67"/>
              <a:gd name="T78" fmla="*/ 2147483646 w 55"/>
              <a:gd name="T79" fmla="*/ 2147483646 h 67"/>
              <a:gd name="T80" fmla="*/ 2147483646 w 55"/>
              <a:gd name="T81" fmla="*/ 2147483646 h 67"/>
              <a:gd name="T82" fmla="*/ 2147483646 w 55"/>
              <a:gd name="T83" fmla="*/ 2147483646 h 67"/>
              <a:gd name="T84" fmla="*/ 2147483646 w 55"/>
              <a:gd name="T85" fmla="*/ 2147483646 h 67"/>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5" h="67">
                <a:moveTo>
                  <a:pt x="6" y="6"/>
                </a:moveTo>
                <a:cubicBezTo>
                  <a:pt x="6" y="56"/>
                  <a:pt x="6" y="56"/>
                  <a:pt x="6" y="56"/>
                </a:cubicBezTo>
                <a:cubicBezTo>
                  <a:pt x="39" y="56"/>
                  <a:pt x="39" y="56"/>
                  <a:pt x="39" y="56"/>
                </a:cubicBezTo>
                <a:cubicBezTo>
                  <a:pt x="39" y="52"/>
                  <a:pt x="39" y="52"/>
                  <a:pt x="39" y="52"/>
                </a:cubicBezTo>
                <a:cubicBezTo>
                  <a:pt x="42" y="52"/>
                  <a:pt x="43" y="51"/>
                  <a:pt x="45" y="50"/>
                </a:cubicBezTo>
                <a:cubicBezTo>
                  <a:pt x="45" y="64"/>
                  <a:pt x="45" y="64"/>
                  <a:pt x="45" y="64"/>
                </a:cubicBezTo>
                <a:cubicBezTo>
                  <a:pt x="45" y="65"/>
                  <a:pt x="44" y="67"/>
                  <a:pt x="43" y="67"/>
                </a:cubicBezTo>
                <a:cubicBezTo>
                  <a:pt x="3" y="67"/>
                  <a:pt x="3" y="67"/>
                  <a:pt x="3" y="67"/>
                </a:cubicBezTo>
                <a:cubicBezTo>
                  <a:pt x="1" y="67"/>
                  <a:pt x="0" y="65"/>
                  <a:pt x="0" y="64"/>
                </a:cubicBezTo>
                <a:cubicBezTo>
                  <a:pt x="0" y="3"/>
                  <a:pt x="0" y="3"/>
                  <a:pt x="0" y="3"/>
                </a:cubicBezTo>
                <a:cubicBezTo>
                  <a:pt x="0" y="2"/>
                  <a:pt x="1" y="0"/>
                  <a:pt x="3" y="0"/>
                </a:cubicBezTo>
                <a:cubicBezTo>
                  <a:pt x="3" y="0"/>
                  <a:pt x="3" y="0"/>
                  <a:pt x="3" y="0"/>
                </a:cubicBezTo>
                <a:cubicBezTo>
                  <a:pt x="43" y="0"/>
                  <a:pt x="43" y="0"/>
                  <a:pt x="43" y="0"/>
                </a:cubicBezTo>
                <a:cubicBezTo>
                  <a:pt x="44" y="0"/>
                  <a:pt x="45" y="2"/>
                  <a:pt x="45" y="3"/>
                </a:cubicBezTo>
                <a:cubicBezTo>
                  <a:pt x="45" y="11"/>
                  <a:pt x="45" y="11"/>
                  <a:pt x="45" y="11"/>
                </a:cubicBezTo>
                <a:cubicBezTo>
                  <a:pt x="43" y="10"/>
                  <a:pt x="42" y="9"/>
                  <a:pt x="39" y="9"/>
                </a:cubicBezTo>
                <a:cubicBezTo>
                  <a:pt x="39" y="6"/>
                  <a:pt x="39" y="6"/>
                  <a:pt x="39" y="6"/>
                </a:cubicBezTo>
                <a:cubicBezTo>
                  <a:pt x="6" y="6"/>
                  <a:pt x="6" y="6"/>
                  <a:pt x="6" y="6"/>
                </a:cubicBezTo>
                <a:close/>
                <a:moveTo>
                  <a:pt x="50" y="38"/>
                </a:moveTo>
                <a:cubicBezTo>
                  <a:pt x="33" y="33"/>
                  <a:pt x="33" y="33"/>
                  <a:pt x="33" y="33"/>
                </a:cubicBezTo>
                <a:cubicBezTo>
                  <a:pt x="33" y="32"/>
                  <a:pt x="33" y="32"/>
                  <a:pt x="33" y="32"/>
                </a:cubicBezTo>
                <a:cubicBezTo>
                  <a:pt x="33" y="15"/>
                  <a:pt x="33" y="15"/>
                  <a:pt x="33" y="15"/>
                </a:cubicBezTo>
                <a:cubicBezTo>
                  <a:pt x="24" y="16"/>
                  <a:pt x="17" y="23"/>
                  <a:pt x="17" y="32"/>
                </a:cubicBezTo>
                <a:cubicBezTo>
                  <a:pt x="17" y="42"/>
                  <a:pt x="24" y="49"/>
                  <a:pt x="34" y="49"/>
                </a:cubicBezTo>
                <a:cubicBezTo>
                  <a:pt x="41" y="49"/>
                  <a:pt x="47" y="45"/>
                  <a:pt x="50" y="38"/>
                </a:cubicBezTo>
                <a:close/>
                <a:moveTo>
                  <a:pt x="35" y="12"/>
                </a:moveTo>
                <a:cubicBezTo>
                  <a:pt x="35" y="28"/>
                  <a:pt x="35" y="28"/>
                  <a:pt x="35" y="28"/>
                </a:cubicBezTo>
                <a:cubicBezTo>
                  <a:pt x="51" y="25"/>
                  <a:pt x="51" y="25"/>
                  <a:pt x="51" y="25"/>
                </a:cubicBezTo>
                <a:cubicBezTo>
                  <a:pt x="49" y="18"/>
                  <a:pt x="43" y="12"/>
                  <a:pt x="35" y="12"/>
                </a:cubicBezTo>
                <a:close/>
                <a:moveTo>
                  <a:pt x="55" y="29"/>
                </a:moveTo>
                <a:cubicBezTo>
                  <a:pt x="40" y="32"/>
                  <a:pt x="40" y="32"/>
                  <a:pt x="40" y="32"/>
                </a:cubicBezTo>
                <a:cubicBezTo>
                  <a:pt x="54" y="37"/>
                  <a:pt x="54" y="37"/>
                  <a:pt x="54" y="37"/>
                </a:cubicBezTo>
                <a:cubicBezTo>
                  <a:pt x="55" y="35"/>
                  <a:pt x="55" y="34"/>
                  <a:pt x="55" y="32"/>
                </a:cubicBezTo>
                <a:cubicBezTo>
                  <a:pt x="55" y="31"/>
                  <a:pt x="55" y="30"/>
                  <a:pt x="55" y="29"/>
                </a:cubicBezTo>
                <a:close/>
                <a:moveTo>
                  <a:pt x="18" y="60"/>
                </a:moveTo>
                <a:cubicBezTo>
                  <a:pt x="18" y="60"/>
                  <a:pt x="17" y="60"/>
                  <a:pt x="17" y="61"/>
                </a:cubicBezTo>
                <a:cubicBezTo>
                  <a:pt x="17" y="62"/>
                  <a:pt x="17" y="62"/>
                  <a:pt x="17" y="62"/>
                </a:cubicBezTo>
                <a:cubicBezTo>
                  <a:pt x="17" y="63"/>
                  <a:pt x="18" y="63"/>
                  <a:pt x="18" y="63"/>
                </a:cubicBezTo>
                <a:cubicBezTo>
                  <a:pt x="28" y="63"/>
                  <a:pt x="28" y="63"/>
                  <a:pt x="28" y="63"/>
                </a:cubicBezTo>
                <a:cubicBezTo>
                  <a:pt x="28" y="63"/>
                  <a:pt x="28" y="63"/>
                  <a:pt x="28" y="62"/>
                </a:cubicBezTo>
                <a:cubicBezTo>
                  <a:pt x="28" y="61"/>
                  <a:pt x="28" y="61"/>
                  <a:pt x="28" y="61"/>
                </a:cubicBezTo>
                <a:cubicBezTo>
                  <a:pt x="28" y="60"/>
                  <a:pt x="28" y="60"/>
                  <a:pt x="28" y="60"/>
                </a:cubicBezTo>
                <a:lnTo>
                  <a:pt x="18"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72" name="Freeform 16">
            <a:extLst>
              <a:ext uri="{FF2B5EF4-FFF2-40B4-BE49-F238E27FC236}">
                <a16:creationId xmlns="" xmlns:a16="http://schemas.microsoft.com/office/drawing/2014/main" id="{0BDFA9E7-2834-4A07-9D5C-3DB6D424BEE9}"/>
              </a:ext>
            </a:extLst>
          </p:cNvPr>
          <p:cNvSpPr>
            <a:spLocks noEditPoints="1"/>
          </p:cNvSpPr>
          <p:nvPr/>
        </p:nvSpPr>
        <p:spPr bwMode="auto">
          <a:xfrm>
            <a:off x="9628262" y="2029098"/>
            <a:ext cx="542925" cy="685800"/>
          </a:xfrm>
          <a:custGeom>
            <a:avLst/>
            <a:gdLst>
              <a:gd name="T0" fmla="*/ 2147483646 w 53"/>
              <a:gd name="T1" fmla="*/ 2147483646 h 67"/>
              <a:gd name="T2" fmla="*/ 2147483646 w 53"/>
              <a:gd name="T3" fmla="*/ 2147483646 h 67"/>
              <a:gd name="T4" fmla="*/ 2147483646 w 53"/>
              <a:gd name="T5" fmla="*/ 2147483646 h 67"/>
              <a:gd name="T6" fmla="*/ 2147483646 w 53"/>
              <a:gd name="T7" fmla="*/ 2147483646 h 67"/>
              <a:gd name="T8" fmla="*/ 2147483646 w 53"/>
              <a:gd name="T9" fmla="*/ 2147483646 h 67"/>
              <a:gd name="T10" fmla="*/ 2147483646 w 53"/>
              <a:gd name="T11" fmla="*/ 2147483646 h 67"/>
              <a:gd name="T12" fmla="*/ 2147483646 w 53"/>
              <a:gd name="T13" fmla="*/ 2147483646 h 67"/>
              <a:gd name="T14" fmla="*/ 2147483646 w 53"/>
              <a:gd name="T15" fmla="*/ 2147483646 h 67"/>
              <a:gd name="T16" fmla="*/ 0 w 53"/>
              <a:gd name="T17" fmla="*/ 2147483646 h 67"/>
              <a:gd name="T18" fmla="*/ 0 w 53"/>
              <a:gd name="T19" fmla="*/ 2147483646 h 67"/>
              <a:gd name="T20" fmla="*/ 2147483646 w 53"/>
              <a:gd name="T21" fmla="*/ 0 h 67"/>
              <a:gd name="T22" fmla="*/ 2147483646 w 53"/>
              <a:gd name="T23" fmla="*/ 0 h 67"/>
              <a:gd name="T24" fmla="*/ 2147483646 w 53"/>
              <a:gd name="T25" fmla="*/ 0 h 67"/>
              <a:gd name="T26" fmla="*/ 2147483646 w 53"/>
              <a:gd name="T27" fmla="*/ 2147483646 h 67"/>
              <a:gd name="T28" fmla="*/ 2147483646 w 53"/>
              <a:gd name="T29" fmla="*/ 2147483646 h 67"/>
              <a:gd name="T30" fmla="*/ 2147483646 w 53"/>
              <a:gd name="T31" fmla="*/ 2147483646 h 67"/>
              <a:gd name="T32" fmla="*/ 2147483646 w 53"/>
              <a:gd name="T33" fmla="*/ 2147483646 h 67"/>
              <a:gd name="T34" fmla="*/ 2147483646 w 53"/>
              <a:gd name="T35" fmla="*/ 2147483646 h 67"/>
              <a:gd name="T36" fmla="*/ 2147483646 w 53"/>
              <a:gd name="T37" fmla="*/ 2147483646 h 67"/>
              <a:gd name="T38" fmla="*/ 2147483646 w 53"/>
              <a:gd name="T39" fmla="*/ 2147483646 h 67"/>
              <a:gd name="T40" fmla="*/ 2147483646 w 53"/>
              <a:gd name="T41" fmla="*/ 2147483646 h 67"/>
              <a:gd name="T42" fmla="*/ 2147483646 w 53"/>
              <a:gd name="T43" fmla="*/ 2147483646 h 67"/>
              <a:gd name="T44" fmla="*/ 2147483646 w 53"/>
              <a:gd name="T45" fmla="*/ 2147483646 h 67"/>
              <a:gd name="T46" fmla="*/ 2147483646 w 53"/>
              <a:gd name="T47" fmla="*/ 2147483646 h 67"/>
              <a:gd name="T48" fmla="*/ 2147483646 w 53"/>
              <a:gd name="T49" fmla="*/ 2147483646 h 67"/>
              <a:gd name="T50" fmla="*/ 2147483646 w 53"/>
              <a:gd name="T51" fmla="*/ 2147483646 h 67"/>
              <a:gd name="T52" fmla="*/ 2147483646 w 53"/>
              <a:gd name="T53" fmla="*/ 2147483646 h 67"/>
              <a:gd name="T54" fmla="*/ 2147483646 w 53"/>
              <a:gd name="T55" fmla="*/ 2147483646 h 67"/>
              <a:gd name="T56" fmla="*/ 2147483646 w 53"/>
              <a:gd name="T57" fmla="*/ 2147483646 h 67"/>
              <a:gd name="T58" fmla="*/ 2147483646 w 53"/>
              <a:gd name="T59" fmla="*/ 2147483646 h 67"/>
              <a:gd name="T60" fmla="*/ 2147483646 w 53"/>
              <a:gd name="T61" fmla="*/ 2147483646 h 67"/>
              <a:gd name="T62" fmla="*/ 2147483646 w 53"/>
              <a:gd name="T63" fmla="*/ 2147483646 h 67"/>
              <a:gd name="T64" fmla="*/ 2147483646 w 53"/>
              <a:gd name="T65" fmla="*/ 2147483646 h 67"/>
              <a:gd name="T66" fmla="*/ 2147483646 w 53"/>
              <a:gd name="T67" fmla="*/ 2147483646 h 67"/>
              <a:gd name="T68" fmla="*/ 2147483646 w 53"/>
              <a:gd name="T69" fmla="*/ 2147483646 h 67"/>
              <a:gd name="T70" fmla="*/ 2147483646 w 53"/>
              <a:gd name="T71" fmla="*/ 2147483646 h 67"/>
              <a:gd name="T72" fmla="*/ 2147483646 w 53"/>
              <a:gd name="T73" fmla="*/ 2147483646 h 67"/>
              <a:gd name="T74" fmla="*/ 2147483646 w 53"/>
              <a:gd name="T75" fmla="*/ 2147483646 h 67"/>
              <a:gd name="T76" fmla="*/ 2147483646 w 53"/>
              <a:gd name="T77" fmla="*/ 2147483646 h 67"/>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3" h="67">
                <a:moveTo>
                  <a:pt x="6" y="6"/>
                </a:moveTo>
                <a:cubicBezTo>
                  <a:pt x="6" y="56"/>
                  <a:pt x="6" y="56"/>
                  <a:pt x="6" y="56"/>
                </a:cubicBezTo>
                <a:cubicBezTo>
                  <a:pt x="39" y="56"/>
                  <a:pt x="39" y="56"/>
                  <a:pt x="39" y="56"/>
                </a:cubicBezTo>
                <a:cubicBezTo>
                  <a:pt x="39" y="51"/>
                  <a:pt x="39" y="51"/>
                  <a:pt x="39" y="51"/>
                </a:cubicBezTo>
                <a:cubicBezTo>
                  <a:pt x="45" y="49"/>
                  <a:pt x="45" y="49"/>
                  <a:pt x="45" y="49"/>
                </a:cubicBezTo>
                <a:cubicBezTo>
                  <a:pt x="45" y="64"/>
                  <a:pt x="45" y="64"/>
                  <a:pt x="45" y="64"/>
                </a:cubicBezTo>
                <a:cubicBezTo>
                  <a:pt x="45" y="65"/>
                  <a:pt x="44" y="67"/>
                  <a:pt x="42" y="67"/>
                </a:cubicBezTo>
                <a:cubicBezTo>
                  <a:pt x="2" y="67"/>
                  <a:pt x="2" y="67"/>
                  <a:pt x="2" y="67"/>
                </a:cubicBezTo>
                <a:cubicBezTo>
                  <a:pt x="1" y="67"/>
                  <a:pt x="0" y="65"/>
                  <a:pt x="0" y="64"/>
                </a:cubicBezTo>
                <a:cubicBezTo>
                  <a:pt x="0" y="3"/>
                  <a:pt x="0" y="3"/>
                  <a:pt x="0" y="3"/>
                </a:cubicBezTo>
                <a:cubicBezTo>
                  <a:pt x="0" y="1"/>
                  <a:pt x="1" y="0"/>
                  <a:pt x="2" y="0"/>
                </a:cubicBezTo>
                <a:cubicBezTo>
                  <a:pt x="2" y="0"/>
                  <a:pt x="2" y="0"/>
                  <a:pt x="2" y="0"/>
                </a:cubicBezTo>
                <a:cubicBezTo>
                  <a:pt x="42" y="0"/>
                  <a:pt x="42" y="0"/>
                  <a:pt x="42" y="0"/>
                </a:cubicBezTo>
                <a:cubicBezTo>
                  <a:pt x="44" y="0"/>
                  <a:pt x="45" y="1"/>
                  <a:pt x="45" y="3"/>
                </a:cubicBezTo>
                <a:cubicBezTo>
                  <a:pt x="45" y="13"/>
                  <a:pt x="45" y="13"/>
                  <a:pt x="45" y="13"/>
                </a:cubicBezTo>
                <a:cubicBezTo>
                  <a:pt x="39" y="11"/>
                  <a:pt x="39" y="11"/>
                  <a:pt x="39" y="11"/>
                </a:cubicBezTo>
                <a:cubicBezTo>
                  <a:pt x="39" y="6"/>
                  <a:pt x="39" y="6"/>
                  <a:pt x="39" y="6"/>
                </a:cubicBezTo>
                <a:cubicBezTo>
                  <a:pt x="6" y="6"/>
                  <a:pt x="6" y="6"/>
                  <a:pt x="6" y="6"/>
                </a:cubicBezTo>
                <a:close/>
                <a:moveTo>
                  <a:pt x="28" y="33"/>
                </a:moveTo>
                <a:cubicBezTo>
                  <a:pt x="23" y="33"/>
                  <a:pt x="19" y="37"/>
                  <a:pt x="19" y="42"/>
                </a:cubicBezTo>
                <a:cubicBezTo>
                  <a:pt x="19" y="46"/>
                  <a:pt x="23" y="50"/>
                  <a:pt x="28" y="50"/>
                </a:cubicBezTo>
                <a:cubicBezTo>
                  <a:pt x="33" y="50"/>
                  <a:pt x="37" y="46"/>
                  <a:pt x="37" y="42"/>
                </a:cubicBezTo>
                <a:cubicBezTo>
                  <a:pt x="37" y="24"/>
                  <a:pt x="37" y="24"/>
                  <a:pt x="37" y="24"/>
                </a:cubicBezTo>
                <a:cubicBezTo>
                  <a:pt x="40" y="24"/>
                  <a:pt x="43" y="25"/>
                  <a:pt x="44" y="27"/>
                </a:cubicBezTo>
                <a:cubicBezTo>
                  <a:pt x="47" y="30"/>
                  <a:pt x="44" y="36"/>
                  <a:pt x="44" y="36"/>
                </a:cubicBezTo>
                <a:cubicBezTo>
                  <a:pt x="46" y="37"/>
                  <a:pt x="46" y="37"/>
                  <a:pt x="46" y="37"/>
                </a:cubicBezTo>
                <a:cubicBezTo>
                  <a:pt x="46" y="37"/>
                  <a:pt x="53" y="29"/>
                  <a:pt x="51" y="24"/>
                </a:cubicBezTo>
                <a:cubicBezTo>
                  <a:pt x="48" y="19"/>
                  <a:pt x="31" y="13"/>
                  <a:pt x="31" y="13"/>
                </a:cubicBezTo>
                <a:cubicBezTo>
                  <a:pt x="31" y="33"/>
                  <a:pt x="31" y="33"/>
                  <a:pt x="31" y="33"/>
                </a:cubicBezTo>
                <a:cubicBezTo>
                  <a:pt x="30" y="33"/>
                  <a:pt x="29" y="33"/>
                  <a:pt x="28" y="33"/>
                </a:cubicBezTo>
                <a:close/>
                <a:moveTo>
                  <a:pt x="18" y="60"/>
                </a:moveTo>
                <a:cubicBezTo>
                  <a:pt x="17" y="60"/>
                  <a:pt x="17" y="60"/>
                  <a:pt x="17" y="61"/>
                </a:cubicBezTo>
                <a:cubicBezTo>
                  <a:pt x="17" y="62"/>
                  <a:pt x="17" y="62"/>
                  <a:pt x="17" y="62"/>
                </a:cubicBezTo>
                <a:cubicBezTo>
                  <a:pt x="17" y="62"/>
                  <a:pt x="17" y="63"/>
                  <a:pt x="18" y="63"/>
                </a:cubicBezTo>
                <a:cubicBezTo>
                  <a:pt x="27" y="63"/>
                  <a:pt x="27" y="63"/>
                  <a:pt x="27" y="63"/>
                </a:cubicBezTo>
                <a:cubicBezTo>
                  <a:pt x="28" y="63"/>
                  <a:pt x="28" y="62"/>
                  <a:pt x="28" y="62"/>
                </a:cubicBezTo>
                <a:cubicBezTo>
                  <a:pt x="28" y="61"/>
                  <a:pt x="28" y="61"/>
                  <a:pt x="28" y="61"/>
                </a:cubicBezTo>
                <a:cubicBezTo>
                  <a:pt x="28" y="60"/>
                  <a:pt x="28" y="60"/>
                  <a:pt x="27" y="60"/>
                </a:cubicBezTo>
                <a:lnTo>
                  <a:pt x="18" y="6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73" name="Freeform 17">
            <a:extLst>
              <a:ext uri="{FF2B5EF4-FFF2-40B4-BE49-F238E27FC236}">
                <a16:creationId xmlns="" xmlns:a16="http://schemas.microsoft.com/office/drawing/2014/main" id="{4B4B0024-7E10-4EB2-8D69-A49509B0858B}"/>
              </a:ext>
            </a:extLst>
          </p:cNvPr>
          <p:cNvSpPr>
            <a:spLocks noEditPoints="1"/>
          </p:cNvSpPr>
          <p:nvPr/>
        </p:nvSpPr>
        <p:spPr bwMode="auto">
          <a:xfrm>
            <a:off x="10663312" y="2008460"/>
            <a:ext cx="492125" cy="676275"/>
          </a:xfrm>
          <a:custGeom>
            <a:avLst/>
            <a:gdLst>
              <a:gd name="T0" fmla="*/ 2147483646 w 48"/>
              <a:gd name="T1" fmla="*/ 2147483646 h 66"/>
              <a:gd name="T2" fmla="*/ 2147483646 w 48"/>
              <a:gd name="T3" fmla="*/ 2147483646 h 66"/>
              <a:gd name="T4" fmla="*/ 2147483646 w 48"/>
              <a:gd name="T5" fmla="*/ 2147483646 h 66"/>
              <a:gd name="T6" fmla="*/ 2147483646 w 48"/>
              <a:gd name="T7" fmla="*/ 2147483646 h 66"/>
              <a:gd name="T8" fmla="*/ 2147483646 w 48"/>
              <a:gd name="T9" fmla="*/ 2147483646 h 66"/>
              <a:gd name="T10" fmla="*/ 0 w 48"/>
              <a:gd name="T11" fmla="*/ 2147483646 h 66"/>
              <a:gd name="T12" fmla="*/ 2147483646 w 48"/>
              <a:gd name="T13" fmla="*/ 0 h 66"/>
              <a:gd name="T14" fmla="*/ 2147483646 w 48"/>
              <a:gd name="T15" fmla="*/ 0 h 66"/>
              <a:gd name="T16" fmla="*/ 2147483646 w 48"/>
              <a:gd name="T17" fmla="*/ 2147483646 h 66"/>
              <a:gd name="T18" fmla="*/ 2147483646 w 48"/>
              <a:gd name="T19" fmla="*/ 2147483646 h 66"/>
              <a:gd name="T20" fmla="*/ 2147483646 w 48"/>
              <a:gd name="T21" fmla="*/ 2147483646 h 66"/>
              <a:gd name="T22" fmla="*/ 2147483646 w 48"/>
              <a:gd name="T23" fmla="*/ 2147483646 h 66"/>
              <a:gd name="T24" fmla="*/ 2147483646 w 48"/>
              <a:gd name="T25" fmla="*/ 2147483646 h 66"/>
              <a:gd name="T26" fmla="*/ 2147483646 w 48"/>
              <a:gd name="T27" fmla="*/ 2147483646 h 66"/>
              <a:gd name="T28" fmla="*/ 2147483646 w 48"/>
              <a:gd name="T29" fmla="*/ 2147483646 h 66"/>
              <a:gd name="T30" fmla="*/ 2147483646 w 48"/>
              <a:gd name="T31" fmla="*/ 2147483646 h 66"/>
              <a:gd name="T32" fmla="*/ 2147483646 w 48"/>
              <a:gd name="T33" fmla="*/ 2147483646 h 66"/>
              <a:gd name="T34" fmla="*/ 2147483646 w 48"/>
              <a:gd name="T35" fmla="*/ 2147483646 h 66"/>
              <a:gd name="T36" fmla="*/ 2147483646 w 48"/>
              <a:gd name="T37" fmla="*/ 2147483646 h 66"/>
              <a:gd name="T38" fmla="*/ 2147483646 w 48"/>
              <a:gd name="T39" fmla="*/ 2147483646 h 66"/>
              <a:gd name="T40" fmla="*/ 2147483646 w 48"/>
              <a:gd name="T41" fmla="*/ 2147483646 h 66"/>
              <a:gd name="T42" fmla="*/ 2147483646 w 48"/>
              <a:gd name="T43" fmla="*/ 2147483646 h 66"/>
              <a:gd name="T44" fmla="*/ 2147483646 w 48"/>
              <a:gd name="T45" fmla="*/ 2147483646 h 66"/>
              <a:gd name="T46" fmla="*/ 2147483646 w 48"/>
              <a:gd name="T47" fmla="*/ 2147483646 h 66"/>
              <a:gd name="T48" fmla="*/ 2147483646 w 48"/>
              <a:gd name="T49" fmla="*/ 2147483646 h 66"/>
              <a:gd name="T50" fmla="*/ 2147483646 w 48"/>
              <a:gd name="T51" fmla="*/ 2147483646 h 66"/>
              <a:gd name="T52" fmla="*/ 2147483646 w 48"/>
              <a:gd name="T53" fmla="*/ 2147483646 h 66"/>
              <a:gd name="T54" fmla="*/ 2147483646 w 48"/>
              <a:gd name="T55" fmla="*/ 2147483646 h 66"/>
              <a:gd name="T56" fmla="*/ 2147483646 w 48"/>
              <a:gd name="T57" fmla="*/ 2147483646 h 66"/>
              <a:gd name="T58" fmla="*/ 2147483646 w 48"/>
              <a:gd name="T59" fmla="*/ 2147483646 h 66"/>
              <a:gd name="T60" fmla="*/ 2147483646 w 48"/>
              <a:gd name="T61" fmla="*/ 2147483646 h 66"/>
              <a:gd name="T62" fmla="*/ 2147483646 w 48"/>
              <a:gd name="T63" fmla="*/ 2147483646 h 66"/>
              <a:gd name="T64" fmla="*/ 2147483646 w 48"/>
              <a:gd name="T65" fmla="*/ 2147483646 h 66"/>
              <a:gd name="T66" fmla="*/ 2147483646 w 48"/>
              <a:gd name="T67" fmla="*/ 2147483646 h 66"/>
              <a:gd name="T68" fmla="*/ 2147483646 w 48"/>
              <a:gd name="T69" fmla="*/ 2147483646 h 66"/>
              <a:gd name="T70" fmla="*/ 2147483646 w 48"/>
              <a:gd name="T71" fmla="*/ 2147483646 h 66"/>
              <a:gd name="T72" fmla="*/ 2147483646 w 48"/>
              <a:gd name="T73" fmla="*/ 2147483646 h 66"/>
              <a:gd name="T74" fmla="*/ 2147483646 w 48"/>
              <a:gd name="T75" fmla="*/ 2147483646 h 66"/>
              <a:gd name="T76" fmla="*/ 2147483646 w 48"/>
              <a:gd name="T77" fmla="*/ 2147483646 h 66"/>
              <a:gd name="T78" fmla="*/ 2147483646 w 48"/>
              <a:gd name="T79" fmla="*/ 2147483646 h 66"/>
              <a:gd name="T80" fmla="*/ 2147483646 w 48"/>
              <a:gd name="T81" fmla="*/ 2147483646 h 66"/>
              <a:gd name="T82" fmla="*/ 2147483646 w 48"/>
              <a:gd name="T83" fmla="*/ 2147483646 h 66"/>
              <a:gd name="T84" fmla="*/ 2147483646 w 48"/>
              <a:gd name="T85" fmla="*/ 2147483646 h 66"/>
              <a:gd name="T86" fmla="*/ 2147483646 w 48"/>
              <a:gd name="T87" fmla="*/ 2147483646 h 66"/>
              <a:gd name="T88" fmla="*/ 2147483646 w 48"/>
              <a:gd name="T89" fmla="*/ 2147483646 h 66"/>
              <a:gd name="T90" fmla="*/ 2147483646 w 48"/>
              <a:gd name="T91" fmla="*/ 2147483646 h 66"/>
              <a:gd name="T92" fmla="*/ 2147483646 w 48"/>
              <a:gd name="T93" fmla="*/ 2147483646 h 66"/>
              <a:gd name="T94" fmla="*/ 2147483646 w 48"/>
              <a:gd name="T95" fmla="*/ 2147483646 h 66"/>
              <a:gd name="T96" fmla="*/ 2147483646 w 48"/>
              <a:gd name="T97" fmla="*/ 2147483646 h 66"/>
              <a:gd name="T98" fmla="*/ 2147483646 w 48"/>
              <a:gd name="T99" fmla="*/ 2147483646 h 66"/>
              <a:gd name="T100" fmla="*/ 2147483646 w 48"/>
              <a:gd name="T101" fmla="*/ 2147483646 h 66"/>
              <a:gd name="T102" fmla="*/ 2147483646 w 48"/>
              <a:gd name="T103" fmla="*/ 2147483646 h 66"/>
              <a:gd name="T104" fmla="*/ 2147483646 w 48"/>
              <a:gd name="T105" fmla="*/ 2147483646 h 6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48" h="66">
                <a:moveTo>
                  <a:pt x="6" y="5"/>
                </a:moveTo>
                <a:cubicBezTo>
                  <a:pt x="6" y="53"/>
                  <a:pt x="6" y="53"/>
                  <a:pt x="6" y="53"/>
                </a:cubicBezTo>
                <a:cubicBezTo>
                  <a:pt x="6" y="53"/>
                  <a:pt x="6" y="53"/>
                  <a:pt x="6" y="53"/>
                </a:cubicBezTo>
                <a:cubicBezTo>
                  <a:pt x="6" y="53"/>
                  <a:pt x="6" y="53"/>
                  <a:pt x="6" y="53"/>
                </a:cubicBezTo>
                <a:cubicBezTo>
                  <a:pt x="6" y="56"/>
                  <a:pt x="6" y="56"/>
                  <a:pt x="6" y="56"/>
                </a:cubicBezTo>
                <a:cubicBezTo>
                  <a:pt x="39" y="56"/>
                  <a:pt x="39" y="56"/>
                  <a:pt x="39" y="56"/>
                </a:cubicBezTo>
                <a:cubicBezTo>
                  <a:pt x="39" y="53"/>
                  <a:pt x="39" y="53"/>
                  <a:pt x="39" y="53"/>
                </a:cubicBezTo>
                <a:cubicBezTo>
                  <a:pt x="45" y="53"/>
                  <a:pt x="45" y="53"/>
                  <a:pt x="45" y="53"/>
                </a:cubicBezTo>
                <a:cubicBezTo>
                  <a:pt x="45" y="63"/>
                  <a:pt x="45" y="63"/>
                  <a:pt x="45" y="63"/>
                </a:cubicBezTo>
                <a:cubicBezTo>
                  <a:pt x="45" y="65"/>
                  <a:pt x="44" y="66"/>
                  <a:pt x="42" y="66"/>
                </a:cubicBezTo>
                <a:cubicBezTo>
                  <a:pt x="2" y="66"/>
                  <a:pt x="2" y="66"/>
                  <a:pt x="2" y="66"/>
                </a:cubicBezTo>
                <a:cubicBezTo>
                  <a:pt x="1" y="66"/>
                  <a:pt x="0" y="65"/>
                  <a:pt x="0" y="63"/>
                </a:cubicBezTo>
                <a:cubicBezTo>
                  <a:pt x="0" y="2"/>
                  <a:pt x="0" y="2"/>
                  <a:pt x="0" y="2"/>
                </a:cubicBezTo>
                <a:cubicBezTo>
                  <a:pt x="0" y="1"/>
                  <a:pt x="1" y="0"/>
                  <a:pt x="2" y="0"/>
                </a:cubicBezTo>
                <a:cubicBezTo>
                  <a:pt x="2" y="0"/>
                  <a:pt x="2" y="0"/>
                  <a:pt x="2" y="0"/>
                </a:cubicBezTo>
                <a:cubicBezTo>
                  <a:pt x="42" y="0"/>
                  <a:pt x="42" y="0"/>
                  <a:pt x="42" y="0"/>
                </a:cubicBezTo>
                <a:cubicBezTo>
                  <a:pt x="44" y="0"/>
                  <a:pt x="45" y="1"/>
                  <a:pt x="45" y="2"/>
                </a:cubicBezTo>
                <a:cubicBezTo>
                  <a:pt x="45" y="17"/>
                  <a:pt x="45" y="17"/>
                  <a:pt x="45" y="17"/>
                </a:cubicBezTo>
                <a:cubicBezTo>
                  <a:pt x="39" y="13"/>
                  <a:pt x="39" y="13"/>
                  <a:pt x="39" y="13"/>
                </a:cubicBezTo>
                <a:cubicBezTo>
                  <a:pt x="39" y="5"/>
                  <a:pt x="39" y="5"/>
                  <a:pt x="39" y="5"/>
                </a:cubicBezTo>
                <a:cubicBezTo>
                  <a:pt x="6" y="5"/>
                  <a:pt x="6" y="5"/>
                  <a:pt x="6" y="5"/>
                </a:cubicBezTo>
                <a:close/>
                <a:moveTo>
                  <a:pt x="17" y="47"/>
                </a:moveTo>
                <a:cubicBezTo>
                  <a:pt x="24" y="38"/>
                  <a:pt x="24" y="38"/>
                  <a:pt x="24" y="38"/>
                </a:cubicBezTo>
                <a:cubicBezTo>
                  <a:pt x="23" y="36"/>
                  <a:pt x="23" y="34"/>
                  <a:pt x="24" y="33"/>
                </a:cubicBezTo>
                <a:cubicBezTo>
                  <a:pt x="25" y="31"/>
                  <a:pt x="28" y="31"/>
                  <a:pt x="29" y="32"/>
                </a:cubicBezTo>
                <a:cubicBezTo>
                  <a:pt x="31" y="33"/>
                  <a:pt x="32" y="36"/>
                  <a:pt x="30" y="37"/>
                </a:cubicBezTo>
                <a:cubicBezTo>
                  <a:pt x="29" y="39"/>
                  <a:pt x="27" y="39"/>
                  <a:pt x="26" y="39"/>
                </a:cubicBezTo>
                <a:cubicBezTo>
                  <a:pt x="19" y="48"/>
                  <a:pt x="19" y="48"/>
                  <a:pt x="19" y="48"/>
                </a:cubicBezTo>
                <a:cubicBezTo>
                  <a:pt x="20" y="49"/>
                  <a:pt x="20" y="49"/>
                  <a:pt x="20" y="49"/>
                </a:cubicBezTo>
                <a:cubicBezTo>
                  <a:pt x="26" y="47"/>
                  <a:pt x="31" y="45"/>
                  <a:pt x="36" y="43"/>
                </a:cubicBezTo>
                <a:cubicBezTo>
                  <a:pt x="36" y="38"/>
                  <a:pt x="38" y="34"/>
                  <a:pt x="41" y="29"/>
                </a:cubicBezTo>
                <a:cubicBezTo>
                  <a:pt x="38" y="26"/>
                  <a:pt x="38" y="26"/>
                  <a:pt x="38" y="26"/>
                </a:cubicBezTo>
                <a:cubicBezTo>
                  <a:pt x="38" y="26"/>
                  <a:pt x="38" y="26"/>
                  <a:pt x="38" y="26"/>
                </a:cubicBezTo>
                <a:cubicBezTo>
                  <a:pt x="38" y="26"/>
                  <a:pt x="38" y="26"/>
                  <a:pt x="38" y="26"/>
                </a:cubicBezTo>
                <a:cubicBezTo>
                  <a:pt x="38" y="26"/>
                  <a:pt x="38" y="26"/>
                  <a:pt x="38" y="26"/>
                </a:cubicBezTo>
                <a:cubicBezTo>
                  <a:pt x="38" y="26"/>
                  <a:pt x="38" y="26"/>
                  <a:pt x="38" y="26"/>
                </a:cubicBezTo>
                <a:cubicBezTo>
                  <a:pt x="37" y="26"/>
                  <a:pt x="37" y="26"/>
                  <a:pt x="37" y="26"/>
                </a:cubicBezTo>
                <a:cubicBezTo>
                  <a:pt x="37" y="26"/>
                  <a:pt x="37" y="26"/>
                  <a:pt x="37" y="26"/>
                </a:cubicBezTo>
                <a:cubicBezTo>
                  <a:pt x="37" y="26"/>
                  <a:pt x="37" y="26"/>
                  <a:pt x="37" y="26"/>
                </a:cubicBezTo>
                <a:cubicBezTo>
                  <a:pt x="37" y="26"/>
                  <a:pt x="37" y="26"/>
                  <a:pt x="37" y="26"/>
                </a:cubicBezTo>
                <a:cubicBezTo>
                  <a:pt x="37" y="26"/>
                  <a:pt x="37" y="26"/>
                  <a:pt x="37" y="26"/>
                </a:cubicBezTo>
                <a:cubicBezTo>
                  <a:pt x="37" y="26"/>
                  <a:pt x="37" y="26"/>
                  <a:pt x="37" y="26"/>
                </a:cubicBezTo>
                <a:cubicBezTo>
                  <a:pt x="37" y="25"/>
                  <a:pt x="37" y="25"/>
                  <a:pt x="37" y="25"/>
                </a:cubicBezTo>
                <a:cubicBezTo>
                  <a:pt x="37" y="25"/>
                  <a:pt x="37" y="25"/>
                  <a:pt x="37" y="25"/>
                </a:cubicBezTo>
                <a:cubicBezTo>
                  <a:pt x="37" y="25"/>
                  <a:pt x="37" y="25"/>
                  <a:pt x="37" y="25"/>
                </a:cubicBezTo>
                <a:cubicBezTo>
                  <a:pt x="37" y="25"/>
                  <a:pt x="37" y="25"/>
                  <a:pt x="37" y="25"/>
                </a:cubicBezTo>
                <a:cubicBezTo>
                  <a:pt x="37" y="25"/>
                  <a:pt x="37" y="25"/>
                  <a:pt x="37" y="25"/>
                </a:cubicBezTo>
                <a:cubicBezTo>
                  <a:pt x="36" y="25"/>
                  <a:pt x="36" y="25"/>
                  <a:pt x="36" y="25"/>
                </a:cubicBezTo>
                <a:cubicBezTo>
                  <a:pt x="36" y="25"/>
                  <a:pt x="36" y="25"/>
                  <a:pt x="36" y="25"/>
                </a:cubicBezTo>
                <a:cubicBezTo>
                  <a:pt x="36" y="25"/>
                  <a:pt x="36" y="25"/>
                  <a:pt x="36" y="25"/>
                </a:cubicBezTo>
                <a:cubicBezTo>
                  <a:pt x="36" y="25"/>
                  <a:pt x="36" y="25"/>
                  <a:pt x="36" y="25"/>
                </a:cubicBezTo>
                <a:cubicBezTo>
                  <a:pt x="36" y="25"/>
                  <a:pt x="36" y="25"/>
                  <a:pt x="36" y="25"/>
                </a:cubicBezTo>
                <a:cubicBezTo>
                  <a:pt x="36" y="25"/>
                  <a:pt x="36" y="25"/>
                  <a:pt x="36" y="25"/>
                </a:cubicBezTo>
                <a:cubicBezTo>
                  <a:pt x="36" y="25"/>
                  <a:pt x="36" y="25"/>
                  <a:pt x="36" y="25"/>
                </a:cubicBezTo>
                <a:cubicBezTo>
                  <a:pt x="36" y="25"/>
                  <a:pt x="36" y="25"/>
                  <a:pt x="36" y="25"/>
                </a:cubicBezTo>
                <a:cubicBezTo>
                  <a:pt x="36" y="25"/>
                  <a:pt x="36" y="25"/>
                  <a:pt x="36" y="25"/>
                </a:cubicBezTo>
                <a:cubicBezTo>
                  <a:pt x="34" y="23"/>
                  <a:pt x="34" y="23"/>
                  <a:pt x="34" y="23"/>
                </a:cubicBezTo>
                <a:cubicBezTo>
                  <a:pt x="34" y="23"/>
                  <a:pt x="34" y="23"/>
                  <a:pt x="34" y="23"/>
                </a:cubicBezTo>
                <a:cubicBezTo>
                  <a:pt x="34" y="23"/>
                  <a:pt x="34" y="23"/>
                  <a:pt x="34" y="23"/>
                </a:cubicBezTo>
                <a:cubicBezTo>
                  <a:pt x="34" y="23"/>
                  <a:pt x="34" y="23"/>
                  <a:pt x="34" y="23"/>
                </a:cubicBezTo>
                <a:cubicBezTo>
                  <a:pt x="34" y="23"/>
                  <a:pt x="34" y="23"/>
                  <a:pt x="34" y="23"/>
                </a:cubicBezTo>
                <a:cubicBezTo>
                  <a:pt x="34" y="23"/>
                  <a:pt x="34" y="23"/>
                  <a:pt x="34"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3"/>
                  <a:pt x="33" y="23"/>
                  <a:pt x="33" y="23"/>
                </a:cubicBezTo>
                <a:cubicBezTo>
                  <a:pt x="33" y="22"/>
                  <a:pt x="33" y="22"/>
                  <a:pt x="33"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32" y="22"/>
                  <a:pt x="32" y="22"/>
                  <a:pt x="32" y="22"/>
                </a:cubicBezTo>
                <a:cubicBezTo>
                  <a:pt x="28" y="19"/>
                  <a:pt x="28" y="19"/>
                  <a:pt x="28" y="19"/>
                </a:cubicBezTo>
                <a:cubicBezTo>
                  <a:pt x="25" y="24"/>
                  <a:pt x="21" y="28"/>
                  <a:pt x="16" y="29"/>
                </a:cubicBezTo>
                <a:cubicBezTo>
                  <a:pt x="16" y="35"/>
                  <a:pt x="16" y="41"/>
                  <a:pt x="16" y="46"/>
                </a:cubicBezTo>
                <a:cubicBezTo>
                  <a:pt x="16" y="46"/>
                  <a:pt x="17" y="47"/>
                  <a:pt x="17" y="47"/>
                </a:cubicBezTo>
                <a:close/>
                <a:moveTo>
                  <a:pt x="27" y="49"/>
                </a:moveTo>
                <a:cubicBezTo>
                  <a:pt x="46" y="49"/>
                  <a:pt x="46" y="49"/>
                  <a:pt x="46" y="49"/>
                </a:cubicBezTo>
                <a:cubicBezTo>
                  <a:pt x="46" y="45"/>
                  <a:pt x="46" y="45"/>
                  <a:pt x="46" y="45"/>
                </a:cubicBezTo>
                <a:cubicBezTo>
                  <a:pt x="38" y="45"/>
                  <a:pt x="38" y="45"/>
                  <a:pt x="38" y="45"/>
                </a:cubicBezTo>
                <a:cubicBezTo>
                  <a:pt x="27" y="49"/>
                  <a:pt x="27" y="49"/>
                  <a:pt x="27" y="49"/>
                </a:cubicBezTo>
                <a:close/>
                <a:moveTo>
                  <a:pt x="44" y="28"/>
                </a:moveTo>
                <a:cubicBezTo>
                  <a:pt x="48" y="24"/>
                  <a:pt x="48" y="24"/>
                  <a:pt x="48" y="24"/>
                </a:cubicBezTo>
                <a:cubicBezTo>
                  <a:pt x="30" y="11"/>
                  <a:pt x="30" y="11"/>
                  <a:pt x="30" y="11"/>
                </a:cubicBezTo>
                <a:cubicBezTo>
                  <a:pt x="27" y="16"/>
                  <a:pt x="27" y="16"/>
                  <a:pt x="27" y="16"/>
                </a:cubicBezTo>
                <a:cubicBezTo>
                  <a:pt x="44" y="28"/>
                  <a:pt x="44" y="28"/>
                  <a:pt x="44" y="28"/>
                </a:cubicBezTo>
                <a:close/>
                <a:moveTo>
                  <a:pt x="18" y="59"/>
                </a:moveTo>
                <a:cubicBezTo>
                  <a:pt x="17" y="59"/>
                  <a:pt x="17" y="60"/>
                  <a:pt x="17" y="60"/>
                </a:cubicBezTo>
                <a:cubicBezTo>
                  <a:pt x="17" y="61"/>
                  <a:pt x="17" y="61"/>
                  <a:pt x="17" y="61"/>
                </a:cubicBezTo>
                <a:cubicBezTo>
                  <a:pt x="17" y="62"/>
                  <a:pt x="17" y="62"/>
                  <a:pt x="18" y="62"/>
                </a:cubicBezTo>
                <a:cubicBezTo>
                  <a:pt x="27" y="62"/>
                  <a:pt x="27" y="62"/>
                  <a:pt x="27" y="62"/>
                </a:cubicBezTo>
                <a:cubicBezTo>
                  <a:pt x="27" y="62"/>
                  <a:pt x="28" y="62"/>
                  <a:pt x="28" y="61"/>
                </a:cubicBezTo>
                <a:cubicBezTo>
                  <a:pt x="28" y="60"/>
                  <a:pt x="28" y="60"/>
                  <a:pt x="28" y="60"/>
                </a:cubicBezTo>
                <a:cubicBezTo>
                  <a:pt x="28" y="60"/>
                  <a:pt x="27" y="59"/>
                  <a:pt x="27" y="59"/>
                </a:cubicBezTo>
                <a:lnTo>
                  <a:pt x="18" y="5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74" name="Freeform 18">
            <a:extLst>
              <a:ext uri="{FF2B5EF4-FFF2-40B4-BE49-F238E27FC236}">
                <a16:creationId xmlns="" xmlns:a16="http://schemas.microsoft.com/office/drawing/2014/main" id="{F2E8295D-A213-403F-A712-FEF99F3EAD67}"/>
              </a:ext>
            </a:extLst>
          </p:cNvPr>
          <p:cNvSpPr>
            <a:spLocks noEditPoints="1"/>
          </p:cNvSpPr>
          <p:nvPr/>
        </p:nvSpPr>
        <p:spPr bwMode="auto">
          <a:xfrm>
            <a:off x="890662" y="3105423"/>
            <a:ext cx="611187" cy="604837"/>
          </a:xfrm>
          <a:custGeom>
            <a:avLst/>
            <a:gdLst>
              <a:gd name="T0" fmla="*/ 2147483646 w 60"/>
              <a:gd name="T1" fmla="*/ 2147483646 h 59"/>
              <a:gd name="T2" fmla="*/ 0 w 60"/>
              <a:gd name="T3" fmla="*/ 2147483646 h 59"/>
              <a:gd name="T4" fmla="*/ 2147483646 w 60"/>
              <a:gd name="T5" fmla="*/ 2147483646 h 59"/>
              <a:gd name="T6" fmla="*/ 2147483646 w 60"/>
              <a:gd name="T7" fmla="*/ 2147483646 h 59"/>
              <a:gd name="T8" fmla="*/ 2147483646 w 60"/>
              <a:gd name="T9" fmla="*/ 2147483646 h 59"/>
              <a:gd name="T10" fmla="*/ 2147483646 w 60"/>
              <a:gd name="T11" fmla="*/ 2147483646 h 59"/>
              <a:gd name="T12" fmla="*/ 2147483646 w 60"/>
              <a:gd name="T13" fmla="*/ 2147483646 h 59"/>
              <a:gd name="T14" fmla="*/ 2147483646 w 60"/>
              <a:gd name="T15" fmla="*/ 2147483646 h 59"/>
              <a:gd name="T16" fmla="*/ 2147483646 w 60"/>
              <a:gd name="T17" fmla="*/ 2147483646 h 59"/>
              <a:gd name="T18" fmla="*/ 2147483646 w 60"/>
              <a:gd name="T19" fmla="*/ 2147483646 h 59"/>
              <a:gd name="T20" fmla="*/ 2147483646 w 60"/>
              <a:gd name="T21" fmla="*/ 2147483646 h 59"/>
              <a:gd name="T22" fmla="*/ 2147483646 w 60"/>
              <a:gd name="T23" fmla="*/ 2147483646 h 59"/>
              <a:gd name="T24" fmla="*/ 2147483646 w 60"/>
              <a:gd name="T25" fmla="*/ 2147483646 h 59"/>
              <a:gd name="T26" fmla="*/ 2147483646 w 60"/>
              <a:gd name="T27" fmla="*/ 2147483646 h 59"/>
              <a:gd name="T28" fmla="*/ 2147483646 w 60"/>
              <a:gd name="T29" fmla="*/ 2147483646 h 59"/>
              <a:gd name="T30" fmla="*/ 2147483646 w 60"/>
              <a:gd name="T31" fmla="*/ 2147483646 h 59"/>
              <a:gd name="T32" fmla="*/ 2147483646 w 60"/>
              <a:gd name="T33" fmla="*/ 2147483646 h 59"/>
              <a:gd name="T34" fmla="*/ 2147483646 w 60"/>
              <a:gd name="T35" fmla="*/ 2147483646 h 59"/>
              <a:gd name="T36" fmla="*/ 2147483646 w 60"/>
              <a:gd name="T37" fmla="*/ 2147483646 h 59"/>
              <a:gd name="T38" fmla="*/ 2147483646 w 60"/>
              <a:gd name="T39" fmla="*/ 2147483646 h 59"/>
              <a:gd name="T40" fmla="*/ 2147483646 w 60"/>
              <a:gd name="T41" fmla="*/ 2147483646 h 59"/>
              <a:gd name="T42" fmla="*/ 2147483646 w 60"/>
              <a:gd name="T43" fmla="*/ 2147483646 h 59"/>
              <a:gd name="T44" fmla="*/ 2147483646 w 60"/>
              <a:gd name="T45" fmla="*/ 2147483646 h 59"/>
              <a:gd name="T46" fmla="*/ 2147483646 w 60"/>
              <a:gd name="T47" fmla="*/ 2147483646 h 59"/>
              <a:gd name="T48" fmla="*/ 2147483646 w 60"/>
              <a:gd name="T49" fmla="*/ 2147483646 h 59"/>
              <a:gd name="T50" fmla="*/ 2147483646 w 60"/>
              <a:gd name="T51" fmla="*/ 2147483646 h 59"/>
              <a:gd name="T52" fmla="*/ 2147483646 w 60"/>
              <a:gd name="T53" fmla="*/ 2147483646 h 59"/>
              <a:gd name="T54" fmla="*/ 2147483646 w 60"/>
              <a:gd name="T55" fmla="*/ 2147483646 h 59"/>
              <a:gd name="T56" fmla="*/ 2147483646 w 60"/>
              <a:gd name="T57" fmla="*/ 2147483646 h 59"/>
              <a:gd name="T58" fmla="*/ 2147483646 w 60"/>
              <a:gd name="T59" fmla="*/ 2147483646 h 59"/>
              <a:gd name="T60" fmla="*/ 2147483646 w 60"/>
              <a:gd name="T61" fmla="*/ 2147483646 h 59"/>
              <a:gd name="T62" fmla="*/ 2147483646 w 60"/>
              <a:gd name="T63" fmla="*/ 2147483646 h 59"/>
              <a:gd name="T64" fmla="*/ 2147483646 w 60"/>
              <a:gd name="T65" fmla="*/ 2147483646 h 59"/>
              <a:gd name="T66" fmla="*/ 2147483646 w 60"/>
              <a:gd name="T67" fmla="*/ 2147483646 h 59"/>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60" h="59">
                <a:moveTo>
                  <a:pt x="54" y="44"/>
                </a:moveTo>
                <a:cubicBezTo>
                  <a:pt x="58" y="45"/>
                  <a:pt x="60" y="47"/>
                  <a:pt x="60" y="50"/>
                </a:cubicBezTo>
                <a:cubicBezTo>
                  <a:pt x="60" y="55"/>
                  <a:pt x="47" y="59"/>
                  <a:pt x="30" y="59"/>
                </a:cubicBezTo>
                <a:cubicBezTo>
                  <a:pt x="13" y="59"/>
                  <a:pt x="0" y="55"/>
                  <a:pt x="0" y="50"/>
                </a:cubicBezTo>
                <a:cubicBezTo>
                  <a:pt x="0" y="47"/>
                  <a:pt x="2" y="45"/>
                  <a:pt x="6" y="44"/>
                </a:cubicBezTo>
                <a:cubicBezTo>
                  <a:pt x="5" y="45"/>
                  <a:pt x="5" y="45"/>
                  <a:pt x="5" y="46"/>
                </a:cubicBezTo>
                <a:cubicBezTo>
                  <a:pt x="5" y="49"/>
                  <a:pt x="16" y="52"/>
                  <a:pt x="30" y="52"/>
                </a:cubicBezTo>
                <a:cubicBezTo>
                  <a:pt x="44" y="52"/>
                  <a:pt x="55" y="49"/>
                  <a:pt x="55" y="46"/>
                </a:cubicBezTo>
                <a:cubicBezTo>
                  <a:pt x="55" y="45"/>
                  <a:pt x="55" y="45"/>
                  <a:pt x="54" y="44"/>
                </a:cubicBezTo>
                <a:close/>
                <a:moveTo>
                  <a:pt x="15" y="2"/>
                </a:moveTo>
                <a:cubicBezTo>
                  <a:pt x="18" y="2"/>
                  <a:pt x="21" y="4"/>
                  <a:pt x="21" y="7"/>
                </a:cubicBezTo>
                <a:cubicBezTo>
                  <a:pt x="21" y="10"/>
                  <a:pt x="18" y="13"/>
                  <a:pt x="15" y="13"/>
                </a:cubicBezTo>
                <a:cubicBezTo>
                  <a:pt x="12" y="13"/>
                  <a:pt x="10" y="10"/>
                  <a:pt x="10" y="7"/>
                </a:cubicBezTo>
                <a:cubicBezTo>
                  <a:pt x="10" y="4"/>
                  <a:pt x="12" y="2"/>
                  <a:pt x="15" y="2"/>
                </a:cubicBezTo>
                <a:close/>
                <a:moveTo>
                  <a:pt x="45" y="2"/>
                </a:moveTo>
                <a:cubicBezTo>
                  <a:pt x="42" y="2"/>
                  <a:pt x="39" y="4"/>
                  <a:pt x="39" y="7"/>
                </a:cubicBezTo>
                <a:cubicBezTo>
                  <a:pt x="39" y="10"/>
                  <a:pt x="42" y="13"/>
                  <a:pt x="45" y="13"/>
                </a:cubicBezTo>
                <a:cubicBezTo>
                  <a:pt x="48" y="13"/>
                  <a:pt x="50" y="10"/>
                  <a:pt x="50" y="7"/>
                </a:cubicBezTo>
                <a:cubicBezTo>
                  <a:pt x="50" y="4"/>
                  <a:pt x="48" y="2"/>
                  <a:pt x="45" y="2"/>
                </a:cubicBezTo>
                <a:close/>
                <a:moveTo>
                  <a:pt x="39" y="33"/>
                </a:moveTo>
                <a:cubicBezTo>
                  <a:pt x="39" y="48"/>
                  <a:pt x="39" y="48"/>
                  <a:pt x="39" y="48"/>
                </a:cubicBezTo>
                <a:cubicBezTo>
                  <a:pt x="43" y="48"/>
                  <a:pt x="43" y="48"/>
                  <a:pt x="43" y="48"/>
                </a:cubicBezTo>
                <a:cubicBezTo>
                  <a:pt x="45" y="37"/>
                  <a:pt x="45" y="37"/>
                  <a:pt x="45" y="37"/>
                </a:cubicBezTo>
                <a:cubicBezTo>
                  <a:pt x="46" y="48"/>
                  <a:pt x="46" y="48"/>
                  <a:pt x="46" y="48"/>
                </a:cubicBezTo>
                <a:cubicBezTo>
                  <a:pt x="50" y="48"/>
                  <a:pt x="50" y="48"/>
                  <a:pt x="50" y="48"/>
                </a:cubicBezTo>
                <a:cubicBezTo>
                  <a:pt x="50" y="32"/>
                  <a:pt x="50" y="32"/>
                  <a:pt x="50" y="32"/>
                </a:cubicBezTo>
                <a:cubicBezTo>
                  <a:pt x="52" y="31"/>
                  <a:pt x="53" y="29"/>
                  <a:pt x="53" y="27"/>
                </a:cubicBezTo>
                <a:cubicBezTo>
                  <a:pt x="53" y="19"/>
                  <a:pt x="53" y="19"/>
                  <a:pt x="53" y="19"/>
                </a:cubicBezTo>
                <a:cubicBezTo>
                  <a:pt x="53" y="16"/>
                  <a:pt x="51" y="14"/>
                  <a:pt x="48" y="14"/>
                </a:cubicBezTo>
                <a:cubicBezTo>
                  <a:pt x="42" y="14"/>
                  <a:pt x="42" y="14"/>
                  <a:pt x="42" y="14"/>
                </a:cubicBezTo>
                <a:cubicBezTo>
                  <a:pt x="41" y="14"/>
                  <a:pt x="41" y="14"/>
                  <a:pt x="40" y="14"/>
                </a:cubicBezTo>
                <a:cubicBezTo>
                  <a:pt x="41" y="15"/>
                  <a:pt x="42" y="17"/>
                  <a:pt x="42" y="18"/>
                </a:cubicBezTo>
                <a:cubicBezTo>
                  <a:pt x="42" y="27"/>
                  <a:pt x="42" y="27"/>
                  <a:pt x="42" y="27"/>
                </a:cubicBezTo>
                <a:cubicBezTo>
                  <a:pt x="42" y="30"/>
                  <a:pt x="41" y="32"/>
                  <a:pt x="39" y="33"/>
                </a:cubicBezTo>
                <a:close/>
                <a:moveTo>
                  <a:pt x="30" y="0"/>
                </a:moveTo>
                <a:cubicBezTo>
                  <a:pt x="33" y="0"/>
                  <a:pt x="36" y="2"/>
                  <a:pt x="36" y="6"/>
                </a:cubicBezTo>
                <a:cubicBezTo>
                  <a:pt x="36" y="9"/>
                  <a:pt x="33" y="12"/>
                  <a:pt x="30" y="12"/>
                </a:cubicBezTo>
                <a:cubicBezTo>
                  <a:pt x="27" y="12"/>
                  <a:pt x="24" y="9"/>
                  <a:pt x="24" y="6"/>
                </a:cubicBezTo>
                <a:cubicBezTo>
                  <a:pt x="24" y="2"/>
                  <a:pt x="27" y="0"/>
                  <a:pt x="30" y="0"/>
                </a:cubicBezTo>
                <a:close/>
                <a:moveTo>
                  <a:pt x="36" y="32"/>
                </a:moveTo>
                <a:cubicBezTo>
                  <a:pt x="38" y="31"/>
                  <a:pt x="39" y="29"/>
                  <a:pt x="39" y="27"/>
                </a:cubicBezTo>
                <a:cubicBezTo>
                  <a:pt x="39" y="18"/>
                  <a:pt x="39" y="18"/>
                  <a:pt x="39" y="18"/>
                </a:cubicBezTo>
                <a:cubicBezTo>
                  <a:pt x="39" y="15"/>
                  <a:pt x="36" y="13"/>
                  <a:pt x="33" y="13"/>
                </a:cubicBezTo>
                <a:cubicBezTo>
                  <a:pt x="26" y="13"/>
                  <a:pt x="26" y="13"/>
                  <a:pt x="26" y="13"/>
                </a:cubicBezTo>
                <a:cubicBezTo>
                  <a:pt x="23" y="13"/>
                  <a:pt x="21" y="15"/>
                  <a:pt x="21" y="18"/>
                </a:cubicBezTo>
                <a:cubicBezTo>
                  <a:pt x="21" y="27"/>
                  <a:pt x="21" y="27"/>
                  <a:pt x="21" y="27"/>
                </a:cubicBezTo>
                <a:cubicBezTo>
                  <a:pt x="21" y="29"/>
                  <a:pt x="22" y="31"/>
                  <a:pt x="24" y="32"/>
                </a:cubicBezTo>
                <a:cubicBezTo>
                  <a:pt x="24" y="50"/>
                  <a:pt x="24" y="50"/>
                  <a:pt x="24" y="50"/>
                </a:cubicBezTo>
                <a:cubicBezTo>
                  <a:pt x="28" y="50"/>
                  <a:pt x="28" y="50"/>
                  <a:pt x="28" y="50"/>
                </a:cubicBezTo>
                <a:cubicBezTo>
                  <a:pt x="30" y="39"/>
                  <a:pt x="30" y="39"/>
                  <a:pt x="30" y="39"/>
                </a:cubicBezTo>
                <a:cubicBezTo>
                  <a:pt x="32" y="50"/>
                  <a:pt x="32" y="50"/>
                  <a:pt x="32" y="50"/>
                </a:cubicBezTo>
                <a:cubicBezTo>
                  <a:pt x="36" y="50"/>
                  <a:pt x="36" y="50"/>
                  <a:pt x="36" y="50"/>
                </a:cubicBezTo>
                <a:cubicBezTo>
                  <a:pt x="36" y="32"/>
                  <a:pt x="36" y="32"/>
                  <a:pt x="36" y="32"/>
                </a:cubicBezTo>
                <a:close/>
                <a:moveTo>
                  <a:pt x="21" y="33"/>
                </a:moveTo>
                <a:cubicBezTo>
                  <a:pt x="19" y="32"/>
                  <a:pt x="18" y="30"/>
                  <a:pt x="18" y="27"/>
                </a:cubicBezTo>
                <a:cubicBezTo>
                  <a:pt x="18" y="18"/>
                  <a:pt x="18" y="18"/>
                  <a:pt x="18" y="18"/>
                </a:cubicBezTo>
                <a:cubicBezTo>
                  <a:pt x="18" y="17"/>
                  <a:pt x="19" y="15"/>
                  <a:pt x="19" y="14"/>
                </a:cubicBezTo>
                <a:cubicBezTo>
                  <a:pt x="19" y="14"/>
                  <a:pt x="19" y="14"/>
                  <a:pt x="18" y="14"/>
                </a:cubicBezTo>
                <a:cubicBezTo>
                  <a:pt x="12" y="14"/>
                  <a:pt x="12" y="14"/>
                  <a:pt x="12" y="14"/>
                </a:cubicBezTo>
                <a:cubicBezTo>
                  <a:pt x="9" y="14"/>
                  <a:pt x="7" y="16"/>
                  <a:pt x="7" y="19"/>
                </a:cubicBezTo>
                <a:cubicBezTo>
                  <a:pt x="7" y="27"/>
                  <a:pt x="7" y="27"/>
                  <a:pt x="7" y="27"/>
                </a:cubicBezTo>
                <a:cubicBezTo>
                  <a:pt x="7" y="29"/>
                  <a:pt x="8" y="31"/>
                  <a:pt x="9" y="32"/>
                </a:cubicBezTo>
                <a:cubicBezTo>
                  <a:pt x="9" y="48"/>
                  <a:pt x="9" y="48"/>
                  <a:pt x="9" y="48"/>
                </a:cubicBezTo>
                <a:cubicBezTo>
                  <a:pt x="14" y="48"/>
                  <a:pt x="14" y="48"/>
                  <a:pt x="14" y="48"/>
                </a:cubicBezTo>
                <a:cubicBezTo>
                  <a:pt x="15" y="37"/>
                  <a:pt x="15" y="37"/>
                  <a:pt x="15" y="37"/>
                </a:cubicBezTo>
                <a:cubicBezTo>
                  <a:pt x="17" y="48"/>
                  <a:pt x="17" y="48"/>
                  <a:pt x="17" y="48"/>
                </a:cubicBezTo>
                <a:cubicBezTo>
                  <a:pt x="21" y="48"/>
                  <a:pt x="21" y="48"/>
                  <a:pt x="21" y="48"/>
                </a:cubicBezTo>
                <a:lnTo>
                  <a:pt x="21" y="3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75" name="Freeform 19">
            <a:extLst>
              <a:ext uri="{FF2B5EF4-FFF2-40B4-BE49-F238E27FC236}">
                <a16:creationId xmlns="" xmlns:a16="http://schemas.microsoft.com/office/drawing/2014/main" id="{575B208C-483D-461A-ADFE-B8ED782E83E5}"/>
              </a:ext>
            </a:extLst>
          </p:cNvPr>
          <p:cNvSpPr>
            <a:spLocks noEditPoints="1"/>
          </p:cNvSpPr>
          <p:nvPr/>
        </p:nvSpPr>
        <p:spPr bwMode="auto">
          <a:xfrm>
            <a:off x="827162" y="4181748"/>
            <a:ext cx="615950" cy="561975"/>
          </a:xfrm>
          <a:custGeom>
            <a:avLst/>
            <a:gdLst>
              <a:gd name="T0" fmla="*/ 2147483646 w 60"/>
              <a:gd name="T1" fmla="*/ 2147483646 h 55"/>
              <a:gd name="T2" fmla="*/ 2147483646 w 60"/>
              <a:gd name="T3" fmla="*/ 2147483646 h 55"/>
              <a:gd name="T4" fmla="*/ 2147483646 w 60"/>
              <a:gd name="T5" fmla="*/ 2147483646 h 55"/>
              <a:gd name="T6" fmla="*/ 2147483646 w 60"/>
              <a:gd name="T7" fmla="*/ 0 h 55"/>
              <a:gd name="T8" fmla="*/ 2147483646 w 60"/>
              <a:gd name="T9" fmla="*/ 2147483646 h 55"/>
              <a:gd name="T10" fmla="*/ 2147483646 w 60"/>
              <a:gd name="T11" fmla="*/ 2147483646 h 55"/>
              <a:gd name="T12" fmla="*/ 2147483646 w 60"/>
              <a:gd name="T13" fmla="*/ 2147483646 h 55"/>
              <a:gd name="T14" fmla="*/ 2147483646 w 60"/>
              <a:gd name="T15" fmla="*/ 2147483646 h 55"/>
              <a:gd name="T16" fmla="*/ 0 w 60"/>
              <a:gd name="T17" fmla="*/ 2147483646 h 55"/>
              <a:gd name="T18" fmla="*/ 2147483646 w 60"/>
              <a:gd name="T19" fmla="*/ 2147483646 h 55"/>
              <a:gd name="T20" fmla="*/ 2147483646 w 60"/>
              <a:gd name="T21" fmla="*/ 2147483646 h 55"/>
              <a:gd name="T22" fmla="*/ 2147483646 w 60"/>
              <a:gd name="T23" fmla="*/ 2147483646 h 55"/>
              <a:gd name="T24" fmla="*/ 2147483646 w 60"/>
              <a:gd name="T25" fmla="*/ 2147483646 h 55"/>
              <a:gd name="T26" fmla="*/ 2147483646 w 60"/>
              <a:gd name="T27" fmla="*/ 2147483646 h 55"/>
              <a:gd name="T28" fmla="*/ 2147483646 w 60"/>
              <a:gd name="T29" fmla="*/ 2147483646 h 55"/>
              <a:gd name="T30" fmla="*/ 2147483646 w 60"/>
              <a:gd name="T31" fmla="*/ 2147483646 h 55"/>
              <a:gd name="T32" fmla="*/ 2147483646 w 60"/>
              <a:gd name="T33" fmla="*/ 2147483646 h 55"/>
              <a:gd name="T34" fmla="*/ 2147483646 w 60"/>
              <a:gd name="T35" fmla="*/ 2147483646 h 55"/>
              <a:gd name="T36" fmla="*/ 2147483646 w 60"/>
              <a:gd name="T37" fmla="*/ 2147483646 h 55"/>
              <a:gd name="T38" fmla="*/ 2147483646 w 60"/>
              <a:gd name="T39" fmla="*/ 2147483646 h 55"/>
              <a:gd name="T40" fmla="*/ 2147483646 w 60"/>
              <a:gd name="T41" fmla="*/ 2147483646 h 55"/>
              <a:gd name="T42" fmla="*/ 2147483646 w 60"/>
              <a:gd name="T43" fmla="*/ 2147483646 h 55"/>
              <a:gd name="T44" fmla="*/ 2147483646 w 60"/>
              <a:gd name="T45" fmla="*/ 2147483646 h 55"/>
              <a:gd name="T46" fmla="*/ 2147483646 w 60"/>
              <a:gd name="T47" fmla="*/ 2147483646 h 55"/>
              <a:gd name="T48" fmla="*/ 2147483646 w 60"/>
              <a:gd name="T49" fmla="*/ 2147483646 h 55"/>
              <a:gd name="T50" fmla="*/ 2147483646 w 60"/>
              <a:gd name="T51" fmla="*/ 2147483646 h 55"/>
              <a:gd name="T52" fmla="*/ 2147483646 w 60"/>
              <a:gd name="T53" fmla="*/ 2147483646 h 55"/>
              <a:gd name="T54" fmla="*/ 2147483646 w 60"/>
              <a:gd name="T55" fmla="*/ 2147483646 h 55"/>
              <a:gd name="T56" fmla="*/ 2147483646 w 60"/>
              <a:gd name="T57" fmla="*/ 2147483646 h 55"/>
              <a:gd name="T58" fmla="*/ 2147483646 w 60"/>
              <a:gd name="T59" fmla="*/ 2147483646 h 55"/>
              <a:gd name="T60" fmla="*/ 2147483646 w 60"/>
              <a:gd name="T61" fmla="*/ 2147483646 h 55"/>
              <a:gd name="T62" fmla="*/ 2147483646 w 60"/>
              <a:gd name="T63" fmla="*/ 2147483646 h 55"/>
              <a:gd name="T64" fmla="*/ 2147483646 w 60"/>
              <a:gd name="T65" fmla="*/ 2147483646 h 55"/>
              <a:gd name="T66" fmla="*/ 2147483646 w 60"/>
              <a:gd name="T67" fmla="*/ 2147483646 h 55"/>
              <a:gd name="T68" fmla="*/ 2147483646 w 60"/>
              <a:gd name="T69" fmla="*/ 2147483646 h 55"/>
              <a:gd name="T70" fmla="*/ 2147483646 w 60"/>
              <a:gd name="T71" fmla="*/ 2147483646 h 55"/>
              <a:gd name="T72" fmla="*/ 2147483646 w 60"/>
              <a:gd name="T73" fmla="*/ 2147483646 h 55"/>
              <a:gd name="T74" fmla="*/ 2147483646 w 60"/>
              <a:gd name="T75" fmla="*/ 2147483646 h 55"/>
              <a:gd name="T76" fmla="*/ 2147483646 w 60"/>
              <a:gd name="T77" fmla="*/ 2147483646 h 55"/>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60" h="55">
                <a:moveTo>
                  <a:pt x="12" y="55"/>
                </a:moveTo>
                <a:cubicBezTo>
                  <a:pt x="7" y="40"/>
                  <a:pt x="12" y="34"/>
                  <a:pt x="20" y="32"/>
                </a:cubicBezTo>
                <a:cubicBezTo>
                  <a:pt x="23" y="31"/>
                  <a:pt x="27" y="30"/>
                  <a:pt x="30" y="30"/>
                </a:cubicBezTo>
                <a:cubicBezTo>
                  <a:pt x="33" y="29"/>
                  <a:pt x="36" y="29"/>
                  <a:pt x="38" y="28"/>
                </a:cubicBezTo>
                <a:cubicBezTo>
                  <a:pt x="42" y="27"/>
                  <a:pt x="46" y="24"/>
                  <a:pt x="44" y="16"/>
                </a:cubicBezTo>
                <a:cubicBezTo>
                  <a:pt x="38" y="17"/>
                  <a:pt x="38" y="17"/>
                  <a:pt x="38" y="17"/>
                </a:cubicBezTo>
                <a:cubicBezTo>
                  <a:pt x="41" y="9"/>
                  <a:pt x="41" y="9"/>
                  <a:pt x="41" y="9"/>
                </a:cubicBezTo>
                <a:cubicBezTo>
                  <a:pt x="43" y="0"/>
                  <a:pt x="43" y="0"/>
                  <a:pt x="43" y="0"/>
                </a:cubicBezTo>
                <a:cubicBezTo>
                  <a:pt x="49" y="7"/>
                  <a:pt x="49" y="7"/>
                  <a:pt x="49" y="7"/>
                </a:cubicBezTo>
                <a:cubicBezTo>
                  <a:pt x="56" y="13"/>
                  <a:pt x="56" y="13"/>
                  <a:pt x="56" y="13"/>
                </a:cubicBezTo>
                <a:cubicBezTo>
                  <a:pt x="51" y="14"/>
                  <a:pt x="51" y="14"/>
                  <a:pt x="51" y="14"/>
                </a:cubicBezTo>
                <a:cubicBezTo>
                  <a:pt x="54" y="28"/>
                  <a:pt x="48" y="33"/>
                  <a:pt x="40" y="35"/>
                </a:cubicBezTo>
                <a:cubicBezTo>
                  <a:pt x="37" y="36"/>
                  <a:pt x="34" y="37"/>
                  <a:pt x="31" y="37"/>
                </a:cubicBezTo>
                <a:cubicBezTo>
                  <a:pt x="28" y="38"/>
                  <a:pt x="25" y="38"/>
                  <a:pt x="23" y="39"/>
                </a:cubicBezTo>
                <a:cubicBezTo>
                  <a:pt x="18" y="40"/>
                  <a:pt x="16" y="43"/>
                  <a:pt x="19" y="53"/>
                </a:cubicBezTo>
                <a:cubicBezTo>
                  <a:pt x="12" y="55"/>
                  <a:pt x="12" y="55"/>
                  <a:pt x="12" y="55"/>
                </a:cubicBezTo>
                <a:close/>
                <a:moveTo>
                  <a:pt x="1" y="18"/>
                </a:moveTo>
                <a:cubicBezTo>
                  <a:pt x="0" y="22"/>
                  <a:pt x="0" y="22"/>
                  <a:pt x="0" y="22"/>
                </a:cubicBezTo>
                <a:cubicBezTo>
                  <a:pt x="2" y="23"/>
                  <a:pt x="3" y="23"/>
                  <a:pt x="5" y="24"/>
                </a:cubicBezTo>
                <a:cubicBezTo>
                  <a:pt x="3" y="26"/>
                  <a:pt x="2" y="28"/>
                  <a:pt x="1" y="30"/>
                </a:cubicBezTo>
                <a:cubicBezTo>
                  <a:pt x="4" y="32"/>
                  <a:pt x="4" y="32"/>
                  <a:pt x="4" y="32"/>
                </a:cubicBezTo>
                <a:cubicBezTo>
                  <a:pt x="5" y="30"/>
                  <a:pt x="6" y="28"/>
                  <a:pt x="8" y="27"/>
                </a:cubicBezTo>
                <a:cubicBezTo>
                  <a:pt x="9" y="29"/>
                  <a:pt x="10" y="31"/>
                  <a:pt x="11" y="33"/>
                </a:cubicBezTo>
                <a:cubicBezTo>
                  <a:pt x="15" y="31"/>
                  <a:pt x="15" y="31"/>
                  <a:pt x="15" y="31"/>
                </a:cubicBezTo>
                <a:cubicBezTo>
                  <a:pt x="13" y="28"/>
                  <a:pt x="12" y="26"/>
                  <a:pt x="10" y="24"/>
                </a:cubicBezTo>
                <a:cubicBezTo>
                  <a:pt x="12" y="22"/>
                  <a:pt x="14" y="21"/>
                  <a:pt x="16" y="20"/>
                </a:cubicBezTo>
                <a:cubicBezTo>
                  <a:pt x="15" y="17"/>
                  <a:pt x="15" y="17"/>
                  <a:pt x="15" y="17"/>
                </a:cubicBezTo>
                <a:cubicBezTo>
                  <a:pt x="12" y="18"/>
                  <a:pt x="9" y="20"/>
                  <a:pt x="7" y="22"/>
                </a:cubicBezTo>
                <a:cubicBezTo>
                  <a:pt x="6" y="20"/>
                  <a:pt x="4" y="19"/>
                  <a:pt x="1" y="18"/>
                </a:cubicBezTo>
                <a:close/>
                <a:moveTo>
                  <a:pt x="52" y="33"/>
                </a:moveTo>
                <a:cubicBezTo>
                  <a:pt x="50" y="33"/>
                  <a:pt x="48" y="34"/>
                  <a:pt x="46" y="36"/>
                </a:cubicBezTo>
                <a:cubicBezTo>
                  <a:pt x="45" y="37"/>
                  <a:pt x="44" y="39"/>
                  <a:pt x="44" y="42"/>
                </a:cubicBezTo>
                <a:cubicBezTo>
                  <a:pt x="44" y="44"/>
                  <a:pt x="45" y="46"/>
                  <a:pt x="46" y="48"/>
                </a:cubicBezTo>
                <a:cubicBezTo>
                  <a:pt x="48" y="49"/>
                  <a:pt x="50" y="50"/>
                  <a:pt x="52" y="50"/>
                </a:cubicBezTo>
                <a:cubicBezTo>
                  <a:pt x="54" y="50"/>
                  <a:pt x="57" y="49"/>
                  <a:pt x="58" y="48"/>
                </a:cubicBezTo>
                <a:cubicBezTo>
                  <a:pt x="60" y="46"/>
                  <a:pt x="60" y="44"/>
                  <a:pt x="60" y="42"/>
                </a:cubicBezTo>
                <a:cubicBezTo>
                  <a:pt x="60" y="39"/>
                  <a:pt x="60" y="37"/>
                  <a:pt x="58" y="36"/>
                </a:cubicBezTo>
                <a:cubicBezTo>
                  <a:pt x="57" y="34"/>
                  <a:pt x="54" y="33"/>
                  <a:pt x="52" y="33"/>
                </a:cubicBezTo>
                <a:close/>
                <a:moveTo>
                  <a:pt x="55" y="39"/>
                </a:moveTo>
                <a:cubicBezTo>
                  <a:pt x="54" y="39"/>
                  <a:pt x="53" y="38"/>
                  <a:pt x="52" y="38"/>
                </a:cubicBezTo>
                <a:cubicBezTo>
                  <a:pt x="51" y="38"/>
                  <a:pt x="50" y="39"/>
                  <a:pt x="50" y="39"/>
                </a:cubicBezTo>
                <a:cubicBezTo>
                  <a:pt x="49" y="40"/>
                  <a:pt x="49" y="41"/>
                  <a:pt x="49" y="42"/>
                </a:cubicBezTo>
                <a:cubicBezTo>
                  <a:pt x="49" y="43"/>
                  <a:pt x="49" y="44"/>
                  <a:pt x="50" y="44"/>
                </a:cubicBezTo>
                <a:cubicBezTo>
                  <a:pt x="50" y="45"/>
                  <a:pt x="51" y="45"/>
                  <a:pt x="52" y="45"/>
                </a:cubicBezTo>
                <a:cubicBezTo>
                  <a:pt x="53" y="45"/>
                  <a:pt x="54" y="45"/>
                  <a:pt x="55" y="44"/>
                </a:cubicBezTo>
                <a:cubicBezTo>
                  <a:pt x="55" y="44"/>
                  <a:pt x="56" y="43"/>
                  <a:pt x="56" y="42"/>
                </a:cubicBezTo>
                <a:cubicBezTo>
                  <a:pt x="56" y="41"/>
                  <a:pt x="55" y="40"/>
                  <a:pt x="55" y="39"/>
                </a:cubicBezTo>
                <a:close/>
                <a:moveTo>
                  <a:pt x="38" y="40"/>
                </a:moveTo>
                <a:cubicBezTo>
                  <a:pt x="34" y="40"/>
                  <a:pt x="34" y="40"/>
                  <a:pt x="34" y="40"/>
                </a:cubicBezTo>
                <a:cubicBezTo>
                  <a:pt x="34" y="41"/>
                  <a:pt x="33" y="43"/>
                  <a:pt x="32" y="44"/>
                </a:cubicBezTo>
                <a:cubicBezTo>
                  <a:pt x="30" y="43"/>
                  <a:pt x="28" y="42"/>
                  <a:pt x="26" y="42"/>
                </a:cubicBezTo>
                <a:cubicBezTo>
                  <a:pt x="25" y="45"/>
                  <a:pt x="25" y="45"/>
                  <a:pt x="25" y="45"/>
                </a:cubicBezTo>
                <a:cubicBezTo>
                  <a:pt x="27" y="46"/>
                  <a:pt x="29" y="47"/>
                  <a:pt x="30" y="48"/>
                </a:cubicBezTo>
                <a:cubicBezTo>
                  <a:pt x="29" y="49"/>
                  <a:pt x="27" y="51"/>
                  <a:pt x="25" y="52"/>
                </a:cubicBezTo>
                <a:cubicBezTo>
                  <a:pt x="27" y="55"/>
                  <a:pt x="27" y="55"/>
                  <a:pt x="27" y="55"/>
                </a:cubicBezTo>
                <a:cubicBezTo>
                  <a:pt x="30" y="54"/>
                  <a:pt x="32" y="52"/>
                  <a:pt x="34" y="50"/>
                </a:cubicBezTo>
                <a:cubicBezTo>
                  <a:pt x="35" y="51"/>
                  <a:pt x="37" y="53"/>
                  <a:pt x="39" y="55"/>
                </a:cubicBezTo>
                <a:cubicBezTo>
                  <a:pt x="42" y="53"/>
                  <a:pt x="42" y="53"/>
                  <a:pt x="42" y="53"/>
                </a:cubicBezTo>
                <a:cubicBezTo>
                  <a:pt x="40" y="50"/>
                  <a:pt x="38" y="48"/>
                  <a:pt x="36" y="47"/>
                </a:cubicBezTo>
                <a:cubicBezTo>
                  <a:pt x="37" y="45"/>
                  <a:pt x="37" y="43"/>
                  <a:pt x="38" y="40"/>
                </a:cubicBezTo>
                <a:close/>
                <a:moveTo>
                  <a:pt x="28" y="9"/>
                </a:moveTo>
                <a:cubicBezTo>
                  <a:pt x="26" y="9"/>
                  <a:pt x="23" y="10"/>
                  <a:pt x="22" y="11"/>
                </a:cubicBezTo>
                <a:cubicBezTo>
                  <a:pt x="20" y="13"/>
                  <a:pt x="20" y="15"/>
                  <a:pt x="20" y="17"/>
                </a:cubicBezTo>
                <a:cubicBezTo>
                  <a:pt x="20" y="20"/>
                  <a:pt x="20" y="22"/>
                  <a:pt x="22" y="23"/>
                </a:cubicBezTo>
                <a:cubicBezTo>
                  <a:pt x="23" y="25"/>
                  <a:pt x="26" y="26"/>
                  <a:pt x="28" y="26"/>
                </a:cubicBezTo>
                <a:cubicBezTo>
                  <a:pt x="30" y="26"/>
                  <a:pt x="32" y="25"/>
                  <a:pt x="34" y="23"/>
                </a:cubicBezTo>
                <a:cubicBezTo>
                  <a:pt x="35" y="22"/>
                  <a:pt x="36" y="20"/>
                  <a:pt x="36" y="17"/>
                </a:cubicBezTo>
                <a:cubicBezTo>
                  <a:pt x="36" y="15"/>
                  <a:pt x="35" y="13"/>
                  <a:pt x="34" y="11"/>
                </a:cubicBezTo>
                <a:cubicBezTo>
                  <a:pt x="32" y="10"/>
                  <a:pt x="30" y="9"/>
                  <a:pt x="28" y="9"/>
                </a:cubicBezTo>
                <a:close/>
                <a:moveTo>
                  <a:pt x="30" y="15"/>
                </a:moveTo>
                <a:cubicBezTo>
                  <a:pt x="30" y="14"/>
                  <a:pt x="29" y="14"/>
                  <a:pt x="28" y="14"/>
                </a:cubicBezTo>
                <a:cubicBezTo>
                  <a:pt x="27" y="14"/>
                  <a:pt x="26" y="14"/>
                  <a:pt x="25" y="15"/>
                </a:cubicBezTo>
                <a:cubicBezTo>
                  <a:pt x="25" y="15"/>
                  <a:pt x="24" y="16"/>
                  <a:pt x="24" y="17"/>
                </a:cubicBezTo>
                <a:cubicBezTo>
                  <a:pt x="24" y="18"/>
                  <a:pt x="25" y="19"/>
                  <a:pt x="25" y="20"/>
                </a:cubicBezTo>
                <a:cubicBezTo>
                  <a:pt x="26" y="20"/>
                  <a:pt x="27" y="21"/>
                  <a:pt x="28" y="21"/>
                </a:cubicBezTo>
                <a:cubicBezTo>
                  <a:pt x="29" y="21"/>
                  <a:pt x="30" y="20"/>
                  <a:pt x="30" y="20"/>
                </a:cubicBezTo>
                <a:cubicBezTo>
                  <a:pt x="31" y="19"/>
                  <a:pt x="32" y="18"/>
                  <a:pt x="32" y="17"/>
                </a:cubicBezTo>
                <a:cubicBezTo>
                  <a:pt x="32" y="16"/>
                  <a:pt x="31" y="15"/>
                  <a:pt x="30" y="1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76" name="Freeform 20">
            <a:extLst>
              <a:ext uri="{FF2B5EF4-FFF2-40B4-BE49-F238E27FC236}">
                <a16:creationId xmlns="" xmlns:a16="http://schemas.microsoft.com/office/drawing/2014/main" id="{60981D78-00F0-4165-9283-057FF7C9F10B}"/>
              </a:ext>
            </a:extLst>
          </p:cNvPr>
          <p:cNvSpPr>
            <a:spLocks noEditPoints="1"/>
          </p:cNvSpPr>
          <p:nvPr/>
        </p:nvSpPr>
        <p:spPr bwMode="auto">
          <a:xfrm>
            <a:off x="1955874" y="4161110"/>
            <a:ext cx="573088" cy="614363"/>
          </a:xfrm>
          <a:custGeom>
            <a:avLst/>
            <a:gdLst>
              <a:gd name="T0" fmla="*/ 0 w 56"/>
              <a:gd name="T1" fmla="*/ 2147483646 h 60"/>
              <a:gd name="T2" fmla="*/ 2147483646 w 56"/>
              <a:gd name="T3" fmla="*/ 2147483646 h 60"/>
              <a:gd name="T4" fmla="*/ 2147483646 w 56"/>
              <a:gd name="T5" fmla="*/ 2147483646 h 60"/>
              <a:gd name="T6" fmla="*/ 2147483646 w 56"/>
              <a:gd name="T7" fmla="*/ 2147483646 h 60"/>
              <a:gd name="T8" fmla="*/ 2147483646 w 56"/>
              <a:gd name="T9" fmla="*/ 2147483646 h 60"/>
              <a:gd name="T10" fmla="*/ 2147483646 w 56"/>
              <a:gd name="T11" fmla="*/ 2147483646 h 60"/>
              <a:gd name="T12" fmla="*/ 0 w 56"/>
              <a:gd name="T13" fmla="*/ 2147483646 h 60"/>
              <a:gd name="T14" fmla="*/ 0 w 56"/>
              <a:gd name="T15" fmla="*/ 2147483646 h 60"/>
              <a:gd name="T16" fmla="*/ 0 w 56"/>
              <a:gd name="T17" fmla="*/ 2147483646 h 60"/>
              <a:gd name="T18" fmla="*/ 2147483646 w 56"/>
              <a:gd name="T19" fmla="*/ 2147483646 h 60"/>
              <a:gd name="T20" fmla="*/ 2147483646 w 56"/>
              <a:gd name="T21" fmla="*/ 2147483646 h 60"/>
              <a:gd name="T22" fmla="*/ 2147483646 w 56"/>
              <a:gd name="T23" fmla="*/ 2147483646 h 60"/>
              <a:gd name="T24" fmla="*/ 2147483646 w 56"/>
              <a:gd name="T25" fmla="*/ 2147483646 h 60"/>
              <a:gd name="T26" fmla="*/ 2147483646 w 56"/>
              <a:gd name="T27" fmla="*/ 2147483646 h 60"/>
              <a:gd name="T28" fmla="*/ 2147483646 w 56"/>
              <a:gd name="T29" fmla="*/ 2147483646 h 60"/>
              <a:gd name="T30" fmla="*/ 2147483646 w 56"/>
              <a:gd name="T31" fmla="*/ 2147483646 h 60"/>
              <a:gd name="T32" fmla="*/ 2147483646 w 56"/>
              <a:gd name="T33" fmla="*/ 2147483646 h 60"/>
              <a:gd name="T34" fmla="*/ 2147483646 w 56"/>
              <a:gd name="T35" fmla="*/ 0 h 60"/>
              <a:gd name="T36" fmla="*/ 2147483646 w 56"/>
              <a:gd name="T37" fmla="*/ 2147483646 h 60"/>
              <a:gd name="T38" fmla="*/ 2147483646 w 56"/>
              <a:gd name="T39" fmla="*/ 2147483646 h 60"/>
              <a:gd name="T40" fmla="*/ 2147483646 w 56"/>
              <a:gd name="T41" fmla="*/ 2147483646 h 60"/>
              <a:gd name="T42" fmla="*/ 2147483646 w 56"/>
              <a:gd name="T43" fmla="*/ 2147483646 h 60"/>
              <a:gd name="T44" fmla="*/ 2147483646 w 56"/>
              <a:gd name="T45" fmla="*/ 2147483646 h 60"/>
              <a:gd name="T46" fmla="*/ 2147483646 w 56"/>
              <a:gd name="T47" fmla="*/ 2147483646 h 60"/>
              <a:gd name="T48" fmla="*/ 2147483646 w 56"/>
              <a:gd name="T49" fmla="*/ 2147483646 h 60"/>
              <a:gd name="T50" fmla="*/ 2147483646 w 56"/>
              <a:gd name="T51" fmla="*/ 2147483646 h 60"/>
              <a:gd name="T52" fmla="*/ 2147483646 w 56"/>
              <a:gd name="T53" fmla="*/ 2147483646 h 60"/>
              <a:gd name="T54" fmla="*/ 2147483646 w 56"/>
              <a:gd name="T55" fmla="*/ 2147483646 h 60"/>
              <a:gd name="T56" fmla="*/ 2147483646 w 56"/>
              <a:gd name="T57" fmla="*/ 2147483646 h 60"/>
              <a:gd name="T58" fmla="*/ 2147483646 w 56"/>
              <a:gd name="T59" fmla="*/ 2147483646 h 60"/>
              <a:gd name="T60" fmla="*/ 2147483646 w 56"/>
              <a:gd name="T61" fmla="*/ 2147483646 h 60"/>
              <a:gd name="T62" fmla="*/ 2147483646 w 56"/>
              <a:gd name="T63" fmla="*/ 2147483646 h 60"/>
              <a:gd name="T64" fmla="*/ 2147483646 w 56"/>
              <a:gd name="T65" fmla="*/ 2147483646 h 60"/>
              <a:gd name="T66" fmla="*/ 2147483646 w 56"/>
              <a:gd name="T67" fmla="*/ 2147483646 h 60"/>
              <a:gd name="T68" fmla="*/ 2147483646 w 56"/>
              <a:gd name="T69" fmla="*/ 2147483646 h 60"/>
              <a:gd name="T70" fmla="*/ 2147483646 w 56"/>
              <a:gd name="T71" fmla="*/ 2147483646 h 60"/>
              <a:gd name="T72" fmla="*/ 2147483646 w 56"/>
              <a:gd name="T73" fmla="*/ 2147483646 h 60"/>
              <a:gd name="T74" fmla="*/ 2147483646 w 56"/>
              <a:gd name="T75" fmla="*/ 2147483646 h 60"/>
              <a:gd name="T76" fmla="*/ 2147483646 w 56"/>
              <a:gd name="T77" fmla="*/ 2147483646 h 60"/>
              <a:gd name="T78" fmla="*/ 2147483646 w 56"/>
              <a:gd name="T79" fmla="*/ 2147483646 h 60"/>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56" h="60">
                <a:moveTo>
                  <a:pt x="0" y="5"/>
                </a:moveTo>
                <a:cubicBezTo>
                  <a:pt x="5" y="5"/>
                  <a:pt x="5" y="5"/>
                  <a:pt x="5" y="5"/>
                </a:cubicBezTo>
                <a:cubicBezTo>
                  <a:pt x="5" y="54"/>
                  <a:pt x="5" y="54"/>
                  <a:pt x="5" y="54"/>
                </a:cubicBezTo>
                <a:cubicBezTo>
                  <a:pt x="56" y="54"/>
                  <a:pt x="56" y="54"/>
                  <a:pt x="56" y="54"/>
                </a:cubicBezTo>
                <a:cubicBezTo>
                  <a:pt x="56" y="60"/>
                  <a:pt x="56" y="60"/>
                  <a:pt x="56" y="60"/>
                </a:cubicBezTo>
                <a:cubicBezTo>
                  <a:pt x="5" y="60"/>
                  <a:pt x="5" y="60"/>
                  <a:pt x="5" y="60"/>
                </a:cubicBezTo>
                <a:cubicBezTo>
                  <a:pt x="0" y="60"/>
                  <a:pt x="0" y="60"/>
                  <a:pt x="0" y="60"/>
                </a:cubicBezTo>
                <a:cubicBezTo>
                  <a:pt x="0" y="54"/>
                  <a:pt x="0" y="54"/>
                  <a:pt x="0" y="54"/>
                </a:cubicBezTo>
                <a:cubicBezTo>
                  <a:pt x="0" y="5"/>
                  <a:pt x="0" y="5"/>
                  <a:pt x="0" y="5"/>
                </a:cubicBezTo>
                <a:close/>
                <a:moveTo>
                  <a:pt x="8" y="27"/>
                </a:moveTo>
                <a:cubicBezTo>
                  <a:pt x="11" y="32"/>
                  <a:pt x="11" y="32"/>
                  <a:pt x="11" y="32"/>
                </a:cubicBezTo>
                <a:cubicBezTo>
                  <a:pt x="11" y="32"/>
                  <a:pt x="11" y="32"/>
                  <a:pt x="11" y="32"/>
                </a:cubicBezTo>
                <a:cubicBezTo>
                  <a:pt x="11" y="32"/>
                  <a:pt x="11" y="31"/>
                  <a:pt x="11" y="31"/>
                </a:cubicBezTo>
                <a:cubicBezTo>
                  <a:pt x="15" y="30"/>
                  <a:pt x="18" y="30"/>
                  <a:pt x="22" y="30"/>
                </a:cubicBezTo>
                <a:cubicBezTo>
                  <a:pt x="30" y="30"/>
                  <a:pt x="38" y="30"/>
                  <a:pt x="43" y="12"/>
                </a:cubicBezTo>
                <a:cubicBezTo>
                  <a:pt x="47" y="13"/>
                  <a:pt x="47" y="13"/>
                  <a:pt x="47" y="13"/>
                </a:cubicBezTo>
                <a:cubicBezTo>
                  <a:pt x="45" y="7"/>
                  <a:pt x="45" y="7"/>
                  <a:pt x="45" y="7"/>
                </a:cubicBezTo>
                <a:cubicBezTo>
                  <a:pt x="44" y="0"/>
                  <a:pt x="44" y="0"/>
                  <a:pt x="44" y="0"/>
                </a:cubicBezTo>
                <a:cubicBezTo>
                  <a:pt x="39" y="5"/>
                  <a:pt x="39" y="5"/>
                  <a:pt x="39" y="5"/>
                </a:cubicBezTo>
                <a:cubicBezTo>
                  <a:pt x="34" y="9"/>
                  <a:pt x="34" y="9"/>
                  <a:pt x="34" y="9"/>
                </a:cubicBezTo>
                <a:cubicBezTo>
                  <a:pt x="38" y="11"/>
                  <a:pt x="38" y="11"/>
                  <a:pt x="38" y="11"/>
                </a:cubicBezTo>
                <a:cubicBezTo>
                  <a:pt x="33" y="24"/>
                  <a:pt x="28" y="24"/>
                  <a:pt x="22" y="24"/>
                </a:cubicBezTo>
                <a:cubicBezTo>
                  <a:pt x="18" y="24"/>
                  <a:pt x="13" y="24"/>
                  <a:pt x="9" y="26"/>
                </a:cubicBezTo>
                <a:cubicBezTo>
                  <a:pt x="9" y="26"/>
                  <a:pt x="9" y="27"/>
                  <a:pt x="8" y="27"/>
                </a:cubicBezTo>
                <a:cubicBezTo>
                  <a:pt x="8" y="27"/>
                  <a:pt x="8" y="27"/>
                  <a:pt x="8" y="27"/>
                </a:cubicBezTo>
                <a:close/>
                <a:moveTo>
                  <a:pt x="40" y="52"/>
                </a:moveTo>
                <a:cubicBezTo>
                  <a:pt x="49" y="52"/>
                  <a:pt x="49" y="52"/>
                  <a:pt x="49" y="52"/>
                </a:cubicBezTo>
                <a:cubicBezTo>
                  <a:pt x="49" y="18"/>
                  <a:pt x="49" y="18"/>
                  <a:pt x="49" y="18"/>
                </a:cubicBezTo>
                <a:cubicBezTo>
                  <a:pt x="40" y="29"/>
                  <a:pt x="40" y="29"/>
                  <a:pt x="40" y="29"/>
                </a:cubicBezTo>
                <a:cubicBezTo>
                  <a:pt x="40" y="52"/>
                  <a:pt x="40" y="52"/>
                  <a:pt x="40" y="52"/>
                </a:cubicBezTo>
                <a:close/>
                <a:moveTo>
                  <a:pt x="26" y="52"/>
                </a:moveTo>
                <a:cubicBezTo>
                  <a:pt x="36" y="52"/>
                  <a:pt x="36" y="52"/>
                  <a:pt x="36" y="52"/>
                </a:cubicBezTo>
                <a:cubicBezTo>
                  <a:pt x="36" y="40"/>
                  <a:pt x="36" y="40"/>
                  <a:pt x="36" y="40"/>
                </a:cubicBezTo>
                <a:cubicBezTo>
                  <a:pt x="26" y="40"/>
                  <a:pt x="26" y="40"/>
                  <a:pt x="26" y="40"/>
                </a:cubicBezTo>
                <a:cubicBezTo>
                  <a:pt x="26" y="52"/>
                  <a:pt x="26" y="52"/>
                  <a:pt x="26" y="52"/>
                </a:cubicBezTo>
                <a:close/>
                <a:moveTo>
                  <a:pt x="13" y="52"/>
                </a:moveTo>
                <a:cubicBezTo>
                  <a:pt x="22" y="52"/>
                  <a:pt x="22" y="52"/>
                  <a:pt x="22" y="52"/>
                </a:cubicBezTo>
                <a:cubicBezTo>
                  <a:pt x="22" y="35"/>
                  <a:pt x="22" y="35"/>
                  <a:pt x="22" y="35"/>
                </a:cubicBezTo>
                <a:cubicBezTo>
                  <a:pt x="13" y="35"/>
                  <a:pt x="13" y="35"/>
                  <a:pt x="13" y="35"/>
                </a:cubicBezTo>
                <a:lnTo>
                  <a:pt x="13" y="5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77" name="Freeform 21">
            <a:extLst>
              <a:ext uri="{FF2B5EF4-FFF2-40B4-BE49-F238E27FC236}">
                <a16:creationId xmlns="" xmlns:a16="http://schemas.microsoft.com/office/drawing/2014/main" id="{37FFF37B-9E38-4D98-84DB-A8FAA8632DFD}"/>
              </a:ext>
            </a:extLst>
          </p:cNvPr>
          <p:cNvSpPr>
            <a:spLocks noEditPoints="1"/>
          </p:cNvSpPr>
          <p:nvPr/>
        </p:nvSpPr>
        <p:spPr bwMode="auto">
          <a:xfrm>
            <a:off x="3090937" y="4161110"/>
            <a:ext cx="482600" cy="642938"/>
          </a:xfrm>
          <a:custGeom>
            <a:avLst/>
            <a:gdLst>
              <a:gd name="T0" fmla="*/ 2147483646 w 47"/>
              <a:gd name="T1" fmla="*/ 2147483646 h 63"/>
              <a:gd name="T2" fmla="*/ 2147483646 w 47"/>
              <a:gd name="T3" fmla="*/ 2147483646 h 63"/>
              <a:gd name="T4" fmla="*/ 2147483646 w 47"/>
              <a:gd name="T5" fmla="*/ 2147483646 h 63"/>
              <a:gd name="T6" fmla="*/ 2147483646 w 47"/>
              <a:gd name="T7" fmla="*/ 2147483646 h 63"/>
              <a:gd name="T8" fmla="*/ 2147483646 w 47"/>
              <a:gd name="T9" fmla="*/ 2147483646 h 63"/>
              <a:gd name="T10" fmla="*/ 2147483646 w 47"/>
              <a:gd name="T11" fmla="*/ 2147483646 h 63"/>
              <a:gd name="T12" fmla="*/ 2147483646 w 47"/>
              <a:gd name="T13" fmla="*/ 2147483646 h 63"/>
              <a:gd name="T14" fmla="*/ 2147483646 w 47"/>
              <a:gd name="T15" fmla="*/ 2147483646 h 63"/>
              <a:gd name="T16" fmla="*/ 2147483646 w 47"/>
              <a:gd name="T17" fmla="*/ 2147483646 h 63"/>
              <a:gd name="T18" fmla="*/ 2147483646 w 47"/>
              <a:gd name="T19" fmla="*/ 2147483646 h 63"/>
              <a:gd name="T20" fmla="*/ 2147483646 w 47"/>
              <a:gd name="T21" fmla="*/ 2147483646 h 63"/>
              <a:gd name="T22" fmla="*/ 2147483646 w 47"/>
              <a:gd name="T23" fmla="*/ 2147483646 h 63"/>
              <a:gd name="T24" fmla="*/ 2147483646 w 47"/>
              <a:gd name="T25" fmla="*/ 2147483646 h 63"/>
              <a:gd name="T26" fmla="*/ 2147483646 w 47"/>
              <a:gd name="T27" fmla="*/ 2147483646 h 63"/>
              <a:gd name="T28" fmla="*/ 2147483646 w 47"/>
              <a:gd name="T29" fmla="*/ 2147483646 h 63"/>
              <a:gd name="T30" fmla="*/ 2147483646 w 47"/>
              <a:gd name="T31" fmla="*/ 2147483646 h 63"/>
              <a:gd name="T32" fmla="*/ 2147483646 w 47"/>
              <a:gd name="T33" fmla="*/ 2147483646 h 63"/>
              <a:gd name="T34" fmla="*/ 2147483646 w 47"/>
              <a:gd name="T35" fmla="*/ 2147483646 h 63"/>
              <a:gd name="T36" fmla="*/ 2147483646 w 47"/>
              <a:gd name="T37" fmla="*/ 2147483646 h 63"/>
              <a:gd name="T38" fmla="*/ 2147483646 w 47"/>
              <a:gd name="T39" fmla="*/ 2147483646 h 63"/>
              <a:gd name="T40" fmla="*/ 2147483646 w 47"/>
              <a:gd name="T41" fmla="*/ 2147483646 h 63"/>
              <a:gd name="T42" fmla="*/ 2147483646 w 47"/>
              <a:gd name="T43" fmla="*/ 0 h 63"/>
              <a:gd name="T44" fmla="*/ 2147483646 w 47"/>
              <a:gd name="T45" fmla="*/ 2147483646 h 63"/>
              <a:gd name="T46" fmla="*/ 2147483646 w 47"/>
              <a:gd name="T47" fmla="*/ 2147483646 h 63"/>
              <a:gd name="T48" fmla="*/ 2147483646 w 47"/>
              <a:gd name="T49" fmla="*/ 2147483646 h 63"/>
              <a:gd name="T50" fmla="*/ 2147483646 w 47"/>
              <a:gd name="T51" fmla="*/ 2147483646 h 63"/>
              <a:gd name="T52" fmla="*/ 2147483646 w 47"/>
              <a:gd name="T53" fmla="*/ 2147483646 h 63"/>
              <a:gd name="T54" fmla="*/ 2147483646 w 47"/>
              <a:gd name="T55" fmla="*/ 2147483646 h 63"/>
              <a:gd name="T56" fmla="*/ 2147483646 w 47"/>
              <a:gd name="T57" fmla="*/ 2147483646 h 63"/>
              <a:gd name="T58" fmla="*/ 2147483646 w 47"/>
              <a:gd name="T59" fmla="*/ 2147483646 h 63"/>
              <a:gd name="T60" fmla="*/ 2147483646 w 47"/>
              <a:gd name="T61" fmla="*/ 2147483646 h 63"/>
              <a:gd name="T62" fmla="*/ 2147483646 w 47"/>
              <a:gd name="T63" fmla="*/ 2147483646 h 63"/>
              <a:gd name="T64" fmla="*/ 2147483646 w 47"/>
              <a:gd name="T65" fmla="*/ 2147483646 h 63"/>
              <a:gd name="T66" fmla="*/ 2147483646 w 47"/>
              <a:gd name="T67" fmla="*/ 2147483646 h 63"/>
              <a:gd name="T68" fmla="*/ 2147483646 w 47"/>
              <a:gd name="T69" fmla="*/ 2147483646 h 63"/>
              <a:gd name="T70" fmla="*/ 2147483646 w 47"/>
              <a:gd name="T71" fmla="*/ 2147483646 h 63"/>
              <a:gd name="T72" fmla="*/ 2147483646 w 47"/>
              <a:gd name="T73" fmla="*/ 2147483646 h 63"/>
              <a:gd name="T74" fmla="*/ 2147483646 w 47"/>
              <a:gd name="T75" fmla="*/ 2147483646 h 63"/>
              <a:gd name="T76" fmla="*/ 0 w 47"/>
              <a:gd name="T77" fmla="*/ 2147483646 h 63"/>
              <a:gd name="T78" fmla="*/ 2147483646 w 47"/>
              <a:gd name="T79" fmla="*/ 2147483646 h 63"/>
              <a:gd name="T80" fmla="*/ 2147483646 w 47"/>
              <a:gd name="T81" fmla="*/ 2147483646 h 63"/>
              <a:gd name="T82" fmla="*/ 2147483646 w 47"/>
              <a:gd name="T83" fmla="*/ 2147483646 h 63"/>
              <a:gd name="T84" fmla="*/ 2147483646 w 47"/>
              <a:gd name="T85" fmla="*/ 2147483646 h 63"/>
              <a:gd name="T86" fmla="*/ 2147483646 w 47"/>
              <a:gd name="T87" fmla="*/ 2147483646 h 63"/>
              <a:gd name="T88" fmla="*/ 2147483646 w 47"/>
              <a:gd name="T89" fmla="*/ 2147483646 h 63"/>
              <a:gd name="T90" fmla="*/ 2147483646 w 47"/>
              <a:gd name="T91" fmla="*/ 2147483646 h 63"/>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47" h="63">
                <a:moveTo>
                  <a:pt x="42" y="5"/>
                </a:moveTo>
                <a:cubicBezTo>
                  <a:pt x="42" y="5"/>
                  <a:pt x="42" y="5"/>
                  <a:pt x="42" y="5"/>
                </a:cubicBezTo>
                <a:cubicBezTo>
                  <a:pt x="45" y="8"/>
                  <a:pt x="47" y="12"/>
                  <a:pt x="47" y="16"/>
                </a:cubicBezTo>
                <a:cubicBezTo>
                  <a:pt x="47" y="20"/>
                  <a:pt x="45" y="24"/>
                  <a:pt x="42" y="27"/>
                </a:cubicBezTo>
                <a:cubicBezTo>
                  <a:pt x="32" y="37"/>
                  <a:pt x="32" y="37"/>
                  <a:pt x="32" y="37"/>
                </a:cubicBezTo>
                <a:cubicBezTo>
                  <a:pt x="29" y="41"/>
                  <a:pt x="25" y="42"/>
                  <a:pt x="21" y="42"/>
                </a:cubicBezTo>
                <a:cubicBezTo>
                  <a:pt x="19" y="42"/>
                  <a:pt x="16" y="42"/>
                  <a:pt x="14" y="41"/>
                </a:cubicBezTo>
                <a:cubicBezTo>
                  <a:pt x="22" y="33"/>
                  <a:pt x="22" y="33"/>
                  <a:pt x="22" y="33"/>
                </a:cubicBezTo>
                <a:cubicBezTo>
                  <a:pt x="23" y="33"/>
                  <a:pt x="25" y="33"/>
                  <a:pt x="26" y="31"/>
                </a:cubicBezTo>
                <a:cubicBezTo>
                  <a:pt x="36" y="21"/>
                  <a:pt x="36" y="21"/>
                  <a:pt x="36" y="21"/>
                </a:cubicBezTo>
                <a:cubicBezTo>
                  <a:pt x="38" y="20"/>
                  <a:pt x="38" y="18"/>
                  <a:pt x="38" y="16"/>
                </a:cubicBezTo>
                <a:cubicBezTo>
                  <a:pt x="38" y="14"/>
                  <a:pt x="38" y="12"/>
                  <a:pt x="36" y="11"/>
                </a:cubicBezTo>
                <a:cubicBezTo>
                  <a:pt x="36" y="11"/>
                  <a:pt x="36" y="11"/>
                  <a:pt x="36" y="11"/>
                </a:cubicBezTo>
                <a:cubicBezTo>
                  <a:pt x="35" y="9"/>
                  <a:pt x="33" y="9"/>
                  <a:pt x="31" y="9"/>
                </a:cubicBezTo>
                <a:cubicBezTo>
                  <a:pt x="29" y="9"/>
                  <a:pt x="27" y="9"/>
                  <a:pt x="26" y="11"/>
                </a:cubicBezTo>
                <a:cubicBezTo>
                  <a:pt x="16" y="21"/>
                  <a:pt x="16" y="21"/>
                  <a:pt x="16" y="21"/>
                </a:cubicBezTo>
                <a:cubicBezTo>
                  <a:pt x="15" y="21"/>
                  <a:pt x="15" y="21"/>
                  <a:pt x="15" y="22"/>
                </a:cubicBezTo>
                <a:cubicBezTo>
                  <a:pt x="5" y="31"/>
                  <a:pt x="5" y="31"/>
                  <a:pt x="5" y="31"/>
                </a:cubicBezTo>
                <a:cubicBezTo>
                  <a:pt x="5" y="29"/>
                  <a:pt x="5" y="28"/>
                  <a:pt x="5" y="26"/>
                </a:cubicBezTo>
                <a:cubicBezTo>
                  <a:pt x="5" y="22"/>
                  <a:pt x="6" y="18"/>
                  <a:pt x="9" y="15"/>
                </a:cubicBezTo>
                <a:cubicBezTo>
                  <a:pt x="19" y="5"/>
                  <a:pt x="19" y="5"/>
                  <a:pt x="19" y="5"/>
                </a:cubicBezTo>
                <a:cubicBezTo>
                  <a:pt x="23" y="1"/>
                  <a:pt x="27" y="0"/>
                  <a:pt x="31" y="0"/>
                </a:cubicBezTo>
                <a:cubicBezTo>
                  <a:pt x="35" y="0"/>
                  <a:pt x="39" y="1"/>
                  <a:pt x="42" y="5"/>
                </a:cubicBezTo>
                <a:close/>
                <a:moveTo>
                  <a:pt x="41" y="32"/>
                </a:moveTo>
                <a:cubicBezTo>
                  <a:pt x="31" y="42"/>
                  <a:pt x="31" y="42"/>
                  <a:pt x="31" y="42"/>
                </a:cubicBezTo>
                <a:cubicBezTo>
                  <a:pt x="23" y="50"/>
                  <a:pt x="23" y="50"/>
                  <a:pt x="23" y="50"/>
                </a:cubicBezTo>
                <a:cubicBezTo>
                  <a:pt x="21" y="52"/>
                  <a:pt x="21" y="52"/>
                  <a:pt x="21" y="52"/>
                </a:cubicBezTo>
                <a:cubicBezTo>
                  <a:pt x="20" y="53"/>
                  <a:pt x="18" y="54"/>
                  <a:pt x="16" y="54"/>
                </a:cubicBezTo>
                <a:cubicBezTo>
                  <a:pt x="14" y="54"/>
                  <a:pt x="12" y="53"/>
                  <a:pt x="11" y="52"/>
                </a:cubicBezTo>
                <a:cubicBezTo>
                  <a:pt x="11" y="52"/>
                  <a:pt x="11" y="52"/>
                  <a:pt x="11" y="52"/>
                </a:cubicBezTo>
                <a:cubicBezTo>
                  <a:pt x="9" y="51"/>
                  <a:pt x="8" y="49"/>
                  <a:pt x="8" y="47"/>
                </a:cubicBezTo>
                <a:cubicBezTo>
                  <a:pt x="8" y="45"/>
                  <a:pt x="9" y="43"/>
                  <a:pt x="11" y="41"/>
                </a:cubicBezTo>
                <a:cubicBezTo>
                  <a:pt x="21" y="31"/>
                  <a:pt x="21" y="31"/>
                  <a:pt x="21" y="31"/>
                </a:cubicBezTo>
                <a:cubicBezTo>
                  <a:pt x="22" y="30"/>
                  <a:pt x="23" y="30"/>
                  <a:pt x="25" y="29"/>
                </a:cubicBezTo>
                <a:cubicBezTo>
                  <a:pt x="32" y="22"/>
                  <a:pt x="32" y="22"/>
                  <a:pt x="32" y="22"/>
                </a:cubicBezTo>
                <a:cubicBezTo>
                  <a:pt x="30" y="21"/>
                  <a:pt x="28" y="21"/>
                  <a:pt x="26" y="21"/>
                </a:cubicBezTo>
                <a:cubicBezTo>
                  <a:pt x="22" y="21"/>
                  <a:pt x="18" y="22"/>
                  <a:pt x="14" y="25"/>
                </a:cubicBezTo>
                <a:cubicBezTo>
                  <a:pt x="4" y="35"/>
                  <a:pt x="4" y="35"/>
                  <a:pt x="4" y="35"/>
                </a:cubicBezTo>
                <a:cubicBezTo>
                  <a:pt x="1" y="38"/>
                  <a:pt x="0" y="43"/>
                  <a:pt x="0" y="47"/>
                </a:cubicBezTo>
                <a:cubicBezTo>
                  <a:pt x="0" y="51"/>
                  <a:pt x="1" y="55"/>
                  <a:pt x="4" y="58"/>
                </a:cubicBezTo>
                <a:cubicBezTo>
                  <a:pt x="4" y="58"/>
                  <a:pt x="4" y="58"/>
                  <a:pt x="4" y="58"/>
                </a:cubicBezTo>
                <a:cubicBezTo>
                  <a:pt x="8" y="61"/>
                  <a:pt x="12" y="63"/>
                  <a:pt x="16" y="63"/>
                </a:cubicBezTo>
                <a:cubicBezTo>
                  <a:pt x="20" y="63"/>
                  <a:pt x="24" y="61"/>
                  <a:pt x="27" y="58"/>
                </a:cubicBezTo>
                <a:cubicBezTo>
                  <a:pt x="37" y="48"/>
                  <a:pt x="37" y="48"/>
                  <a:pt x="37" y="48"/>
                </a:cubicBezTo>
                <a:cubicBezTo>
                  <a:pt x="41" y="45"/>
                  <a:pt x="42" y="41"/>
                  <a:pt x="42" y="37"/>
                </a:cubicBezTo>
                <a:cubicBezTo>
                  <a:pt x="42" y="35"/>
                  <a:pt x="42" y="33"/>
                  <a:pt x="41" y="3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78" name="Freeform 22">
            <a:extLst>
              <a:ext uri="{FF2B5EF4-FFF2-40B4-BE49-F238E27FC236}">
                <a16:creationId xmlns="" xmlns:a16="http://schemas.microsoft.com/office/drawing/2014/main" id="{4EE7C3A3-482C-415A-BAEC-84245EA4C274}"/>
              </a:ext>
            </a:extLst>
          </p:cNvPr>
          <p:cNvSpPr>
            <a:spLocks noEditPoints="1"/>
          </p:cNvSpPr>
          <p:nvPr/>
        </p:nvSpPr>
        <p:spPr bwMode="auto">
          <a:xfrm>
            <a:off x="5211837" y="4170635"/>
            <a:ext cx="584200" cy="633413"/>
          </a:xfrm>
          <a:custGeom>
            <a:avLst/>
            <a:gdLst>
              <a:gd name="T0" fmla="*/ 2147483646 w 57"/>
              <a:gd name="T1" fmla="*/ 2147483646 h 62"/>
              <a:gd name="T2" fmla="*/ 2147483646 w 57"/>
              <a:gd name="T3" fmla="*/ 2147483646 h 62"/>
              <a:gd name="T4" fmla="*/ 2147483646 w 57"/>
              <a:gd name="T5" fmla="*/ 0 h 62"/>
              <a:gd name="T6" fmla="*/ 2147483646 w 57"/>
              <a:gd name="T7" fmla="*/ 0 h 62"/>
              <a:gd name="T8" fmla="*/ 2147483646 w 57"/>
              <a:gd name="T9" fmla="*/ 0 h 62"/>
              <a:gd name="T10" fmla="*/ 2147483646 w 57"/>
              <a:gd name="T11" fmla="*/ 2147483646 h 62"/>
              <a:gd name="T12" fmla="*/ 2147483646 w 57"/>
              <a:gd name="T13" fmla="*/ 2147483646 h 62"/>
              <a:gd name="T14" fmla="*/ 2147483646 w 57"/>
              <a:gd name="T15" fmla="*/ 2147483646 h 62"/>
              <a:gd name="T16" fmla="*/ 2147483646 w 57"/>
              <a:gd name="T17" fmla="*/ 2147483646 h 62"/>
              <a:gd name="T18" fmla="*/ 2147483646 w 57"/>
              <a:gd name="T19" fmla="*/ 2147483646 h 62"/>
              <a:gd name="T20" fmla="*/ 2147483646 w 57"/>
              <a:gd name="T21" fmla="*/ 2147483646 h 62"/>
              <a:gd name="T22" fmla="*/ 2147483646 w 57"/>
              <a:gd name="T23" fmla="*/ 2147483646 h 62"/>
              <a:gd name="T24" fmla="*/ 2147483646 w 57"/>
              <a:gd name="T25" fmla="*/ 2147483646 h 62"/>
              <a:gd name="T26" fmla="*/ 2147483646 w 57"/>
              <a:gd name="T27" fmla="*/ 2147483646 h 62"/>
              <a:gd name="T28" fmla="*/ 0 w 57"/>
              <a:gd name="T29" fmla="*/ 2147483646 h 62"/>
              <a:gd name="T30" fmla="*/ 0 w 57"/>
              <a:gd name="T31" fmla="*/ 2147483646 h 62"/>
              <a:gd name="T32" fmla="*/ 2147483646 w 57"/>
              <a:gd name="T33" fmla="*/ 2147483646 h 62"/>
              <a:gd name="T34" fmla="*/ 2147483646 w 57"/>
              <a:gd name="T35" fmla="*/ 2147483646 h 62"/>
              <a:gd name="T36" fmla="*/ 2147483646 w 57"/>
              <a:gd name="T37" fmla="*/ 2147483646 h 62"/>
              <a:gd name="T38" fmla="*/ 2147483646 w 57"/>
              <a:gd name="T39" fmla="*/ 2147483646 h 62"/>
              <a:gd name="T40" fmla="*/ 2147483646 w 57"/>
              <a:gd name="T41" fmla="*/ 2147483646 h 62"/>
              <a:gd name="T42" fmla="*/ 2147483646 w 57"/>
              <a:gd name="T43" fmla="*/ 2147483646 h 62"/>
              <a:gd name="T44" fmla="*/ 2147483646 w 57"/>
              <a:gd name="T45" fmla="*/ 2147483646 h 62"/>
              <a:gd name="T46" fmla="*/ 2147483646 w 57"/>
              <a:gd name="T47" fmla="*/ 2147483646 h 62"/>
              <a:gd name="T48" fmla="*/ 2147483646 w 57"/>
              <a:gd name="T49" fmla="*/ 2147483646 h 62"/>
              <a:gd name="T50" fmla="*/ 2147483646 w 57"/>
              <a:gd name="T51" fmla="*/ 2147483646 h 62"/>
              <a:gd name="T52" fmla="*/ 2147483646 w 57"/>
              <a:gd name="T53" fmla="*/ 2147483646 h 62"/>
              <a:gd name="T54" fmla="*/ 2147483646 w 57"/>
              <a:gd name="T55" fmla="*/ 2147483646 h 62"/>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57" h="62">
                <a:moveTo>
                  <a:pt x="4" y="4"/>
                </a:moveTo>
                <a:cubicBezTo>
                  <a:pt x="7" y="4"/>
                  <a:pt x="11" y="4"/>
                  <a:pt x="15" y="3"/>
                </a:cubicBezTo>
                <a:cubicBezTo>
                  <a:pt x="19" y="3"/>
                  <a:pt x="23" y="2"/>
                  <a:pt x="27" y="0"/>
                </a:cubicBezTo>
                <a:cubicBezTo>
                  <a:pt x="29" y="0"/>
                  <a:pt x="29" y="0"/>
                  <a:pt x="29" y="0"/>
                </a:cubicBezTo>
                <a:cubicBezTo>
                  <a:pt x="30" y="0"/>
                  <a:pt x="30" y="0"/>
                  <a:pt x="30" y="0"/>
                </a:cubicBezTo>
                <a:cubicBezTo>
                  <a:pt x="34" y="2"/>
                  <a:pt x="38" y="3"/>
                  <a:pt x="42" y="3"/>
                </a:cubicBezTo>
                <a:cubicBezTo>
                  <a:pt x="46" y="4"/>
                  <a:pt x="50" y="4"/>
                  <a:pt x="53" y="4"/>
                </a:cubicBezTo>
                <a:cubicBezTo>
                  <a:pt x="57" y="3"/>
                  <a:pt x="57" y="3"/>
                  <a:pt x="57" y="3"/>
                </a:cubicBezTo>
                <a:cubicBezTo>
                  <a:pt x="57" y="7"/>
                  <a:pt x="57" y="7"/>
                  <a:pt x="57" y="7"/>
                </a:cubicBezTo>
                <a:cubicBezTo>
                  <a:pt x="57" y="26"/>
                  <a:pt x="54" y="38"/>
                  <a:pt x="49" y="47"/>
                </a:cubicBezTo>
                <a:cubicBezTo>
                  <a:pt x="44" y="55"/>
                  <a:pt x="37" y="60"/>
                  <a:pt x="29" y="62"/>
                </a:cubicBezTo>
                <a:cubicBezTo>
                  <a:pt x="29" y="62"/>
                  <a:pt x="29" y="62"/>
                  <a:pt x="29" y="62"/>
                </a:cubicBezTo>
                <a:cubicBezTo>
                  <a:pt x="28" y="62"/>
                  <a:pt x="28" y="62"/>
                  <a:pt x="28" y="62"/>
                </a:cubicBezTo>
                <a:cubicBezTo>
                  <a:pt x="20" y="60"/>
                  <a:pt x="13" y="55"/>
                  <a:pt x="8" y="47"/>
                </a:cubicBezTo>
                <a:cubicBezTo>
                  <a:pt x="3" y="38"/>
                  <a:pt x="0" y="26"/>
                  <a:pt x="0" y="7"/>
                </a:cubicBezTo>
                <a:cubicBezTo>
                  <a:pt x="0" y="3"/>
                  <a:pt x="0" y="3"/>
                  <a:pt x="0" y="3"/>
                </a:cubicBezTo>
                <a:cubicBezTo>
                  <a:pt x="4" y="4"/>
                  <a:pt x="4" y="4"/>
                  <a:pt x="4" y="4"/>
                </a:cubicBezTo>
                <a:close/>
                <a:moveTo>
                  <a:pt x="29" y="31"/>
                </a:moveTo>
                <a:cubicBezTo>
                  <a:pt x="48" y="31"/>
                  <a:pt x="48" y="31"/>
                  <a:pt x="48" y="31"/>
                </a:cubicBezTo>
                <a:cubicBezTo>
                  <a:pt x="49" y="26"/>
                  <a:pt x="50" y="19"/>
                  <a:pt x="50" y="12"/>
                </a:cubicBezTo>
                <a:cubicBezTo>
                  <a:pt x="47" y="12"/>
                  <a:pt x="44" y="12"/>
                  <a:pt x="41" y="11"/>
                </a:cubicBezTo>
                <a:cubicBezTo>
                  <a:pt x="37" y="11"/>
                  <a:pt x="33" y="9"/>
                  <a:pt x="29" y="8"/>
                </a:cubicBezTo>
                <a:cubicBezTo>
                  <a:pt x="29" y="31"/>
                  <a:pt x="29" y="31"/>
                  <a:pt x="29" y="31"/>
                </a:cubicBezTo>
                <a:close/>
                <a:moveTo>
                  <a:pt x="29" y="54"/>
                </a:moveTo>
                <a:cubicBezTo>
                  <a:pt x="29" y="31"/>
                  <a:pt x="29" y="31"/>
                  <a:pt x="29" y="31"/>
                </a:cubicBezTo>
                <a:cubicBezTo>
                  <a:pt x="9" y="31"/>
                  <a:pt x="9" y="31"/>
                  <a:pt x="9" y="31"/>
                </a:cubicBezTo>
                <a:cubicBezTo>
                  <a:pt x="10" y="36"/>
                  <a:pt x="12" y="40"/>
                  <a:pt x="14" y="43"/>
                </a:cubicBezTo>
                <a:cubicBezTo>
                  <a:pt x="17" y="49"/>
                  <a:pt x="23" y="52"/>
                  <a:pt x="29" y="5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79" name="Freeform 23">
            <a:extLst>
              <a:ext uri="{FF2B5EF4-FFF2-40B4-BE49-F238E27FC236}">
                <a16:creationId xmlns="" xmlns:a16="http://schemas.microsoft.com/office/drawing/2014/main" id="{536A563A-DF7E-428E-AB80-3336A2455663}"/>
              </a:ext>
            </a:extLst>
          </p:cNvPr>
          <p:cNvSpPr>
            <a:spLocks/>
          </p:cNvSpPr>
          <p:nvPr/>
        </p:nvSpPr>
        <p:spPr bwMode="auto">
          <a:xfrm>
            <a:off x="4146624" y="4181748"/>
            <a:ext cx="563563" cy="573087"/>
          </a:xfrm>
          <a:custGeom>
            <a:avLst/>
            <a:gdLst>
              <a:gd name="T0" fmla="*/ 2147483646 w 55"/>
              <a:gd name="T1" fmla="*/ 2147483646 h 56"/>
              <a:gd name="T2" fmla="*/ 2147483646 w 55"/>
              <a:gd name="T3" fmla="*/ 2147483646 h 56"/>
              <a:gd name="T4" fmla="*/ 2147483646 w 55"/>
              <a:gd name="T5" fmla="*/ 2147483646 h 56"/>
              <a:gd name="T6" fmla="*/ 2147483646 w 55"/>
              <a:gd name="T7" fmla="*/ 2147483646 h 56"/>
              <a:gd name="T8" fmla="*/ 2147483646 w 55"/>
              <a:gd name="T9" fmla="*/ 2147483646 h 56"/>
              <a:gd name="T10" fmla="*/ 2147483646 w 55"/>
              <a:gd name="T11" fmla="*/ 2147483646 h 56"/>
              <a:gd name="T12" fmla="*/ 2147483646 w 55"/>
              <a:gd name="T13" fmla="*/ 2147483646 h 56"/>
              <a:gd name="T14" fmla="*/ 2147483646 w 55"/>
              <a:gd name="T15" fmla="*/ 2147483646 h 56"/>
              <a:gd name="T16" fmla="*/ 2147483646 w 55"/>
              <a:gd name="T17" fmla="*/ 2147483646 h 56"/>
              <a:gd name="T18" fmla="*/ 2147483646 w 55"/>
              <a:gd name="T19" fmla="*/ 2147483646 h 56"/>
              <a:gd name="T20" fmla="*/ 2147483646 w 55"/>
              <a:gd name="T21" fmla="*/ 2147483646 h 56"/>
              <a:gd name="T22" fmla="*/ 2147483646 w 55"/>
              <a:gd name="T23" fmla="*/ 2147483646 h 56"/>
              <a:gd name="T24" fmla="*/ 2147483646 w 55"/>
              <a:gd name="T25" fmla="*/ 2147483646 h 56"/>
              <a:gd name="T26" fmla="*/ 2147483646 w 55"/>
              <a:gd name="T27" fmla="*/ 2147483646 h 56"/>
              <a:gd name="T28" fmla="*/ 2147483646 w 55"/>
              <a:gd name="T29" fmla="*/ 2147483646 h 56"/>
              <a:gd name="T30" fmla="*/ 0 w 55"/>
              <a:gd name="T31" fmla="*/ 2147483646 h 56"/>
              <a:gd name="T32" fmla="*/ 0 w 55"/>
              <a:gd name="T33" fmla="*/ 2147483646 h 56"/>
              <a:gd name="T34" fmla="*/ 2147483646 w 55"/>
              <a:gd name="T35" fmla="*/ 2147483646 h 56"/>
              <a:gd name="T36" fmla="*/ 2147483646 w 55"/>
              <a:gd name="T37" fmla="*/ 2147483646 h 56"/>
              <a:gd name="T38" fmla="*/ 2147483646 w 55"/>
              <a:gd name="T39" fmla="*/ 2147483646 h 56"/>
              <a:gd name="T40" fmla="*/ 2147483646 w 55"/>
              <a:gd name="T41" fmla="*/ 0 h 56"/>
              <a:gd name="T42" fmla="*/ 2147483646 w 55"/>
              <a:gd name="T43" fmla="*/ 2147483646 h 56"/>
              <a:gd name="T44" fmla="*/ 2147483646 w 55"/>
              <a:gd name="T45" fmla="*/ 2147483646 h 5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55" h="56">
                <a:moveTo>
                  <a:pt x="53" y="20"/>
                </a:moveTo>
                <a:cubicBezTo>
                  <a:pt x="54" y="28"/>
                  <a:pt x="54" y="28"/>
                  <a:pt x="54" y="28"/>
                </a:cubicBezTo>
                <a:cubicBezTo>
                  <a:pt x="52" y="30"/>
                  <a:pt x="52" y="30"/>
                  <a:pt x="52" y="30"/>
                </a:cubicBezTo>
                <a:cubicBezTo>
                  <a:pt x="55" y="33"/>
                  <a:pt x="55" y="33"/>
                  <a:pt x="55" y="33"/>
                </a:cubicBezTo>
                <a:cubicBezTo>
                  <a:pt x="54" y="37"/>
                  <a:pt x="54" y="37"/>
                  <a:pt x="54" y="37"/>
                </a:cubicBezTo>
                <a:cubicBezTo>
                  <a:pt x="52" y="38"/>
                  <a:pt x="52" y="38"/>
                  <a:pt x="52" y="38"/>
                </a:cubicBezTo>
                <a:cubicBezTo>
                  <a:pt x="53" y="40"/>
                  <a:pt x="53" y="40"/>
                  <a:pt x="53" y="40"/>
                </a:cubicBezTo>
                <a:cubicBezTo>
                  <a:pt x="52" y="45"/>
                  <a:pt x="52" y="45"/>
                  <a:pt x="52" y="45"/>
                </a:cubicBezTo>
                <a:cubicBezTo>
                  <a:pt x="50" y="46"/>
                  <a:pt x="50" y="46"/>
                  <a:pt x="50" y="46"/>
                </a:cubicBezTo>
                <a:cubicBezTo>
                  <a:pt x="52" y="48"/>
                  <a:pt x="52" y="48"/>
                  <a:pt x="52" y="48"/>
                </a:cubicBezTo>
                <a:cubicBezTo>
                  <a:pt x="51" y="54"/>
                  <a:pt x="51" y="54"/>
                  <a:pt x="51" y="54"/>
                </a:cubicBezTo>
                <a:cubicBezTo>
                  <a:pt x="47" y="56"/>
                  <a:pt x="47" y="56"/>
                  <a:pt x="47" y="56"/>
                </a:cubicBezTo>
                <a:cubicBezTo>
                  <a:pt x="20" y="49"/>
                  <a:pt x="20" y="49"/>
                  <a:pt x="20" y="49"/>
                </a:cubicBezTo>
                <a:cubicBezTo>
                  <a:pt x="13" y="48"/>
                  <a:pt x="13" y="48"/>
                  <a:pt x="13" y="48"/>
                </a:cubicBezTo>
                <a:cubicBezTo>
                  <a:pt x="13" y="52"/>
                  <a:pt x="13" y="52"/>
                  <a:pt x="13" y="52"/>
                </a:cubicBezTo>
                <a:cubicBezTo>
                  <a:pt x="0" y="52"/>
                  <a:pt x="0" y="52"/>
                  <a:pt x="0" y="52"/>
                </a:cubicBezTo>
                <a:cubicBezTo>
                  <a:pt x="0" y="17"/>
                  <a:pt x="0" y="17"/>
                  <a:pt x="0" y="17"/>
                </a:cubicBezTo>
                <a:cubicBezTo>
                  <a:pt x="13" y="17"/>
                  <a:pt x="13" y="17"/>
                  <a:pt x="13" y="17"/>
                </a:cubicBezTo>
                <a:cubicBezTo>
                  <a:pt x="13" y="23"/>
                  <a:pt x="13" y="23"/>
                  <a:pt x="13" y="23"/>
                </a:cubicBezTo>
                <a:cubicBezTo>
                  <a:pt x="18" y="22"/>
                  <a:pt x="18" y="22"/>
                  <a:pt x="18" y="22"/>
                </a:cubicBezTo>
                <a:cubicBezTo>
                  <a:pt x="40" y="0"/>
                  <a:pt x="40" y="0"/>
                  <a:pt x="40" y="0"/>
                </a:cubicBezTo>
                <a:cubicBezTo>
                  <a:pt x="51" y="8"/>
                  <a:pt x="41" y="15"/>
                  <a:pt x="34" y="21"/>
                </a:cubicBezTo>
                <a:lnTo>
                  <a:pt x="53" y="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80" name="Freeform 24">
            <a:extLst>
              <a:ext uri="{FF2B5EF4-FFF2-40B4-BE49-F238E27FC236}">
                <a16:creationId xmlns="" xmlns:a16="http://schemas.microsoft.com/office/drawing/2014/main" id="{4A962C8D-1A8B-4E7D-AF27-F5E2FF8DAA17}"/>
              </a:ext>
            </a:extLst>
          </p:cNvPr>
          <p:cNvSpPr>
            <a:spLocks noEditPoints="1"/>
          </p:cNvSpPr>
          <p:nvPr/>
        </p:nvSpPr>
        <p:spPr bwMode="auto">
          <a:xfrm>
            <a:off x="6319912" y="4108723"/>
            <a:ext cx="531812" cy="706437"/>
          </a:xfrm>
          <a:custGeom>
            <a:avLst/>
            <a:gdLst>
              <a:gd name="T0" fmla="*/ 2147483646 w 52"/>
              <a:gd name="T1" fmla="*/ 2147483646 h 69"/>
              <a:gd name="T2" fmla="*/ 2147483646 w 52"/>
              <a:gd name="T3" fmla="*/ 2147483646 h 69"/>
              <a:gd name="T4" fmla="*/ 2147483646 w 52"/>
              <a:gd name="T5" fmla="*/ 2147483646 h 69"/>
              <a:gd name="T6" fmla="*/ 2147483646 w 52"/>
              <a:gd name="T7" fmla="*/ 2147483646 h 69"/>
              <a:gd name="T8" fmla="*/ 2147483646 w 52"/>
              <a:gd name="T9" fmla="*/ 2147483646 h 69"/>
              <a:gd name="T10" fmla="*/ 2147483646 w 52"/>
              <a:gd name="T11" fmla="*/ 2147483646 h 69"/>
              <a:gd name="T12" fmla="*/ 0 w 52"/>
              <a:gd name="T13" fmla="*/ 2147483646 h 69"/>
              <a:gd name="T14" fmla="*/ 2147483646 w 52"/>
              <a:gd name="T15" fmla="*/ 2147483646 h 69"/>
              <a:gd name="T16" fmla="*/ 2147483646 w 52"/>
              <a:gd name="T17" fmla="*/ 2147483646 h 69"/>
              <a:gd name="T18" fmla="*/ 2147483646 w 52"/>
              <a:gd name="T19" fmla="*/ 2147483646 h 69"/>
              <a:gd name="T20" fmla="*/ 2147483646 w 52"/>
              <a:gd name="T21" fmla="*/ 2147483646 h 69"/>
              <a:gd name="T22" fmla="*/ 2147483646 w 52"/>
              <a:gd name="T23" fmla="*/ 2147483646 h 69"/>
              <a:gd name="T24" fmla="*/ 2147483646 w 52"/>
              <a:gd name="T25" fmla="*/ 2147483646 h 69"/>
              <a:gd name="T26" fmla="*/ 2147483646 w 52"/>
              <a:gd name="T27" fmla="*/ 2147483646 h 69"/>
              <a:gd name="T28" fmla="*/ 2147483646 w 52"/>
              <a:gd name="T29" fmla="*/ 2147483646 h 69"/>
              <a:gd name="T30" fmla="*/ 2147483646 w 52"/>
              <a:gd name="T31" fmla="*/ 2147483646 h 69"/>
              <a:gd name="T32" fmla="*/ 2147483646 w 52"/>
              <a:gd name="T33" fmla="*/ 2147483646 h 69"/>
              <a:gd name="T34" fmla="*/ 2147483646 w 52"/>
              <a:gd name="T35" fmla="*/ 2147483646 h 69"/>
              <a:gd name="T36" fmla="*/ 2147483646 w 52"/>
              <a:gd name="T37" fmla="*/ 2147483646 h 69"/>
              <a:gd name="T38" fmla="*/ 2147483646 w 52"/>
              <a:gd name="T39" fmla="*/ 2147483646 h 69"/>
              <a:gd name="T40" fmla="*/ 2147483646 w 52"/>
              <a:gd name="T41" fmla="*/ 2147483646 h 69"/>
              <a:gd name="T42" fmla="*/ 2147483646 w 52"/>
              <a:gd name="T43" fmla="*/ 2147483646 h 69"/>
              <a:gd name="T44" fmla="*/ 2147483646 w 52"/>
              <a:gd name="T45" fmla="*/ 2147483646 h 69"/>
              <a:gd name="T46" fmla="*/ 2147483646 w 52"/>
              <a:gd name="T47" fmla="*/ 2147483646 h 69"/>
              <a:gd name="T48" fmla="*/ 2147483646 w 52"/>
              <a:gd name="T49" fmla="*/ 2147483646 h 69"/>
              <a:gd name="T50" fmla="*/ 2147483646 w 52"/>
              <a:gd name="T51" fmla="*/ 2147483646 h 69"/>
              <a:gd name="T52" fmla="*/ 2147483646 w 52"/>
              <a:gd name="T53" fmla="*/ 2147483646 h 69"/>
              <a:gd name="T54" fmla="*/ 2147483646 w 52"/>
              <a:gd name="T55" fmla="*/ 2147483646 h 69"/>
              <a:gd name="T56" fmla="*/ 2147483646 w 52"/>
              <a:gd name="T57" fmla="*/ 2147483646 h 69"/>
              <a:gd name="T58" fmla="*/ 2147483646 w 52"/>
              <a:gd name="T59" fmla="*/ 2147483646 h 69"/>
              <a:gd name="T60" fmla="*/ 2147483646 w 52"/>
              <a:gd name="T61" fmla="*/ 2147483646 h 69"/>
              <a:gd name="T62" fmla="*/ 2147483646 w 52"/>
              <a:gd name="T63" fmla="*/ 2147483646 h 69"/>
              <a:gd name="T64" fmla="*/ 2147483646 w 52"/>
              <a:gd name="T65" fmla="*/ 2147483646 h 69"/>
              <a:gd name="T66" fmla="*/ 2147483646 w 52"/>
              <a:gd name="T67" fmla="*/ 2147483646 h 69"/>
              <a:gd name="T68" fmla="*/ 2147483646 w 52"/>
              <a:gd name="T69" fmla="*/ 2147483646 h 69"/>
              <a:gd name="T70" fmla="*/ 2147483646 w 52"/>
              <a:gd name="T71" fmla="*/ 2147483646 h 69"/>
              <a:gd name="T72" fmla="*/ 2147483646 w 52"/>
              <a:gd name="T73" fmla="*/ 2147483646 h 69"/>
              <a:gd name="T74" fmla="*/ 2147483646 w 52"/>
              <a:gd name="T75" fmla="*/ 2147483646 h 6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52" h="69">
                <a:moveTo>
                  <a:pt x="14" y="23"/>
                </a:moveTo>
                <a:cubicBezTo>
                  <a:pt x="16" y="31"/>
                  <a:pt x="18" y="39"/>
                  <a:pt x="26" y="41"/>
                </a:cubicBezTo>
                <a:cubicBezTo>
                  <a:pt x="26" y="41"/>
                  <a:pt x="26" y="41"/>
                  <a:pt x="26" y="41"/>
                </a:cubicBezTo>
                <a:cubicBezTo>
                  <a:pt x="27" y="41"/>
                  <a:pt x="26" y="41"/>
                  <a:pt x="27" y="41"/>
                </a:cubicBezTo>
                <a:cubicBezTo>
                  <a:pt x="27" y="41"/>
                  <a:pt x="27" y="41"/>
                  <a:pt x="27" y="41"/>
                </a:cubicBezTo>
                <a:cubicBezTo>
                  <a:pt x="33" y="38"/>
                  <a:pt x="36" y="32"/>
                  <a:pt x="37" y="25"/>
                </a:cubicBezTo>
                <a:cubicBezTo>
                  <a:pt x="36" y="20"/>
                  <a:pt x="36" y="20"/>
                  <a:pt x="36" y="20"/>
                </a:cubicBezTo>
                <a:cubicBezTo>
                  <a:pt x="33" y="21"/>
                  <a:pt x="21" y="23"/>
                  <a:pt x="16" y="18"/>
                </a:cubicBezTo>
                <a:cubicBezTo>
                  <a:pt x="15" y="20"/>
                  <a:pt x="15" y="21"/>
                  <a:pt x="14" y="23"/>
                </a:cubicBezTo>
                <a:close/>
                <a:moveTo>
                  <a:pt x="13" y="46"/>
                </a:moveTo>
                <a:cubicBezTo>
                  <a:pt x="19" y="55"/>
                  <a:pt x="32" y="55"/>
                  <a:pt x="38" y="46"/>
                </a:cubicBezTo>
                <a:cubicBezTo>
                  <a:pt x="43" y="47"/>
                  <a:pt x="47" y="49"/>
                  <a:pt x="51" y="52"/>
                </a:cubicBezTo>
                <a:cubicBezTo>
                  <a:pt x="51" y="55"/>
                  <a:pt x="52" y="59"/>
                  <a:pt x="52" y="63"/>
                </a:cubicBezTo>
                <a:cubicBezTo>
                  <a:pt x="37" y="69"/>
                  <a:pt x="15" y="69"/>
                  <a:pt x="0" y="63"/>
                </a:cubicBezTo>
                <a:cubicBezTo>
                  <a:pt x="0" y="59"/>
                  <a:pt x="0" y="55"/>
                  <a:pt x="1" y="52"/>
                </a:cubicBezTo>
                <a:cubicBezTo>
                  <a:pt x="4" y="49"/>
                  <a:pt x="9" y="47"/>
                  <a:pt x="13" y="46"/>
                </a:cubicBezTo>
                <a:close/>
                <a:moveTo>
                  <a:pt x="24" y="35"/>
                </a:moveTo>
                <a:cubicBezTo>
                  <a:pt x="24" y="36"/>
                  <a:pt x="25" y="36"/>
                  <a:pt x="26" y="36"/>
                </a:cubicBezTo>
                <a:cubicBezTo>
                  <a:pt x="27" y="36"/>
                  <a:pt x="28" y="35"/>
                  <a:pt x="29" y="35"/>
                </a:cubicBezTo>
                <a:cubicBezTo>
                  <a:pt x="29" y="35"/>
                  <a:pt x="29" y="35"/>
                  <a:pt x="29" y="35"/>
                </a:cubicBezTo>
                <a:cubicBezTo>
                  <a:pt x="28" y="36"/>
                  <a:pt x="27" y="37"/>
                  <a:pt x="26" y="37"/>
                </a:cubicBezTo>
                <a:cubicBezTo>
                  <a:pt x="25" y="37"/>
                  <a:pt x="24" y="36"/>
                  <a:pt x="23" y="35"/>
                </a:cubicBezTo>
                <a:cubicBezTo>
                  <a:pt x="24" y="35"/>
                  <a:pt x="24" y="35"/>
                  <a:pt x="24" y="35"/>
                </a:cubicBezTo>
                <a:close/>
                <a:moveTo>
                  <a:pt x="29" y="25"/>
                </a:moveTo>
                <a:cubicBezTo>
                  <a:pt x="33" y="25"/>
                  <a:pt x="33" y="25"/>
                  <a:pt x="33" y="25"/>
                </a:cubicBezTo>
                <a:cubicBezTo>
                  <a:pt x="33" y="26"/>
                  <a:pt x="33" y="26"/>
                  <a:pt x="33" y="26"/>
                </a:cubicBezTo>
                <a:cubicBezTo>
                  <a:pt x="33" y="27"/>
                  <a:pt x="32" y="28"/>
                  <a:pt x="31" y="28"/>
                </a:cubicBezTo>
                <a:cubicBezTo>
                  <a:pt x="30" y="28"/>
                  <a:pt x="29" y="27"/>
                  <a:pt x="29" y="26"/>
                </a:cubicBezTo>
                <a:cubicBezTo>
                  <a:pt x="29" y="26"/>
                  <a:pt x="29" y="26"/>
                  <a:pt x="29" y="25"/>
                </a:cubicBezTo>
                <a:close/>
                <a:moveTo>
                  <a:pt x="34" y="25"/>
                </a:moveTo>
                <a:cubicBezTo>
                  <a:pt x="33" y="24"/>
                  <a:pt x="32" y="24"/>
                  <a:pt x="31" y="24"/>
                </a:cubicBezTo>
                <a:cubicBezTo>
                  <a:pt x="30" y="24"/>
                  <a:pt x="29" y="25"/>
                  <a:pt x="28" y="25"/>
                </a:cubicBezTo>
                <a:cubicBezTo>
                  <a:pt x="28" y="24"/>
                  <a:pt x="28" y="24"/>
                  <a:pt x="28" y="24"/>
                </a:cubicBezTo>
                <a:cubicBezTo>
                  <a:pt x="29" y="24"/>
                  <a:pt x="30" y="23"/>
                  <a:pt x="31" y="23"/>
                </a:cubicBezTo>
                <a:cubicBezTo>
                  <a:pt x="32" y="23"/>
                  <a:pt x="33" y="23"/>
                  <a:pt x="34" y="24"/>
                </a:cubicBezTo>
                <a:cubicBezTo>
                  <a:pt x="34" y="25"/>
                  <a:pt x="34" y="25"/>
                  <a:pt x="34" y="25"/>
                </a:cubicBezTo>
                <a:close/>
                <a:moveTo>
                  <a:pt x="23" y="25"/>
                </a:moveTo>
                <a:cubicBezTo>
                  <a:pt x="23" y="26"/>
                  <a:pt x="23" y="26"/>
                  <a:pt x="23" y="26"/>
                </a:cubicBezTo>
                <a:cubicBezTo>
                  <a:pt x="23" y="27"/>
                  <a:pt x="22" y="28"/>
                  <a:pt x="21" y="28"/>
                </a:cubicBezTo>
                <a:cubicBezTo>
                  <a:pt x="21" y="28"/>
                  <a:pt x="20" y="27"/>
                  <a:pt x="20" y="26"/>
                </a:cubicBezTo>
                <a:cubicBezTo>
                  <a:pt x="20" y="26"/>
                  <a:pt x="20" y="26"/>
                  <a:pt x="20" y="25"/>
                </a:cubicBezTo>
                <a:cubicBezTo>
                  <a:pt x="23" y="25"/>
                  <a:pt x="23" y="25"/>
                  <a:pt x="23" y="25"/>
                </a:cubicBezTo>
                <a:close/>
                <a:moveTo>
                  <a:pt x="18" y="24"/>
                </a:moveTo>
                <a:cubicBezTo>
                  <a:pt x="20" y="23"/>
                  <a:pt x="21" y="23"/>
                  <a:pt x="22" y="23"/>
                </a:cubicBezTo>
                <a:cubicBezTo>
                  <a:pt x="23" y="23"/>
                  <a:pt x="24" y="24"/>
                  <a:pt x="25" y="24"/>
                </a:cubicBezTo>
                <a:cubicBezTo>
                  <a:pt x="24" y="25"/>
                  <a:pt x="24" y="25"/>
                  <a:pt x="24" y="25"/>
                </a:cubicBezTo>
                <a:cubicBezTo>
                  <a:pt x="23" y="25"/>
                  <a:pt x="23" y="24"/>
                  <a:pt x="22" y="24"/>
                </a:cubicBezTo>
                <a:cubicBezTo>
                  <a:pt x="21" y="24"/>
                  <a:pt x="20" y="24"/>
                  <a:pt x="19" y="25"/>
                </a:cubicBezTo>
                <a:cubicBezTo>
                  <a:pt x="18" y="24"/>
                  <a:pt x="18" y="24"/>
                  <a:pt x="18" y="24"/>
                </a:cubicBezTo>
                <a:close/>
                <a:moveTo>
                  <a:pt x="25" y="30"/>
                </a:moveTo>
                <a:cubicBezTo>
                  <a:pt x="28" y="30"/>
                  <a:pt x="28" y="30"/>
                  <a:pt x="28" y="30"/>
                </a:cubicBezTo>
                <a:cubicBezTo>
                  <a:pt x="28" y="30"/>
                  <a:pt x="27" y="31"/>
                  <a:pt x="27" y="31"/>
                </a:cubicBezTo>
                <a:cubicBezTo>
                  <a:pt x="26" y="31"/>
                  <a:pt x="25" y="30"/>
                  <a:pt x="25" y="30"/>
                </a:cubicBezTo>
                <a:close/>
                <a:moveTo>
                  <a:pt x="32" y="41"/>
                </a:moveTo>
                <a:cubicBezTo>
                  <a:pt x="31" y="42"/>
                  <a:pt x="29" y="43"/>
                  <a:pt x="28" y="44"/>
                </a:cubicBezTo>
                <a:cubicBezTo>
                  <a:pt x="28" y="44"/>
                  <a:pt x="28" y="44"/>
                  <a:pt x="28" y="44"/>
                </a:cubicBezTo>
                <a:cubicBezTo>
                  <a:pt x="27" y="44"/>
                  <a:pt x="27" y="44"/>
                  <a:pt x="26" y="44"/>
                </a:cubicBezTo>
                <a:cubicBezTo>
                  <a:pt x="26" y="44"/>
                  <a:pt x="25" y="44"/>
                  <a:pt x="25" y="44"/>
                </a:cubicBezTo>
                <a:cubicBezTo>
                  <a:pt x="23" y="43"/>
                  <a:pt x="21" y="42"/>
                  <a:pt x="20" y="41"/>
                </a:cubicBezTo>
                <a:cubicBezTo>
                  <a:pt x="19" y="44"/>
                  <a:pt x="19" y="44"/>
                  <a:pt x="19" y="44"/>
                </a:cubicBezTo>
                <a:cubicBezTo>
                  <a:pt x="17" y="45"/>
                  <a:pt x="17" y="45"/>
                  <a:pt x="17" y="45"/>
                </a:cubicBezTo>
                <a:cubicBezTo>
                  <a:pt x="17" y="44"/>
                  <a:pt x="17" y="44"/>
                  <a:pt x="17" y="44"/>
                </a:cubicBezTo>
                <a:cubicBezTo>
                  <a:pt x="15" y="41"/>
                  <a:pt x="15" y="41"/>
                  <a:pt x="15" y="41"/>
                </a:cubicBezTo>
                <a:cubicBezTo>
                  <a:pt x="12" y="42"/>
                  <a:pt x="12" y="42"/>
                  <a:pt x="12" y="42"/>
                </a:cubicBezTo>
                <a:cubicBezTo>
                  <a:pt x="10" y="43"/>
                  <a:pt x="7" y="44"/>
                  <a:pt x="4" y="45"/>
                </a:cubicBezTo>
                <a:cubicBezTo>
                  <a:pt x="8" y="36"/>
                  <a:pt x="9" y="31"/>
                  <a:pt x="10" y="20"/>
                </a:cubicBezTo>
                <a:cubicBezTo>
                  <a:pt x="10" y="13"/>
                  <a:pt x="9" y="7"/>
                  <a:pt x="18" y="5"/>
                </a:cubicBezTo>
                <a:cubicBezTo>
                  <a:pt x="28" y="0"/>
                  <a:pt x="37" y="2"/>
                  <a:pt x="41" y="9"/>
                </a:cubicBezTo>
                <a:cubicBezTo>
                  <a:pt x="44" y="16"/>
                  <a:pt x="42" y="29"/>
                  <a:pt x="45" y="37"/>
                </a:cubicBezTo>
                <a:cubicBezTo>
                  <a:pt x="46" y="43"/>
                  <a:pt x="49" y="46"/>
                  <a:pt x="49" y="46"/>
                </a:cubicBezTo>
                <a:cubicBezTo>
                  <a:pt x="49" y="46"/>
                  <a:pt x="49" y="46"/>
                  <a:pt x="49" y="46"/>
                </a:cubicBezTo>
                <a:cubicBezTo>
                  <a:pt x="46" y="45"/>
                  <a:pt x="43" y="43"/>
                  <a:pt x="39" y="42"/>
                </a:cubicBezTo>
                <a:cubicBezTo>
                  <a:pt x="36" y="41"/>
                  <a:pt x="36" y="41"/>
                  <a:pt x="36" y="41"/>
                </a:cubicBezTo>
                <a:cubicBezTo>
                  <a:pt x="35" y="44"/>
                  <a:pt x="35" y="44"/>
                  <a:pt x="35" y="44"/>
                </a:cubicBezTo>
                <a:cubicBezTo>
                  <a:pt x="35" y="44"/>
                  <a:pt x="35" y="44"/>
                  <a:pt x="35" y="44"/>
                </a:cubicBezTo>
                <a:cubicBezTo>
                  <a:pt x="32" y="44"/>
                  <a:pt x="32" y="44"/>
                  <a:pt x="32" y="44"/>
                </a:cubicBezTo>
                <a:lnTo>
                  <a:pt x="32"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81" name="Freeform 25">
            <a:extLst>
              <a:ext uri="{FF2B5EF4-FFF2-40B4-BE49-F238E27FC236}">
                <a16:creationId xmlns="" xmlns:a16="http://schemas.microsoft.com/office/drawing/2014/main" id="{17A88056-FAED-491D-BE47-B3C5C3F1E35D}"/>
              </a:ext>
            </a:extLst>
          </p:cNvPr>
          <p:cNvSpPr>
            <a:spLocks noEditPoints="1"/>
          </p:cNvSpPr>
          <p:nvPr/>
        </p:nvSpPr>
        <p:spPr bwMode="auto">
          <a:xfrm>
            <a:off x="7343849" y="4086498"/>
            <a:ext cx="604838" cy="717550"/>
          </a:xfrm>
          <a:custGeom>
            <a:avLst/>
            <a:gdLst>
              <a:gd name="T0" fmla="*/ 2147483646 w 59"/>
              <a:gd name="T1" fmla="*/ 2147483646 h 70"/>
              <a:gd name="T2" fmla="*/ 2147483646 w 59"/>
              <a:gd name="T3" fmla="*/ 2147483646 h 70"/>
              <a:gd name="T4" fmla="*/ 2147483646 w 59"/>
              <a:gd name="T5" fmla="*/ 2147483646 h 70"/>
              <a:gd name="T6" fmla="*/ 2147483646 w 59"/>
              <a:gd name="T7" fmla="*/ 2147483646 h 70"/>
              <a:gd name="T8" fmla="*/ 2147483646 w 59"/>
              <a:gd name="T9" fmla="*/ 2147483646 h 70"/>
              <a:gd name="T10" fmla="*/ 2147483646 w 59"/>
              <a:gd name="T11" fmla="*/ 2147483646 h 70"/>
              <a:gd name="T12" fmla="*/ 2147483646 w 59"/>
              <a:gd name="T13" fmla="*/ 2147483646 h 70"/>
              <a:gd name="T14" fmla="*/ 2147483646 w 59"/>
              <a:gd name="T15" fmla="*/ 2147483646 h 70"/>
              <a:gd name="T16" fmla="*/ 2147483646 w 59"/>
              <a:gd name="T17" fmla="*/ 2147483646 h 70"/>
              <a:gd name="T18" fmla="*/ 2147483646 w 59"/>
              <a:gd name="T19" fmla="*/ 2147483646 h 70"/>
              <a:gd name="T20" fmla="*/ 2147483646 w 59"/>
              <a:gd name="T21" fmla="*/ 2147483646 h 70"/>
              <a:gd name="T22" fmla="*/ 2147483646 w 59"/>
              <a:gd name="T23" fmla="*/ 2147483646 h 70"/>
              <a:gd name="T24" fmla="*/ 2147483646 w 59"/>
              <a:gd name="T25" fmla="*/ 2147483646 h 70"/>
              <a:gd name="T26" fmla="*/ 2147483646 w 59"/>
              <a:gd name="T27" fmla="*/ 2147483646 h 70"/>
              <a:gd name="T28" fmla="*/ 2147483646 w 59"/>
              <a:gd name="T29" fmla="*/ 2147483646 h 70"/>
              <a:gd name="T30" fmla="*/ 2147483646 w 59"/>
              <a:gd name="T31" fmla="*/ 2147483646 h 70"/>
              <a:gd name="T32" fmla="*/ 2147483646 w 59"/>
              <a:gd name="T33" fmla="*/ 2147483646 h 70"/>
              <a:gd name="T34" fmla="*/ 0 w 59"/>
              <a:gd name="T35" fmla="*/ 2147483646 h 70"/>
              <a:gd name="T36" fmla="*/ 2147483646 w 59"/>
              <a:gd name="T37" fmla="*/ 2147483646 h 70"/>
              <a:gd name="T38" fmla="*/ 2147483646 w 59"/>
              <a:gd name="T39" fmla="*/ 2147483646 h 70"/>
              <a:gd name="T40" fmla="*/ 2147483646 w 59"/>
              <a:gd name="T41" fmla="*/ 2147483646 h 70"/>
              <a:gd name="T42" fmla="*/ 2147483646 w 59"/>
              <a:gd name="T43" fmla="*/ 2147483646 h 70"/>
              <a:gd name="T44" fmla="*/ 2147483646 w 59"/>
              <a:gd name="T45" fmla="*/ 2147483646 h 70"/>
              <a:gd name="T46" fmla="*/ 2147483646 w 59"/>
              <a:gd name="T47" fmla="*/ 2147483646 h 70"/>
              <a:gd name="T48" fmla="*/ 2147483646 w 59"/>
              <a:gd name="T49" fmla="*/ 2147483646 h 70"/>
              <a:gd name="T50" fmla="*/ 2147483646 w 59"/>
              <a:gd name="T51" fmla="*/ 2147483646 h 70"/>
              <a:gd name="T52" fmla="*/ 2147483646 w 59"/>
              <a:gd name="T53" fmla="*/ 2147483646 h 70"/>
              <a:gd name="T54" fmla="*/ 2147483646 w 59"/>
              <a:gd name="T55" fmla="*/ 2147483646 h 70"/>
              <a:gd name="T56" fmla="*/ 2147483646 w 59"/>
              <a:gd name="T57" fmla="*/ 2147483646 h 70"/>
              <a:gd name="T58" fmla="*/ 2147483646 w 59"/>
              <a:gd name="T59" fmla="*/ 2147483646 h 70"/>
              <a:gd name="T60" fmla="*/ 2147483646 w 59"/>
              <a:gd name="T61" fmla="*/ 2147483646 h 70"/>
              <a:gd name="T62" fmla="*/ 2147483646 w 59"/>
              <a:gd name="T63" fmla="*/ 2147483646 h 70"/>
              <a:gd name="T64" fmla="*/ 2147483646 w 59"/>
              <a:gd name="T65" fmla="*/ 2147483646 h 70"/>
              <a:gd name="T66" fmla="*/ 2147483646 w 59"/>
              <a:gd name="T67" fmla="*/ 2147483646 h 70"/>
              <a:gd name="T68" fmla="*/ 2147483646 w 59"/>
              <a:gd name="T69" fmla="*/ 2147483646 h 70"/>
              <a:gd name="T70" fmla="*/ 2147483646 w 59"/>
              <a:gd name="T71" fmla="*/ 2147483646 h 70"/>
              <a:gd name="T72" fmla="*/ 2147483646 w 59"/>
              <a:gd name="T73" fmla="*/ 2147483646 h 70"/>
              <a:gd name="T74" fmla="*/ 2147483646 w 59"/>
              <a:gd name="T75" fmla="*/ 2147483646 h 70"/>
              <a:gd name="T76" fmla="*/ 2147483646 w 59"/>
              <a:gd name="T77" fmla="*/ 2147483646 h 70"/>
              <a:gd name="T78" fmla="*/ 2147483646 w 59"/>
              <a:gd name="T79" fmla="*/ 2147483646 h 70"/>
              <a:gd name="T80" fmla="*/ 2147483646 w 59"/>
              <a:gd name="T81" fmla="*/ 2147483646 h 70"/>
              <a:gd name="T82" fmla="*/ 2147483646 w 59"/>
              <a:gd name="T83" fmla="*/ 2147483646 h 70"/>
              <a:gd name="T84" fmla="*/ 2147483646 w 59"/>
              <a:gd name="T85" fmla="*/ 2147483646 h 70"/>
              <a:gd name="T86" fmla="*/ 2147483646 w 59"/>
              <a:gd name="T87" fmla="*/ 2147483646 h 70"/>
              <a:gd name="T88" fmla="*/ 2147483646 w 59"/>
              <a:gd name="T89" fmla="*/ 2147483646 h 70"/>
              <a:gd name="T90" fmla="*/ 2147483646 w 59"/>
              <a:gd name="T91" fmla="*/ 2147483646 h 70"/>
              <a:gd name="T92" fmla="*/ 2147483646 w 59"/>
              <a:gd name="T93" fmla="*/ 2147483646 h 70"/>
              <a:gd name="T94" fmla="*/ 2147483646 w 59"/>
              <a:gd name="T95" fmla="*/ 2147483646 h 70"/>
              <a:gd name="T96" fmla="*/ 2147483646 w 59"/>
              <a:gd name="T97" fmla="*/ 2147483646 h 70"/>
              <a:gd name="T98" fmla="*/ 2147483646 w 59"/>
              <a:gd name="T99" fmla="*/ 2147483646 h 70"/>
              <a:gd name="T100" fmla="*/ 2147483646 w 59"/>
              <a:gd name="T101" fmla="*/ 2147483646 h 70"/>
              <a:gd name="T102" fmla="*/ 2147483646 w 59"/>
              <a:gd name="T103" fmla="*/ 2147483646 h 7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59" h="70">
                <a:moveTo>
                  <a:pt x="21" y="25"/>
                </a:moveTo>
                <a:cubicBezTo>
                  <a:pt x="22" y="31"/>
                  <a:pt x="24" y="37"/>
                  <a:pt x="30" y="37"/>
                </a:cubicBezTo>
                <a:cubicBezTo>
                  <a:pt x="30" y="37"/>
                  <a:pt x="30" y="37"/>
                  <a:pt x="30" y="37"/>
                </a:cubicBezTo>
                <a:cubicBezTo>
                  <a:pt x="30" y="37"/>
                  <a:pt x="30" y="37"/>
                  <a:pt x="30" y="37"/>
                </a:cubicBezTo>
                <a:cubicBezTo>
                  <a:pt x="30" y="37"/>
                  <a:pt x="31" y="37"/>
                  <a:pt x="31" y="37"/>
                </a:cubicBezTo>
                <a:cubicBezTo>
                  <a:pt x="36" y="37"/>
                  <a:pt x="38" y="31"/>
                  <a:pt x="39" y="25"/>
                </a:cubicBezTo>
                <a:cubicBezTo>
                  <a:pt x="39" y="25"/>
                  <a:pt x="39" y="25"/>
                  <a:pt x="39" y="25"/>
                </a:cubicBezTo>
                <a:cubicBezTo>
                  <a:pt x="39" y="22"/>
                  <a:pt x="39" y="20"/>
                  <a:pt x="38" y="18"/>
                </a:cubicBezTo>
                <a:cubicBezTo>
                  <a:pt x="37" y="18"/>
                  <a:pt x="30" y="21"/>
                  <a:pt x="21" y="17"/>
                </a:cubicBezTo>
                <a:cubicBezTo>
                  <a:pt x="20" y="20"/>
                  <a:pt x="20" y="22"/>
                  <a:pt x="21" y="25"/>
                </a:cubicBezTo>
                <a:cubicBezTo>
                  <a:pt x="21" y="25"/>
                  <a:pt x="21" y="25"/>
                  <a:pt x="21" y="25"/>
                </a:cubicBezTo>
                <a:close/>
                <a:moveTo>
                  <a:pt x="29" y="45"/>
                </a:moveTo>
                <a:cubicBezTo>
                  <a:pt x="28" y="47"/>
                  <a:pt x="28" y="47"/>
                  <a:pt x="28" y="47"/>
                </a:cubicBezTo>
                <a:cubicBezTo>
                  <a:pt x="29" y="48"/>
                  <a:pt x="29" y="48"/>
                  <a:pt x="29" y="48"/>
                </a:cubicBezTo>
                <a:cubicBezTo>
                  <a:pt x="26" y="59"/>
                  <a:pt x="26" y="59"/>
                  <a:pt x="26" y="59"/>
                </a:cubicBezTo>
                <a:cubicBezTo>
                  <a:pt x="23" y="55"/>
                  <a:pt x="20" y="48"/>
                  <a:pt x="19" y="42"/>
                </a:cubicBezTo>
                <a:cubicBezTo>
                  <a:pt x="13" y="43"/>
                  <a:pt x="8" y="46"/>
                  <a:pt x="3" y="49"/>
                </a:cubicBezTo>
                <a:cubicBezTo>
                  <a:pt x="0" y="54"/>
                  <a:pt x="0" y="60"/>
                  <a:pt x="0" y="65"/>
                </a:cubicBezTo>
                <a:cubicBezTo>
                  <a:pt x="21" y="70"/>
                  <a:pt x="40" y="70"/>
                  <a:pt x="59" y="65"/>
                </a:cubicBezTo>
                <a:cubicBezTo>
                  <a:pt x="59" y="60"/>
                  <a:pt x="59" y="54"/>
                  <a:pt x="56" y="49"/>
                </a:cubicBezTo>
                <a:cubicBezTo>
                  <a:pt x="51" y="46"/>
                  <a:pt x="46" y="43"/>
                  <a:pt x="40" y="42"/>
                </a:cubicBezTo>
                <a:cubicBezTo>
                  <a:pt x="39" y="47"/>
                  <a:pt x="37" y="54"/>
                  <a:pt x="34" y="58"/>
                </a:cubicBezTo>
                <a:cubicBezTo>
                  <a:pt x="32" y="48"/>
                  <a:pt x="32" y="48"/>
                  <a:pt x="32" y="48"/>
                </a:cubicBezTo>
                <a:cubicBezTo>
                  <a:pt x="33" y="47"/>
                  <a:pt x="33" y="47"/>
                  <a:pt x="33" y="47"/>
                </a:cubicBezTo>
                <a:cubicBezTo>
                  <a:pt x="32" y="45"/>
                  <a:pt x="32" y="45"/>
                  <a:pt x="32" y="45"/>
                </a:cubicBezTo>
                <a:cubicBezTo>
                  <a:pt x="29" y="45"/>
                  <a:pt x="29" y="45"/>
                  <a:pt x="29" y="45"/>
                </a:cubicBezTo>
                <a:close/>
                <a:moveTo>
                  <a:pt x="44" y="17"/>
                </a:moveTo>
                <a:cubicBezTo>
                  <a:pt x="44" y="17"/>
                  <a:pt x="44" y="17"/>
                  <a:pt x="44" y="17"/>
                </a:cubicBezTo>
                <a:cubicBezTo>
                  <a:pt x="44" y="18"/>
                  <a:pt x="44" y="18"/>
                  <a:pt x="44" y="18"/>
                </a:cubicBezTo>
                <a:cubicBezTo>
                  <a:pt x="44" y="18"/>
                  <a:pt x="44" y="18"/>
                  <a:pt x="44" y="18"/>
                </a:cubicBezTo>
                <a:cubicBezTo>
                  <a:pt x="44" y="18"/>
                  <a:pt x="44" y="19"/>
                  <a:pt x="44" y="19"/>
                </a:cubicBezTo>
                <a:cubicBezTo>
                  <a:pt x="44" y="20"/>
                  <a:pt x="44" y="20"/>
                  <a:pt x="44" y="20"/>
                </a:cubicBezTo>
                <a:cubicBezTo>
                  <a:pt x="44" y="20"/>
                  <a:pt x="44" y="20"/>
                  <a:pt x="44" y="20"/>
                </a:cubicBezTo>
                <a:cubicBezTo>
                  <a:pt x="44" y="20"/>
                  <a:pt x="44" y="20"/>
                  <a:pt x="44" y="20"/>
                </a:cubicBezTo>
                <a:cubicBezTo>
                  <a:pt x="45" y="21"/>
                  <a:pt x="45" y="22"/>
                  <a:pt x="45" y="23"/>
                </a:cubicBezTo>
                <a:cubicBezTo>
                  <a:pt x="45" y="25"/>
                  <a:pt x="45" y="27"/>
                  <a:pt x="45" y="28"/>
                </a:cubicBezTo>
                <a:cubicBezTo>
                  <a:pt x="44" y="29"/>
                  <a:pt x="43" y="30"/>
                  <a:pt x="42" y="30"/>
                </a:cubicBezTo>
                <a:cubicBezTo>
                  <a:pt x="40" y="36"/>
                  <a:pt x="38" y="40"/>
                  <a:pt x="31" y="41"/>
                </a:cubicBezTo>
                <a:cubicBezTo>
                  <a:pt x="31" y="41"/>
                  <a:pt x="31" y="41"/>
                  <a:pt x="30" y="41"/>
                </a:cubicBezTo>
                <a:cubicBezTo>
                  <a:pt x="30" y="41"/>
                  <a:pt x="29" y="41"/>
                  <a:pt x="29" y="41"/>
                </a:cubicBezTo>
                <a:cubicBezTo>
                  <a:pt x="29" y="41"/>
                  <a:pt x="29" y="41"/>
                  <a:pt x="29" y="41"/>
                </a:cubicBezTo>
                <a:cubicBezTo>
                  <a:pt x="23" y="41"/>
                  <a:pt x="20" y="36"/>
                  <a:pt x="18" y="30"/>
                </a:cubicBezTo>
                <a:cubicBezTo>
                  <a:pt x="17" y="30"/>
                  <a:pt x="15" y="29"/>
                  <a:pt x="15" y="28"/>
                </a:cubicBezTo>
                <a:cubicBezTo>
                  <a:pt x="15" y="28"/>
                  <a:pt x="14" y="25"/>
                  <a:pt x="14" y="24"/>
                </a:cubicBezTo>
                <a:cubicBezTo>
                  <a:pt x="14" y="22"/>
                  <a:pt x="14" y="21"/>
                  <a:pt x="15" y="20"/>
                </a:cubicBezTo>
                <a:cubicBezTo>
                  <a:pt x="15" y="20"/>
                  <a:pt x="16" y="20"/>
                  <a:pt x="16" y="20"/>
                </a:cubicBezTo>
                <a:cubicBezTo>
                  <a:pt x="16" y="19"/>
                  <a:pt x="16" y="18"/>
                  <a:pt x="16" y="18"/>
                </a:cubicBezTo>
                <a:cubicBezTo>
                  <a:pt x="16" y="17"/>
                  <a:pt x="16" y="17"/>
                  <a:pt x="16" y="17"/>
                </a:cubicBezTo>
                <a:cubicBezTo>
                  <a:pt x="16" y="17"/>
                  <a:pt x="16" y="17"/>
                  <a:pt x="16" y="17"/>
                </a:cubicBezTo>
                <a:cubicBezTo>
                  <a:pt x="15" y="13"/>
                  <a:pt x="16" y="10"/>
                  <a:pt x="18" y="8"/>
                </a:cubicBezTo>
                <a:cubicBezTo>
                  <a:pt x="24" y="0"/>
                  <a:pt x="40" y="3"/>
                  <a:pt x="43" y="9"/>
                </a:cubicBezTo>
                <a:cubicBezTo>
                  <a:pt x="44" y="11"/>
                  <a:pt x="44" y="14"/>
                  <a:pt x="44" y="1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82" name="Freeform 26">
            <a:extLst>
              <a:ext uri="{FF2B5EF4-FFF2-40B4-BE49-F238E27FC236}">
                <a16:creationId xmlns="" xmlns:a16="http://schemas.microsoft.com/office/drawing/2014/main" id="{2E1F4604-AEEB-47A4-9701-367FE6AA6ADE}"/>
              </a:ext>
            </a:extLst>
          </p:cNvPr>
          <p:cNvSpPr>
            <a:spLocks noEditPoints="1"/>
          </p:cNvSpPr>
          <p:nvPr/>
        </p:nvSpPr>
        <p:spPr bwMode="auto">
          <a:xfrm>
            <a:off x="9453637" y="4161110"/>
            <a:ext cx="677862" cy="614363"/>
          </a:xfrm>
          <a:custGeom>
            <a:avLst/>
            <a:gdLst>
              <a:gd name="T0" fmla="*/ 2147483646 w 66"/>
              <a:gd name="T1" fmla="*/ 2147483646 h 60"/>
              <a:gd name="T2" fmla="*/ 2147483646 w 66"/>
              <a:gd name="T3" fmla="*/ 2147483646 h 60"/>
              <a:gd name="T4" fmla="*/ 2147483646 w 66"/>
              <a:gd name="T5" fmla="*/ 2147483646 h 60"/>
              <a:gd name="T6" fmla="*/ 2147483646 w 66"/>
              <a:gd name="T7" fmla="*/ 2147483646 h 60"/>
              <a:gd name="T8" fmla="*/ 2147483646 w 66"/>
              <a:gd name="T9" fmla="*/ 2147483646 h 60"/>
              <a:gd name="T10" fmla="*/ 2147483646 w 66"/>
              <a:gd name="T11" fmla="*/ 2147483646 h 60"/>
              <a:gd name="T12" fmla="*/ 2147483646 w 66"/>
              <a:gd name="T13" fmla="*/ 2147483646 h 60"/>
              <a:gd name="T14" fmla="*/ 2147483646 w 66"/>
              <a:gd name="T15" fmla="*/ 2147483646 h 60"/>
              <a:gd name="T16" fmla="*/ 2147483646 w 66"/>
              <a:gd name="T17" fmla="*/ 2147483646 h 60"/>
              <a:gd name="T18" fmla="*/ 2147483646 w 66"/>
              <a:gd name="T19" fmla="*/ 2147483646 h 60"/>
              <a:gd name="T20" fmla="*/ 2147483646 w 66"/>
              <a:gd name="T21" fmla="*/ 2147483646 h 60"/>
              <a:gd name="T22" fmla="*/ 2147483646 w 66"/>
              <a:gd name="T23" fmla="*/ 2147483646 h 60"/>
              <a:gd name="T24" fmla="*/ 2147483646 w 66"/>
              <a:gd name="T25" fmla="*/ 2147483646 h 60"/>
              <a:gd name="T26" fmla="*/ 2147483646 w 66"/>
              <a:gd name="T27" fmla="*/ 2147483646 h 60"/>
              <a:gd name="T28" fmla="*/ 2147483646 w 66"/>
              <a:gd name="T29" fmla="*/ 2147483646 h 60"/>
              <a:gd name="T30" fmla="*/ 2147483646 w 66"/>
              <a:gd name="T31" fmla="*/ 2147483646 h 60"/>
              <a:gd name="T32" fmla="*/ 2147483646 w 66"/>
              <a:gd name="T33" fmla="*/ 2147483646 h 60"/>
              <a:gd name="T34" fmla="*/ 2147483646 w 66"/>
              <a:gd name="T35" fmla="*/ 2147483646 h 60"/>
              <a:gd name="T36" fmla="*/ 2147483646 w 66"/>
              <a:gd name="T37" fmla="*/ 2147483646 h 60"/>
              <a:gd name="T38" fmla="*/ 2147483646 w 66"/>
              <a:gd name="T39" fmla="*/ 2147483646 h 60"/>
              <a:gd name="T40" fmla="*/ 2147483646 w 66"/>
              <a:gd name="T41" fmla="*/ 2147483646 h 60"/>
              <a:gd name="T42" fmla="*/ 2147483646 w 66"/>
              <a:gd name="T43" fmla="*/ 2147483646 h 60"/>
              <a:gd name="T44" fmla="*/ 2147483646 w 66"/>
              <a:gd name="T45" fmla="*/ 2147483646 h 60"/>
              <a:gd name="T46" fmla="*/ 2147483646 w 66"/>
              <a:gd name="T47" fmla="*/ 2147483646 h 60"/>
              <a:gd name="T48" fmla="*/ 2147483646 w 66"/>
              <a:gd name="T49" fmla="*/ 2147483646 h 60"/>
              <a:gd name="T50" fmla="*/ 2147483646 w 66"/>
              <a:gd name="T51" fmla="*/ 2147483646 h 60"/>
              <a:gd name="T52" fmla="*/ 2147483646 w 66"/>
              <a:gd name="T53" fmla="*/ 2147483646 h 60"/>
              <a:gd name="T54" fmla="*/ 2147483646 w 66"/>
              <a:gd name="T55" fmla="*/ 2147483646 h 60"/>
              <a:gd name="T56" fmla="*/ 2147483646 w 66"/>
              <a:gd name="T57" fmla="*/ 2147483646 h 60"/>
              <a:gd name="T58" fmla="*/ 2147483646 w 66"/>
              <a:gd name="T59" fmla="*/ 2147483646 h 60"/>
              <a:gd name="T60" fmla="*/ 2147483646 w 66"/>
              <a:gd name="T61" fmla="*/ 2147483646 h 60"/>
              <a:gd name="T62" fmla="*/ 2147483646 w 66"/>
              <a:gd name="T63" fmla="*/ 2147483646 h 60"/>
              <a:gd name="T64" fmla="*/ 2147483646 w 66"/>
              <a:gd name="T65" fmla="*/ 2147483646 h 60"/>
              <a:gd name="T66" fmla="*/ 2147483646 w 66"/>
              <a:gd name="T67" fmla="*/ 2147483646 h 60"/>
              <a:gd name="T68" fmla="*/ 2147483646 w 66"/>
              <a:gd name="T69" fmla="*/ 2147483646 h 60"/>
              <a:gd name="T70" fmla="*/ 2147483646 w 66"/>
              <a:gd name="T71" fmla="*/ 2147483646 h 60"/>
              <a:gd name="T72" fmla="*/ 2147483646 w 66"/>
              <a:gd name="T73" fmla="*/ 2147483646 h 60"/>
              <a:gd name="T74" fmla="*/ 2147483646 w 66"/>
              <a:gd name="T75" fmla="*/ 2147483646 h 60"/>
              <a:gd name="T76" fmla="*/ 2147483646 w 66"/>
              <a:gd name="T77" fmla="*/ 2147483646 h 60"/>
              <a:gd name="T78" fmla="*/ 2147483646 w 66"/>
              <a:gd name="T79" fmla="*/ 2147483646 h 60"/>
              <a:gd name="T80" fmla="*/ 2147483646 w 66"/>
              <a:gd name="T81" fmla="*/ 2147483646 h 60"/>
              <a:gd name="T82" fmla="*/ 2147483646 w 66"/>
              <a:gd name="T83" fmla="*/ 2147483646 h 60"/>
              <a:gd name="T84" fmla="*/ 2147483646 w 66"/>
              <a:gd name="T85" fmla="*/ 2147483646 h 60"/>
              <a:gd name="T86" fmla="*/ 2147483646 w 66"/>
              <a:gd name="T87" fmla="*/ 2147483646 h 60"/>
              <a:gd name="T88" fmla="*/ 2147483646 w 66"/>
              <a:gd name="T89" fmla="*/ 2147483646 h 60"/>
              <a:gd name="T90" fmla="*/ 2147483646 w 66"/>
              <a:gd name="T91" fmla="*/ 2147483646 h 60"/>
              <a:gd name="T92" fmla="*/ 2147483646 w 66"/>
              <a:gd name="T93" fmla="*/ 2147483646 h 60"/>
              <a:gd name="T94" fmla="*/ 2147483646 w 66"/>
              <a:gd name="T95" fmla="*/ 2147483646 h 6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6" h="60">
                <a:moveTo>
                  <a:pt x="0" y="55"/>
                </a:moveTo>
                <a:cubicBezTo>
                  <a:pt x="4" y="55"/>
                  <a:pt x="4" y="55"/>
                  <a:pt x="4" y="55"/>
                </a:cubicBezTo>
                <a:cubicBezTo>
                  <a:pt x="4" y="19"/>
                  <a:pt x="4" y="19"/>
                  <a:pt x="4" y="19"/>
                </a:cubicBezTo>
                <a:cubicBezTo>
                  <a:pt x="4" y="17"/>
                  <a:pt x="4" y="17"/>
                  <a:pt x="4" y="17"/>
                </a:cubicBezTo>
                <a:cubicBezTo>
                  <a:pt x="6" y="16"/>
                  <a:pt x="6" y="16"/>
                  <a:pt x="6" y="16"/>
                </a:cubicBezTo>
                <a:cubicBezTo>
                  <a:pt x="22" y="14"/>
                  <a:pt x="22" y="14"/>
                  <a:pt x="22" y="14"/>
                </a:cubicBezTo>
                <a:cubicBezTo>
                  <a:pt x="25" y="14"/>
                  <a:pt x="25" y="14"/>
                  <a:pt x="25" y="14"/>
                </a:cubicBezTo>
                <a:cubicBezTo>
                  <a:pt x="28" y="15"/>
                  <a:pt x="28" y="15"/>
                  <a:pt x="28" y="15"/>
                </a:cubicBezTo>
                <a:cubicBezTo>
                  <a:pt x="31" y="37"/>
                  <a:pt x="31" y="37"/>
                  <a:pt x="31" y="37"/>
                </a:cubicBezTo>
                <a:cubicBezTo>
                  <a:pt x="32" y="38"/>
                  <a:pt x="32" y="38"/>
                  <a:pt x="32" y="38"/>
                </a:cubicBezTo>
                <a:cubicBezTo>
                  <a:pt x="32" y="5"/>
                  <a:pt x="32" y="5"/>
                  <a:pt x="32" y="5"/>
                </a:cubicBezTo>
                <a:cubicBezTo>
                  <a:pt x="32" y="3"/>
                  <a:pt x="32" y="3"/>
                  <a:pt x="32" y="3"/>
                </a:cubicBezTo>
                <a:cubicBezTo>
                  <a:pt x="35" y="3"/>
                  <a:pt x="35" y="3"/>
                  <a:pt x="35" y="3"/>
                </a:cubicBezTo>
                <a:cubicBezTo>
                  <a:pt x="51" y="0"/>
                  <a:pt x="51" y="0"/>
                  <a:pt x="51" y="0"/>
                </a:cubicBezTo>
                <a:cubicBezTo>
                  <a:pt x="54" y="0"/>
                  <a:pt x="54" y="0"/>
                  <a:pt x="54" y="0"/>
                </a:cubicBezTo>
                <a:cubicBezTo>
                  <a:pt x="63" y="3"/>
                  <a:pt x="63" y="3"/>
                  <a:pt x="63" y="3"/>
                </a:cubicBezTo>
                <a:cubicBezTo>
                  <a:pt x="63" y="55"/>
                  <a:pt x="63" y="55"/>
                  <a:pt x="63" y="55"/>
                </a:cubicBezTo>
                <a:cubicBezTo>
                  <a:pt x="66" y="55"/>
                  <a:pt x="66" y="55"/>
                  <a:pt x="66" y="55"/>
                </a:cubicBezTo>
                <a:cubicBezTo>
                  <a:pt x="66" y="60"/>
                  <a:pt x="66" y="60"/>
                  <a:pt x="66" y="60"/>
                </a:cubicBezTo>
                <a:cubicBezTo>
                  <a:pt x="51" y="60"/>
                  <a:pt x="51" y="60"/>
                  <a:pt x="51" y="60"/>
                </a:cubicBezTo>
                <a:cubicBezTo>
                  <a:pt x="49" y="60"/>
                  <a:pt x="49" y="60"/>
                  <a:pt x="49" y="60"/>
                </a:cubicBezTo>
                <a:cubicBezTo>
                  <a:pt x="49" y="57"/>
                  <a:pt x="49" y="57"/>
                  <a:pt x="49" y="57"/>
                </a:cubicBezTo>
                <a:cubicBezTo>
                  <a:pt x="49" y="6"/>
                  <a:pt x="49" y="6"/>
                  <a:pt x="49" y="6"/>
                </a:cubicBezTo>
                <a:cubicBezTo>
                  <a:pt x="38" y="8"/>
                  <a:pt x="38" y="8"/>
                  <a:pt x="38" y="8"/>
                </a:cubicBezTo>
                <a:cubicBezTo>
                  <a:pt x="38" y="57"/>
                  <a:pt x="38" y="57"/>
                  <a:pt x="38" y="57"/>
                </a:cubicBezTo>
                <a:cubicBezTo>
                  <a:pt x="38" y="60"/>
                  <a:pt x="38" y="60"/>
                  <a:pt x="38" y="60"/>
                </a:cubicBezTo>
                <a:cubicBezTo>
                  <a:pt x="37" y="60"/>
                  <a:pt x="37" y="60"/>
                  <a:pt x="37" y="60"/>
                </a:cubicBezTo>
                <a:cubicBezTo>
                  <a:pt x="28" y="60"/>
                  <a:pt x="28" y="60"/>
                  <a:pt x="28" y="60"/>
                </a:cubicBezTo>
                <a:cubicBezTo>
                  <a:pt x="23" y="60"/>
                  <a:pt x="23" y="60"/>
                  <a:pt x="23" y="60"/>
                </a:cubicBezTo>
                <a:cubicBezTo>
                  <a:pt x="20" y="60"/>
                  <a:pt x="20" y="60"/>
                  <a:pt x="20" y="60"/>
                </a:cubicBezTo>
                <a:cubicBezTo>
                  <a:pt x="20" y="57"/>
                  <a:pt x="20" y="57"/>
                  <a:pt x="20" y="57"/>
                </a:cubicBezTo>
                <a:cubicBezTo>
                  <a:pt x="20" y="20"/>
                  <a:pt x="20" y="20"/>
                  <a:pt x="20" y="20"/>
                </a:cubicBezTo>
                <a:cubicBezTo>
                  <a:pt x="9" y="21"/>
                  <a:pt x="9" y="21"/>
                  <a:pt x="9" y="21"/>
                </a:cubicBezTo>
                <a:cubicBezTo>
                  <a:pt x="9" y="57"/>
                  <a:pt x="9" y="57"/>
                  <a:pt x="9" y="57"/>
                </a:cubicBezTo>
                <a:cubicBezTo>
                  <a:pt x="9" y="60"/>
                  <a:pt x="9" y="60"/>
                  <a:pt x="9" y="60"/>
                </a:cubicBezTo>
                <a:cubicBezTo>
                  <a:pt x="6" y="60"/>
                  <a:pt x="6" y="60"/>
                  <a:pt x="6" y="60"/>
                </a:cubicBezTo>
                <a:cubicBezTo>
                  <a:pt x="0" y="60"/>
                  <a:pt x="0" y="60"/>
                  <a:pt x="0" y="60"/>
                </a:cubicBezTo>
                <a:cubicBezTo>
                  <a:pt x="0" y="55"/>
                  <a:pt x="0" y="55"/>
                  <a:pt x="0" y="55"/>
                </a:cubicBezTo>
                <a:close/>
                <a:moveTo>
                  <a:pt x="44" y="16"/>
                </a:moveTo>
                <a:cubicBezTo>
                  <a:pt x="44" y="18"/>
                  <a:pt x="44" y="19"/>
                  <a:pt x="44" y="20"/>
                </a:cubicBezTo>
                <a:cubicBezTo>
                  <a:pt x="44" y="20"/>
                  <a:pt x="45" y="20"/>
                  <a:pt x="45" y="20"/>
                </a:cubicBezTo>
                <a:cubicBezTo>
                  <a:pt x="46" y="20"/>
                  <a:pt x="46" y="20"/>
                  <a:pt x="46" y="20"/>
                </a:cubicBezTo>
                <a:cubicBezTo>
                  <a:pt x="46" y="19"/>
                  <a:pt x="46" y="17"/>
                  <a:pt x="46" y="16"/>
                </a:cubicBezTo>
                <a:cubicBezTo>
                  <a:pt x="46" y="16"/>
                  <a:pt x="46" y="16"/>
                  <a:pt x="45" y="16"/>
                </a:cubicBezTo>
                <a:cubicBezTo>
                  <a:pt x="45" y="16"/>
                  <a:pt x="44" y="16"/>
                  <a:pt x="44" y="16"/>
                </a:cubicBezTo>
                <a:close/>
                <a:moveTo>
                  <a:pt x="44" y="9"/>
                </a:moveTo>
                <a:cubicBezTo>
                  <a:pt x="44" y="11"/>
                  <a:pt x="44" y="12"/>
                  <a:pt x="44" y="13"/>
                </a:cubicBezTo>
                <a:cubicBezTo>
                  <a:pt x="44" y="13"/>
                  <a:pt x="45" y="13"/>
                  <a:pt x="45" y="13"/>
                </a:cubicBezTo>
                <a:cubicBezTo>
                  <a:pt x="46" y="13"/>
                  <a:pt x="46" y="13"/>
                  <a:pt x="46" y="13"/>
                </a:cubicBezTo>
                <a:cubicBezTo>
                  <a:pt x="46" y="12"/>
                  <a:pt x="46" y="10"/>
                  <a:pt x="46" y="9"/>
                </a:cubicBezTo>
                <a:cubicBezTo>
                  <a:pt x="46" y="9"/>
                  <a:pt x="46" y="9"/>
                  <a:pt x="45" y="9"/>
                </a:cubicBezTo>
                <a:cubicBezTo>
                  <a:pt x="45" y="9"/>
                  <a:pt x="44" y="9"/>
                  <a:pt x="44" y="9"/>
                </a:cubicBezTo>
                <a:close/>
                <a:moveTo>
                  <a:pt x="44" y="23"/>
                </a:moveTo>
                <a:cubicBezTo>
                  <a:pt x="44" y="25"/>
                  <a:pt x="44" y="26"/>
                  <a:pt x="44" y="27"/>
                </a:cubicBezTo>
                <a:cubicBezTo>
                  <a:pt x="44" y="27"/>
                  <a:pt x="45" y="27"/>
                  <a:pt x="45" y="27"/>
                </a:cubicBezTo>
                <a:cubicBezTo>
                  <a:pt x="46" y="27"/>
                  <a:pt x="46" y="27"/>
                  <a:pt x="46" y="27"/>
                </a:cubicBezTo>
                <a:cubicBezTo>
                  <a:pt x="46" y="26"/>
                  <a:pt x="46" y="24"/>
                  <a:pt x="46" y="23"/>
                </a:cubicBezTo>
                <a:cubicBezTo>
                  <a:pt x="46" y="23"/>
                  <a:pt x="46" y="23"/>
                  <a:pt x="45" y="23"/>
                </a:cubicBezTo>
                <a:cubicBezTo>
                  <a:pt x="45" y="23"/>
                  <a:pt x="44" y="23"/>
                  <a:pt x="44" y="23"/>
                </a:cubicBezTo>
                <a:close/>
                <a:moveTo>
                  <a:pt x="44" y="30"/>
                </a:moveTo>
                <a:cubicBezTo>
                  <a:pt x="44" y="32"/>
                  <a:pt x="44" y="33"/>
                  <a:pt x="44" y="34"/>
                </a:cubicBezTo>
                <a:cubicBezTo>
                  <a:pt x="44" y="34"/>
                  <a:pt x="45" y="34"/>
                  <a:pt x="45" y="34"/>
                </a:cubicBezTo>
                <a:cubicBezTo>
                  <a:pt x="46" y="34"/>
                  <a:pt x="46" y="34"/>
                  <a:pt x="46" y="34"/>
                </a:cubicBezTo>
                <a:cubicBezTo>
                  <a:pt x="46" y="33"/>
                  <a:pt x="46" y="32"/>
                  <a:pt x="46" y="30"/>
                </a:cubicBezTo>
                <a:cubicBezTo>
                  <a:pt x="46" y="30"/>
                  <a:pt x="46" y="30"/>
                  <a:pt x="45" y="30"/>
                </a:cubicBezTo>
                <a:cubicBezTo>
                  <a:pt x="45" y="30"/>
                  <a:pt x="44" y="30"/>
                  <a:pt x="44" y="30"/>
                </a:cubicBezTo>
                <a:close/>
                <a:moveTo>
                  <a:pt x="44" y="37"/>
                </a:moveTo>
                <a:cubicBezTo>
                  <a:pt x="44" y="39"/>
                  <a:pt x="44" y="40"/>
                  <a:pt x="44" y="41"/>
                </a:cubicBezTo>
                <a:cubicBezTo>
                  <a:pt x="44" y="41"/>
                  <a:pt x="45" y="41"/>
                  <a:pt x="45" y="41"/>
                </a:cubicBezTo>
                <a:cubicBezTo>
                  <a:pt x="46" y="41"/>
                  <a:pt x="46" y="41"/>
                  <a:pt x="46" y="41"/>
                </a:cubicBezTo>
                <a:cubicBezTo>
                  <a:pt x="46" y="40"/>
                  <a:pt x="46" y="39"/>
                  <a:pt x="46" y="37"/>
                </a:cubicBezTo>
                <a:cubicBezTo>
                  <a:pt x="46" y="37"/>
                  <a:pt x="46" y="37"/>
                  <a:pt x="45" y="37"/>
                </a:cubicBezTo>
                <a:cubicBezTo>
                  <a:pt x="45" y="37"/>
                  <a:pt x="44" y="37"/>
                  <a:pt x="44" y="37"/>
                </a:cubicBezTo>
                <a:close/>
                <a:moveTo>
                  <a:pt x="39" y="17"/>
                </a:moveTo>
                <a:cubicBezTo>
                  <a:pt x="39" y="18"/>
                  <a:pt x="39" y="19"/>
                  <a:pt x="39" y="21"/>
                </a:cubicBezTo>
                <a:cubicBezTo>
                  <a:pt x="40" y="21"/>
                  <a:pt x="40" y="21"/>
                  <a:pt x="41" y="21"/>
                </a:cubicBezTo>
                <a:cubicBezTo>
                  <a:pt x="41" y="21"/>
                  <a:pt x="41" y="21"/>
                  <a:pt x="42" y="20"/>
                </a:cubicBezTo>
                <a:cubicBezTo>
                  <a:pt x="42" y="19"/>
                  <a:pt x="42" y="18"/>
                  <a:pt x="42" y="17"/>
                </a:cubicBezTo>
                <a:cubicBezTo>
                  <a:pt x="41" y="17"/>
                  <a:pt x="41" y="17"/>
                  <a:pt x="41" y="17"/>
                </a:cubicBezTo>
                <a:cubicBezTo>
                  <a:pt x="40" y="17"/>
                  <a:pt x="40" y="17"/>
                  <a:pt x="39" y="17"/>
                </a:cubicBezTo>
                <a:close/>
                <a:moveTo>
                  <a:pt x="39" y="10"/>
                </a:moveTo>
                <a:cubicBezTo>
                  <a:pt x="39" y="11"/>
                  <a:pt x="39" y="12"/>
                  <a:pt x="39" y="14"/>
                </a:cubicBezTo>
                <a:cubicBezTo>
                  <a:pt x="40" y="14"/>
                  <a:pt x="40" y="14"/>
                  <a:pt x="41" y="14"/>
                </a:cubicBezTo>
                <a:cubicBezTo>
                  <a:pt x="41" y="14"/>
                  <a:pt x="41" y="14"/>
                  <a:pt x="42" y="13"/>
                </a:cubicBezTo>
                <a:cubicBezTo>
                  <a:pt x="42" y="12"/>
                  <a:pt x="42" y="11"/>
                  <a:pt x="42" y="10"/>
                </a:cubicBezTo>
                <a:cubicBezTo>
                  <a:pt x="41" y="10"/>
                  <a:pt x="41" y="10"/>
                  <a:pt x="41" y="10"/>
                </a:cubicBezTo>
                <a:cubicBezTo>
                  <a:pt x="40" y="10"/>
                  <a:pt x="40" y="10"/>
                  <a:pt x="39" y="10"/>
                </a:cubicBezTo>
                <a:close/>
                <a:moveTo>
                  <a:pt x="39" y="24"/>
                </a:moveTo>
                <a:cubicBezTo>
                  <a:pt x="39" y="25"/>
                  <a:pt x="39" y="26"/>
                  <a:pt x="39" y="28"/>
                </a:cubicBezTo>
                <a:cubicBezTo>
                  <a:pt x="40" y="28"/>
                  <a:pt x="40" y="28"/>
                  <a:pt x="41" y="28"/>
                </a:cubicBezTo>
                <a:cubicBezTo>
                  <a:pt x="41" y="27"/>
                  <a:pt x="41" y="27"/>
                  <a:pt x="42" y="27"/>
                </a:cubicBezTo>
                <a:cubicBezTo>
                  <a:pt x="42" y="26"/>
                  <a:pt x="42" y="25"/>
                  <a:pt x="42" y="23"/>
                </a:cubicBezTo>
                <a:cubicBezTo>
                  <a:pt x="41" y="24"/>
                  <a:pt x="41" y="24"/>
                  <a:pt x="41" y="24"/>
                </a:cubicBezTo>
                <a:cubicBezTo>
                  <a:pt x="40" y="24"/>
                  <a:pt x="40" y="24"/>
                  <a:pt x="39" y="24"/>
                </a:cubicBezTo>
                <a:close/>
                <a:moveTo>
                  <a:pt x="39" y="31"/>
                </a:moveTo>
                <a:cubicBezTo>
                  <a:pt x="39" y="32"/>
                  <a:pt x="39" y="33"/>
                  <a:pt x="39" y="35"/>
                </a:cubicBezTo>
                <a:cubicBezTo>
                  <a:pt x="40" y="35"/>
                  <a:pt x="40" y="34"/>
                  <a:pt x="41" y="34"/>
                </a:cubicBezTo>
                <a:cubicBezTo>
                  <a:pt x="41" y="34"/>
                  <a:pt x="41" y="34"/>
                  <a:pt x="42" y="34"/>
                </a:cubicBezTo>
                <a:cubicBezTo>
                  <a:pt x="42" y="33"/>
                  <a:pt x="42" y="32"/>
                  <a:pt x="42" y="30"/>
                </a:cubicBezTo>
                <a:cubicBezTo>
                  <a:pt x="41" y="30"/>
                  <a:pt x="41" y="30"/>
                  <a:pt x="41" y="31"/>
                </a:cubicBezTo>
                <a:cubicBezTo>
                  <a:pt x="40" y="31"/>
                  <a:pt x="40" y="31"/>
                  <a:pt x="39" y="31"/>
                </a:cubicBezTo>
                <a:close/>
                <a:moveTo>
                  <a:pt x="39" y="38"/>
                </a:moveTo>
                <a:cubicBezTo>
                  <a:pt x="39" y="39"/>
                  <a:pt x="39" y="40"/>
                  <a:pt x="39" y="41"/>
                </a:cubicBezTo>
                <a:cubicBezTo>
                  <a:pt x="40" y="41"/>
                  <a:pt x="40" y="41"/>
                  <a:pt x="41" y="41"/>
                </a:cubicBezTo>
                <a:cubicBezTo>
                  <a:pt x="41" y="41"/>
                  <a:pt x="41" y="41"/>
                  <a:pt x="42" y="41"/>
                </a:cubicBezTo>
                <a:cubicBezTo>
                  <a:pt x="42" y="40"/>
                  <a:pt x="42" y="39"/>
                  <a:pt x="42" y="37"/>
                </a:cubicBezTo>
                <a:cubicBezTo>
                  <a:pt x="41" y="37"/>
                  <a:pt x="41" y="37"/>
                  <a:pt x="41" y="37"/>
                </a:cubicBezTo>
                <a:cubicBezTo>
                  <a:pt x="40" y="37"/>
                  <a:pt x="40" y="37"/>
                  <a:pt x="39" y="38"/>
                </a:cubicBezTo>
                <a:close/>
                <a:moveTo>
                  <a:pt x="44" y="44"/>
                </a:moveTo>
                <a:cubicBezTo>
                  <a:pt x="44" y="46"/>
                  <a:pt x="44" y="47"/>
                  <a:pt x="44" y="48"/>
                </a:cubicBezTo>
                <a:cubicBezTo>
                  <a:pt x="44" y="48"/>
                  <a:pt x="45" y="48"/>
                  <a:pt x="45" y="48"/>
                </a:cubicBezTo>
                <a:cubicBezTo>
                  <a:pt x="46" y="48"/>
                  <a:pt x="46" y="48"/>
                  <a:pt x="46" y="48"/>
                </a:cubicBezTo>
                <a:cubicBezTo>
                  <a:pt x="46" y="47"/>
                  <a:pt x="46" y="46"/>
                  <a:pt x="46" y="44"/>
                </a:cubicBezTo>
                <a:cubicBezTo>
                  <a:pt x="46" y="44"/>
                  <a:pt x="46" y="44"/>
                  <a:pt x="45" y="44"/>
                </a:cubicBezTo>
                <a:cubicBezTo>
                  <a:pt x="45" y="44"/>
                  <a:pt x="44" y="44"/>
                  <a:pt x="44" y="44"/>
                </a:cubicBezTo>
                <a:close/>
                <a:moveTo>
                  <a:pt x="39" y="45"/>
                </a:moveTo>
                <a:cubicBezTo>
                  <a:pt x="39" y="46"/>
                  <a:pt x="39" y="47"/>
                  <a:pt x="39" y="48"/>
                </a:cubicBezTo>
                <a:cubicBezTo>
                  <a:pt x="40" y="48"/>
                  <a:pt x="40" y="48"/>
                  <a:pt x="41" y="48"/>
                </a:cubicBezTo>
                <a:cubicBezTo>
                  <a:pt x="41" y="48"/>
                  <a:pt x="41" y="48"/>
                  <a:pt x="42" y="48"/>
                </a:cubicBezTo>
                <a:cubicBezTo>
                  <a:pt x="42" y="47"/>
                  <a:pt x="42" y="46"/>
                  <a:pt x="42" y="44"/>
                </a:cubicBezTo>
                <a:cubicBezTo>
                  <a:pt x="41" y="44"/>
                  <a:pt x="41" y="44"/>
                  <a:pt x="41" y="44"/>
                </a:cubicBezTo>
                <a:cubicBezTo>
                  <a:pt x="40" y="44"/>
                  <a:pt x="40" y="44"/>
                  <a:pt x="39" y="45"/>
                </a:cubicBezTo>
                <a:close/>
                <a:moveTo>
                  <a:pt x="11" y="30"/>
                </a:moveTo>
                <a:cubicBezTo>
                  <a:pt x="11" y="31"/>
                  <a:pt x="11" y="33"/>
                  <a:pt x="11" y="34"/>
                </a:cubicBezTo>
                <a:cubicBezTo>
                  <a:pt x="11" y="34"/>
                  <a:pt x="12" y="34"/>
                  <a:pt x="12" y="34"/>
                </a:cubicBezTo>
                <a:cubicBezTo>
                  <a:pt x="12" y="34"/>
                  <a:pt x="13" y="34"/>
                  <a:pt x="13" y="34"/>
                </a:cubicBezTo>
                <a:cubicBezTo>
                  <a:pt x="13" y="32"/>
                  <a:pt x="13" y="31"/>
                  <a:pt x="13" y="30"/>
                </a:cubicBezTo>
                <a:cubicBezTo>
                  <a:pt x="13" y="30"/>
                  <a:pt x="12" y="30"/>
                  <a:pt x="12" y="30"/>
                </a:cubicBezTo>
                <a:cubicBezTo>
                  <a:pt x="12" y="30"/>
                  <a:pt x="11" y="30"/>
                  <a:pt x="11" y="30"/>
                </a:cubicBezTo>
                <a:close/>
                <a:moveTo>
                  <a:pt x="15" y="30"/>
                </a:moveTo>
                <a:cubicBezTo>
                  <a:pt x="15" y="31"/>
                  <a:pt x="15" y="32"/>
                  <a:pt x="15" y="34"/>
                </a:cubicBezTo>
                <a:cubicBezTo>
                  <a:pt x="16" y="34"/>
                  <a:pt x="16" y="34"/>
                  <a:pt x="17" y="33"/>
                </a:cubicBezTo>
                <a:cubicBezTo>
                  <a:pt x="17" y="33"/>
                  <a:pt x="17" y="33"/>
                  <a:pt x="18" y="33"/>
                </a:cubicBezTo>
                <a:cubicBezTo>
                  <a:pt x="18" y="32"/>
                  <a:pt x="18" y="31"/>
                  <a:pt x="18" y="29"/>
                </a:cubicBezTo>
                <a:cubicBezTo>
                  <a:pt x="17" y="29"/>
                  <a:pt x="17" y="29"/>
                  <a:pt x="17" y="29"/>
                </a:cubicBezTo>
                <a:cubicBezTo>
                  <a:pt x="16" y="30"/>
                  <a:pt x="16" y="30"/>
                  <a:pt x="15" y="30"/>
                </a:cubicBezTo>
                <a:close/>
                <a:moveTo>
                  <a:pt x="15" y="23"/>
                </a:moveTo>
                <a:cubicBezTo>
                  <a:pt x="15" y="24"/>
                  <a:pt x="15" y="25"/>
                  <a:pt x="15" y="27"/>
                </a:cubicBezTo>
                <a:cubicBezTo>
                  <a:pt x="16" y="27"/>
                  <a:pt x="16" y="26"/>
                  <a:pt x="17" y="26"/>
                </a:cubicBezTo>
                <a:cubicBezTo>
                  <a:pt x="17" y="26"/>
                  <a:pt x="17" y="26"/>
                  <a:pt x="18" y="26"/>
                </a:cubicBezTo>
                <a:cubicBezTo>
                  <a:pt x="18" y="25"/>
                  <a:pt x="18" y="24"/>
                  <a:pt x="18" y="22"/>
                </a:cubicBezTo>
                <a:cubicBezTo>
                  <a:pt x="17" y="22"/>
                  <a:pt x="17" y="22"/>
                  <a:pt x="17" y="22"/>
                </a:cubicBezTo>
                <a:cubicBezTo>
                  <a:pt x="16" y="22"/>
                  <a:pt x="16" y="22"/>
                  <a:pt x="15" y="23"/>
                </a:cubicBezTo>
                <a:close/>
                <a:moveTo>
                  <a:pt x="15" y="37"/>
                </a:moveTo>
                <a:cubicBezTo>
                  <a:pt x="15" y="38"/>
                  <a:pt x="15" y="39"/>
                  <a:pt x="15" y="41"/>
                </a:cubicBezTo>
                <a:cubicBezTo>
                  <a:pt x="16" y="41"/>
                  <a:pt x="16" y="41"/>
                  <a:pt x="17" y="41"/>
                </a:cubicBezTo>
                <a:cubicBezTo>
                  <a:pt x="17" y="41"/>
                  <a:pt x="17" y="41"/>
                  <a:pt x="18" y="40"/>
                </a:cubicBezTo>
                <a:cubicBezTo>
                  <a:pt x="18" y="39"/>
                  <a:pt x="18" y="38"/>
                  <a:pt x="18" y="36"/>
                </a:cubicBezTo>
                <a:cubicBezTo>
                  <a:pt x="17" y="36"/>
                  <a:pt x="17" y="37"/>
                  <a:pt x="17" y="37"/>
                </a:cubicBezTo>
                <a:cubicBezTo>
                  <a:pt x="16" y="37"/>
                  <a:pt x="16" y="37"/>
                  <a:pt x="15" y="37"/>
                </a:cubicBezTo>
                <a:close/>
                <a:moveTo>
                  <a:pt x="15" y="44"/>
                </a:moveTo>
                <a:cubicBezTo>
                  <a:pt x="15" y="45"/>
                  <a:pt x="15" y="46"/>
                  <a:pt x="15" y="48"/>
                </a:cubicBezTo>
                <a:cubicBezTo>
                  <a:pt x="16" y="48"/>
                  <a:pt x="16" y="48"/>
                  <a:pt x="17" y="48"/>
                </a:cubicBezTo>
                <a:cubicBezTo>
                  <a:pt x="17" y="48"/>
                  <a:pt x="17" y="48"/>
                  <a:pt x="18" y="48"/>
                </a:cubicBezTo>
                <a:cubicBezTo>
                  <a:pt x="18" y="46"/>
                  <a:pt x="18" y="45"/>
                  <a:pt x="18" y="44"/>
                </a:cubicBezTo>
                <a:cubicBezTo>
                  <a:pt x="17" y="44"/>
                  <a:pt x="17" y="44"/>
                  <a:pt x="17" y="44"/>
                </a:cubicBezTo>
                <a:cubicBezTo>
                  <a:pt x="16" y="44"/>
                  <a:pt x="16" y="44"/>
                  <a:pt x="15" y="44"/>
                </a:cubicBezTo>
                <a:close/>
                <a:moveTo>
                  <a:pt x="15" y="51"/>
                </a:moveTo>
                <a:cubicBezTo>
                  <a:pt x="15" y="52"/>
                  <a:pt x="15" y="53"/>
                  <a:pt x="15" y="55"/>
                </a:cubicBezTo>
                <a:cubicBezTo>
                  <a:pt x="16" y="55"/>
                  <a:pt x="16" y="55"/>
                  <a:pt x="17" y="55"/>
                </a:cubicBezTo>
                <a:cubicBezTo>
                  <a:pt x="17" y="55"/>
                  <a:pt x="17" y="55"/>
                  <a:pt x="18" y="55"/>
                </a:cubicBezTo>
                <a:cubicBezTo>
                  <a:pt x="18" y="53"/>
                  <a:pt x="18" y="52"/>
                  <a:pt x="18" y="51"/>
                </a:cubicBezTo>
                <a:cubicBezTo>
                  <a:pt x="17" y="51"/>
                  <a:pt x="17" y="51"/>
                  <a:pt x="17" y="51"/>
                </a:cubicBezTo>
                <a:cubicBezTo>
                  <a:pt x="16" y="51"/>
                  <a:pt x="16" y="51"/>
                  <a:pt x="15" y="51"/>
                </a:cubicBezTo>
                <a:close/>
                <a:moveTo>
                  <a:pt x="11" y="23"/>
                </a:moveTo>
                <a:cubicBezTo>
                  <a:pt x="11" y="24"/>
                  <a:pt x="11" y="26"/>
                  <a:pt x="11" y="27"/>
                </a:cubicBezTo>
                <a:cubicBezTo>
                  <a:pt x="11" y="27"/>
                  <a:pt x="12" y="27"/>
                  <a:pt x="12" y="27"/>
                </a:cubicBezTo>
                <a:cubicBezTo>
                  <a:pt x="12" y="27"/>
                  <a:pt x="13" y="27"/>
                  <a:pt x="13" y="27"/>
                </a:cubicBezTo>
                <a:cubicBezTo>
                  <a:pt x="13" y="25"/>
                  <a:pt x="13" y="24"/>
                  <a:pt x="13" y="23"/>
                </a:cubicBezTo>
                <a:cubicBezTo>
                  <a:pt x="13" y="23"/>
                  <a:pt x="12" y="23"/>
                  <a:pt x="12" y="23"/>
                </a:cubicBezTo>
                <a:cubicBezTo>
                  <a:pt x="12" y="23"/>
                  <a:pt x="11" y="23"/>
                  <a:pt x="11" y="23"/>
                </a:cubicBezTo>
                <a:close/>
                <a:moveTo>
                  <a:pt x="11" y="37"/>
                </a:moveTo>
                <a:cubicBezTo>
                  <a:pt x="11" y="38"/>
                  <a:pt x="11" y="40"/>
                  <a:pt x="11" y="41"/>
                </a:cubicBezTo>
                <a:cubicBezTo>
                  <a:pt x="11" y="41"/>
                  <a:pt x="12" y="41"/>
                  <a:pt x="12" y="41"/>
                </a:cubicBezTo>
                <a:cubicBezTo>
                  <a:pt x="12" y="41"/>
                  <a:pt x="13" y="41"/>
                  <a:pt x="13" y="41"/>
                </a:cubicBezTo>
                <a:cubicBezTo>
                  <a:pt x="13" y="39"/>
                  <a:pt x="13" y="38"/>
                  <a:pt x="13" y="37"/>
                </a:cubicBezTo>
                <a:cubicBezTo>
                  <a:pt x="13" y="37"/>
                  <a:pt x="12" y="37"/>
                  <a:pt x="12" y="37"/>
                </a:cubicBezTo>
                <a:cubicBezTo>
                  <a:pt x="12" y="37"/>
                  <a:pt x="11" y="37"/>
                  <a:pt x="11" y="37"/>
                </a:cubicBezTo>
                <a:close/>
                <a:moveTo>
                  <a:pt x="11" y="44"/>
                </a:moveTo>
                <a:cubicBezTo>
                  <a:pt x="11" y="45"/>
                  <a:pt x="11" y="46"/>
                  <a:pt x="11" y="48"/>
                </a:cubicBezTo>
                <a:cubicBezTo>
                  <a:pt x="11" y="48"/>
                  <a:pt x="12" y="48"/>
                  <a:pt x="12" y="48"/>
                </a:cubicBezTo>
                <a:cubicBezTo>
                  <a:pt x="12" y="48"/>
                  <a:pt x="13" y="48"/>
                  <a:pt x="13" y="48"/>
                </a:cubicBezTo>
                <a:cubicBezTo>
                  <a:pt x="13" y="46"/>
                  <a:pt x="13" y="45"/>
                  <a:pt x="13" y="44"/>
                </a:cubicBezTo>
                <a:cubicBezTo>
                  <a:pt x="13" y="44"/>
                  <a:pt x="12" y="44"/>
                  <a:pt x="12" y="44"/>
                </a:cubicBezTo>
                <a:cubicBezTo>
                  <a:pt x="12" y="44"/>
                  <a:pt x="11" y="44"/>
                  <a:pt x="11" y="44"/>
                </a:cubicBezTo>
                <a:close/>
                <a:moveTo>
                  <a:pt x="11" y="51"/>
                </a:moveTo>
                <a:cubicBezTo>
                  <a:pt x="11" y="52"/>
                  <a:pt x="11" y="53"/>
                  <a:pt x="11" y="55"/>
                </a:cubicBezTo>
                <a:cubicBezTo>
                  <a:pt x="11" y="55"/>
                  <a:pt x="12" y="55"/>
                  <a:pt x="12" y="55"/>
                </a:cubicBezTo>
                <a:cubicBezTo>
                  <a:pt x="12" y="55"/>
                  <a:pt x="13" y="55"/>
                  <a:pt x="13" y="55"/>
                </a:cubicBezTo>
                <a:cubicBezTo>
                  <a:pt x="13" y="53"/>
                  <a:pt x="13" y="52"/>
                  <a:pt x="13" y="51"/>
                </a:cubicBezTo>
                <a:cubicBezTo>
                  <a:pt x="13" y="51"/>
                  <a:pt x="12" y="51"/>
                  <a:pt x="12" y="51"/>
                </a:cubicBezTo>
                <a:cubicBezTo>
                  <a:pt x="12" y="51"/>
                  <a:pt x="11" y="51"/>
                  <a:pt x="11" y="5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83" name="Freeform 27">
            <a:extLst>
              <a:ext uri="{FF2B5EF4-FFF2-40B4-BE49-F238E27FC236}">
                <a16:creationId xmlns="" xmlns:a16="http://schemas.microsoft.com/office/drawing/2014/main" id="{EA3E2D1B-CFE9-4455-BAEE-8E9E1F4FF4D7}"/>
              </a:ext>
            </a:extLst>
          </p:cNvPr>
          <p:cNvSpPr>
            <a:spLocks noEditPoints="1"/>
          </p:cNvSpPr>
          <p:nvPr/>
        </p:nvSpPr>
        <p:spPr bwMode="auto">
          <a:xfrm>
            <a:off x="8409062" y="4170635"/>
            <a:ext cx="481012" cy="665163"/>
          </a:xfrm>
          <a:custGeom>
            <a:avLst/>
            <a:gdLst>
              <a:gd name="T0" fmla="*/ 2147483646 w 184"/>
              <a:gd name="T1" fmla="*/ 2147483646 h 254"/>
              <a:gd name="T2" fmla="*/ 2147483646 w 184"/>
              <a:gd name="T3" fmla="*/ 2147483646 h 254"/>
              <a:gd name="T4" fmla="*/ 2147483646 w 184"/>
              <a:gd name="T5" fmla="*/ 2147483646 h 254"/>
              <a:gd name="T6" fmla="*/ 2147483646 w 184"/>
              <a:gd name="T7" fmla="*/ 2147483646 h 254"/>
              <a:gd name="T8" fmla="*/ 2147483646 w 184"/>
              <a:gd name="T9" fmla="*/ 2147483646 h 254"/>
              <a:gd name="T10" fmla="*/ 2147483646 w 184"/>
              <a:gd name="T11" fmla="*/ 2147483646 h 254"/>
              <a:gd name="T12" fmla="*/ 2147483646 w 184"/>
              <a:gd name="T13" fmla="*/ 2147483646 h 254"/>
              <a:gd name="T14" fmla="*/ 2147483646 w 184"/>
              <a:gd name="T15" fmla="*/ 2147483646 h 254"/>
              <a:gd name="T16" fmla="*/ 2147483646 w 184"/>
              <a:gd name="T17" fmla="*/ 2147483646 h 254"/>
              <a:gd name="T18" fmla="*/ 2147483646 w 184"/>
              <a:gd name="T19" fmla="*/ 2147483646 h 254"/>
              <a:gd name="T20" fmla="*/ 2147483646 w 184"/>
              <a:gd name="T21" fmla="*/ 2147483646 h 254"/>
              <a:gd name="T22" fmla="*/ 2147483646 w 184"/>
              <a:gd name="T23" fmla="*/ 2147483646 h 254"/>
              <a:gd name="T24" fmla="*/ 2147483646 w 184"/>
              <a:gd name="T25" fmla="*/ 2147483646 h 254"/>
              <a:gd name="T26" fmla="*/ 2147483646 w 184"/>
              <a:gd name="T27" fmla="*/ 2147483646 h 254"/>
              <a:gd name="T28" fmla="*/ 2147483646 w 184"/>
              <a:gd name="T29" fmla="*/ 2147483646 h 254"/>
              <a:gd name="T30" fmla="*/ 2147483646 w 184"/>
              <a:gd name="T31" fmla="*/ 2147483646 h 254"/>
              <a:gd name="T32" fmla="*/ 2147483646 w 184"/>
              <a:gd name="T33" fmla="*/ 2147483646 h 254"/>
              <a:gd name="T34" fmla="*/ 2147483646 w 184"/>
              <a:gd name="T35" fmla="*/ 2147483646 h 254"/>
              <a:gd name="T36" fmla="*/ 2147483646 w 184"/>
              <a:gd name="T37" fmla="*/ 2147483646 h 254"/>
              <a:gd name="T38" fmla="*/ 2147483646 w 184"/>
              <a:gd name="T39" fmla="*/ 2147483646 h 254"/>
              <a:gd name="T40" fmla="*/ 2147483646 w 184"/>
              <a:gd name="T41" fmla="*/ 2147483646 h 254"/>
              <a:gd name="T42" fmla="*/ 2147483646 w 184"/>
              <a:gd name="T43" fmla="*/ 2147483646 h 254"/>
              <a:gd name="T44" fmla="*/ 2147483646 w 184"/>
              <a:gd name="T45" fmla="*/ 0 h 254"/>
              <a:gd name="T46" fmla="*/ 2147483646 w 184"/>
              <a:gd name="T47" fmla="*/ 0 h 254"/>
              <a:gd name="T48" fmla="*/ 2147483646 w 184"/>
              <a:gd name="T49" fmla="*/ 0 h 254"/>
              <a:gd name="T50" fmla="*/ 2147483646 w 184"/>
              <a:gd name="T51" fmla="*/ 2147483646 h 254"/>
              <a:gd name="T52" fmla="*/ 2147483646 w 184"/>
              <a:gd name="T53" fmla="*/ 2147483646 h 254"/>
              <a:gd name="T54" fmla="*/ 2147483646 w 184"/>
              <a:gd name="T55" fmla="*/ 2147483646 h 254"/>
              <a:gd name="T56" fmla="*/ 2147483646 w 184"/>
              <a:gd name="T57" fmla="*/ 2147483646 h 254"/>
              <a:gd name="T58" fmla="*/ 2147483646 w 184"/>
              <a:gd name="T59" fmla="*/ 2147483646 h 254"/>
              <a:gd name="T60" fmla="*/ 2147483646 w 184"/>
              <a:gd name="T61" fmla="*/ 2147483646 h 254"/>
              <a:gd name="T62" fmla="*/ 2147483646 w 184"/>
              <a:gd name="T63" fmla="*/ 2147483646 h 254"/>
              <a:gd name="T64" fmla="*/ 2147483646 w 184"/>
              <a:gd name="T65" fmla="*/ 2147483646 h 25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184" h="254">
                <a:moveTo>
                  <a:pt x="122" y="227"/>
                </a:moveTo>
                <a:lnTo>
                  <a:pt x="165" y="199"/>
                </a:lnTo>
                <a:lnTo>
                  <a:pt x="161" y="188"/>
                </a:lnTo>
                <a:lnTo>
                  <a:pt x="114" y="223"/>
                </a:lnTo>
                <a:lnTo>
                  <a:pt x="122" y="227"/>
                </a:lnTo>
                <a:close/>
                <a:moveTo>
                  <a:pt x="157" y="168"/>
                </a:moveTo>
                <a:lnTo>
                  <a:pt x="98" y="211"/>
                </a:lnTo>
                <a:lnTo>
                  <a:pt x="82" y="199"/>
                </a:lnTo>
                <a:lnTo>
                  <a:pt x="86" y="184"/>
                </a:lnTo>
                <a:lnTo>
                  <a:pt x="153" y="137"/>
                </a:lnTo>
                <a:lnTo>
                  <a:pt x="157" y="168"/>
                </a:lnTo>
                <a:close/>
                <a:moveTo>
                  <a:pt x="149" y="113"/>
                </a:moveTo>
                <a:lnTo>
                  <a:pt x="141" y="82"/>
                </a:lnTo>
                <a:lnTo>
                  <a:pt x="98" y="113"/>
                </a:lnTo>
                <a:lnTo>
                  <a:pt x="90" y="156"/>
                </a:lnTo>
                <a:lnTo>
                  <a:pt x="149" y="113"/>
                </a:lnTo>
                <a:close/>
                <a:moveTo>
                  <a:pt x="137" y="62"/>
                </a:moveTo>
                <a:lnTo>
                  <a:pt x="102" y="86"/>
                </a:lnTo>
                <a:lnTo>
                  <a:pt x="110" y="47"/>
                </a:lnTo>
                <a:lnTo>
                  <a:pt x="149" y="19"/>
                </a:lnTo>
                <a:lnTo>
                  <a:pt x="149" y="23"/>
                </a:lnTo>
                <a:lnTo>
                  <a:pt x="137" y="27"/>
                </a:lnTo>
                <a:lnTo>
                  <a:pt x="133" y="31"/>
                </a:lnTo>
                <a:lnTo>
                  <a:pt x="133" y="39"/>
                </a:lnTo>
                <a:lnTo>
                  <a:pt x="137" y="62"/>
                </a:lnTo>
                <a:close/>
                <a:moveTo>
                  <a:pt x="114" y="19"/>
                </a:moveTo>
                <a:lnTo>
                  <a:pt x="114" y="19"/>
                </a:lnTo>
                <a:lnTo>
                  <a:pt x="98" y="19"/>
                </a:lnTo>
                <a:lnTo>
                  <a:pt x="98" y="23"/>
                </a:lnTo>
                <a:lnTo>
                  <a:pt x="106" y="27"/>
                </a:lnTo>
                <a:lnTo>
                  <a:pt x="114" y="19"/>
                </a:lnTo>
                <a:close/>
                <a:moveTo>
                  <a:pt x="75" y="137"/>
                </a:moveTo>
                <a:lnTo>
                  <a:pt x="16" y="184"/>
                </a:lnTo>
                <a:lnTo>
                  <a:pt x="0" y="172"/>
                </a:lnTo>
                <a:lnTo>
                  <a:pt x="86" y="66"/>
                </a:lnTo>
                <a:lnTo>
                  <a:pt x="90" y="43"/>
                </a:lnTo>
                <a:lnTo>
                  <a:pt x="82" y="35"/>
                </a:lnTo>
                <a:lnTo>
                  <a:pt x="79" y="31"/>
                </a:lnTo>
                <a:lnTo>
                  <a:pt x="79" y="27"/>
                </a:lnTo>
                <a:lnTo>
                  <a:pt x="79" y="8"/>
                </a:lnTo>
                <a:lnTo>
                  <a:pt x="79" y="0"/>
                </a:lnTo>
                <a:lnTo>
                  <a:pt x="90" y="0"/>
                </a:lnTo>
                <a:lnTo>
                  <a:pt x="114" y="0"/>
                </a:lnTo>
                <a:lnTo>
                  <a:pt x="133" y="0"/>
                </a:lnTo>
                <a:lnTo>
                  <a:pt x="157" y="0"/>
                </a:lnTo>
                <a:lnTo>
                  <a:pt x="169" y="0"/>
                </a:lnTo>
                <a:lnTo>
                  <a:pt x="169" y="8"/>
                </a:lnTo>
                <a:lnTo>
                  <a:pt x="169" y="27"/>
                </a:lnTo>
                <a:lnTo>
                  <a:pt x="169" y="31"/>
                </a:lnTo>
                <a:lnTo>
                  <a:pt x="165" y="35"/>
                </a:lnTo>
                <a:lnTo>
                  <a:pt x="157" y="43"/>
                </a:lnTo>
                <a:lnTo>
                  <a:pt x="184" y="199"/>
                </a:lnTo>
                <a:lnTo>
                  <a:pt x="184" y="207"/>
                </a:lnTo>
                <a:lnTo>
                  <a:pt x="180" y="211"/>
                </a:lnTo>
                <a:lnTo>
                  <a:pt x="129" y="250"/>
                </a:lnTo>
                <a:lnTo>
                  <a:pt x="122" y="254"/>
                </a:lnTo>
                <a:lnTo>
                  <a:pt x="118" y="250"/>
                </a:lnTo>
                <a:lnTo>
                  <a:pt x="67" y="211"/>
                </a:lnTo>
                <a:lnTo>
                  <a:pt x="63" y="207"/>
                </a:lnTo>
                <a:lnTo>
                  <a:pt x="63" y="199"/>
                </a:lnTo>
                <a:lnTo>
                  <a:pt x="75" y="1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84" name="Freeform 36">
            <a:extLst>
              <a:ext uri="{FF2B5EF4-FFF2-40B4-BE49-F238E27FC236}">
                <a16:creationId xmlns="" xmlns:a16="http://schemas.microsoft.com/office/drawing/2014/main" id="{716AE8F2-C0DA-4A86-9F5C-9EBD6BFCF34D}"/>
              </a:ext>
            </a:extLst>
          </p:cNvPr>
          <p:cNvSpPr>
            <a:spLocks noEditPoints="1"/>
          </p:cNvSpPr>
          <p:nvPr/>
        </p:nvSpPr>
        <p:spPr bwMode="auto">
          <a:xfrm>
            <a:off x="2005087" y="5183460"/>
            <a:ext cx="544512" cy="615950"/>
          </a:xfrm>
          <a:custGeom>
            <a:avLst/>
            <a:gdLst>
              <a:gd name="T0" fmla="*/ 2147483646 w 53"/>
              <a:gd name="T1" fmla="*/ 2147483646 h 60"/>
              <a:gd name="T2" fmla="*/ 2147483646 w 53"/>
              <a:gd name="T3" fmla="*/ 2147483646 h 60"/>
              <a:gd name="T4" fmla="*/ 2147483646 w 53"/>
              <a:gd name="T5" fmla="*/ 2147483646 h 60"/>
              <a:gd name="T6" fmla="*/ 0 w 53"/>
              <a:gd name="T7" fmla="*/ 2147483646 h 60"/>
              <a:gd name="T8" fmla="*/ 2147483646 w 53"/>
              <a:gd name="T9" fmla="*/ 2147483646 h 60"/>
              <a:gd name="T10" fmla="*/ 2147483646 w 53"/>
              <a:gd name="T11" fmla="*/ 2147483646 h 60"/>
              <a:gd name="T12" fmla="*/ 2147483646 w 53"/>
              <a:gd name="T13" fmla="*/ 2147483646 h 60"/>
              <a:gd name="T14" fmla="*/ 2147483646 w 53"/>
              <a:gd name="T15" fmla="*/ 0 h 60"/>
              <a:gd name="T16" fmla="*/ 2147483646 w 53"/>
              <a:gd name="T17" fmla="*/ 0 h 60"/>
              <a:gd name="T18" fmla="*/ 2147483646 w 53"/>
              <a:gd name="T19" fmla="*/ 2147483646 h 60"/>
              <a:gd name="T20" fmla="*/ 2147483646 w 53"/>
              <a:gd name="T21" fmla="*/ 2147483646 h 60"/>
              <a:gd name="T22" fmla="*/ 2147483646 w 53"/>
              <a:gd name="T23" fmla="*/ 0 h 60"/>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3" h="60">
                <a:moveTo>
                  <a:pt x="43" y="13"/>
                </a:moveTo>
                <a:cubicBezTo>
                  <a:pt x="49" y="18"/>
                  <a:pt x="53" y="26"/>
                  <a:pt x="53" y="34"/>
                </a:cubicBezTo>
                <a:cubicBezTo>
                  <a:pt x="53" y="49"/>
                  <a:pt x="41" y="60"/>
                  <a:pt x="27" y="60"/>
                </a:cubicBezTo>
                <a:cubicBezTo>
                  <a:pt x="12" y="60"/>
                  <a:pt x="0" y="49"/>
                  <a:pt x="0" y="34"/>
                </a:cubicBezTo>
                <a:cubicBezTo>
                  <a:pt x="0" y="20"/>
                  <a:pt x="12" y="8"/>
                  <a:pt x="27" y="8"/>
                </a:cubicBezTo>
                <a:cubicBezTo>
                  <a:pt x="27" y="34"/>
                  <a:pt x="27" y="34"/>
                  <a:pt x="27" y="34"/>
                </a:cubicBezTo>
                <a:cubicBezTo>
                  <a:pt x="43" y="13"/>
                  <a:pt x="43" y="13"/>
                  <a:pt x="43" y="13"/>
                </a:cubicBezTo>
                <a:close/>
                <a:moveTo>
                  <a:pt x="30" y="0"/>
                </a:moveTo>
                <a:cubicBezTo>
                  <a:pt x="30" y="0"/>
                  <a:pt x="30" y="0"/>
                  <a:pt x="30" y="0"/>
                </a:cubicBezTo>
                <a:cubicBezTo>
                  <a:pt x="30" y="26"/>
                  <a:pt x="30" y="26"/>
                  <a:pt x="30" y="26"/>
                </a:cubicBezTo>
                <a:cubicBezTo>
                  <a:pt x="46" y="5"/>
                  <a:pt x="46" y="5"/>
                  <a:pt x="46" y="5"/>
                </a:cubicBezTo>
                <a:cubicBezTo>
                  <a:pt x="41" y="2"/>
                  <a:pt x="36" y="0"/>
                  <a:pt x="3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85" name="Freeform 37">
            <a:extLst>
              <a:ext uri="{FF2B5EF4-FFF2-40B4-BE49-F238E27FC236}">
                <a16:creationId xmlns="" xmlns:a16="http://schemas.microsoft.com/office/drawing/2014/main" id="{C8803464-3387-4265-BB90-3FF9DFD05B9B}"/>
              </a:ext>
            </a:extLst>
          </p:cNvPr>
          <p:cNvSpPr>
            <a:spLocks noEditPoints="1"/>
          </p:cNvSpPr>
          <p:nvPr/>
        </p:nvSpPr>
        <p:spPr bwMode="auto">
          <a:xfrm>
            <a:off x="960512" y="5205685"/>
            <a:ext cx="573087" cy="573088"/>
          </a:xfrm>
          <a:custGeom>
            <a:avLst/>
            <a:gdLst>
              <a:gd name="T0" fmla="*/ 2147483646 w 56"/>
              <a:gd name="T1" fmla="*/ 2147483646 h 56"/>
              <a:gd name="T2" fmla="*/ 2147483646 w 56"/>
              <a:gd name="T3" fmla="*/ 2147483646 h 56"/>
              <a:gd name="T4" fmla="*/ 0 w 56"/>
              <a:gd name="T5" fmla="*/ 2147483646 h 56"/>
              <a:gd name="T6" fmla="*/ 2147483646 w 56"/>
              <a:gd name="T7" fmla="*/ 2147483646 h 56"/>
              <a:gd name="T8" fmla="*/ 2147483646 w 56"/>
              <a:gd name="T9" fmla="*/ 2147483646 h 56"/>
              <a:gd name="T10" fmla="*/ 2147483646 w 56"/>
              <a:gd name="T11" fmla="*/ 2147483646 h 56"/>
              <a:gd name="T12" fmla="*/ 2147483646 w 56"/>
              <a:gd name="T13" fmla="*/ 0 h 56"/>
              <a:gd name="T14" fmla="*/ 2147483646 w 56"/>
              <a:gd name="T15" fmla="*/ 0 h 56"/>
              <a:gd name="T16" fmla="*/ 2147483646 w 56"/>
              <a:gd name="T17" fmla="*/ 2147483646 h 56"/>
              <a:gd name="T18" fmla="*/ 2147483646 w 56"/>
              <a:gd name="T19" fmla="*/ 2147483646 h 56"/>
              <a:gd name="T20" fmla="*/ 2147483646 w 56"/>
              <a:gd name="T21" fmla="*/ 0 h 56"/>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56" h="56">
                <a:moveTo>
                  <a:pt x="52" y="30"/>
                </a:moveTo>
                <a:cubicBezTo>
                  <a:pt x="52" y="44"/>
                  <a:pt x="41" y="56"/>
                  <a:pt x="26" y="56"/>
                </a:cubicBezTo>
                <a:cubicBezTo>
                  <a:pt x="11" y="56"/>
                  <a:pt x="0" y="44"/>
                  <a:pt x="0" y="30"/>
                </a:cubicBezTo>
                <a:cubicBezTo>
                  <a:pt x="0" y="15"/>
                  <a:pt x="11" y="3"/>
                  <a:pt x="26" y="3"/>
                </a:cubicBezTo>
                <a:cubicBezTo>
                  <a:pt x="26" y="30"/>
                  <a:pt x="26" y="30"/>
                  <a:pt x="26" y="30"/>
                </a:cubicBezTo>
                <a:cubicBezTo>
                  <a:pt x="52" y="30"/>
                  <a:pt x="52" y="30"/>
                  <a:pt x="52" y="30"/>
                </a:cubicBezTo>
                <a:close/>
                <a:moveTo>
                  <a:pt x="30" y="0"/>
                </a:moveTo>
                <a:cubicBezTo>
                  <a:pt x="30" y="0"/>
                  <a:pt x="30" y="0"/>
                  <a:pt x="30" y="0"/>
                </a:cubicBezTo>
                <a:cubicBezTo>
                  <a:pt x="30" y="26"/>
                  <a:pt x="30" y="26"/>
                  <a:pt x="30" y="26"/>
                </a:cubicBezTo>
                <a:cubicBezTo>
                  <a:pt x="56" y="26"/>
                  <a:pt x="56" y="26"/>
                  <a:pt x="56" y="26"/>
                </a:cubicBezTo>
                <a:cubicBezTo>
                  <a:pt x="56" y="12"/>
                  <a:pt x="44" y="0"/>
                  <a:pt x="30"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86" name="Freeform 38">
            <a:extLst>
              <a:ext uri="{FF2B5EF4-FFF2-40B4-BE49-F238E27FC236}">
                <a16:creationId xmlns="" xmlns:a16="http://schemas.microsoft.com/office/drawing/2014/main" id="{09D81F1B-7EA2-4787-A523-9EC46F093454}"/>
              </a:ext>
            </a:extLst>
          </p:cNvPr>
          <p:cNvSpPr>
            <a:spLocks noEditPoints="1"/>
          </p:cNvSpPr>
          <p:nvPr/>
        </p:nvSpPr>
        <p:spPr bwMode="auto">
          <a:xfrm>
            <a:off x="3102049" y="5246960"/>
            <a:ext cx="593725" cy="593725"/>
          </a:xfrm>
          <a:custGeom>
            <a:avLst/>
            <a:gdLst>
              <a:gd name="T0" fmla="*/ 2147483646 w 58"/>
              <a:gd name="T1" fmla="*/ 2147483646 h 58"/>
              <a:gd name="T2" fmla="*/ 2147483646 w 58"/>
              <a:gd name="T3" fmla="*/ 2147483646 h 58"/>
              <a:gd name="T4" fmla="*/ 2147483646 w 58"/>
              <a:gd name="T5" fmla="*/ 2147483646 h 58"/>
              <a:gd name="T6" fmla="*/ 2147483646 w 58"/>
              <a:gd name="T7" fmla="*/ 2147483646 h 58"/>
              <a:gd name="T8" fmla="*/ 0 w 58"/>
              <a:gd name="T9" fmla="*/ 2147483646 h 58"/>
              <a:gd name="T10" fmla="*/ 2147483646 w 58"/>
              <a:gd name="T11" fmla="*/ 2147483646 h 58"/>
              <a:gd name="T12" fmla="*/ 2147483646 w 58"/>
              <a:gd name="T13" fmla="*/ 2147483646 h 58"/>
              <a:gd name="T14" fmla="*/ 2147483646 w 58"/>
              <a:gd name="T15" fmla="*/ 2147483646 h 58"/>
              <a:gd name="T16" fmla="*/ 2147483646 w 58"/>
              <a:gd name="T17" fmla="*/ 2147483646 h 58"/>
              <a:gd name="T18" fmla="*/ 2147483646 w 58"/>
              <a:gd name="T19" fmla="*/ 2147483646 h 58"/>
              <a:gd name="T20" fmla="*/ 2147483646 w 58"/>
              <a:gd name="T21" fmla="*/ 2147483646 h 58"/>
              <a:gd name="T22" fmla="*/ 2147483646 w 58"/>
              <a:gd name="T23" fmla="*/ 0 h 58"/>
              <a:gd name="T24" fmla="*/ 2147483646 w 58"/>
              <a:gd name="T25" fmla="*/ 0 h 58"/>
              <a:gd name="T26" fmla="*/ 2147483646 w 58"/>
              <a:gd name="T27" fmla="*/ 2147483646 h 58"/>
              <a:gd name="T28" fmla="*/ 2147483646 w 58"/>
              <a:gd name="T29" fmla="*/ 2147483646 h 58"/>
              <a:gd name="T30" fmla="*/ 2147483646 w 58"/>
              <a:gd name="T31" fmla="*/ 0 h 5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8" h="58">
                <a:moveTo>
                  <a:pt x="26" y="31"/>
                </a:moveTo>
                <a:cubicBezTo>
                  <a:pt x="52" y="26"/>
                  <a:pt x="52" y="26"/>
                  <a:pt x="52" y="26"/>
                </a:cubicBezTo>
                <a:cubicBezTo>
                  <a:pt x="52" y="28"/>
                  <a:pt x="53" y="29"/>
                  <a:pt x="53" y="31"/>
                </a:cubicBezTo>
                <a:cubicBezTo>
                  <a:pt x="53" y="46"/>
                  <a:pt x="41" y="58"/>
                  <a:pt x="26" y="58"/>
                </a:cubicBezTo>
                <a:cubicBezTo>
                  <a:pt x="12" y="58"/>
                  <a:pt x="0" y="46"/>
                  <a:pt x="0" y="31"/>
                </a:cubicBezTo>
                <a:cubicBezTo>
                  <a:pt x="0" y="17"/>
                  <a:pt x="12" y="5"/>
                  <a:pt x="26" y="5"/>
                </a:cubicBezTo>
                <a:cubicBezTo>
                  <a:pt x="26" y="31"/>
                  <a:pt x="26" y="31"/>
                  <a:pt x="26" y="31"/>
                </a:cubicBezTo>
                <a:close/>
                <a:moveTo>
                  <a:pt x="39" y="1"/>
                </a:moveTo>
                <a:cubicBezTo>
                  <a:pt x="32" y="26"/>
                  <a:pt x="32" y="26"/>
                  <a:pt x="32" y="26"/>
                </a:cubicBezTo>
                <a:cubicBezTo>
                  <a:pt x="58" y="21"/>
                  <a:pt x="58" y="21"/>
                  <a:pt x="58" y="21"/>
                </a:cubicBezTo>
                <a:cubicBezTo>
                  <a:pt x="56" y="11"/>
                  <a:pt x="49" y="3"/>
                  <a:pt x="39" y="1"/>
                </a:cubicBezTo>
                <a:close/>
                <a:moveTo>
                  <a:pt x="29" y="0"/>
                </a:moveTo>
                <a:cubicBezTo>
                  <a:pt x="29" y="0"/>
                  <a:pt x="29" y="0"/>
                  <a:pt x="29" y="0"/>
                </a:cubicBezTo>
                <a:cubicBezTo>
                  <a:pt x="29" y="27"/>
                  <a:pt x="29" y="27"/>
                  <a:pt x="29" y="27"/>
                </a:cubicBezTo>
                <a:cubicBezTo>
                  <a:pt x="36" y="1"/>
                  <a:pt x="36" y="1"/>
                  <a:pt x="36" y="1"/>
                </a:cubicBezTo>
                <a:cubicBezTo>
                  <a:pt x="33" y="1"/>
                  <a:pt x="31" y="0"/>
                  <a:pt x="29"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87" name="Freeform 41">
            <a:extLst>
              <a:ext uri="{FF2B5EF4-FFF2-40B4-BE49-F238E27FC236}">
                <a16:creationId xmlns="" xmlns:a16="http://schemas.microsoft.com/office/drawing/2014/main" id="{07D75E27-6B60-4821-A30E-926028325ACF}"/>
              </a:ext>
            </a:extLst>
          </p:cNvPr>
          <p:cNvSpPr>
            <a:spLocks/>
          </p:cNvSpPr>
          <p:nvPr/>
        </p:nvSpPr>
        <p:spPr bwMode="auto">
          <a:xfrm>
            <a:off x="4210124" y="5296173"/>
            <a:ext cx="604838" cy="461962"/>
          </a:xfrm>
          <a:custGeom>
            <a:avLst/>
            <a:gdLst>
              <a:gd name="T0" fmla="*/ 2147483646 w 231"/>
              <a:gd name="T1" fmla="*/ 2147483646 h 176"/>
              <a:gd name="T2" fmla="*/ 2147483646 w 231"/>
              <a:gd name="T3" fmla="*/ 2147483646 h 176"/>
              <a:gd name="T4" fmla="*/ 2147483646 w 231"/>
              <a:gd name="T5" fmla="*/ 2147483646 h 176"/>
              <a:gd name="T6" fmla="*/ 2147483646 w 231"/>
              <a:gd name="T7" fmla="*/ 2147483646 h 176"/>
              <a:gd name="T8" fmla="*/ 2147483646 w 231"/>
              <a:gd name="T9" fmla="*/ 2147483646 h 176"/>
              <a:gd name="T10" fmla="*/ 2147483646 w 231"/>
              <a:gd name="T11" fmla="*/ 2147483646 h 176"/>
              <a:gd name="T12" fmla="*/ 2147483646 w 231"/>
              <a:gd name="T13" fmla="*/ 2147483646 h 176"/>
              <a:gd name="T14" fmla="*/ 2147483646 w 231"/>
              <a:gd name="T15" fmla="*/ 2147483646 h 176"/>
              <a:gd name="T16" fmla="*/ 2147483646 w 231"/>
              <a:gd name="T17" fmla="*/ 2147483646 h 176"/>
              <a:gd name="T18" fmla="*/ 2147483646 w 231"/>
              <a:gd name="T19" fmla="*/ 2147483646 h 176"/>
              <a:gd name="T20" fmla="*/ 2147483646 w 231"/>
              <a:gd name="T21" fmla="*/ 2147483646 h 176"/>
              <a:gd name="T22" fmla="*/ 2147483646 w 231"/>
              <a:gd name="T23" fmla="*/ 2147483646 h 176"/>
              <a:gd name="T24" fmla="*/ 2147483646 w 231"/>
              <a:gd name="T25" fmla="*/ 2147483646 h 176"/>
              <a:gd name="T26" fmla="*/ 2147483646 w 231"/>
              <a:gd name="T27" fmla="*/ 2147483646 h 176"/>
              <a:gd name="T28" fmla="*/ 2147483646 w 231"/>
              <a:gd name="T29" fmla="*/ 2147483646 h 176"/>
              <a:gd name="T30" fmla="*/ 2147483646 w 231"/>
              <a:gd name="T31" fmla="*/ 2147483646 h 176"/>
              <a:gd name="T32" fmla="*/ 2147483646 w 231"/>
              <a:gd name="T33" fmla="*/ 2147483646 h 176"/>
              <a:gd name="T34" fmla="*/ 2147483646 w 231"/>
              <a:gd name="T35" fmla="*/ 2147483646 h 176"/>
              <a:gd name="T36" fmla="*/ 2147483646 w 231"/>
              <a:gd name="T37" fmla="*/ 2147483646 h 176"/>
              <a:gd name="T38" fmla="*/ 2147483646 w 231"/>
              <a:gd name="T39" fmla="*/ 2147483646 h 176"/>
              <a:gd name="T40" fmla="*/ 2147483646 w 231"/>
              <a:gd name="T41" fmla="*/ 2147483646 h 176"/>
              <a:gd name="T42" fmla="*/ 2147483646 w 231"/>
              <a:gd name="T43" fmla="*/ 2147483646 h 176"/>
              <a:gd name="T44" fmla="*/ 2147483646 w 231"/>
              <a:gd name="T45" fmla="*/ 2147483646 h 176"/>
              <a:gd name="T46" fmla="*/ 2147483646 w 231"/>
              <a:gd name="T47" fmla="*/ 2147483646 h 176"/>
              <a:gd name="T48" fmla="*/ 2147483646 w 231"/>
              <a:gd name="T49" fmla="*/ 2147483646 h 176"/>
              <a:gd name="T50" fmla="*/ 2147483646 w 231"/>
              <a:gd name="T51" fmla="*/ 2147483646 h 176"/>
              <a:gd name="T52" fmla="*/ 2147483646 w 231"/>
              <a:gd name="T53" fmla="*/ 2147483646 h 176"/>
              <a:gd name="T54" fmla="*/ 2147483646 w 231"/>
              <a:gd name="T55" fmla="*/ 2147483646 h 176"/>
              <a:gd name="T56" fmla="*/ 2147483646 w 231"/>
              <a:gd name="T57" fmla="*/ 2147483646 h 176"/>
              <a:gd name="T58" fmla="*/ 2147483646 w 231"/>
              <a:gd name="T59" fmla="*/ 2147483646 h 176"/>
              <a:gd name="T60" fmla="*/ 2147483646 w 231"/>
              <a:gd name="T61" fmla="*/ 2147483646 h 176"/>
              <a:gd name="T62" fmla="*/ 2147483646 w 231"/>
              <a:gd name="T63" fmla="*/ 2147483646 h 176"/>
              <a:gd name="T64" fmla="*/ 2147483646 w 231"/>
              <a:gd name="T65" fmla="*/ 2147483646 h 176"/>
              <a:gd name="T66" fmla="*/ 2147483646 w 231"/>
              <a:gd name="T67" fmla="*/ 2147483646 h 176"/>
              <a:gd name="T68" fmla="*/ 2147483646 w 231"/>
              <a:gd name="T69" fmla="*/ 2147483646 h 176"/>
              <a:gd name="T70" fmla="*/ 2147483646 w 231"/>
              <a:gd name="T71" fmla="*/ 2147483646 h 176"/>
              <a:gd name="T72" fmla="*/ 2147483646 w 231"/>
              <a:gd name="T73" fmla="*/ 2147483646 h 176"/>
              <a:gd name="T74" fmla="*/ 0 w 231"/>
              <a:gd name="T75" fmla="*/ 2147483646 h 176"/>
              <a:gd name="T76" fmla="*/ 0 w 231"/>
              <a:gd name="T77" fmla="*/ 2147483646 h 176"/>
              <a:gd name="T78" fmla="*/ 0 w 231"/>
              <a:gd name="T79" fmla="*/ 2147483646 h 176"/>
              <a:gd name="T80" fmla="*/ 2147483646 w 231"/>
              <a:gd name="T81" fmla="*/ 2147483646 h 176"/>
              <a:gd name="T82" fmla="*/ 2147483646 w 231"/>
              <a:gd name="T83" fmla="*/ 2147483646 h 176"/>
              <a:gd name="T84" fmla="*/ 2147483646 w 231"/>
              <a:gd name="T85" fmla="*/ 2147483646 h 176"/>
              <a:gd name="T86" fmla="*/ 2147483646 w 231"/>
              <a:gd name="T87" fmla="*/ 2147483646 h 176"/>
              <a:gd name="T88" fmla="*/ 2147483646 w 231"/>
              <a:gd name="T89" fmla="*/ 2147483646 h 176"/>
              <a:gd name="T90" fmla="*/ 2147483646 w 231"/>
              <a:gd name="T91" fmla="*/ 2147483646 h 176"/>
              <a:gd name="T92" fmla="*/ 2147483646 w 231"/>
              <a:gd name="T93" fmla="*/ 2147483646 h 176"/>
              <a:gd name="T94" fmla="*/ 2147483646 w 231"/>
              <a:gd name="T95" fmla="*/ 0 h 176"/>
              <a:gd name="T96" fmla="*/ 2147483646 w 231"/>
              <a:gd name="T97" fmla="*/ 0 h 176"/>
              <a:gd name="T98" fmla="*/ 2147483646 w 231"/>
              <a:gd name="T99" fmla="*/ 2147483646 h 176"/>
              <a:gd name="T100" fmla="*/ 2147483646 w 231"/>
              <a:gd name="T101" fmla="*/ 2147483646 h 176"/>
              <a:gd name="T102" fmla="*/ 2147483646 w 231"/>
              <a:gd name="T103" fmla="*/ 2147483646 h 176"/>
              <a:gd name="T104" fmla="*/ 2147483646 w 231"/>
              <a:gd name="T105" fmla="*/ 2147483646 h 176"/>
              <a:gd name="T106" fmla="*/ 2147483646 w 231"/>
              <a:gd name="T107" fmla="*/ 2147483646 h 176"/>
              <a:gd name="T108" fmla="*/ 2147483646 w 231"/>
              <a:gd name="T109" fmla="*/ 2147483646 h 176"/>
              <a:gd name="T110" fmla="*/ 2147483646 w 231"/>
              <a:gd name="T111" fmla="*/ 2147483646 h 176"/>
              <a:gd name="T112" fmla="*/ 2147483646 w 231"/>
              <a:gd name="T113" fmla="*/ 2147483646 h 176"/>
              <a:gd name="T114" fmla="*/ 2147483646 w 231"/>
              <a:gd name="T115" fmla="*/ 2147483646 h 176"/>
              <a:gd name="T116" fmla="*/ 2147483646 w 231"/>
              <a:gd name="T117" fmla="*/ 2147483646 h 1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231" h="176">
                <a:moveTo>
                  <a:pt x="11" y="164"/>
                </a:moveTo>
                <a:lnTo>
                  <a:pt x="23" y="164"/>
                </a:lnTo>
                <a:lnTo>
                  <a:pt x="23" y="98"/>
                </a:lnTo>
                <a:lnTo>
                  <a:pt x="35" y="94"/>
                </a:lnTo>
                <a:lnTo>
                  <a:pt x="35" y="164"/>
                </a:lnTo>
                <a:lnTo>
                  <a:pt x="43" y="164"/>
                </a:lnTo>
                <a:lnTo>
                  <a:pt x="43" y="90"/>
                </a:lnTo>
                <a:lnTo>
                  <a:pt x="54" y="86"/>
                </a:lnTo>
                <a:lnTo>
                  <a:pt x="54" y="164"/>
                </a:lnTo>
                <a:lnTo>
                  <a:pt x="66" y="164"/>
                </a:lnTo>
                <a:lnTo>
                  <a:pt x="66" y="82"/>
                </a:lnTo>
                <a:lnTo>
                  <a:pt x="78" y="94"/>
                </a:lnTo>
                <a:lnTo>
                  <a:pt x="78" y="164"/>
                </a:lnTo>
                <a:lnTo>
                  <a:pt x="86" y="164"/>
                </a:lnTo>
                <a:lnTo>
                  <a:pt x="86" y="102"/>
                </a:lnTo>
                <a:lnTo>
                  <a:pt x="97" y="98"/>
                </a:lnTo>
                <a:lnTo>
                  <a:pt x="97" y="164"/>
                </a:lnTo>
                <a:lnTo>
                  <a:pt x="105" y="164"/>
                </a:lnTo>
                <a:lnTo>
                  <a:pt x="105" y="94"/>
                </a:lnTo>
                <a:lnTo>
                  <a:pt x="117" y="86"/>
                </a:lnTo>
                <a:lnTo>
                  <a:pt x="117" y="164"/>
                </a:lnTo>
                <a:lnTo>
                  <a:pt x="125" y="164"/>
                </a:lnTo>
                <a:lnTo>
                  <a:pt x="125" y="82"/>
                </a:lnTo>
                <a:lnTo>
                  <a:pt x="137" y="74"/>
                </a:lnTo>
                <a:lnTo>
                  <a:pt x="137" y="164"/>
                </a:lnTo>
                <a:lnTo>
                  <a:pt x="148" y="164"/>
                </a:lnTo>
                <a:lnTo>
                  <a:pt x="148" y="71"/>
                </a:lnTo>
                <a:lnTo>
                  <a:pt x="160" y="67"/>
                </a:lnTo>
                <a:lnTo>
                  <a:pt x="160" y="164"/>
                </a:lnTo>
                <a:lnTo>
                  <a:pt x="168" y="164"/>
                </a:lnTo>
                <a:lnTo>
                  <a:pt x="168" y="63"/>
                </a:lnTo>
                <a:lnTo>
                  <a:pt x="180" y="55"/>
                </a:lnTo>
                <a:lnTo>
                  <a:pt x="180" y="164"/>
                </a:lnTo>
                <a:lnTo>
                  <a:pt x="223" y="164"/>
                </a:lnTo>
                <a:lnTo>
                  <a:pt x="223" y="176"/>
                </a:lnTo>
                <a:lnTo>
                  <a:pt x="11" y="176"/>
                </a:lnTo>
                <a:lnTo>
                  <a:pt x="0" y="176"/>
                </a:lnTo>
                <a:lnTo>
                  <a:pt x="0" y="164"/>
                </a:lnTo>
                <a:lnTo>
                  <a:pt x="0" y="4"/>
                </a:lnTo>
                <a:lnTo>
                  <a:pt x="11" y="4"/>
                </a:lnTo>
                <a:lnTo>
                  <a:pt x="11" y="67"/>
                </a:lnTo>
                <a:lnTo>
                  <a:pt x="70" y="43"/>
                </a:lnTo>
                <a:lnTo>
                  <a:pt x="74" y="39"/>
                </a:lnTo>
                <a:lnTo>
                  <a:pt x="82" y="47"/>
                </a:lnTo>
                <a:lnTo>
                  <a:pt x="90" y="63"/>
                </a:lnTo>
                <a:lnTo>
                  <a:pt x="180" y="20"/>
                </a:lnTo>
                <a:lnTo>
                  <a:pt x="168" y="0"/>
                </a:lnTo>
                <a:lnTo>
                  <a:pt x="199" y="0"/>
                </a:lnTo>
                <a:lnTo>
                  <a:pt x="231" y="4"/>
                </a:lnTo>
                <a:lnTo>
                  <a:pt x="215" y="28"/>
                </a:lnTo>
                <a:lnTo>
                  <a:pt x="199" y="55"/>
                </a:lnTo>
                <a:lnTo>
                  <a:pt x="187" y="35"/>
                </a:lnTo>
                <a:lnTo>
                  <a:pt x="94" y="82"/>
                </a:lnTo>
                <a:lnTo>
                  <a:pt x="86" y="86"/>
                </a:lnTo>
                <a:lnTo>
                  <a:pt x="78" y="78"/>
                </a:lnTo>
                <a:lnTo>
                  <a:pt x="70" y="63"/>
                </a:lnTo>
                <a:lnTo>
                  <a:pt x="11" y="90"/>
                </a:lnTo>
                <a:lnTo>
                  <a:pt x="11" y="1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88" name="Freeform 42">
            <a:extLst>
              <a:ext uri="{FF2B5EF4-FFF2-40B4-BE49-F238E27FC236}">
                <a16:creationId xmlns="" xmlns:a16="http://schemas.microsoft.com/office/drawing/2014/main" id="{EFDBBC32-E937-4AF9-97F9-85727CCA09F4}"/>
              </a:ext>
            </a:extLst>
          </p:cNvPr>
          <p:cNvSpPr>
            <a:spLocks noEditPoints="1"/>
          </p:cNvSpPr>
          <p:nvPr/>
        </p:nvSpPr>
        <p:spPr bwMode="auto">
          <a:xfrm>
            <a:off x="5284862" y="5296173"/>
            <a:ext cx="603250" cy="450850"/>
          </a:xfrm>
          <a:custGeom>
            <a:avLst/>
            <a:gdLst>
              <a:gd name="T0" fmla="*/ 2147483646 w 59"/>
              <a:gd name="T1" fmla="*/ 2147483646 h 44"/>
              <a:gd name="T2" fmla="*/ 2147483646 w 59"/>
              <a:gd name="T3" fmla="*/ 2147483646 h 44"/>
              <a:gd name="T4" fmla="*/ 0 w 59"/>
              <a:gd name="T5" fmla="*/ 2147483646 h 44"/>
              <a:gd name="T6" fmla="*/ 2147483646 w 59"/>
              <a:gd name="T7" fmla="*/ 0 h 44"/>
              <a:gd name="T8" fmla="*/ 2147483646 w 59"/>
              <a:gd name="T9" fmla="*/ 2147483646 h 44"/>
              <a:gd name="T10" fmla="*/ 2147483646 w 59"/>
              <a:gd name="T11" fmla="*/ 2147483646 h 44"/>
              <a:gd name="T12" fmla="*/ 2147483646 w 59"/>
              <a:gd name="T13" fmla="*/ 2147483646 h 44"/>
              <a:gd name="T14" fmla="*/ 2147483646 w 59"/>
              <a:gd name="T15" fmla="*/ 2147483646 h 44"/>
              <a:gd name="T16" fmla="*/ 2147483646 w 59"/>
              <a:gd name="T17" fmla="*/ 2147483646 h 44"/>
              <a:gd name="T18" fmla="*/ 2147483646 w 59"/>
              <a:gd name="T19" fmla="*/ 2147483646 h 44"/>
              <a:gd name="T20" fmla="*/ 2147483646 w 59"/>
              <a:gd name="T21" fmla="*/ 2147483646 h 44"/>
              <a:gd name="T22" fmla="*/ 2147483646 w 59"/>
              <a:gd name="T23" fmla="*/ 2147483646 h 44"/>
              <a:gd name="T24" fmla="*/ 2147483646 w 59"/>
              <a:gd name="T25" fmla="*/ 2147483646 h 44"/>
              <a:gd name="T26" fmla="*/ 2147483646 w 59"/>
              <a:gd name="T27" fmla="*/ 2147483646 h 44"/>
              <a:gd name="T28" fmla="*/ 2147483646 w 59"/>
              <a:gd name="T29" fmla="*/ 2147483646 h 44"/>
              <a:gd name="T30" fmla="*/ 2147483646 w 59"/>
              <a:gd name="T31" fmla="*/ 2147483646 h 44"/>
              <a:gd name="T32" fmla="*/ 2147483646 w 59"/>
              <a:gd name="T33" fmla="*/ 2147483646 h 44"/>
              <a:gd name="T34" fmla="*/ 2147483646 w 59"/>
              <a:gd name="T35" fmla="*/ 2147483646 h 44"/>
              <a:gd name="T36" fmla="*/ 2147483646 w 59"/>
              <a:gd name="T37" fmla="*/ 2147483646 h 44"/>
              <a:gd name="T38" fmla="*/ 2147483646 w 59"/>
              <a:gd name="T39" fmla="*/ 2147483646 h 44"/>
              <a:gd name="T40" fmla="*/ 2147483646 w 59"/>
              <a:gd name="T41" fmla="*/ 2147483646 h 44"/>
              <a:gd name="T42" fmla="*/ 2147483646 w 59"/>
              <a:gd name="T43" fmla="*/ 2147483646 h 44"/>
              <a:gd name="T44" fmla="*/ 2147483646 w 59"/>
              <a:gd name="T45" fmla="*/ 2147483646 h 44"/>
              <a:gd name="T46" fmla="*/ 2147483646 w 59"/>
              <a:gd name="T47" fmla="*/ 2147483646 h 44"/>
              <a:gd name="T48" fmla="*/ 2147483646 w 59"/>
              <a:gd name="T49" fmla="*/ 2147483646 h 44"/>
              <a:gd name="T50" fmla="*/ 2147483646 w 59"/>
              <a:gd name="T51" fmla="*/ 2147483646 h 44"/>
              <a:gd name="T52" fmla="*/ 2147483646 w 59"/>
              <a:gd name="T53" fmla="*/ 2147483646 h 44"/>
              <a:gd name="T54" fmla="*/ 2147483646 w 59"/>
              <a:gd name="T55" fmla="*/ 2147483646 h 44"/>
              <a:gd name="T56" fmla="*/ 2147483646 w 59"/>
              <a:gd name="T57" fmla="*/ 2147483646 h 44"/>
              <a:gd name="T58" fmla="*/ 2147483646 w 59"/>
              <a:gd name="T59" fmla="*/ 2147483646 h 44"/>
              <a:gd name="T60" fmla="*/ 2147483646 w 59"/>
              <a:gd name="T61" fmla="*/ 2147483646 h 44"/>
              <a:gd name="T62" fmla="*/ 2147483646 w 59"/>
              <a:gd name="T63" fmla="*/ 2147483646 h 44"/>
              <a:gd name="T64" fmla="*/ 2147483646 w 59"/>
              <a:gd name="T65" fmla="*/ 2147483646 h 44"/>
              <a:gd name="T66" fmla="*/ 2147483646 w 59"/>
              <a:gd name="T67" fmla="*/ 2147483646 h 44"/>
              <a:gd name="T68" fmla="*/ 2147483646 w 59"/>
              <a:gd name="T69" fmla="*/ 2147483646 h 44"/>
              <a:gd name="T70" fmla="*/ 2147483646 w 59"/>
              <a:gd name="T71" fmla="*/ 2147483646 h 44"/>
              <a:gd name="T72" fmla="*/ 2147483646 w 59"/>
              <a:gd name="T73" fmla="*/ 2147483646 h 44"/>
              <a:gd name="T74" fmla="*/ 2147483646 w 59"/>
              <a:gd name="T75" fmla="*/ 2147483646 h 44"/>
              <a:gd name="T76" fmla="*/ 2147483646 w 59"/>
              <a:gd name="T77" fmla="*/ 2147483646 h 4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9" h="44">
                <a:moveTo>
                  <a:pt x="3" y="41"/>
                </a:moveTo>
                <a:cubicBezTo>
                  <a:pt x="57" y="41"/>
                  <a:pt x="57" y="41"/>
                  <a:pt x="57" y="41"/>
                </a:cubicBezTo>
                <a:cubicBezTo>
                  <a:pt x="57" y="44"/>
                  <a:pt x="57" y="44"/>
                  <a:pt x="57" y="44"/>
                </a:cubicBezTo>
                <a:cubicBezTo>
                  <a:pt x="3" y="44"/>
                  <a:pt x="3" y="44"/>
                  <a:pt x="3" y="44"/>
                </a:cubicBezTo>
                <a:cubicBezTo>
                  <a:pt x="0" y="44"/>
                  <a:pt x="0" y="44"/>
                  <a:pt x="0" y="44"/>
                </a:cubicBezTo>
                <a:cubicBezTo>
                  <a:pt x="0" y="41"/>
                  <a:pt x="0" y="41"/>
                  <a:pt x="0" y="41"/>
                </a:cubicBezTo>
                <a:cubicBezTo>
                  <a:pt x="0" y="0"/>
                  <a:pt x="0" y="0"/>
                  <a:pt x="0" y="0"/>
                </a:cubicBezTo>
                <a:cubicBezTo>
                  <a:pt x="3" y="0"/>
                  <a:pt x="3" y="0"/>
                  <a:pt x="3" y="0"/>
                </a:cubicBezTo>
                <a:cubicBezTo>
                  <a:pt x="3" y="9"/>
                  <a:pt x="3" y="9"/>
                  <a:pt x="3" y="9"/>
                </a:cubicBezTo>
                <a:cubicBezTo>
                  <a:pt x="7" y="8"/>
                  <a:pt x="7" y="8"/>
                  <a:pt x="7" y="8"/>
                </a:cubicBezTo>
                <a:cubicBezTo>
                  <a:pt x="8" y="8"/>
                  <a:pt x="8" y="8"/>
                  <a:pt x="8" y="8"/>
                </a:cubicBezTo>
                <a:cubicBezTo>
                  <a:pt x="9" y="9"/>
                  <a:pt x="9" y="9"/>
                  <a:pt x="9" y="9"/>
                </a:cubicBezTo>
                <a:cubicBezTo>
                  <a:pt x="12" y="15"/>
                  <a:pt x="12" y="15"/>
                  <a:pt x="12" y="15"/>
                </a:cubicBezTo>
                <a:cubicBezTo>
                  <a:pt x="25" y="9"/>
                  <a:pt x="25" y="9"/>
                  <a:pt x="25" y="9"/>
                </a:cubicBezTo>
                <a:cubicBezTo>
                  <a:pt x="28" y="8"/>
                  <a:pt x="28" y="8"/>
                  <a:pt x="28" y="8"/>
                </a:cubicBezTo>
                <a:cubicBezTo>
                  <a:pt x="28" y="10"/>
                  <a:pt x="28" y="10"/>
                  <a:pt x="28" y="10"/>
                </a:cubicBezTo>
                <a:cubicBezTo>
                  <a:pt x="28" y="13"/>
                  <a:pt x="28" y="13"/>
                  <a:pt x="28" y="13"/>
                </a:cubicBezTo>
                <a:cubicBezTo>
                  <a:pt x="35" y="11"/>
                  <a:pt x="35" y="11"/>
                  <a:pt x="35" y="11"/>
                </a:cubicBezTo>
                <a:cubicBezTo>
                  <a:pt x="36" y="11"/>
                  <a:pt x="36" y="11"/>
                  <a:pt x="36" y="11"/>
                </a:cubicBezTo>
                <a:cubicBezTo>
                  <a:pt x="37" y="11"/>
                  <a:pt x="37" y="11"/>
                  <a:pt x="37" y="11"/>
                </a:cubicBezTo>
                <a:cubicBezTo>
                  <a:pt x="48" y="23"/>
                  <a:pt x="48" y="23"/>
                  <a:pt x="48" y="23"/>
                </a:cubicBezTo>
                <a:cubicBezTo>
                  <a:pt x="54" y="18"/>
                  <a:pt x="54" y="18"/>
                  <a:pt x="54" y="18"/>
                </a:cubicBezTo>
                <a:cubicBezTo>
                  <a:pt x="53" y="18"/>
                  <a:pt x="53" y="18"/>
                  <a:pt x="53" y="18"/>
                </a:cubicBezTo>
                <a:cubicBezTo>
                  <a:pt x="53" y="16"/>
                  <a:pt x="55" y="15"/>
                  <a:pt x="56" y="15"/>
                </a:cubicBezTo>
                <a:cubicBezTo>
                  <a:pt x="58" y="15"/>
                  <a:pt x="59" y="16"/>
                  <a:pt x="59" y="18"/>
                </a:cubicBezTo>
                <a:cubicBezTo>
                  <a:pt x="59" y="19"/>
                  <a:pt x="58" y="20"/>
                  <a:pt x="56" y="20"/>
                </a:cubicBezTo>
                <a:cubicBezTo>
                  <a:pt x="56" y="20"/>
                  <a:pt x="56" y="20"/>
                  <a:pt x="55" y="20"/>
                </a:cubicBezTo>
                <a:cubicBezTo>
                  <a:pt x="50" y="24"/>
                  <a:pt x="50" y="24"/>
                  <a:pt x="50" y="24"/>
                </a:cubicBezTo>
                <a:cubicBezTo>
                  <a:pt x="56" y="29"/>
                  <a:pt x="56" y="29"/>
                  <a:pt x="56" y="29"/>
                </a:cubicBezTo>
                <a:cubicBezTo>
                  <a:pt x="53" y="32"/>
                  <a:pt x="53" y="32"/>
                  <a:pt x="53" y="32"/>
                </a:cubicBezTo>
                <a:cubicBezTo>
                  <a:pt x="47" y="27"/>
                  <a:pt x="47" y="27"/>
                  <a:pt x="47" y="27"/>
                </a:cubicBezTo>
                <a:cubicBezTo>
                  <a:pt x="41" y="32"/>
                  <a:pt x="41" y="32"/>
                  <a:pt x="41" y="32"/>
                </a:cubicBezTo>
                <a:cubicBezTo>
                  <a:pt x="41" y="32"/>
                  <a:pt x="41" y="32"/>
                  <a:pt x="41" y="32"/>
                </a:cubicBezTo>
                <a:cubicBezTo>
                  <a:pt x="41" y="33"/>
                  <a:pt x="40" y="35"/>
                  <a:pt x="38" y="35"/>
                </a:cubicBezTo>
                <a:cubicBezTo>
                  <a:pt x="37" y="35"/>
                  <a:pt x="36" y="33"/>
                  <a:pt x="36" y="32"/>
                </a:cubicBezTo>
                <a:cubicBezTo>
                  <a:pt x="36" y="32"/>
                  <a:pt x="36" y="32"/>
                  <a:pt x="36" y="32"/>
                </a:cubicBezTo>
                <a:cubicBezTo>
                  <a:pt x="29" y="25"/>
                  <a:pt x="29" y="25"/>
                  <a:pt x="29" y="25"/>
                </a:cubicBezTo>
                <a:cubicBezTo>
                  <a:pt x="29" y="25"/>
                  <a:pt x="28" y="25"/>
                  <a:pt x="28" y="25"/>
                </a:cubicBezTo>
                <a:cubicBezTo>
                  <a:pt x="28" y="25"/>
                  <a:pt x="27" y="25"/>
                  <a:pt x="27" y="25"/>
                </a:cubicBezTo>
                <a:cubicBezTo>
                  <a:pt x="20" y="31"/>
                  <a:pt x="20" y="31"/>
                  <a:pt x="20" y="31"/>
                </a:cubicBezTo>
                <a:cubicBezTo>
                  <a:pt x="20" y="31"/>
                  <a:pt x="20" y="31"/>
                  <a:pt x="20" y="31"/>
                </a:cubicBezTo>
                <a:cubicBezTo>
                  <a:pt x="20" y="32"/>
                  <a:pt x="18" y="33"/>
                  <a:pt x="17" y="33"/>
                </a:cubicBezTo>
                <a:cubicBezTo>
                  <a:pt x="15" y="33"/>
                  <a:pt x="14" y="32"/>
                  <a:pt x="14" y="31"/>
                </a:cubicBezTo>
                <a:cubicBezTo>
                  <a:pt x="14" y="31"/>
                  <a:pt x="14" y="31"/>
                  <a:pt x="14" y="30"/>
                </a:cubicBezTo>
                <a:cubicBezTo>
                  <a:pt x="12" y="28"/>
                  <a:pt x="12" y="28"/>
                  <a:pt x="12" y="28"/>
                </a:cubicBezTo>
                <a:cubicBezTo>
                  <a:pt x="11" y="28"/>
                  <a:pt x="11" y="28"/>
                  <a:pt x="11" y="28"/>
                </a:cubicBezTo>
                <a:cubicBezTo>
                  <a:pt x="10" y="28"/>
                  <a:pt x="10" y="28"/>
                  <a:pt x="10" y="28"/>
                </a:cubicBezTo>
                <a:cubicBezTo>
                  <a:pt x="3" y="35"/>
                  <a:pt x="3" y="35"/>
                  <a:pt x="3" y="35"/>
                </a:cubicBezTo>
                <a:cubicBezTo>
                  <a:pt x="3" y="41"/>
                  <a:pt x="3" y="41"/>
                  <a:pt x="3" y="41"/>
                </a:cubicBezTo>
                <a:close/>
                <a:moveTo>
                  <a:pt x="38" y="29"/>
                </a:moveTo>
                <a:cubicBezTo>
                  <a:pt x="39" y="29"/>
                  <a:pt x="39" y="29"/>
                  <a:pt x="39" y="30"/>
                </a:cubicBezTo>
                <a:cubicBezTo>
                  <a:pt x="46" y="25"/>
                  <a:pt x="46" y="25"/>
                  <a:pt x="46" y="25"/>
                </a:cubicBezTo>
                <a:cubicBezTo>
                  <a:pt x="35" y="15"/>
                  <a:pt x="35" y="15"/>
                  <a:pt x="35" y="15"/>
                </a:cubicBezTo>
                <a:cubicBezTo>
                  <a:pt x="27" y="17"/>
                  <a:pt x="27" y="17"/>
                  <a:pt x="27" y="17"/>
                </a:cubicBezTo>
                <a:cubicBezTo>
                  <a:pt x="25" y="18"/>
                  <a:pt x="25" y="18"/>
                  <a:pt x="25" y="18"/>
                </a:cubicBezTo>
                <a:cubicBezTo>
                  <a:pt x="25" y="16"/>
                  <a:pt x="25" y="16"/>
                  <a:pt x="25" y="16"/>
                </a:cubicBezTo>
                <a:cubicBezTo>
                  <a:pt x="24" y="13"/>
                  <a:pt x="24" y="13"/>
                  <a:pt x="24" y="13"/>
                </a:cubicBezTo>
                <a:cubicBezTo>
                  <a:pt x="12" y="19"/>
                  <a:pt x="12" y="19"/>
                  <a:pt x="12" y="19"/>
                </a:cubicBezTo>
                <a:cubicBezTo>
                  <a:pt x="11" y="20"/>
                  <a:pt x="11" y="20"/>
                  <a:pt x="11" y="20"/>
                </a:cubicBezTo>
                <a:cubicBezTo>
                  <a:pt x="10" y="18"/>
                  <a:pt x="10" y="18"/>
                  <a:pt x="10" y="18"/>
                </a:cubicBezTo>
                <a:cubicBezTo>
                  <a:pt x="6" y="12"/>
                  <a:pt x="6" y="12"/>
                  <a:pt x="6" y="12"/>
                </a:cubicBezTo>
                <a:cubicBezTo>
                  <a:pt x="3" y="13"/>
                  <a:pt x="3" y="13"/>
                  <a:pt x="3" y="13"/>
                </a:cubicBezTo>
                <a:cubicBezTo>
                  <a:pt x="3" y="32"/>
                  <a:pt x="3" y="32"/>
                  <a:pt x="3" y="32"/>
                </a:cubicBezTo>
                <a:cubicBezTo>
                  <a:pt x="8" y="26"/>
                  <a:pt x="8" y="26"/>
                  <a:pt x="8" y="26"/>
                </a:cubicBezTo>
                <a:cubicBezTo>
                  <a:pt x="8" y="26"/>
                  <a:pt x="8" y="25"/>
                  <a:pt x="8" y="25"/>
                </a:cubicBezTo>
                <a:cubicBezTo>
                  <a:pt x="8" y="24"/>
                  <a:pt x="9" y="23"/>
                  <a:pt x="11" y="23"/>
                </a:cubicBezTo>
                <a:cubicBezTo>
                  <a:pt x="12" y="23"/>
                  <a:pt x="13" y="24"/>
                  <a:pt x="13" y="25"/>
                </a:cubicBezTo>
                <a:cubicBezTo>
                  <a:pt x="13" y="25"/>
                  <a:pt x="13" y="26"/>
                  <a:pt x="13" y="26"/>
                </a:cubicBezTo>
                <a:cubicBezTo>
                  <a:pt x="16" y="28"/>
                  <a:pt x="16" y="28"/>
                  <a:pt x="16" y="28"/>
                </a:cubicBezTo>
                <a:cubicBezTo>
                  <a:pt x="16" y="28"/>
                  <a:pt x="17" y="28"/>
                  <a:pt x="17" y="28"/>
                </a:cubicBezTo>
                <a:cubicBezTo>
                  <a:pt x="17" y="28"/>
                  <a:pt x="18" y="28"/>
                  <a:pt x="18" y="29"/>
                </a:cubicBezTo>
                <a:cubicBezTo>
                  <a:pt x="26" y="23"/>
                  <a:pt x="26" y="23"/>
                  <a:pt x="26" y="23"/>
                </a:cubicBezTo>
                <a:cubicBezTo>
                  <a:pt x="26" y="23"/>
                  <a:pt x="26" y="23"/>
                  <a:pt x="26" y="23"/>
                </a:cubicBezTo>
                <a:cubicBezTo>
                  <a:pt x="26" y="21"/>
                  <a:pt x="27" y="20"/>
                  <a:pt x="28" y="20"/>
                </a:cubicBezTo>
                <a:cubicBezTo>
                  <a:pt x="30" y="20"/>
                  <a:pt x="31" y="21"/>
                  <a:pt x="31" y="23"/>
                </a:cubicBezTo>
                <a:cubicBezTo>
                  <a:pt x="31" y="23"/>
                  <a:pt x="31" y="23"/>
                  <a:pt x="31" y="23"/>
                </a:cubicBezTo>
                <a:cubicBezTo>
                  <a:pt x="37" y="30"/>
                  <a:pt x="37" y="30"/>
                  <a:pt x="37" y="30"/>
                </a:cubicBezTo>
                <a:cubicBezTo>
                  <a:pt x="37" y="29"/>
                  <a:pt x="38" y="29"/>
                  <a:pt x="38" y="2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89" name="Freeform 43">
            <a:extLst>
              <a:ext uri="{FF2B5EF4-FFF2-40B4-BE49-F238E27FC236}">
                <a16:creationId xmlns="" xmlns:a16="http://schemas.microsoft.com/office/drawing/2014/main" id="{16E365EF-E4AB-4FBE-9E2B-C0A9E3AACE04}"/>
              </a:ext>
            </a:extLst>
          </p:cNvPr>
          <p:cNvSpPr>
            <a:spLocks noEditPoints="1"/>
          </p:cNvSpPr>
          <p:nvPr/>
        </p:nvSpPr>
        <p:spPr bwMode="auto">
          <a:xfrm>
            <a:off x="6351662" y="5296173"/>
            <a:ext cx="593725" cy="450850"/>
          </a:xfrm>
          <a:custGeom>
            <a:avLst/>
            <a:gdLst>
              <a:gd name="T0" fmla="*/ 2147483646 w 58"/>
              <a:gd name="T1" fmla="*/ 2147483646 h 44"/>
              <a:gd name="T2" fmla="*/ 2147483646 w 58"/>
              <a:gd name="T3" fmla="*/ 2147483646 h 44"/>
              <a:gd name="T4" fmla="*/ 2147483646 w 58"/>
              <a:gd name="T5" fmla="*/ 2147483646 h 44"/>
              <a:gd name="T6" fmla="*/ 2147483646 w 58"/>
              <a:gd name="T7" fmla="*/ 2147483646 h 44"/>
              <a:gd name="T8" fmla="*/ 2147483646 w 58"/>
              <a:gd name="T9" fmla="*/ 2147483646 h 44"/>
              <a:gd name="T10" fmla="*/ 2147483646 w 58"/>
              <a:gd name="T11" fmla="*/ 2147483646 h 44"/>
              <a:gd name="T12" fmla="*/ 2147483646 w 58"/>
              <a:gd name="T13" fmla="*/ 2147483646 h 44"/>
              <a:gd name="T14" fmla="*/ 2147483646 w 58"/>
              <a:gd name="T15" fmla="*/ 2147483646 h 44"/>
              <a:gd name="T16" fmla="*/ 2147483646 w 58"/>
              <a:gd name="T17" fmla="*/ 2147483646 h 44"/>
              <a:gd name="T18" fmla="*/ 2147483646 w 58"/>
              <a:gd name="T19" fmla="*/ 2147483646 h 44"/>
              <a:gd name="T20" fmla="*/ 2147483646 w 58"/>
              <a:gd name="T21" fmla="*/ 2147483646 h 44"/>
              <a:gd name="T22" fmla="*/ 2147483646 w 58"/>
              <a:gd name="T23" fmla="*/ 2147483646 h 44"/>
              <a:gd name="T24" fmla="*/ 2147483646 w 58"/>
              <a:gd name="T25" fmla="*/ 2147483646 h 44"/>
              <a:gd name="T26" fmla="*/ 2147483646 w 58"/>
              <a:gd name="T27" fmla="*/ 2147483646 h 44"/>
              <a:gd name="T28" fmla="*/ 0 w 58"/>
              <a:gd name="T29" fmla="*/ 2147483646 h 44"/>
              <a:gd name="T30" fmla="*/ 2147483646 w 58"/>
              <a:gd name="T31" fmla="*/ 0 h 44"/>
              <a:gd name="T32" fmla="*/ 2147483646 w 58"/>
              <a:gd name="T33" fmla="*/ 2147483646 h 44"/>
              <a:gd name="T34" fmla="*/ 2147483646 w 58"/>
              <a:gd name="T35" fmla="*/ 2147483646 h 44"/>
              <a:gd name="T36" fmla="*/ 2147483646 w 58"/>
              <a:gd name="T37" fmla="*/ 2147483646 h 44"/>
              <a:gd name="T38" fmla="*/ 2147483646 w 58"/>
              <a:gd name="T39" fmla="*/ 2147483646 h 44"/>
              <a:gd name="T40" fmla="*/ 2147483646 w 58"/>
              <a:gd name="T41" fmla="*/ 2147483646 h 44"/>
              <a:gd name="T42" fmla="*/ 2147483646 w 58"/>
              <a:gd name="T43" fmla="*/ 2147483646 h 44"/>
              <a:gd name="T44" fmla="*/ 2147483646 w 58"/>
              <a:gd name="T45" fmla="*/ 2147483646 h 44"/>
              <a:gd name="T46" fmla="*/ 2147483646 w 58"/>
              <a:gd name="T47" fmla="*/ 2147483646 h 44"/>
              <a:gd name="T48" fmla="*/ 2147483646 w 58"/>
              <a:gd name="T49" fmla="*/ 2147483646 h 44"/>
              <a:gd name="T50" fmla="*/ 2147483646 w 58"/>
              <a:gd name="T51" fmla="*/ 2147483646 h 44"/>
              <a:gd name="T52" fmla="*/ 2147483646 w 58"/>
              <a:gd name="T53" fmla="*/ 2147483646 h 44"/>
              <a:gd name="T54" fmla="*/ 2147483646 w 58"/>
              <a:gd name="T55" fmla="*/ 2147483646 h 44"/>
              <a:gd name="T56" fmla="*/ 2147483646 w 58"/>
              <a:gd name="T57" fmla="*/ 2147483646 h 44"/>
              <a:gd name="T58" fmla="*/ 2147483646 w 58"/>
              <a:gd name="T59" fmla="*/ 2147483646 h 44"/>
              <a:gd name="T60" fmla="*/ 2147483646 w 58"/>
              <a:gd name="T61" fmla="*/ 2147483646 h 44"/>
              <a:gd name="T62" fmla="*/ 2147483646 w 58"/>
              <a:gd name="T63" fmla="*/ 2147483646 h 44"/>
              <a:gd name="T64" fmla="*/ 2147483646 w 58"/>
              <a:gd name="T65" fmla="*/ 2147483646 h 44"/>
              <a:gd name="T66" fmla="*/ 2147483646 w 58"/>
              <a:gd name="T67" fmla="*/ 2147483646 h 44"/>
              <a:gd name="T68" fmla="*/ 2147483646 w 58"/>
              <a:gd name="T69" fmla="*/ 2147483646 h 44"/>
              <a:gd name="T70" fmla="*/ 2147483646 w 58"/>
              <a:gd name="T71" fmla="*/ 2147483646 h 44"/>
              <a:gd name="T72" fmla="*/ 2147483646 w 58"/>
              <a:gd name="T73" fmla="*/ 2147483646 h 44"/>
              <a:gd name="T74" fmla="*/ 2147483646 w 58"/>
              <a:gd name="T75" fmla="*/ 2147483646 h 44"/>
              <a:gd name="T76" fmla="*/ 2147483646 w 58"/>
              <a:gd name="T77" fmla="*/ 2147483646 h 44"/>
              <a:gd name="T78" fmla="*/ 2147483646 w 58"/>
              <a:gd name="T79" fmla="*/ 2147483646 h 44"/>
              <a:gd name="T80" fmla="*/ 2147483646 w 58"/>
              <a:gd name="T81" fmla="*/ 2147483646 h 44"/>
              <a:gd name="T82" fmla="*/ 2147483646 w 58"/>
              <a:gd name="T83" fmla="*/ 2147483646 h 44"/>
              <a:gd name="T84" fmla="*/ 2147483646 w 58"/>
              <a:gd name="T85" fmla="*/ 2147483646 h 44"/>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8" h="44">
                <a:moveTo>
                  <a:pt x="3" y="41"/>
                </a:moveTo>
                <a:cubicBezTo>
                  <a:pt x="5" y="41"/>
                  <a:pt x="5" y="41"/>
                  <a:pt x="5" y="41"/>
                </a:cubicBezTo>
                <a:cubicBezTo>
                  <a:pt x="5" y="29"/>
                  <a:pt x="5" y="29"/>
                  <a:pt x="5" y="29"/>
                </a:cubicBezTo>
                <a:cubicBezTo>
                  <a:pt x="12" y="29"/>
                  <a:pt x="12" y="29"/>
                  <a:pt x="12" y="29"/>
                </a:cubicBezTo>
                <a:cubicBezTo>
                  <a:pt x="12" y="41"/>
                  <a:pt x="12" y="41"/>
                  <a:pt x="12" y="41"/>
                </a:cubicBezTo>
                <a:cubicBezTo>
                  <a:pt x="14" y="41"/>
                  <a:pt x="14" y="41"/>
                  <a:pt x="14" y="41"/>
                </a:cubicBezTo>
                <a:cubicBezTo>
                  <a:pt x="14" y="16"/>
                  <a:pt x="14" y="16"/>
                  <a:pt x="14" y="16"/>
                </a:cubicBezTo>
                <a:cubicBezTo>
                  <a:pt x="21" y="16"/>
                  <a:pt x="21" y="16"/>
                  <a:pt x="21" y="16"/>
                </a:cubicBezTo>
                <a:cubicBezTo>
                  <a:pt x="21" y="41"/>
                  <a:pt x="21" y="41"/>
                  <a:pt x="21" y="41"/>
                </a:cubicBezTo>
                <a:cubicBezTo>
                  <a:pt x="22" y="41"/>
                  <a:pt x="22" y="41"/>
                  <a:pt x="22" y="41"/>
                </a:cubicBezTo>
                <a:cubicBezTo>
                  <a:pt x="22" y="7"/>
                  <a:pt x="22" y="7"/>
                  <a:pt x="22" y="7"/>
                </a:cubicBezTo>
                <a:cubicBezTo>
                  <a:pt x="29" y="7"/>
                  <a:pt x="29" y="7"/>
                  <a:pt x="29" y="7"/>
                </a:cubicBezTo>
                <a:cubicBezTo>
                  <a:pt x="29" y="41"/>
                  <a:pt x="29" y="41"/>
                  <a:pt x="29" y="41"/>
                </a:cubicBezTo>
                <a:cubicBezTo>
                  <a:pt x="31" y="41"/>
                  <a:pt x="31" y="41"/>
                  <a:pt x="31" y="41"/>
                </a:cubicBezTo>
                <a:cubicBezTo>
                  <a:pt x="31" y="9"/>
                  <a:pt x="31" y="9"/>
                  <a:pt x="31" y="9"/>
                </a:cubicBezTo>
                <a:cubicBezTo>
                  <a:pt x="38" y="9"/>
                  <a:pt x="38" y="9"/>
                  <a:pt x="38" y="9"/>
                </a:cubicBezTo>
                <a:cubicBezTo>
                  <a:pt x="38" y="41"/>
                  <a:pt x="38" y="41"/>
                  <a:pt x="38" y="41"/>
                </a:cubicBezTo>
                <a:cubicBezTo>
                  <a:pt x="39" y="41"/>
                  <a:pt x="39" y="41"/>
                  <a:pt x="39" y="41"/>
                </a:cubicBezTo>
                <a:cubicBezTo>
                  <a:pt x="39" y="11"/>
                  <a:pt x="39" y="11"/>
                  <a:pt x="39" y="11"/>
                </a:cubicBezTo>
                <a:cubicBezTo>
                  <a:pt x="46" y="11"/>
                  <a:pt x="46" y="11"/>
                  <a:pt x="46" y="11"/>
                </a:cubicBezTo>
                <a:cubicBezTo>
                  <a:pt x="46" y="41"/>
                  <a:pt x="46" y="41"/>
                  <a:pt x="46" y="41"/>
                </a:cubicBezTo>
                <a:cubicBezTo>
                  <a:pt x="47" y="41"/>
                  <a:pt x="47" y="41"/>
                  <a:pt x="47" y="41"/>
                </a:cubicBezTo>
                <a:cubicBezTo>
                  <a:pt x="47" y="4"/>
                  <a:pt x="47" y="4"/>
                  <a:pt x="47" y="4"/>
                </a:cubicBezTo>
                <a:cubicBezTo>
                  <a:pt x="54" y="4"/>
                  <a:pt x="54" y="4"/>
                  <a:pt x="54" y="4"/>
                </a:cubicBezTo>
                <a:cubicBezTo>
                  <a:pt x="54" y="41"/>
                  <a:pt x="54" y="41"/>
                  <a:pt x="54" y="41"/>
                </a:cubicBezTo>
                <a:cubicBezTo>
                  <a:pt x="58" y="41"/>
                  <a:pt x="58" y="41"/>
                  <a:pt x="58" y="41"/>
                </a:cubicBezTo>
                <a:cubicBezTo>
                  <a:pt x="58" y="44"/>
                  <a:pt x="58" y="44"/>
                  <a:pt x="58" y="44"/>
                </a:cubicBezTo>
                <a:cubicBezTo>
                  <a:pt x="3" y="44"/>
                  <a:pt x="3" y="44"/>
                  <a:pt x="3" y="44"/>
                </a:cubicBezTo>
                <a:cubicBezTo>
                  <a:pt x="0" y="44"/>
                  <a:pt x="0" y="44"/>
                  <a:pt x="0" y="44"/>
                </a:cubicBezTo>
                <a:cubicBezTo>
                  <a:pt x="0" y="41"/>
                  <a:pt x="0" y="41"/>
                  <a:pt x="0" y="41"/>
                </a:cubicBezTo>
                <a:cubicBezTo>
                  <a:pt x="0" y="0"/>
                  <a:pt x="0" y="0"/>
                  <a:pt x="0" y="0"/>
                </a:cubicBezTo>
                <a:cubicBezTo>
                  <a:pt x="3" y="0"/>
                  <a:pt x="3" y="0"/>
                  <a:pt x="3" y="0"/>
                </a:cubicBezTo>
                <a:cubicBezTo>
                  <a:pt x="3" y="41"/>
                  <a:pt x="3" y="41"/>
                  <a:pt x="3" y="41"/>
                </a:cubicBezTo>
                <a:close/>
                <a:moveTo>
                  <a:pt x="7" y="32"/>
                </a:moveTo>
                <a:cubicBezTo>
                  <a:pt x="7" y="32"/>
                  <a:pt x="7" y="32"/>
                  <a:pt x="7" y="32"/>
                </a:cubicBezTo>
                <a:cubicBezTo>
                  <a:pt x="7" y="37"/>
                  <a:pt x="7" y="37"/>
                  <a:pt x="7" y="37"/>
                </a:cubicBezTo>
                <a:cubicBezTo>
                  <a:pt x="7" y="38"/>
                  <a:pt x="7" y="38"/>
                  <a:pt x="7" y="38"/>
                </a:cubicBezTo>
                <a:cubicBezTo>
                  <a:pt x="7" y="38"/>
                  <a:pt x="7" y="38"/>
                  <a:pt x="7" y="38"/>
                </a:cubicBezTo>
                <a:cubicBezTo>
                  <a:pt x="8" y="38"/>
                  <a:pt x="8" y="38"/>
                  <a:pt x="8" y="37"/>
                </a:cubicBezTo>
                <a:cubicBezTo>
                  <a:pt x="8" y="32"/>
                  <a:pt x="8" y="32"/>
                  <a:pt x="8" y="32"/>
                </a:cubicBezTo>
                <a:cubicBezTo>
                  <a:pt x="8" y="32"/>
                  <a:pt x="8" y="32"/>
                  <a:pt x="7" y="32"/>
                </a:cubicBezTo>
                <a:cubicBezTo>
                  <a:pt x="7" y="32"/>
                  <a:pt x="7" y="32"/>
                  <a:pt x="7" y="32"/>
                </a:cubicBezTo>
                <a:close/>
                <a:moveTo>
                  <a:pt x="15" y="18"/>
                </a:moveTo>
                <a:cubicBezTo>
                  <a:pt x="15" y="18"/>
                  <a:pt x="15" y="19"/>
                  <a:pt x="15" y="19"/>
                </a:cubicBezTo>
                <a:cubicBezTo>
                  <a:pt x="15" y="37"/>
                  <a:pt x="15" y="37"/>
                  <a:pt x="15" y="37"/>
                </a:cubicBezTo>
                <a:cubicBezTo>
                  <a:pt x="15" y="38"/>
                  <a:pt x="15" y="38"/>
                  <a:pt x="15" y="38"/>
                </a:cubicBezTo>
                <a:cubicBezTo>
                  <a:pt x="15" y="38"/>
                  <a:pt x="15" y="38"/>
                  <a:pt x="15" y="38"/>
                </a:cubicBezTo>
                <a:cubicBezTo>
                  <a:pt x="16" y="38"/>
                  <a:pt x="16" y="38"/>
                  <a:pt x="16" y="37"/>
                </a:cubicBezTo>
                <a:cubicBezTo>
                  <a:pt x="16" y="19"/>
                  <a:pt x="16" y="19"/>
                  <a:pt x="16" y="19"/>
                </a:cubicBezTo>
                <a:cubicBezTo>
                  <a:pt x="16" y="19"/>
                  <a:pt x="16" y="18"/>
                  <a:pt x="15" y="18"/>
                </a:cubicBezTo>
                <a:cubicBezTo>
                  <a:pt x="15" y="18"/>
                  <a:pt x="15" y="18"/>
                  <a:pt x="15" y="18"/>
                </a:cubicBezTo>
                <a:close/>
                <a:moveTo>
                  <a:pt x="24" y="9"/>
                </a:moveTo>
                <a:cubicBezTo>
                  <a:pt x="23" y="9"/>
                  <a:pt x="23" y="9"/>
                  <a:pt x="23" y="10"/>
                </a:cubicBezTo>
                <a:cubicBezTo>
                  <a:pt x="23" y="37"/>
                  <a:pt x="23" y="37"/>
                  <a:pt x="23" y="37"/>
                </a:cubicBezTo>
                <a:cubicBezTo>
                  <a:pt x="23" y="38"/>
                  <a:pt x="23" y="38"/>
                  <a:pt x="24" y="38"/>
                </a:cubicBezTo>
                <a:cubicBezTo>
                  <a:pt x="24" y="38"/>
                  <a:pt x="24" y="38"/>
                  <a:pt x="24" y="38"/>
                </a:cubicBezTo>
                <a:cubicBezTo>
                  <a:pt x="24" y="38"/>
                  <a:pt x="24" y="38"/>
                  <a:pt x="24" y="37"/>
                </a:cubicBezTo>
                <a:cubicBezTo>
                  <a:pt x="24" y="10"/>
                  <a:pt x="24" y="10"/>
                  <a:pt x="24" y="10"/>
                </a:cubicBezTo>
                <a:cubicBezTo>
                  <a:pt x="24" y="9"/>
                  <a:pt x="24" y="9"/>
                  <a:pt x="24" y="9"/>
                </a:cubicBezTo>
                <a:cubicBezTo>
                  <a:pt x="24" y="9"/>
                  <a:pt x="24" y="9"/>
                  <a:pt x="24" y="9"/>
                </a:cubicBezTo>
                <a:close/>
                <a:moveTo>
                  <a:pt x="32" y="11"/>
                </a:moveTo>
                <a:cubicBezTo>
                  <a:pt x="32" y="11"/>
                  <a:pt x="32" y="12"/>
                  <a:pt x="32" y="12"/>
                </a:cubicBezTo>
                <a:cubicBezTo>
                  <a:pt x="32" y="37"/>
                  <a:pt x="32" y="37"/>
                  <a:pt x="32" y="37"/>
                </a:cubicBezTo>
                <a:cubicBezTo>
                  <a:pt x="32" y="38"/>
                  <a:pt x="32" y="38"/>
                  <a:pt x="32" y="38"/>
                </a:cubicBezTo>
                <a:cubicBezTo>
                  <a:pt x="32" y="38"/>
                  <a:pt x="32" y="38"/>
                  <a:pt x="32" y="38"/>
                </a:cubicBezTo>
                <a:cubicBezTo>
                  <a:pt x="33" y="38"/>
                  <a:pt x="33" y="38"/>
                  <a:pt x="33" y="37"/>
                </a:cubicBezTo>
                <a:cubicBezTo>
                  <a:pt x="33" y="12"/>
                  <a:pt x="33" y="12"/>
                  <a:pt x="33" y="12"/>
                </a:cubicBezTo>
                <a:cubicBezTo>
                  <a:pt x="33" y="12"/>
                  <a:pt x="33" y="11"/>
                  <a:pt x="32" y="11"/>
                </a:cubicBezTo>
                <a:cubicBezTo>
                  <a:pt x="32" y="11"/>
                  <a:pt x="32" y="11"/>
                  <a:pt x="32" y="11"/>
                </a:cubicBezTo>
                <a:close/>
                <a:moveTo>
                  <a:pt x="49" y="6"/>
                </a:moveTo>
                <a:cubicBezTo>
                  <a:pt x="49" y="6"/>
                  <a:pt x="49" y="6"/>
                  <a:pt x="49" y="7"/>
                </a:cubicBezTo>
                <a:cubicBezTo>
                  <a:pt x="49" y="37"/>
                  <a:pt x="49" y="37"/>
                  <a:pt x="49" y="37"/>
                </a:cubicBezTo>
                <a:cubicBezTo>
                  <a:pt x="49" y="38"/>
                  <a:pt x="49" y="38"/>
                  <a:pt x="49" y="38"/>
                </a:cubicBezTo>
                <a:cubicBezTo>
                  <a:pt x="49" y="38"/>
                  <a:pt x="49" y="38"/>
                  <a:pt x="49" y="38"/>
                </a:cubicBezTo>
                <a:cubicBezTo>
                  <a:pt x="49" y="38"/>
                  <a:pt x="50" y="38"/>
                  <a:pt x="50" y="37"/>
                </a:cubicBezTo>
                <a:cubicBezTo>
                  <a:pt x="50" y="7"/>
                  <a:pt x="50" y="7"/>
                  <a:pt x="50" y="7"/>
                </a:cubicBezTo>
                <a:cubicBezTo>
                  <a:pt x="50" y="6"/>
                  <a:pt x="49" y="6"/>
                  <a:pt x="49" y="6"/>
                </a:cubicBezTo>
                <a:cubicBezTo>
                  <a:pt x="49" y="6"/>
                  <a:pt x="49" y="6"/>
                  <a:pt x="49" y="6"/>
                </a:cubicBezTo>
                <a:close/>
                <a:moveTo>
                  <a:pt x="41" y="13"/>
                </a:moveTo>
                <a:cubicBezTo>
                  <a:pt x="40" y="13"/>
                  <a:pt x="40" y="14"/>
                  <a:pt x="40" y="14"/>
                </a:cubicBezTo>
                <a:cubicBezTo>
                  <a:pt x="40" y="37"/>
                  <a:pt x="40" y="37"/>
                  <a:pt x="40" y="37"/>
                </a:cubicBezTo>
                <a:cubicBezTo>
                  <a:pt x="40" y="38"/>
                  <a:pt x="40" y="38"/>
                  <a:pt x="41" y="38"/>
                </a:cubicBezTo>
                <a:cubicBezTo>
                  <a:pt x="41" y="38"/>
                  <a:pt x="41" y="38"/>
                  <a:pt x="41" y="38"/>
                </a:cubicBezTo>
                <a:cubicBezTo>
                  <a:pt x="41" y="38"/>
                  <a:pt x="41" y="38"/>
                  <a:pt x="41" y="37"/>
                </a:cubicBezTo>
                <a:cubicBezTo>
                  <a:pt x="41" y="14"/>
                  <a:pt x="41" y="14"/>
                  <a:pt x="41" y="14"/>
                </a:cubicBezTo>
                <a:cubicBezTo>
                  <a:pt x="41" y="14"/>
                  <a:pt x="41" y="13"/>
                  <a:pt x="41" y="1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90" name="Freeform 44">
            <a:extLst>
              <a:ext uri="{FF2B5EF4-FFF2-40B4-BE49-F238E27FC236}">
                <a16:creationId xmlns="" xmlns:a16="http://schemas.microsoft.com/office/drawing/2014/main" id="{1D291F9E-9C9D-420E-9249-909E9F2175B5}"/>
              </a:ext>
            </a:extLst>
          </p:cNvPr>
          <p:cNvSpPr>
            <a:spLocks noEditPoints="1"/>
          </p:cNvSpPr>
          <p:nvPr/>
        </p:nvSpPr>
        <p:spPr bwMode="auto">
          <a:xfrm>
            <a:off x="7426399" y="5318398"/>
            <a:ext cx="584200" cy="449262"/>
          </a:xfrm>
          <a:custGeom>
            <a:avLst/>
            <a:gdLst>
              <a:gd name="T0" fmla="*/ 2147483646 w 223"/>
              <a:gd name="T1" fmla="*/ 2147483646 h 172"/>
              <a:gd name="T2" fmla="*/ 2147483646 w 223"/>
              <a:gd name="T3" fmla="*/ 2147483646 h 172"/>
              <a:gd name="T4" fmla="*/ 2147483646 w 223"/>
              <a:gd name="T5" fmla="*/ 2147483646 h 172"/>
              <a:gd name="T6" fmla="*/ 2147483646 w 223"/>
              <a:gd name="T7" fmla="*/ 2147483646 h 172"/>
              <a:gd name="T8" fmla="*/ 0 w 223"/>
              <a:gd name="T9" fmla="*/ 2147483646 h 172"/>
              <a:gd name="T10" fmla="*/ 0 w 223"/>
              <a:gd name="T11" fmla="*/ 2147483646 h 172"/>
              <a:gd name="T12" fmla="*/ 0 w 223"/>
              <a:gd name="T13" fmla="*/ 0 h 172"/>
              <a:gd name="T14" fmla="*/ 2147483646 w 223"/>
              <a:gd name="T15" fmla="*/ 0 h 172"/>
              <a:gd name="T16" fmla="*/ 2147483646 w 223"/>
              <a:gd name="T17" fmla="*/ 2147483646 h 172"/>
              <a:gd name="T18" fmla="*/ 2147483646 w 223"/>
              <a:gd name="T19" fmla="*/ 2147483646 h 172"/>
              <a:gd name="T20" fmla="*/ 2147483646 w 223"/>
              <a:gd name="T21" fmla="*/ 2147483646 h 172"/>
              <a:gd name="T22" fmla="*/ 2147483646 w 223"/>
              <a:gd name="T23" fmla="*/ 2147483646 h 172"/>
              <a:gd name="T24" fmla="*/ 2147483646 w 223"/>
              <a:gd name="T25" fmla="*/ 2147483646 h 172"/>
              <a:gd name="T26" fmla="*/ 2147483646 w 223"/>
              <a:gd name="T27" fmla="*/ 2147483646 h 172"/>
              <a:gd name="T28" fmla="*/ 2147483646 w 223"/>
              <a:gd name="T29" fmla="*/ 2147483646 h 172"/>
              <a:gd name="T30" fmla="*/ 2147483646 w 223"/>
              <a:gd name="T31" fmla="*/ 2147483646 h 172"/>
              <a:gd name="T32" fmla="*/ 2147483646 w 223"/>
              <a:gd name="T33" fmla="*/ 2147483646 h 172"/>
              <a:gd name="T34" fmla="*/ 2147483646 w 223"/>
              <a:gd name="T35" fmla="*/ 2147483646 h 172"/>
              <a:gd name="T36" fmla="*/ 2147483646 w 223"/>
              <a:gd name="T37" fmla="*/ 2147483646 h 172"/>
              <a:gd name="T38" fmla="*/ 2147483646 w 223"/>
              <a:gd name="T39" fmla="*/ 2147483646 h 172"/>
              <a:gd name="T40" fmla="*/ 2147483646 w 223"/>
              <a:gd name="T41" fmla="*/ 2147483646 h 172"/>
              <a:gd name="T42" fmla="*/ 2147483646 w 223"/>
              <a:gd name="T43" fmla="*/ 2147483646 h 17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223" h="172">
                <a:moveTo>
                  <a:pt x="11" y="160"/>
                </a:moveTo>
                <a:lnTo>
                  <a:pt x="223" y="160"/>
                </a:lnTo>
                <a:lnTo>
                  <a:pt x="223" y="172"/>
                </a:lnTo>
                <a:lnTo>
                  <a:pt x="11" y="172"/>
                </a:lnTo>
                <a:lnTo>
                  <a:pt x="0" y="172"/>
                </a:lnTo>
                <a:lnTo>
                  <a:pt x="0" y="160"/>
                </a:lnTo>
                <a:lnTo>
                  <a:pt x="0" y="0"/>
                </a:lnTo>
                <a:lnTo>
                  <a:pt x="11" y="0"/>
                </a:lnTo>
                <a:lnTo>
                  <a:pt x="11" y="160"/>
                </a:lnTo>
                <a:close/>
                <a:moveTo>
                  <a:pt x="27" y="145"/>
                </a:moveTo>
                <a:lnTo>
                  <a:pt x="215" y="145"/>
                </a:lnTo>
                <a:lnTo>
                  <a:pt x="215" y="133"/>
                </a:lnTo>
                <a:lnTo>
                  <a:pt x="215" y="55"/>
                </a:lnTo>
                <a:lnTo>
                  <a:pt x="191" y="78"/>
                </a:lnTo>
                <a:lnTo>
                  <a:pt x="180" y="47"/>
                </a:lnTo>
                <a:lnTo>
                  <a:pt x="160" y="86"/>
                </a:lnTo>
                <a:lnTo>
                  <a:pt x="129" y="78"/>
                </a:lnTo>
                <a:lnTo>
                  <a:pt x="105" y="102"/>
                </a:lnTo>
                <a:lnTo>
                  <a:pt x="74" y="43"/>
                </a:lnTo>
                <a:lnTo>
                  <a:pt x="27" y="94"/>
                </a:lnTo>
                <a:lnTo>
                  <a:pt x="27" y="1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91" name="Freeform 45">
            <a:extLst>
              <a:ext uri="{FF2B5EF4-FFF2-40B4-BE49-F238E27FC236}">
                <a16:creationId xmlns="" xmlns:a16="http://schemas.microsoft.com/office/drawing/2014/main" id="{15755A50-B519-4A5F-9AEA-1E3FBEF09D4E}"/>
              </a:ext>
            </a:extLst>
          </p:cNvPr>
          <p:cNvSpPr>
            <a:spLocks noEditPoints="1"/>
          </p:cNvSpPr>
          <p:nvPr/>
        </p:nvSpPr>
        <p:spPr bwMode="auto">
          <a:xfrm>
            <a:off x="8499549" y="5226323"/>
            <a:ext cx="627063" cy="642937"/>
          </a:xfrm>
          <a:custGeom>
            <a:avLst/>
            <a:gdLst>
              <a:gd name="T0" fmla="*/ 2147483646 w 61"/>
              <a:gd name="T1" fmla="*/ 2147483646 h 63"/>
              <a:gd name="T2" fmla="*/ 2147483646 w 61"/>
              <a:gd name="T3" fmla="*/ 2147483646 h 63"/>
              <a:gd name="T4" fmla="*/ 2147483646 w 61"/>
              <a:gd name="T5" fmla="*/ 2147483646 h 63"/>
              <a:gd name="T6" fmla="*/ 2147483646 w 61"/>
              <a:gd name="T7" fmla="*/ 2147483646 h 63"/>
              <a:gd name="T8" fmla="*/ 0 w 61"/>
              <a:gd name="T9" fmla="*/ 2147483646 h 63"/>
              <a:gd name="T10" fmla="*/ 2147483646 w 61"/>
              <a:gd name="T11" fmla="*/ 2147483646 h 63"/>
              <a:gd name="T12" fmla="*/ 2147483646 w 61"/>
              <a:gd name="T13" fmla="*/ 2147483646 h 63"/>
              <a:gd name="T14" fmla="*/ 2147483646 w 61"/>
              <a:gd name="T15" fmla="*/ 2147483646 h 63"/>
              <a:gd name="T16" fmla="*/ 2147483646 w 61"/>
              <a:gd name="T17" fmla="*/ 2147483646 h 63"/>
              <a:gd name="T18" fmla="*/ 2147483646 w 61"/>
              <a:gd name="T19" fmla="*/ 2147483646 h 63"/>
              <a:gd name="T20" fmla="*/ 2147483646 w 61"/>
              <a:gd name="T21" fmla="*/ 2147483646 h 63"/>
              <a:gd name="T22" fmla="*/ 2147483646 w 61"/>
              <a:gd name="T23" fmla="*/ 2147483646 h 63"/>
              <a:gd name="T24" fmla="*/ 2147483646 w 61"/>
              <a:gd name="T25" fmla="*/ 2147483646 h 63"/>
              <a:gd name="T26" fmla="*/ 2147483646 w 61"/>
              <a:gd name="T27" fmla="*/ 2147483646 h 63"/>
              <a:gd name="T28" fmla="*/ 2147483646 w 61"/>
              <a:gd name="T29" fmla="*/ 2147483646 h 63"/>
              <a:gd name="T30" fmla="*/ 2147483646 w 61"/>
              <a:gd name="T31" fmla="*/ 0 h 63"/>
              <a:gd name="T32" fmla="*/ 2147483646 w 61"/>
              <a:gd name="T33" fmla="*/ 0 h 63"/>
              <a:gd name="T34" fmla="*/ 2147483646 w 61"/>
              <a:gd name="T35" fmla="*/ 2147483646 h 63"/>
              <a:gd name="T36" fmla="*/ 2147483646 w 61"/>
              <a:gd name="T37" fmla="*/ 2147483646 h 63"/>
              <a:gd name="T38" fmla="*/ 2147483646 w 61"/>
              <a:gd name="T39" fmla="*/ 2147483646 h 63"/>
              <a:gd name="T40" fmla="*/ 2147483646 w 61"/>
              <a:gd name="T41" fmla="*/ 2147483646 h 63"/>
              <a:gd name="T42" fmla="*/ 2147483646 w 61"/>
              <a:gd name="T43" fmla="*/ 0 h 63"/>
              <a:gd name="T44" fmla="*/ 2147483646 w 61"/>
              <a:gd name="T45" fmla="*/ 2147483646 h 63"/>
              <a:gd name="T46" fmla="*/ 2147483646 w 61"/>
              <a:gd name="T47" fmla="*/ 2147483646 h 63"/>
              <a:gd name="T48" fmla="*/ 2147483646 w 61"/>
              <a:gd name="T49" fmla="*/ 2147483646 h 63"/>
              <a:gd name="T50" fmla="*/ 2147483646 w 61"/>
              <a:gd name="T51" fmla="*/ 2147483646 h 63"/>
              <a:gd name="T52" fmla="*/ 2147483646 w 61"/>
              <a:gd name="T53" fmla="*/ 2147483646 h 63"/>
              <a:gd name="T54" fmla="*/ 2147483646 w 61"/>
              <a:gd name="T55" fmla="*/ 2147483646 h 63"/>
              <a:gd name="T56" fmla="*/ 2147483646 w 61"/>
              <a:gd name="T57" fmla="*/ 2147483646 h 63"/>
              <a:gd name="T58" fmla="*/ 2147483646 w 61"/>
              <a:gd name="T59" fmla="*/ 2147483646 h 63"/>
              <a:gd name="T60" fmla="*/ 2147483646 w 61"/>
              <a:gd name="T61" fmla="*/ 2147483646 h 6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61" h="63">
                <a:moveTo>
                  <a:pt x="53" y="51"/>
                </a:moveTo>
                <a:cubicBezTo>
                  <a:pt x="53" y="52"/>
                  <a:pt x="52" y="54"/>
                  <a:pt x="50" y="55"/>
                </a:cubicBezTo>
                <a:cubicBezTo>
                  <a:pt x="45" y="60"/>
                  <a:pt x="38" y="63"/>
                  <a:pt x="30" y="63"/>
                </a:cubicBezTo>
                <a:cubicBezTo>
                  <a:pt x="21" y="63"/>
                  <a:pt x="14" y="60"/>
                  <a:pt x="9" y="55"/>
                </a:cubicBezTo>
                <a:cubicBezTo>
                  <a:pt x="3" y="49"/>
                  <a:pt x="0" y="42"/>
                  <a:pt x="0" y="34"/>
                </a:cubicBezTo>
                <a:cubicBezTo>
                  <a:pt x="0" y="26"/>
                  <a:pt x="3" y="18"/>
                  <a:pt x="9" y="13"/>
                </a:cubicBezTo>
                <a:cubicBezTo>
                  <a:pt x="14" y="8"/>
                  <a:pt x="21" y="5"/>
                  <a:pt x="29" y="4"/>
                </a:cubicBezTo>
                <a:cubicBezTo>
                  <a:pt x="29" y="20"/>
                  <a:pt x="29" y="20"/>
                  <a:pt x="29" y="20"/>
                </a:cubicBezTo>
                <a:cubicBezTo>
                  <a:pt x="25" y="20"/>
                  <a:pt x="22" y="22"/>
                  <a:pt x="20" y="24"/>
                </a:cubicBezTo>
                <a:cubicBezTo>
                  <a:pt x="17" y="27"/>
                  <a:pt x="16" y="30"/>
                  <a:pt x="16" y="34"/>
                </a:cubicBezTo>
                <a:cubicBezTo>
                  <a:pt x="16" y="38"/>
                  <a:pt x="17" y="41"/>
                  <a:pt x="20" y="44"/>
                </a:cubicBezTo>
                <a:cubicBezTo>
                  <a:pt x="22" y="46"/>
                  <a:pt x="26" y="48"/>
                  <a:pt x="30" y="48"/>
                </a:cubicBezTo>
                <a:cubicBezTo>
                  <a:pt x="33" y="48"/>
                  <a:pt x="37" y="46"/>
                  <a:pt x="40" y="44"/>
                </a:cubicBezTo>
                <a:cubicBezTo>
                  <a:pt x="40" y="44"/>
                  <a:pt x="40" y="44"/>
                  <a:pt x="40" y="43"/>
                </a:cubicBezTo>
                <a:cubicBezTo>
                  <a:pt x="53" y="51"/>
                  <a:pt x="53" y="51"/>
                  <a:pt x="53" y="51"/>
                </a:cubicBezTo>
                <a:close/>
                <a:moveTo>
                  <a:pt x="32" y="0"/>
                </a:moveTo>
                <a:cubicBezTo>
                  <a:pt x="32" y="0"/>
                  <a:pt x="32" y="0"/>
                  <a:pt x="32" y="0"/>
                </a:cubicBezTo>
                <a:cubicBezTo>
                  <a:pt x="31" y="15"/>
                  <a:pt x="31" y="15"/>
                  <a:pt x="31" y="15"/>
                </a:cubicBezTo>
                <a:cubicBezTo>
                  <a:pt x="32" y="15"/>
                  <a:pt x="32" y="15"/>
                  <a:pt x="32" y="15"/>
                </a:cubicBezTo>
                <a:cubicBezTo>
                  <a:pt x="35" y="15"/>
                  <a:pt x="38" y="16"/>
                  <a:pt x="40" y="18"/>
                </a:cubicBezTo>
                <a:cubicBezTo>
                  <a:pt x="49" y="5"/>
                  <a:pt x="49" y="5"/>
                  <a:pt x="49" y="5"/>
                </a:cubicBezTo>
                <a:cubicBezTo>
                  <a:pt x="44" y="1"/>
                  <a:pt x="38" y="0"/>
                  <a:pt x="32" y="0"/>
                </a:cubicBezTo>
                <a:close/>
                <a:moveTo>
                  <a:pt x="49" y="10"/>
                </a:moveTo>
                <a:cubicBezTo>
                  <a:pt x="41" y="22"/>
                  <a:pt x="41" y="22"/>
                  <a:pt x="41" y="22"/>
                </a:cubicBezTo>
                <a:cubicBezTo>
                  <a:pt x="41" y="23"/>
                  <a:pt x="41" y="23"/>
                  <a:pt x="42" y="23"/>
                </a:cubicBezTo>
                <a:cubicBezTo>
                  <a:pt x="44" y="26"/>
                  <a:pt x="46" y="29"/>
                  <a:pt x="46" y="33"/>
                </a:cubicBezTo>
                <a:cubicBezTo>
                  <a:pt x="46" y="37"/>
                  <a:pt x="45" y="40"/>
                  <a:pt x="43" y="42"/>
                </a:cubicBezTo>
                <a:cubicBezTo>
                  <a:pt x="56" y="50"/>
                  <a:pt x="56" y="50"/>
                  <a:pt x="56" y="50"/>
                </a:cubicBezTo>
                <a:cubicBezTo>
                  <a:pt x="59" y="45"/>
                  <a:pt x="61" y="39"/>
                  <a:pt x="61" y="33"/>
                </a:cubicBezTo>
                <a:cubicBezTo>
                  <a:pt x="61" y="25"/>
                  <a:pt x="58" y="18"/>
                  <a:pt x="53" y="13"/>
                </a:cubicBezTo>
                <a:cubicBezTo>
                  <a:pt x="52" y="12"/>
                  <a:pt x="51" y="11"/>
                  <a:pt x="49" y="1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92" name="Freeform 46">
            <a:extLst>
              <a:ext uri="{FF2B5EF4-FFF2-40B4-BE49-F238E27FC236}">
                <a16:creationId xmlns="" xmlns:a16="http://schemas.microsoft.com/office/drawing/2014/main" id="{46433574-B157-42B4-BDA7-E40ED9A0F03B}"/>
              </a:ext>
            </a:extLst>
          </p:cNvPr>
          <p:cNvSpPr>
            <a:spLocks/>
          </p:cNvSpPr>
          <p:nvPr/>
        </p:nvSpPr>
        <p:spPr bwMode="auto">
          <a:xfrm>
            <a:off x="9526662" y="5286648"/>
            <a:ext cx="665162" cy="512762"/>
          </a:xfrm>
          <a:custGeom>
            <a:avLst/>
            <a:gdLst>
              <a:gd name="T0" fmla="*/ 2147483646 w 65"/>
              <a:gd name="T1" fmla="*/ 2147483646 h 50"/>
              <a:gd name="T2" fmla="*/ 2147483646 w 65"/>
              <a:gd name="T3" fmla="*/ 2147483646 h 50"/>
              <a:gd name="T4" fmla="*/ 2147483646 w 65"/>
              <a:gd name="T5" fmla="*/ 2147483646 h 50"/>
              <a:gd name="T6" fmla="*/ 2147483646 w 65"/>
              <a:gd name="T7" fmla="*/ 2147483646 h 50"/>
              <a:gd name="T8" fmla="*/ 2147483646 w 65"/>
              <a:gd name="T9" fmla="*/ 2147483646 h 50"/>
              <a:gd name="T10" fmla="*/ 2147483646 w 65"/>
              <a:gd name="T11" fmla="*/ 2147483646 h 50"/>
              <a:gd name="T12" fmla="*/ 2147483646 w 65"/>
              <a:gd name="T13" fmla="*/ 2147483646 h 50"/>
              <a:gd name="T14" fmla="*/ 2147483646 w 65"/>
              <a:gd name="T15" fmla="*/ 2147483646 h 50"/>
              <a:gd name="T16" fmla="*/ 2147483646 w 65"/>
              <a:gd name="T17" fmla="*/ 2147483646 h 50"/>
              <a:gd name="T18" fmla="*/ 2147483646 w 65"/>
              <a:gd name="T19" fmla="*/ 2147483646 h 50"/>
              <a:gd name="T20" fmla="*/ 2147483646 w 65"/>
              <a:gd name="T21" fmla="*/ 2147483646 h 50"/>
              <a:gd name="T22" fmla="*/ 2147483646 w 65"/>
              <a:gd name="T23" fmla="*/ 2147483646 h 50"/>
              <a:gd name="T24" fmla="*/ 2147483646 w 65"/>
              <a:gd name="T25" fmla="*/ 2147483646 h 50"/>
              <a:gd name="T26" fmla="*/ 2147483646 w 65"/>
              <a:gd name="T27" fmla="*/ 2147483646 h 50"/>
              <a:gd name="T28" fmla="*/ 2147483646 w 65"/>
              <a:gd name="T29" fmla="*/ 2147483646 h 50"/>
              <a:gd name="T30" fmla="*/ 2147483646 w 65"/>
              <a:gd name="T31" fmla="*/ 2147483646 h 50"/>
              <a:gd name="T32" fmla="*/ 2147483646 w 65"/>
              <a:gd name="T33" fmla="*/ 2147483646 h 50"/>
              <a:gd name="T34" fmla="*/ 2147483646 w 65"/>
              <a:gd name="T35" fmla="*/ 2147483646 h 50"/>
              <a:gd name="T36" fmla="*/ 2147483646 w 65"/>
              <a:gd name="T37" fmla="*/ 2147483646 h 50"/>
              <a:gd name="T38" fmla="*/ 2147483646 w 65"/>
              <a:gd name="T39" fmla="*/ 2147483646 h 50"/>
              <a:gd name="T40" fmla="*/ 2147483646 w 65"/>
              <a:gd name="T41" fmla="*/ 2147483646 h 50"/>
              <a:gd name="T42" fmla="*/ 2147483646 w 65"/>
              <a:gd name="T43" fmla="*/ 2147483646 h 50"/>
              <a:gd name="T44" fmla="*/ 2147483646 w 65"/>
              <a:gd name="T45" fmla="*/ 2147483646 h 50"/>
              <a:gd name="T46" fmla="*/ 2147483646 w 65"/>
              <a:gd name="T47" fmla="*/ 2147483646 h 50"/>
              <a:gd name="T48" fmla="*/ 2147483646 w 65"/>
              <a:gd name="T49" fmla="*/ 2147483646 h 50"/>
              <a:gd name="T50" fmla="*/ 2147483646 w 65"/>
              <a:gd name="T51" fmla="*/ 2147483646 h 50"/>
              <a:gd name="T52" fmla="*/ 2147483646 w 65"/>
              <a:gd name="T53" fmla="*/ 2147483646 h 50"/>
              <a:gd name="T54" fmla="*/ 2147483646 w 65"/>
              <a:gd name="T55" fmla="*/ 2147483646 h 50"/>
              <a:gd name="T56" fmla="*/ 2147483646 w 65"/>
              <a:gd name="T57" fmla="*/ 2147483646 h 50"/>
              <a:gd name="T58" fmla="*/ 2147483646 w 65"/>
              <a:gd name="T59" fmla="*/ 2147483646 h 50"/>
              <a:gd name="T60" fmla="*/ 2147483646 w 65"/>
              <a:gd name="T61" fmla="*/ 2147483646 h 50"/>
              <a:gd name="T62" fmla="*/ 2147483646 w 65"/>
              <a:gd name="T63" fmla="*/ 2147483646 h 50"/>
              <a:gd name="T64" fmla="*/ 2147483646 w 65"/>
              <a:gd name="T65" fmla="*/ 2147483646 h 50"/>
              <a:gd name="T66" fmla="*/ 2147483646 w 65"/>
              <a:gd name="T67" fmla="*/ 2147483646 h 50"/>
              <a:gd name="T68" fmla="*/ 2147483646 w 65"/>
              <a:gd name="T69" fmla="*/ 2147483646 h 50"/>
              <a:gd name="T70" fmla="*/ 2147483646 w 65"/>
              <a:gd name="T71" fmla="*/ 2147483646 h 50"/>
              <a:gd name="T72" fmla="*/ 0 w 65"/>
              <a:gd name="T73" fmla="*/ 2147483646 h 50"/>
              <a:gd name="T74" fmla="*/ 2147483646 w 65"/>
              <a:gd name="T75" fmla="*/ 0 h 5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65" h="50">
                <a:moveTo>
                  <a:pt x="4" y="47"/>
                </a:moveTo>
                <a:cubicBezTo>
                  <a:pt x="6" y="47"/>
                  <a:pt x="6" y="47"/>
                  <a:pt x="6" y="47"/>
                </a:cubicBezTo>
                <a:cubicBezTo>
                  <a:pt x="6" y="25"/>
                  <a:pt x="6" y="25"/>
                  <a:pt x="6" y="25"/>
                </a:cubicBezTo>
                <a:cubicBezTo>
                  <a:pt x="8" y="25"/>
                  <a:pt x="8" y="25"/>
                  <a:pt x="8" y="25"/>
                </a:cubicBezTo>
                <a:cubicBezTo>
                  <a:pt x="8" y="47"/>
                  <a:pt x="8" y="47"/>
                  <a:pt x="8" y="47"/>
                </a:cubicBezTo>
                <a:cubicBezTo>
                  <a:pt x="10" y="47"/>
                  <a:pt x="10" y="47"/>
                  <a:pt x="10" y="47"/>
                </a:cubicBezTo>
                <a:cubicBezTo>
                  <a:pt x="10" y="27"/>
                  <a:pt x="10" y="27"/>
                  <a:pt x="10" y="27"/>
                </a:cubicBezTo>
                <a:cubicBezTo>
                  <a:pt x="10" y="27"/>
                  <a:pt x="11" y="27"/>
                  <a:pt x="12" y="27"/>
                </a:cubicBezTo>
                <a:cubicBezTo>
                  <a:pt x="12" y="47"/>
                  <a:pt x="12" y="47"/>
                  <a:pt x="12" y="47"/>
                </a:cubicBezTo>
                <a:cubicBezTo>
                  <a:pt x="13" y="47"/>
                  <a:pt x="13" y="47"/>
                  <a:pt x="13" y="47"/>
                </a:cubicBezTo>
                <a:cubicBezTo>
                  <a:pt x="13" y="29"/>
                  <a:pt x="13" y="29"/>
                  <a:pt x="13" y="29"/>
                </a:cubicBezTo>
                <a:cubicBezTo>
                  <a:pt x="14" y="29"/>
                  <a:pt x="14" y="29"/>
                  <a:pt x="15" y="29"/>
                </a:cubicBezTo>
                <a:cubicBezTo>
                  <a:pt x="15" y="47"/>
                  <a:pt x="15" y="47"/>
                  <a:pt x="15" y="47"/>
                </a:cubicBezTo>
                <a:cubicBezTo>
                  <a:pt x="16" y="47"/>
                  <a:pt x="16" y="47"/>
                  <a:pt x="16" y="47"/>
                </a:cubicBezTo>
                <a:cubicBezTo>
                  <a:pt x="16" y="27"/>
                  <a:pt x="16" y="27"/>
                  <a:pt x="16" y="27"/>
                </a:cubicBezTo>
                <a:cubicBezTo>
                  <a:pt x="17" y="27"/>
                  <a:pt x="18" y="27"/>
                  <a:pt x="18" y="27"/>
                </a:cubicBezTo>
                <a:cubicBezTo>
                  <a:pt x="18" y="47"/>
                  <a:pt x="18" y="47"/>
                  <a:pt x="18" y="47"/>
                </a:cubicBezTo>
                <a:cubicBezTo>
                  <a:pt x="19" y="47"/>
                  <a:pt x="19" y="47"/>
                  <a:pt x="19" y="47"/>
                </a:cubicBezTo>
                <a:cubicBezTo>
                  <a:pt x="19" y="20"/>
                  <a:pt x="19" y="20"/>
                  <a:pt x="19" y="20"/>
                </a:cubicBezTo>
                <a:cubicBezTo>
                  <a:pt x="20" y="20"/>
                  <a:pt x="21" y="20"/>
                  <a:pt x="21" y="20"/>
                </a:cubicBezTo>
                <a:cubicBezTo>
                  <a:pt x="21" y="47"/>
                  <a:pt x="21" y="47"/>
                  <a:pt x="21" y="47"/>
                </a:cubicBezTo>
                <a:cubicBezTo>
                  <a:pt x="23" y="47"/>
                  <a:pt x="23" y="47"/>
                  <a:pt x="23" y="47"/>
                </a:cubicBezTo>
                <a:cubicBezTo>
                  <a:pt x="23" y="15"/>
                  <a:pt x="23" y="15"/>
                  <a:pt x="23" y="15"/>
                </a:cubicBezTo>
                <a:cubicBezTo>
                  <a:pt x="23" y="15"/>
                  <a:pt x="24" y="15"/>
                  <a:pt x="25" y="15"/>
                </a:cubicBezTo>
                <a:cubicBezTo>
                  <a:pt x="25" y="47"/>
                  <a:pt x="25" y="47"/>
                  <a:pt x="25" y="47"/>
                </a:cubicBezTo>
                <a:cubicBezTo>
                  <a:pt x="26" y="47"/>
                  <a:pt x="26" y="47"/>
                  <a:pt x="26" y="47"/>
                </a:cubicBezTo>
                <a:cubicBezTo>
                  <a:pt x="26" y="21"/>
                  <a:pt x="26" y="21"/>
                  <a:pt x="26" y="21"/>
                </a:cubicBezTo>
                <a:cubicBezTo>
                  <a:pt x="27" y="21"/>
                  <a:pt x="27" y="21"/>
                  <a:pt x="28" y="21"/>
                </a:cubicBezTo>
                <a:cubicBezTo>
                  <a:pt x="28" y="47"/>
                  <a:pt x="28" y="47"/>
                  <a:pt x="28" y="47"/>
                </a:cubicBezTo>
                <a:cubicBezTo>
                  <a:pt x="29" y="47"/>
                  <a:pt x="29" y="47"/>
                  <a:pt x="29" y="47"/>
                </a:cubicBezTo>
                <a:cubicBezTo>
                  <a:pt x="29" y="28"/>
                  <a:pt x="29" y="28"/>
                  <a:pt x="29" y="28"/>
                </a:cubicBezTo>
                <a:cubicBezTo>
                  <a:pt x="30" y="28"/>
                  <a:pt x="31" y="28"/>
                  <a:pt x="31" y="28"/>
                </a:cubicBezTo>
                <a:cubicBezTo>
                  <a:pt x="31" y="47"/>
                  <a:pt x="31" y="47"/>
                  <a:pt x="31" y="47"/>
                </a:cubicBezTo>
                <a:cubicBezTo>
                  <a:pt x="33" y="47"/>
                  <a:pt x="33" y="47"/>
                  <a:pt x="33" y="47"/>
                </a:cubicBezTo>
                <a:cubicBezTo>
                  <a:pt x="33" y="34"/>
                  <a:pt x="33" y="34"/>
                  <a:pt x="33" y="34"/>
                </a:cubicBezTo>
                <a:cubicBezTo>
                  <a:pt x="33" y="34"/>
                  <a:pt x="34" y="34"/>
                  <a:pt x="35" y="34"/>
                </a:cubicBezTo>
                <a:cubicBezTo>
                  <a:pt x="35" y="47"/>
                  <a:pt x="35" y="47"/>
                  <a:pt x="35" y="47"/>
                </a:cubicBezTo>
                <a:cubicBezTo>
                  <a:pt x="36" y="47"/>
                  <a:pt x="36" y="47"/>
                  <a:pt x="36" y="47"/>
                </a:cubicBezTo>
                <a:cubicBezTo>
                  <a:pt x="36" y="31"/>
                  <a:pt x="36" y="31"/>
                  <a:pt x="36" y="31"/>
                </a:cubicBezTo>
                <a:cubicBezTo>
                  <a:pt x="37" y="31"/>
                  <a:pt x="37" y="31"/>
                  <a:pt x="38" y="31"/>
                </a:cubicBezTo>
                <a:cubicBezTo>
                  <a:pt x="38" y="47"/>
                  <a:pt x="38" y="47"/>
                  <a:pt x="38" y="47"/>
                </a:cubicBezTo>
                <a:cubicBezTo>
                  <a:pt x="39" y="47"/>
                  <a:pt x="39" y="47"/>
                  <a:pt x="39" y="47"/>
                </a:cubicBezTo>
                <a:cubicBezTo>
                  <a:pt x="39" y="27"/>
                  <a:pt x="39" y="27"/>
                  <a:pt x="39" y="27"/>
                </a:cubicBezTo>
                <a:cubicBezTo>
                  <a:pt x="40" y="27"/>
                  <a:pt x="41" y="27"/>
                  <a:pt x="41" y="27"/>
                </a:cubicBezTo>
                <a:cubicBezTo>
                  <a:pt x="41" y="47"/>
                  <a:pt x="41" y="47"/>
                  <a:pt x="41" y="47"/>
                </a:cubicBezTo>
                <a:cubicBezTo>
                  <a:pt x="42" y="47"/>
                  <a:pt x="42" y="47"/>
                  <a:pt x="42" y="47"/>
                </a:cubicBezTo>
                <a:cubicBezTo>
                  <a:pt x="42" y="29"/>
                  <a:pt x="42" y="29"/>
                  <a:pt x="42" y="29"/>
                </a:cubicBezTo>
                <a:cubicBezTo>
                  <a:pt x="43" y="29"/>
                  <a:pt x="44" y="29"/>
                  <a:pt x="44" y="29"/>
                </a:cubicBezTo>
                <a:cubicBezTo>
                  <a:pt x="44" y="47"/>
                  <a:pt x="44" y="47"/>
                  <a:pt x="44" y="47"/>
                </a:cubicBezTo>
                <a:cubicBezTo>
                  <a:pt x="46" y="47"/>
                  <a:pt x="46" y="47"/>
                  <a:pt x="46" y="47"/>
                </a:cubicBezTo>
                <a:cubicBezTo>
                  <a:pt x="46" y="32"/>
                  <a:pt x="46" y="32"/>
                  <a:pt x="46" y="32"/>
                </a:cubicBezTo>
                <a:cubicBezTo>
                  <a:pt x="46" y="32"/>
                  <a:pt x="47" y="32"/>
                  <a:pt x="48" y="32"/>
                </a:cubicBezTo>
                <a:cubicBezTo>
                  <a:pt x="48" y="47"/>
                  <a:pt x="48" y="47"/>
                  <a:pt x="48" y="47"/>
                </a:cubicBezTo>
                <a:cubicBezTo>
                  <a:pt x="49" y="47"/>
                  <a:pt x="49" y="47"/>
                  <a:pt x="49" y="47"/>
                </a:cubicBezTo>
                <a:cubicBezTo>
                  <a:pt x="49" y="36"/>
                  <a:pt x="49" y="36"/>
                  <a:pt x="49" y="36"/>
                </a:cubicBezTo>
                <a:cubicBezTo>
                  <a:pt x="50" y="36"/>
                  <a:pt x="50" y="36"/>
                  <a:pt x="51" y="36"/>
                </a:cubicBezTo>
                <a:cubicBezTo>
                  <a:pt x="51" y="47"/>
                  <a:pt x="51" y="47"/>
                  <a:pt x="51" y="47"/>
                </a:cubicBezTo>
                <a:cubicBezTo>
                  <a:pt x="52" y="47"/>
                  <a:pt x="52" y="47"/>
                  <a:pt x="52" y="47"/>
                </a:cubicBezTo>
                <a:cubicBezTo>
                  <a:pt x="52" y="18"/>
                  <a:pt x="52" y="18"/>
                  <a:pt x="52" y="18"/>
                </a:cubicBezTo>
                <a:cubicBezTo>
                  <a:pt x="53" y="18"/>
                  <a:pt x="54" y="18"/>
                  <a:pt x="54" y="18"/>
                </a:cubicBezTo>
                <a:cubicBezTo>
                  <a:pt x="54" y="47"/>
                  <a:pt x="54" y="47"/>
                  <a:pt x="54" y="47"/>
                </a:cubicBezTo>
                <a:cubicBezTo>
                  <a:pt x="56" y="47"/>
                  <a:pt x="56" y="47"/>
                  <a:pt x="56" y="47"/>
                </a:cubicBezTo>
                <a:cubicBezTo>
                  <a:pt x="56" y="13"/>
                  <a:pt x="56" y="13"/>
                  <a:pt x="56" y="13"/>
                </a:cubicBezTo>
                <a:cubicBezTo>
                  <a:pt x="56" y="13"/>
                  <a:pt x="57" y="13"/>
                  <a:pt x="58" y="13"/>
                </a:cubicBezTo>
                <a:cubicBezTo>
                  <a:pt x="58" y="47"/>
                  <a:pt x="58" y="47"/>
                  <a:pt x="58" y="47"/>
                </a:cubicBezTo>
                <a:cubicBezTo>
                  <a:pt x="59" y="47"/>
                  <a:pt x="59" y="47"/>
                  <a:pt x="59" y="47"/>
                </a:cubicBezTo>
                <a:cubicBezTo>
                  <a:pt x="59" y="8"/>
                  <a:pt x="59" y="8"/>
                  <a:pt x="59" y="8"/>
                </a:cubicBezTo>
                <a:cubicBezTo>
                  <a:pt x="61" y="8"/>
                  <a:pt x="61" y="8"/>
                  <a:pt x="61" y="8"/>
                </a:cubicBezTo>
                <a:cubicBezTo>
                  <a:pt x="61" y="47"/>
                  <a:pt x="61" y="47"/>
                  <a:pt x="61" y="47"/>
                </a:cubicBezTo>
                <a:cubicBezTo>
                  <a:pt x="65" y="47"/>
                  <a:pt x="65" y="47"/>
                  <a:pt x="65" y="47"/>
                </a:cubicBezTo>
                <a:cubicBezTo>
                  <a:pt x="65" y="50"/>
                  <a:pt x="65" y="50"/>
                  <a:pt x="65" y="50"/>
                </a:cubicBezTo>
                <a:cubicBezTo>
                  <a:pt x="4" y="50"/>
                  <a:pt x="4" y="50"/>
                  <a:pt x="4" y="50"/>
                </a:cubicBezTo>
                <a:cubicBezTo>
                  <a:pt x="0" y="50"/>
                  <a:pt x="0" y="50"/>
                  <a:pt x="0" y="50"/>
                </a:cubicBezTo>
                <a:cubicBezTo>
                  <a:pt x="0" y="47"/>
                  <a:pt x="0" y="47"/>
                  <a:pt x="0" y="47"/>
                </a:cubicBezTo>
                <a:cubicBezTo>
                  <a:pt x="0" y="0"/>
                  <a:pt x="0" y="0"/>
                  <a:pt x="0" y="0"/>
                </a:cubicBezTo>
                <a:cubicBezTo>
                  <a:pt x="4" y="0"/>
                  <a:pt x="4" y="0"/>
                  <a:pt x="4" y="0"/>
                </a:cubicBezTo>
                <a:lnTo>
                  <a:pt x="4"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93" name="Freeform 47">
            <a:extLst>
              <a:ext uri="{FF2B5EF4-FFF2-40B4-BE49-F238E27FC236}">
                <a16:creationId xmlns="" xmlns:a16="http://schemas.microsoft.com/office/drawing/2014/main" id="{DE697667-EEAC-4118-B47C-36A4B8410345}"/>
              </a:ext>
            </a:extLst>
          </p:cNvPr>
          <p:cNvSpPr>
            <a:spLocks noEditPoints="1"/>
          </p:cNvSpPr>
          <p:nvPr/>
        </p:nvSpPr>
        <p:spPr bwMode="auto">
          <a:xfrm>
            <a:off x="10602987" y="5254898"/>
            <a:ext cx="633412" cy="576262"/>
          </a:xfrm>
          <a:custGeom>
            <a:avLst/>
            <a:gdLst>
              <a:gd name="T0" fmla="*/ 2147483646 w 62"/>
              <a:gd name="T1" fmla="*/ 2147483646 h 56"/>
              <a:gd name="T2" fmla="*/ 2147483646 w 62"/>
              <a:gd name="T3" fmla="*/ 2147483646 h 56"/>
              <a:gd name="T4" fmla="*/ 2147483646 w 62"/>
              <a:gd name="T5" fmla="*/ 2147483646 h 56"/>
              <a:gd name="T6" fmla="*/ 2147483646 w 62"/>
              <a:gd name="T7" fmla="*/ 2147483646 h 56"/>
              <a:gd name="T8" fmla="*/ 2147483646 w 62"/>
              <a:gd name="T9" fmla="*/ 2147483646 h 56"/>
              <a:gd name="T10" fmla="*/ 2147483646 w 62"/>
              <a:gd name="T11" fmla="*/ 2147483646 h 56"/>
              <a:gd name="T12" fmla="*/ 2147483646 w 62"/>
              <a:gd name="T13" fmla="*/ 2147483646 h 56"/>
              <a:gd name="T14" fmla="*/ 2147483646 w 62"/>
              <a:gd name="T15" fmla="*/ 2147483646 h 56"/>
              <a:gd name="T16" fmla="*/ 2147483646 w 62"/>
              <a:gd name="T17" fmla="*/ 2147483646 h 56"/>
              <a:gd name="T18" fmla="*/ 2147483646 w 62"/>
              <a:gd name="T19" fmla="*/ 2147483646 h 56"/>
              <a:gd name="T20" fmla="*/ 2147483646 w 62"/>
              <a:gd name="T21" fmla="*/ 2147483646 h 56"/>
              <a:gd name="T22" fmla="*/ 2147483646 w 62"/>
              <a:gd name="T23" fmla="*/ 2147483646 h 56"/>
              <a:gd name="T24" fmla="*/ 2147483646 w 62"/>
              <a:gd name="T25" fmla="*/ 2147483646 h 56"/>
              <a:gd name="T26" fmla="*/ 2147483646 w 62"/>
              <a:gd name="T27" fmla="*/ 2147483646 h 56"/>
              <a:gd name="T28" fmla="*/ 2147483646 w 62"/>
              <a:gd name="T29" fmla="*/ 2147483646 h 56"/>
              <a:gd name="T30" fmla="*/ 2147483646 w 62"/>
              <a:gd name="T31" fmla="*/ 2147483646 h 56"/>
              <a:gd name="T32" fmla="*/ 2147483646 w 62"/>
              <a:gd name="T33" fmla="*/ 2147483646 h 56"/>
              <a:gd name="T34" fmla="*/ 2147483646 w 62"/>
              <a:gd name="T35" fmla="*/ 2147483646 h 56"/>
              <a:gd name="T36" fmla="*/ 2147483646 w 62"/>
              <a:gd name="T37" fmla="*/ 2147483646 h 56"/>
              <a:gd name="T38" fmla="*/ 2147483646 w 62"/>
              <a:gd name="T39" fmla="*/ 2147483646 h 56"/>
              <a:gd name="T40" fmla="*/ 2147483646 w 62"/>
              <a:gd name="T41" fmla="*/ 2147483646 h 56"/>
              <a:gd name="T42" fmla="*/ 2147483646 w 62"/>
              <a:gd name="T43" fmla="*/ 2147483646 h 56"/>
              <a:gd name="T44" fmla="*/ 2147483646 w 62"/>
              <a:gd name="T45" fmla="*/ 2147483646 h 56"/>
              <a:gd name="T46" fmla="*/ 2147483646 w 62"/>
              <a:gd name="T47" fmla="*/ 2147483646 h 56"/>
              <a:gd name="T48" fmla="*/ 2147483646 w 62"/>
              <a:gd name="T49" fmla="*/ 2147483646 h 56"/>
              <a:gd name="T50" fmla="*/ 2147483646 w 62"/>
              <a:gd name="T51" fmla="*/ 2147483646 h 56"/>
              <a:gd name="T52" fmla="*/ 2147483646 w 62"/>
              <a:gd name="T53" fmla="*/ 2147483646 h 56"/>
              <a:gd name="T54" fmla="*/ 2147483646 w 62"/>
              <a:gd name="T55" fmla="*/ 2147483646 h 56"/>
              <a:gd name="T56" fmla="*/ 2147483646 w 62"/>
              <a:gd name="T57" fmla="*/ 2147483646 h 56"/>
              <a:gd name="T58" fmla="*/ 2147483646 w 62"/>
              <a:gd name="T59" fmla="*/ 2147483646 h 56"/>
              <a:gd name="T60" fmla="*/ 2147483646 w 62"/>
              <a:gd name="T61" fmla="*/ 2147483646 h 56"/>
              <a:gd name="T62" fmla="*/ 2147483646 w 62"/>
              <a:gd name="T63" fmla="*/ 2147483646 h 56"/>
              <a:gd name="T64" fmla="*/ 2147483646 w 62"/>
              <a:gd name="T65" fmla="*/ 2147483646 h 56"/>
              <a:gd name="T66" fmla="*/ 2147483646 w 62"/>
              <a:gd name="T67" fmla="*/ 2147483646 h 56"/>
              <a:gd name="T68" fmla="*/ 2147483646 w 62"/>
              <a:gd name="T69" fmla="*/ 2147483646 h 56"/>
              <a:gd name="T70" fmla="*/ 2147483646 w 62"/>
              <a:gd name="T71" fmla="*/ 2147483646 h 56"/>
              <a:gd name="T72" fmla="*/ 2147483646 w 62"/>
              <a:gd name="T73" fmla="*/ 2147483646 h 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2" h="56">
                <a:moveTo>
                  <a:pt x="32" y="28"/>
                </a:moveTo>
                <a:cubicBezTo>
                  <a:pt x="51" y="42"/>
                  <a:pt x="51" y="42"/>
                  <a:pt x="51" y="42"/>
                </a:cubicBezTo>
                <a:cubicBezTo>
                  <a:pt x="52" y="43"/>
                  <a:pt x="52" y="43"/>
                  <a:pt x="52" y="43"/>
                </a:cubicBezTo>
                <a:cubicBezTo>
                  <a:pt x="51" y="45"/>
                  <a:pt x="51" y="45"/>
                  <a:pt x="51" y="45"/>
                </a:cubicBezTo>
                <a:cubicBezTo>
                  <a:pt x="51" y="45"/>
                  <a:pt x="50" y="46"/>
                  <a:pt x="49" y="47"/>
                </a:cubicBezTo>
                <a:cubicBezTo>
                  <a:pt x="49" y="47"/>
                  <a:pt x="48" y="48"/>
                  <a:pt x="47" y="49"/>
                </a:cubicBezTo>
                <a:cubicBezTo>
                  <a:pt x="42" y="54"/>
                  <a:pt x="34" y="56"/>
                  <a:pt x="27" y="56"/>
                </a:cubicBezTo>
                <a:cubicBezTo>
                  <a:pt x="20" y="56"/>
                  <a:pt x="13" y="53"/>
                  <a:pt x="8" y="47"/>
                </a:cubicBezTo>
                <a:cubicBezTo>
                  <a:pt x="3" y="41"/>
                  <a:pt x="0" y="34"/>
                  <a:pt x="1" y="27"/>
                </a:cubicBezTo>
                <a:cubicBezTo>
                  <a:pt x="1" y="20"/>
                  <a:pt x="4" y="13"/>
                  <a:pt x="10" y="8"/>
                </a:cubicBezTo>
                <a:cubicBezTo>
                  <a:pt x="15" y="3"/>
                  <a:pt x="22" y="0"/>
                  <a:pt x="29" y="1"/>
                </a:cubicBezTo>
                <a:cubicBezTo>
                  <a:pt x="37" y="1"/>
                  <a:pt x="44" y="4"/>
                  <a:pt x="49" y="9"/>
                </a:cubicBezTo>
                <a:cubicBezTo>
                  <a:pt x="50" y="11"/>
                  <a:pt x="50" y="11"/>
                  <a:pt x="50" y="11"/>
                </a:cubicBezTo>
                <a:cubicBezTo>
                  <a:pt x="49" y="12"/>
                  <a:pt x="49" y="12"/>
                  <a:pt x="49" y="12"/>
                </a:cubicBezTo>
                <a:cubicBezTo>
                  <a:pt x="32" y="28"/>
                  <a:pt x="32" y="28"/>
                  <a:pt x="32" y="28"/>
                </a:cubicBezTo>
                <a:close/>
                <a:moveTo>
                  <a:pt x="59" y="19"/>
                </a:moveTo>
                <a:cubicBezTo>
                  <a:pt x="49" y="38"/>
                  <a:pt x="49" y="38"/>
                  <a:pt x="49" y="38"/>
                </a:cubicBezTo>
                <a:cubicBezTo>
                  <a:pt x="51" y="39"/>
                  <a:pt x="51" y="39"/>
                  <a:pt x="51" y="39"/>
                </a:cubicBezTo>
                <a:cubicBezTo>
                  <a:pt x="60" y="21"/>
                  <a:pt x="60" y="21"/>
                  <a:pt x="60" y="21"/>
                </a:cubicBezTo>
                <a:cubicBezTo>
                  <a:pt x="60" y="20"/>
                  <a:pt x="59" y="19"/>
                  <a:pt x="59" y="19"/>
                </a:cubicBezTo>
                <a:close/>
                <a:moveTo>
                  <a:pt x="60" y="22"/>
                </a:moveTo>
                <a:cubicBezTo>
                  <a:pt x="51" y="39"/>
                  <a:pt x="51" y="39"/>
                  <a:pt x="51" y="39"/>
                </a:cubicBezTo>
                <a:cubicBezTo>
                  <a:pt x="53" y="40"/>
                  <a:pt x="53" y="40"/>
                  <a:pt x="53" y="40"/>
                </a:cubicBezTo>
                <a:cubicBezTo>
                  <a:pt x="61" y="24"/>
                  <a:pt x="61" y="24"/>
                  <a:pt x="61" y="24"/>
                </a:cubicBezTo>
                <a:cubicBezTo>
                  <a:pt x="61" y="24"/>
                  <a:pt x="61" y="23"/>
                  <a:pt x="60" y="22"/>
                </a:cubicBezTo>
                <a:close/>
                <a:moveTo>
                  <a:pt x="61" y="26"/>
                </a:moveTo>
                <a:cubicBezTo>
                  <a:pt x="62" y="27"/>
                  <a:pt x="62" y="28"/>
                  <a:pt x="62" y="30"/>
                </a:cubicBezTo>
                <a:cubicBezTo>
                  <a:pt x="55" y="42"/>
                  <a:pt x="55" y="42"/>
                  <a:pt x="55" y="42"/>
                </a:cubicBezTo>
                <a:cubicBezTo>
                  <a:pt x="54" y="41"/>
                  <a:pt x="54" y="41"/>
                  <a:pt x="54" y="41"/>
                </a:cubicBezTo>
                <a:cubicBezTo>
                  <a:pt x="61" y="26"/>
                  <a:pt x="61" y="26"/>
                  <a:pt x="61" y="26"/>
                </a:cubicBezTo>
                <a:close/>
                <a:moveTo>
                  <a:pt x="62" y="32"/>
                </a:moveTo>
                <a:cubicBezTo>
                  <a:pt x="61" y="36"/>
                  <a:pt x="60" y="40"/>
                  <a:pt x="57" y="44"/>
                </a:cubicBezTo>
                <a:cubicBezTo>
                  <a:pt x="56" y="43"/>
                  <a:pt x="56" y="43"/>
                  <a:pt x="56" y="43"/>
                </a:cubicBezTo>
                <a:cubicBezTo>
                  <a:pt x="62" y="32"/>
                  <a:pt x="62" y="32"/>
                  <a:pt x="62" y="32"/>
                </a:cubicBezTo>
                <a:close/>
                <a:moveTo>
                  <a:pt x="48" y="37"/>
                </a:moveTo>
                <a:cubicBezTo>
                  <a:pt x="58" y="19"/>
                  <a:pt x="58" y="19"/>
                  <a:pt x="58" y="19"/>
                </a:cubicBezTo>
                <a:cubicBezTo>
                  <a:pt x="55" y="20"/>
                  <a:pt x="55" y="20"/>
                  <a:pt x="55" y="20"/>
                </a:cubicBezTo>
                <a:cubicBezTo>
                  <a:pt x="47" y="36"/>
                  <a:pt x="47" y="36"/>
                  <a:pt x="47" y="36"/>
                </a:cubicBezTo>
                <a:cubicBezTo>
                  <a:pt x="48" y="37"/>
                  <a:pt x="48" y="37"/>
                  <a:pt x="48" y="37"/>
                </a:cubicBezTo>
                <a:close/>
                <a:moveTo>
                  <a:pt x="46" y="35"/>
                </a:moveTo>
                <a:cubicBezTo>
                  <a:pt x="53" y="21"/>
                  <a:pt x="53" y="21"/>
                  <a:pt x="53" y="21"/>
                </a:cubicBezTo>
                <a:cubicBezTo>
                  <a:pt x="51" y="23"/>
                  <a:pt x="51" y="23"/>
                  <a:pt x="51" y="23"/>
                </a:cubicBezTo>
                <a:cubicBezTo>
                  <a:pt x="45" y="34"/>
                  <a:pt x="45" y="34"/>
                  <a:pt x="45" y="34"/>
                </a:cubicBezTo>
                <a:cubicBezTo>
                  <a:pt x="46" y="35"/>
                  <a:pt x="46" y="35"/>
                  <a:pt x="46" y="35"/>
                </a:cubicBezTo>
                <a:close/>
                <a:moveTo>
                  <a:pt x="44" y="34"/>
                </a:moveTo>
                <a:cubicBezTo>
                  <a:pt x="49" y="23"/>
                  <a:pt x="49" y="23"/>
                  <a:pt x="49" y="23"/>
                </a:cubicBezTo>
                <a:cubicBezTo>
                  <a:pt x="46" y="25"/>
                  <a:pt x="46" y="25"/>
                  <a:pt x="46" y="25"/>
                </a:cubicBezTo>
                <a:cubicBezTo>
                  <a:pt x="42" y="33"/>
                  <a:pt x="42" y="33"/>
                  <a:pt x="42" y="33"/>
                </a:cubicBezTo>
                <a:cubicBezTo>
                  <a:pt x="44" y="34"/>
                  <a:pt x="44" y="34"/>
                  <a:pt x="44" y="34"/>
                </a:cubicBezTo>
                <a:close/>
                <a:moveTo>
                  <a:pt x="41" y="32"/>
                </a:moveTo>
                <a:cubicBezTo>
                  <a:pt x="45" y="26"/>
                  <a:pt x="45" y="26"/>
                  <a:pt x="45" y="26"/>
                </a:cubicBezTo>
                <a:cubicBezTo>
                  <a:pt x="42" y="27"/>
                  <a:pt x="42" y="27"/>
                  <a:pt x="42" y="27"/>
                </a:cubicBezTo>
                <a:cubicBezTo>
                  <a:pt x="40" y="31"/>
                  <a:pt x="40" y="31"/>
                  <a:pt x="40" y="31"/>
                </a:cubicBezTo>
                <a:cubicBezTo>
                  <a:pt x="41" y="32"/>
                  <a:pt x="41" y="32"/>
                  <a:pt x="41" y="32"/>
                </a:cubicBezTo>
                <a:close/>
                <a:moveTo>
                  <a:pt x="39" y="31"/>
                </a:moveTo>
                <a:cubicBezTo>
                  <a:pt x="40" y="28"/>
                  <a:pt x="40" y="28"/>
                  <a:pt x="40" y="28"/>
                </a:cubicBezTo>
                <a:cubicBezTo>
                  <a:pt x="38" y="30"/>
                  <a:pt x="38" y="30"/>
                  <a:pt x="38" y="30"/>
                </a:cubicBezTo>
                <a:cubicBezTo>
                  <a:pt x="39" y="31"/>
                  <a:pt x="39" y="31"/>
                  <a:pt x="39" y="31"/>
                </a:cubicBezTo>
                <a:close/>
                <a:moveTo>
                  <a:pt x="53" y="11"/>
                </a:moveTo>
                <a:cubicBezTo>
                  <a:pt x="53" y="11"/>
                  <a:pt x="53" y="11"/>
                  <a:pt x="53" y="11"/>
                </a:cubicBezTo>
                <a:cubicBezTo>
                  <a:pt x="35" y="28"/>
                  <a:pt x="35" y="28"/>
                  <a:pt x="35" y="28"/>
                </a:cubicBezTo>
                <a:cubicBezTo>
                  <a:pt x="56" y="16"/>
                  <a:pt x="56" y="16"/>
                  <a:pt x="56" y="16"/>
                </a:cubicBezTo>
                <a:cubicBezTo>
                  <a:pt x="56" y="15"/>
                  <a:pt x="54" y="13"/>
                  <a:pt x="53" y="11"/>
                </a:cubicBezTo>
                <a:close/>
                <a:moveTo>
                  <a:pt x="47" y="44"/>
                </a:moveTo>
                <a:cubicBezTo>
                  <a:pt x="27" y="30"/>
                  <a:pt x="27" y="30"/>
                  <a:pt x="27" y="30"/>
                </a:cubicBezTo>
                <a:cubicBezTo>
                  <a:pt x="27" y="27"/>
                  <a:pt x="27" y="27"/>
                  <a:pt x="27" y="27"/>
                </a:cubicBezTo>
                <a:cubicBezTo>
                  <a:pt x="44" y="11"/>
                  <a:pt x="44" y="11"/>
                  <a:pt x="44" y="11"/>
                </a:cubicBezTo>
                <a:cubicBezTo>
                  <a:pt x="40" y="7"/>
                  <a:pt x="35" y="5"/>
                  <a:pt x="29" y="5"/>
                </a:cubicBezTo>
                <a:cubicBezTo>
                  <a:pt x="23" y="4"/>
                  <a:pt x="17" y="6"/>
                  <a:pt x="12" y="11"/>
                </a:cubicBezTo>
                <a:cubicBezTo>
                  <a:pt x="8" y="15"/>
                  <a:pt x="5" y="21"/>
                  <a:pt x="5" y="27"/>
                </a:cubicBezTo>
                <a:cubicBezTo>
                  <a:pt x="5" y="33"/>
                  <a:pt x="7" y="40"/>
                  <a:pt x="11" y="44"/>
                </a:cubicBezTo>
                <a:cubicBezTo>
                  <a:pt x="15" y="49"/>
                  <a:pt x="21" y="52"/>
                  <a:pt x="27" y="52"/>
                </a:cubicBezTo>
                <a:cubicBezTo>
                  <a:pt x="34" y="52"/>
                  <a:pt x="40" y="50"/>
                  <a:pt x="45" y="46"/>
                </a:cubicBezTo>
                <a:cubicBezTo>
                  <a:pt x="45" y="45"/>
                  <a:pt x="46" y="45"/>
                  <a:pt x="46" y="44"/>
                </a:cubicBezTo>
                <a:cubicBezTo>
                  <a:pt x="46" y="44"/>
                  <a:pt x="46" y="44"/>
                  <a:pt x="47" y="4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94" name="Freeform 65">
            <a:extLst>
              <a:ext uri="{FF2B5EF4-FFF2-40B4-BE49-F238E27FC236}">
                <a16:creationId xmlns="" xmlns:a16="http://schemas.microsoft.com/office/drawing/2014/main" id="{1E23752E-AD1D-4D8A-8077-0050055112CA}"/>
              </a:ext>
            </a:extLst>
          </p:cNvPr>
          <p:cNvSpPr>
            <a:spLocks/>
          </p:cNvSpPr>
          <p:nvPr/>
        </p:nvSpPr>
        <p:spPr bwMode="auto">
          <a:xfrm>
            <a:off x="928762" y="2121173"/>
            <a:ext cx="523875" cy="471487"/>
          </a:xfrm>
          <a:custGeom>
            <a:avLst/>
            <a:gdLst>
              <a:gd name="T0" fmla="*/ 2147483646 w 51"/>
              <a:gd name="T1" fmla="*/ 0 h 46"/>
              <a:gd name="T2" fmla="*/ 2147483646 w 51"/>
              <a:gd name="T3" fmla="*/ 2147483646 h 46"/>
              <a:gd name="T4" fmla="*/ 2147483646 w 51"/>
              <a:gd name="T5" fmla="*/ 2147483646 h 46"/>
              <a:gd name="T6" fmla="*/ 2147483646 w 51"/>
              <a:gd name="T7" fmla="*/ 2147483646 h 46"/>
              <a:gd name="T8" fmla="*/ 0 w 51"/>
              <a:gd name="T9" fmla="*/ 2147483646 h 46"/>
              <a:gd name="T10" fmla="*/ 0 w 51"/>
              <a:gd name="T11" fmla="*/ 2147483646 h 46"/>
              <a:gd name="T12" fmla="*/ 2147483646 w 51"/>
              <a:gd name="T13" fmla="*/ 2147483646 h 46"/>
              <a:gd name="T14" fmla="*/ 0 w 51"/>
              <a:gd name="T15" fmla="*/ 2147483646 h 46"/>
              <a:gd name="T16" fmla="*/ 0 w 51"/>
              <a:gd name="T17" fmla="*/ 2147483646 h 46"/>
              <a:gd name="T18" fmla="*/ 2147483646 w 51"/>
              <a:gd name="T19" fmla="*/ 2147483646 h 46"/>
              <a:gd name="T20" fmla="*/ 2147483646 w 51"/>
              <a:gd name="T21" fmla="*/ 2147483646 h 46"/>
              <a:gd name="T22" fmla="*/ 2147483646 w 51"/>
              <a:gd name="T23" fmla="*/ 2147483646 h 46"/>
              <a:gd name="T24" fmla="*/ 2147483646 w 51"/>
              <a:gd name="T25" fmla="*/ 2147483646 h 46"/>
              <a:gd name="T26" fmla="*/ 2147483646 w 51"/>
              <a:gd name="T27" fmla="*/ 2147483646 h 46"/>
              <a:gd name="T28" fmla="*/ 2147483646 w 51"/>
              <a:gd name="T29" fmla="*/ 2147483646 h 46"/>
              <a:gd name="T30" fmla="*/ 2147483646 w 51"/>
              <a:gd name="T31" fmla="*/ 2147483646 h 46"/>
              <a:gd name="T32" fmla="*/ 2147483646 w 51"/>
              <a:gd name="T33" fmla="*/ 2147483646 h 46"/>
              <a:gd name="T34" fmla="*/ 2147483646 w 51"/>
              <a:gd name="T35" fmla="*/ 2147483646 h 46"/>
              <a:gd name="T36" fmla="*/ 2147483646 w 51"/>
              <a:gd name="T37" fmla="*/ 2147483646 h 46"/>
              <a:gd name="T38" fmla="*/ 2147483646 w 51"/>
              <a:gd name="T39" fmla="*/ 2147483646 h 46"/>
              <a:gd name="T40" fmla="*/ 2147483646 w 51"/>
              <a:gd name="T41" fmla="*/ 2147483646 h 46"/>
              <a:gd name="T42" fmla="*/ 2147483646 w 51"/>
              <a:gd name="T43" fmla="*/ 2147483646 h 46"/>
              <a:gd name="T44" fmla="*/ 2147483646 w 51"/>
              <a:gd name="T45" fmla="*/ 2147483646 h 46"/>
              <a:gd name="T46" fmla="*/ 2147483646 w 51"/>
              <a:gd name="T47" fmla="*/ 2147483646 h 46"/>
              <a:gd name="T48" fmla="*/ 2147483646 w 51"/>
              <a:gd name="T49" fmla="*/ 2147483646 h 46"/>
              <a:gd name="T50" fmla="*/ 2147483646 w 51"/>
              <a:gd name="T51" fmla="*/ 2147483646 h 46"/>
              <a:gd name="T52" fmla="*/ 2147483646 w 51"/>
              <a:gd name="T53" fmla="*/ 2147483646 h 46"/>
              <a:gd name="T54" fmla="*/ 2147483646 w 51"/>
              <a:gd name="T55" fmla="*/ 2147483646 h 46"/>
              <a:gd name="T56" fmla="*/ 2147483646 w 51"/>
              <a:gd name="T57" fmla="*/ 0 h 4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0" t="0" r="r" b="b"/>
            <a:pathLst>
              <a:path w="51" h="46">
                <a:moveTo>
                  <a:pt x="17" y="0"/>
                </a:moveTo>
                <a:cubicBezTo>
                  <a:pt x="1" y="4"/>
                  <a:pt x="20" y="17"/>
                  <a:pt x="20" y="17"/>
                </a:cubicBezTo>
                <a:cubicBezTo>
                  <a:pt x="4" y="17"/>
                  <a:pt x="4" y="17"/>
                  <a:pt x="4" y="17"/>
                </a:cubicBezTo>
                <a:cubicBezTo>
                  <a:pt x="4" y="17"/>
                  <a:pt x="4" y="17"/>
                  <a:pt x="4" y="17"/>
                </a:cubicBezTo>
                <a:cubicBezTo>
                  <a:pt x="2" y="17"/>
                  <a:pt x="0" y="19"/>
                  <a:pt x="0" y="21"/>
                </a:cubicBezTo>
                <a:cubicBezTo>
                  <a:pt x="0" y="21"/>
                  <a:pt x="0" y="21"/>
                  <a:pt x="0" y="21"/>
                </a:cubicBezTo>
                <a:cubicBezTo>
                  <a:pt x="0" y="23"/>
                  <a:pt x="1" y="24"/>
                  <a:pt x="2" y="25"/>
                </a:cubicBezTo>
                <a:cubicBezTo>
                  <a:pt x="1" y="25"/>
                  <a:pt x="0" y="27"/>
                  <a:pt x="0" y="28"/>
                </a:cubicBezTo>
                <a:cubicBezTo>
                  <a:pt x="0" y="28"/>
                  <a:pt x="0" y="28"/>
                  <a:pt x="0" y="28"/>
                </a:cubicBezTo>
                <a:cubicBezTo>
                  <a:pt x="0" y="30"/>
                  <a:pt x="1" y="32"/>
                  <a:pt x="3" y="32"/>
                </a:cubicBezTo>
                <a:cubicBezTo>
                  <a:pt x="2" y="33"/>
                  <a:pt x="2" y="34"/>
                  <a:pt x="2" y="35"/>
                </a:cubicBezTo>
                <a:cubicBezTo>
                  <a:pt x="2" y="35"/>
                  <a:pt x="2" y="35"/>
                  <a:pt x="2" y="35"/>
                </a:cubicBezTo>
                <a:cubicBezTo>
                  <a:pt x="2" y="37"/>
                  <a:pt x="4" y="39"/>
                  <a:pt x="6" y="39"/>
                </a:cubicBezTo>
                <a:cubicBezTo>
                  <a:pt x="6" y="39"/>
                  <a:pt x="6" y="39"/>
                  <a:pt x="6" y="39"/>
                </a:cubicBezTo>
                <a:cubicBezTo>
                  <a:pt x="6" y="40"/>
                  <a:pt x="5" y="41"/>
                  <a:pt x="5" y="42"/>
                </a:cubicBezTo>
                <a:cubicBezTo>
                  <a:pt x="5" y="42"/>
                  <a:pt x="5" y="42"/>
                  <a:pt x="5" y="42"/>
                </a:cubicBezTo>
                <a:cubicBezTo>
                  <a:pt x="5" y="44"/>
                  <a:pt x="7" y="46"/>
                  <a:pt x="9" y="46"/>
                </a:cubicBezTo>
                <a:cubicBezTo>
                  <a:pt x="17" y="46"/>
                  <a:pt x="17" y="46"/>
                  <a:pt x="17" y="46"/>
                </a:cubicBezTo>
                <a:cubicBezTo>
                  <a:pt x="27" y="46"/>
                  <a:pt x="27" y="46"/>
                  <a:pt x="27" y="46"/>
                </a:cubicBezTo>
                <a:cubicBezTo>
                  <a:pt x="27" y="46"/>
                  <a:pt x="27" y="46"/>
                  <a:pt x="27" y="46"/>
                </a:cubicBezTo>
                <a:cubicBezTo>
                  <a:pt x="31" y="42"/>
                  <a:pt x="31" y="42"/>
                  <a:pt x="31" y="42"/>
                </a:cubicBezTo>
                <a:cubicBezTo>
                  <a:pt x="39" y="41"/>
                  <a:pt x="39" y="41"/>
                  <a:pt x="39" y="41"/>
                </a:cubicBezTo>
                <a:cubicBezTo>
                  <a:pt x="39" y="46"/>
                  <a:pt x="39" y="46"/>
                  <a:pt x="39" y="46"/>
                </a:cubicBezTo>
                <a:cubicBezTo>
                  <a:pt x="51" y="46"/>
                  <a:pt x="51" y="46"/>
                  <a:pt x="51" y="46"/>
                </a:cubicBezTo>
                <a:cubicBezTo>
                  <a:pt x="51" y="15"/>
                  <a:pt x="51" y="15"/>
                  <a:pt x="51" y="15"/>
                </a:cubicBezTo>
                <a:cubicBezTo>
                  <a:pt x="39" y="15"/>
                  <a:pt x="39" y="15"/>
                  <a:pt x="39" y="15"/>
                </a:cubicBezTo>
                <a:cubicBezTo>
                  <a:pt x="39" y="19"/>
                  <a:pt x="39" y="19"/>
                  <a:pt x="39" y="19"/>
                </a:cubicBezTo>
                <a:cubicBezTo>
                  <a:pt x="37" y="19"/>
                  <a:pt x="37" y="19"/>
                  <a:pt x="37" y="19"/>
                </a:cubicBezTo>
                <a:cubicBezTo>
                  <a:pt x="34" y="9"/>
                  <a:pt x="19" y="10"/>
                  <a:pt x="17"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95" name="Freeform 66">
            <a:extLst>
              <a:ext uri="{FF2B5EF4-FFF2-40B4-BE49-F238E27FC236}">
                <a16:creationId xmlns="" xmlns:a16="http://schemas.microsoft.com/office/drawing/2014/main" id="{1D20D185-3FBF-4B39-9FD4-9769450F4FF2}"/>
              </a:ext>
            </a:extLst>
          </p:cNvPr>
          <p:cNvSpPr>
            <a:spLocks noEditPoints="1"/>
          </p:cNvSpPr>
          <p:nvPr/>
        </p:nvSpPr>
        <p:spPr bwMode="auto">
          <a:xfrm>
            <a:off x="5303912" y="2060848"/>
            <a:ext cx="555625" cy="644525"/>
          </a:xfrm>
          <a:custGeom>
            <a:avLst/>
            <a:gdLst>
              <a:gd name="T0" fmla="*/ 2147483646 w 54"/>
              <a:gd name="T1" fmla="*/ 2147483646 h 63"/>
              <a:gd name="T2" fmla="*/ 2147483646 w 54"/>
              <a:gd name="T3" fmla="*/ 2147483646 h 63"/>
              <a:gd name="T4" fmla="*/ 2147483646 w 54"/>
              <a:gd name="T5" fmla="*/ 2147483646 h 63"/>
              <a:gd name="T6" fmla="*/ 2147483646 w 54"/>
              <a:gd name="T7" fmla="*/ 2147483646 h 63"/>
              <a:gd name="T8" fmla="*/ 2147483646 w 54"/>
              <a:gd name="T9" fmla="*/ 2147483646 h 63"/>
              <a:gd name="T10" fmla="*/ 2147483646 w 54"/>
              <a:gd name="T11" fmla="*/ 2147483646 h 63"/>
              <a:gd name="T12" fmla="*/ 2147483646 w 54"/>
              <a:gd name="T13" fmla="*/ 2147483646 h 63"/>
              <a:gd name="T14" fmla="*/ 2147483646 w 54"/>
              <a:gd name="T15" fmla="*/ 2147483646 h 63"/>
              <a:gd name="T16" fmla="*/ 2147483646 w 54"/>
              <a:gd name="T17" fmla="*/ 2147483646 h 63"/>
              <a:gd name="T18" fmla="*/ 2147483646 w 54"/>
              <a:gd name="T19" fmla="*/ 2147483646 h 63"/>
              <a:gd name="T20" fmla="*/ 2147483646 w 54"/>
              <a:gd name="T21" fmla="*/ 2147483646 h 63"/>
              <a:gd name="T22" fmla="*/ 2147483646 w 54"/>
              <a:gd name="T23" fmla="*/ 2147483646 h 63"/>
              <a:gd name="T24" fmla="*/ 2147483646 w 54"/>
              <a:gd name="T25" fmla="*/ 2147483646 h 63"/>
              <a:gd name="T26" fmla="*/ 2147483646 w 54"/>
              <a:gd name="T27" fmla="*/ 2147483646 h 63"/>
              <a:gd name="T28" fmla="*/ 0 w 54"/>
              <a:gd name="T29" fmla="*/ 2147483646 h 63"/>
              <a:gd name="T30" fmla="*/ 0 w 54"/>
              <a:gd name="T31" fmla="*/ 2147483646 h 63"/>
              <a:gd name="T32" fmla="*/ 2147483646 w 54"/>
              <a:gd name="T33" fmla="*/ 2147483646 h 63"/>
              <a:gd name="T34" fmla="*/ 2147483646 w 54"/>
              <a:gd name="T35" fmla="*/ 2147483646 h 63"/>
              <a:gd name="T36" fmla="*/ 2147483646 w 54"/>
              <a:gd name="T37" fmla="*/ 2147483646 h 63"/>
              <a:gd name="T38" fmla="*/ 2147483646 w 54"/>
              <a:gd name="T39" fmla="*/ 2147483646 h 63"/>
              <a:gd name="T40" fmla="*/ 2147483646 w 54"/>
              <a:gd name="T41" fmla="*/ 2147483646 h 63"/>
              <a:gd name="T42" fmla="*/ 2147483646 w 54"/>
              <a:gd name="T43" fmla="*/ 2147483646 h 63"/>
              <a:gd name="T44" fmla="*/ 2147483646 w 54"/>
              <a:gd name="T45" fmla="*/ 2147483646 h 63"/>
              <a:gd name="T46" fmla="*/ 2147483646 w 54"/>
              <a:gd name="T47" fmla="*/ 2147483646 h 63"/>
              <a:gd name="T48" fmla="*/ 2147483646 w 54"/>
              <a:gd name="T49" fmla="*/ 2147483646 h 63"/>
              <a:gd name="T50" fmla="*/ 2147483646 w 54"/>
              <a:gd name="T51" fmla="*/ 2147483646 h 63"/>
              <a:gd name="T52" fmla="*/ 2147483646 w 54"/>
              <a:gd name="T53" fmla="*/ 2147483646 h 63"/>
              <a:gd name="T54" fmla="*/ 2147483646 w 54"/>
              <a:gd name="T55" fmla="*/ 2147483646 h 63"/>
              <a:gd name="T56" fmla="*/ 2147483646 w 54"/>
              <a:gd name="T57" fmla="*/ 2147483646 h 63"/>
              <a:gd name="T58" fmla="*/ 2147483646 w 54"/>
              <a:gd name="T59" fmla="*/ 2147483646 h 63"/>
              <a:gd name="T60" fmla="*/ 2147483646 w 54"/>
              <a:gd name="T61" fmla="*/ 2147483646 h 63"/>
              <a:gd name="T62" fmla="*/ 2147483646 w 54"/>
              <a:gd name="T63" fmla="*/ 2147483646 h 63"/>
              <a:gd name="T64" fmla="*/ 2147483646 w 54"/>
              <a:gd name="T65" fmla="*/ 2147483646 h 63"/>
              <a:gd name="T66" fmla="*/ 2147483646 w 54"/>
              <a:gd name="T67" fmla="*/ 2147483646 h 63"/>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4" h="63">
                <a:moveTo>
                  <a:pt x="31" y="17"/>
                </a:moveTo>
                <a:cubicBezTo>
                  <a:pt x="35" y="15"/>
                  <a:pt x="37" y="13"/>
                  <a:pt x="37" y="11"/>
                </a:cubicBezTo>
                <a:cubicBezTo>
                  <a:pt x="37" y="10"/>
                  <a:pt x="37" y="8"/>
                  <a:pt x="36" y="8"/>
                </a:cubicBezTo>
                <a:cubicBezTo>
                  <a:pt x="35" y="7"/>
                  <a:pt x="34" y="7"/>
                  <a:pt x="33" y="8"/>
                </a:cubicBezTo>
                <a:cubicBezTo>
                  <a:pt x="31" y="9"/>
                  <a:pt x="30" y="12"/>
                  <a:pt x="29" y="17"/>
                </a:cubicBezTo>
                <a:cubicBezTo>
                  <a:pt x="31" y="17"/>
                  <a:pt x="31" y="17"/>
                  <a:pt x="31" y="17"/>
                </a:cubicBezTo>
                <a:close/>
                <a:moveTo>
                  <a:pt x="45" y="38"/>
                </a:moveTo>
                <a:cubicBezTo>
                  <a:pt x="45" y="63"/>
                  <a:pt x="45" y="63"/>
                  <a:pt x="45" y="63"/>
                </a:cubicBezTo>
                <a:cubicBezTo>
                  <a:pt x="31" y="63"/>
                  <a:pt x="31" y="63"/>
                  <a:pt x="31" y="63"/>
                </a:cubicBezTo>
                <a:cubicBezTo>
                  <a:pt x="31" y="22"/>
                  <a:pt x="31" y="22"/>
                  <a:pt x="31" y="22"/>
                </a:cubicBezTo>
                <a:cubicBezTo>
                  <a:pt x="21" y="22"/>
                  <a:pt x="21" y="22"/>
                  <a:pt x="21" y="22"/>
                </a:cubicBezTo>
                <a:cubicBezTo>
                  <a:pt x="21" y="63"/>
                  <a:pt x="21" y="63"/>
                  <a:pt x="21" y="63"/>
                </a:cubicBezTo>
                <a:cubicBezTo>
                  <a:pt x="7" y="63"/>
                  <a:pt x="7" y="63"/>
                  <a:pt x="7" y="63"/>
                </a:cubicBezTo>
                <a:cubicBezTo>
                  <a:pt x="7" y="38"/>
                  <a:pt x="7" y="38"/>
                  <a:pt x="7" y="38"/>
                </a:cubicBezTo>
                <a:cubicBezTo>
                  <a:pt x="0" y="38"/>
                  <a:pt x="0" y="38"/>
                  <a:pt x="0" y="38"/>
                </a:cubicBezTo>
                <a:cubicBezTo>
                  <a:pt x="0" y="22"/>
                  <a:pt x="0" y="22"/>
                  <a:pt x="0" y="22"/>
                </a:cubicBezTo>
                <a:cubicBezTo>
                  <a:pt x="14" y="22"/>
                  <a:pt x="14" y="22"/>
                  <a:pt x="14" y="22"/>
                </a:cubicBezTo>
                <a:cubicBezTo>
                  <a:pt x="9" y="19"/>
                  <a:pt x="7" y="15"/>
                  <a:pt x="7" y="11"/>
                </a:cubicBezTo>
                <a:cubicBezTo>
                  <a:pt x="7" y="8"/>
                  <a:pt x="9" y="4"/>
                  <a:pt x="11" y="2"/>
                </a:cubicBezTo>
                <a:cubicBezTo>
                  <a:pt x="14" y="0"/>
                  <a:pt x="18" y="0"/>
                  <a:pt x="22" y="2"/>
                </a:cubicBezTo>
                <a:cubicBezTo>
                  <a:pt x="23" y="3"/>
                  <a:pt x="25" y="4"/>
                  <a:pt x="26" y="6"/>
                </a:cubicBezTo>
                <a:cubicBezTo>
                  <a:pt x="27" y="4"/>
                  <a:pt x="28" y="3"/>
                  <a:pt x="29" y="2"/>
                </a:cubicBezTo>
                <a:cubicBezTo>
                  <a:pt x="33" y="0"/>
                  <a:pt x="37" y="0"/>
                  <a:pt x="40" y="2"/>
                </a:cubicBezTo>
                <a:cubicBezTo>
                  <a:pt x="43" y="4"/>
                  <a:pt x="45" y="8"/>
                  <a:pt x="44" y="11"/>
                </a:cubicBezTo>
                <a:cubicBezTo>
                  <a:pt x="44" y="15"/>
                  <a:pt x="42" y="19"/>
                  <a:pt x="37" y="22"/>
                </a:cubicBezTo>
                <a:cubicBezTo>
                  <a:pt x="54" y="22"/>
                  <a:pt x="54" y="22"/>
                  <a:pt x="54" y="22"/>
                </a:cubicBezTo>
                <a:cubicBezTo>
                  <a:pt x="54" y="38"/>
                  <a:pt x="54" y="38"/>
                  <a:pt x="54" y="38"/>
                </a:cubicBezTo>
                <a:cubicBezTo>
                  <a:pt x="45" y="38"/>
                  <a:pt x="45" y="38"/>
                  <a:pt x="45" y="38"/>
                </a:cubicBezTo>
                <a:close/>
                <a:moveTo>
                  <a:pt x="22" y="17"/>
                </a:moveTo>
                <a:cubicBezTo>
                  <a:pt x="21" y="12"/>
                  <a:pt x="20" y="9"/>
                  <a:pt x="18" y="8"/>
                </a:cubicBezTo>
                <a:cubicBezTo>
                  <a:pt x="17" y="7"/>
                  <a:pt x="16" y="7"/>
                  <a:pt x="15" y="8"/>
                </a:cubicBezTo>
                <a:cubicBezTo>
                  <a:pt x="14" y="8"/>
                  <a:pt x="14" y="10"/>
                  <a:pt x="14" y="11"/>
                </a:cubicBezTo>
                <a:cubicBezTo>
                  <a:pt x="14" y="13"/>
                  <a:pt x="16" y="15"/>
                  <a:pt x="20" y="17"/>
                </a:cubicBezTo>
                <a:lnTo>
                  <a:pt x="22"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96" name="Freeform 67">
            <a:extLst>
              <a:ext uri="{FF2B5EF4-FFF2-40B4-BE49-F238E27FC236}">
                <a16:creationId xmlns="" xmlns:a16="http://schemas.microsoft.com/office/drawing/2014/main" id="{0C1F8C0C-6A20-4EEF-968B-84C5773B5252}"/>
              </a:ext>
            </a:extLst>
          </p:cNvPr>
          <p:cNvSpPr>
            <a:spLocks noEditPoints="1"/>
          </p:cNvSpPr>
          <p:nvPr/>
        </p:nvSpPr>
        <p:spPr bwMode="auto">
          <a:xfrm>
            <a:off x="8493199" y="2141810"/>
            <a:ext cx="582613" cy="563563"/>
          </a:xfrm>
          <a:custGeom>
            <a:avLst/>
            <a:gdLst>
              <a:gd name="T0" fmla="*/ 2147483646 w 57"/>
              <a:gd name="T1" fmla="*/ 2147483646 h 55"/>
              <a:gd name="T2" fmla="*/ 2147483646 w 57"/>
              <a:gd name="T3" fmla="*/ 2147483646 h 55"/>
              <a:gd name="T4" fmla="*/ 2147483646 w 57"/>
              <a:gd name="T5" fmla="*/ 2147483646 h 55"/>
              <a:gd name="T6" fmla="*/ 2147483646 w 57"/>
              <a:gd name="T7" fmla="*/ 2147483646 h 55"/>
              <a:gd name="T8" fmla="*/ 2147483646 w 57"/>
              <a:gd name="T9" fmla="*/ 2147483646 h 55"/>
              <a:gd name="T10" fmla="*/ 2147483646 w 57"/>
              <a:gd name="T11" fmla="*/ 2147483646 h 55"/>
              <a:gd name="T12" fmla="*/ 2147483646 w 57"/>
              <a:gd name="T13" fmla="*/ 2147483646 h 55"/>
              <a:gd name="T14" fmla="*/ 2147483646 w 57"/>
              <a:gd name="T15" fmla="*/ 2147483646 h 55"/>
              <a:gd name="T16" fmla="*/ 2147483646 w 57"/>
              <a:gd name="T17" fmla="*/ 2147483646 h 55"/>
              <a:gd name="T18" fmla="*/ 2147483646 w 57"/>
              <a:gd name="T19" fmla="*/ 2147483646 h 55"/>
              <a:gd name="T20" fmla="*/ 2147483646 w 57"/>
              <a:gd name="T21" fmla="*/ 2147483646 h 55"/>
              <a:gd name="T22" fmla="*/ 2147483646 w 57"/>
              <a:gd name="T23" fmla="*/ 2147483646 h 55"/>
              <a:gd name="T24" fmla="*/ 2147483646 w 57"/>
              <a:gd name="T25" fmla="*/ 0 h 55"/>
              <a:gd name="T26" fmla="*/ 2147483646 w 57"/>
              <a:gd name="T27" fmla="*/ 2147483646 h 55"/>
              <a:gd name="T28" fmla="*/ 2147483646 w 57"/>
              <a:gd name="T29" fmla="*/ 2147483646 h 55"/>
              <a:gd name="T30" fmla="*/ 2147483646 w 57"/>
              <a:gd name="T31" fmla="*/ 2147483646 h 55"/>
              <a:gd name="T32" fmla="*/ 2147483646 w 57"/>
              <a:gd name="T33" fmla="*/ 2147483646 h 55"/>
              <a:gd name="T34" fmla="*/ 2147483646 w 57"/>
              <a:gd name="T35" fmla="*/ 2147483646 h 55"/>
              <a:gd name="T36" fmla="*/ 2147483646 w 57"/>
              <a:gd name="T37" fmla="*/ 2147483646 h 55"/>
              <a:gd name="T38" fmla="*/ 2147483646 w 57"/>
              <a:gd name="T39" fmla="*/ 2147483646 h 55"/>
              <a:gd name="T40" fmla="*/ 2147483646 w 57"/>
              <a:gd name="T41" fmla="*/ 2147483646 h 55"/>
              <a:gd name="T42" fmla="*/ 2147483646 w 57"/>
              <a:gd name="T43" fmla="*/ 2147483646 h 55"/>
              <a:gd name="T44" fmla="*/ 2147483646 w 57"/>
              <a:gd name="T45" fmla="*/ 2147483646 h 55"/>
              <a:gd name="T46" fmla="*/ 2147483646 w 57"/>
              <a:gd name="T47" fmla="*/ 2147483646 h 55"/>
              <a:gd name="T48" fmla="*/ 2147483646 w 57"/>
              <a:gd name="T49" fmla="*/ 2147483646 h 55"/>
              <a:gd name="T50" fmla="*/ 2147483646 w 57"/>
              <a:gd name="T51" fmla="*/ 2147483646 h 55"/>
              <a:gd name="T52" fmla="*/ 2147483646 w 57"/>
              <a:gd name="T53" fmla="*/ 2147483646 h 55"/>
              <a:gd name="T54" fmla="*/ 2147483646 w 57"/>
              <a:gd name="T55" fmla="*/ 2147483646 h 55"/>
              <a:gd name="T56" fmla="*/ 2147483646 w 57"/>
              <a:gd name="T57" fmla="*/ 2147483646 h 55"/>
              <a:gd name="T58" fmla="*/ 2147483646 w 57"/>
              <a:gd name="T59" fmla="*/ 2147483646 h 55"/>
              <a:gd name="T60" fmla="*/ 2147483646 w 57"/>
              <a:gd name="T61" fmla="*/ 2147483646 h 55"/>
              <a:gd name="T62" fmla="*/ 2147483646 w 57"/>
              <a:gd name="T63" fmla="*/ 2147483646 h 55"/>
              <a:gd name="T64" fmla="*/ 2147483646 w 57"/>
              <a:gd name="T65" fmla="*/ 2147483646 h 55"/>
              <a:gd name="T66" fmla="*/ 2147483646 w 57"/>
              <a:gd name="T67" fmla="*/ 2147483646 h 55"/>
              <a:gd name="T68" fmla="*/ 2147483646 w 57"/>
              <a:gd name="T69" fmla="*/ 2147483646 h 55"/>
              <a:gd name="T70" fmla="*/ 2147483646 w 57"/>
              <a:gd name="T71" fmla="*/ 2147483646 h 55"/>
              <a:gd name="T72" fmla="*/ 2147483646 w 57"/>
              <a:gd name="T73" fmla="*/ 2147483646 h 55"/>
              <a:gd name="T74" fmla="*/ 2147483646 w 57"/>
              <a:gd name="T75" fmla="*/ 2147483646 h 55"/>
              <a:gd name="T76" fmla="*/ 2147483646 w 57"/>
              <a:gd name="T77" fmla="*/ 2147483646 h 55"/>
              <a:gd name="T78" fmla="*/ 2147483646 w 57"/>
              <a:gd name="T79" fmla="*/ 2147483646 h 55"/>
              <a:gd name="T80" fmla="*/ 2147483646 w 57"/>
              <a:gd name="T81" fmla="*/ 2147483646 h 55"/>
              <a:gd name="T82" fmla="*/ 2147483646 w 57"/>
              <a:gd name="T83" fmla="*/ 2147483646 h 55"/>
              <a:gd name="T84" fmla="*/ 2147483646 w 57"/>
              <a:gd name="T85" fmla="*/ 2147483646 h 55"/>
              <a:gd name="T86" fmla="*/ 2147483646 w 57"/>
              <a:gd name="T87" fmla="*/ 2147483646 h 55"/>
              <a:gd name="T88" fmla="*/ 2147483646 w 57"/>
              <a:gd name="T89" fmla="*/ 2147483646 h 55"/>
              <a:gd name="T90" fmla="*/ 2147483646 w 57"/>
              <a:gd name="T91" fmla="*/ 2147483646 h 55"/>
              <a:gd name="T92" fmla="*/ 2147483646 w 57"/>
              <a:gd name="T93" fmla="*/ 2147483646 h 55"/>
              <a:gd name="T94" fmla="*/ 2147483646 w 57"/>
              <a:gd name="T95" fmla="*/ 2147483646 h 55"/>
              <a:gd name="T96" fmla="*/ 2147483646 w 57"/>
              <a:gd name="T97" fmla="*/ 2147483646 h 55"/>
              <a:gd name="T98" fmla="*/ 2147483646 w 57"/>
              <a:gd name="T99" fmla="*/ 2147483646 h 55"/>
              <a:gd name="T100" fmla="*/ 2147483646 w 57"/>
              <a:gd name="T101" fmla="*/ 2147483646 h 55"/>
              <a:gd name="T102" fmla="*/ 2147483646 w 57"/>
              <a:gd name="T103" fmla="*/ 2147483646 h 55"/>
              <a:gd name="T104" fmla="*/ 2147483646 w 57"/>
              <a:gd name="T105" fmla="*/ 2147483646 h 55"/>
              <a:gd name="T106" fmla="*/ 2147483646 w 57"/>
              <a:gd name="T107" fmla="*/ 2147483646 h 55"/>
              <a:gd name="T108" fmla="*/ 2147483646 w 57"/>
              <a:gd name="T109" fmla="*/ 2147483646 h 55"/>
              <a:gd name="T110" fmla="*/ 2147483646 w 57"/>
              <a:gd name="T111" fmla="*/ 2147483646 h 5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57" h="55">
                <a:moveTo>
                  <a:pt x="24" y="34"/>
                </a:moveTo>
                <a:cubicBezTo>
                  <a:pt x="24" y="34"/>
                  <a:pt x="24" y="34"/>
                  <a:pt x="24" y="34"/>
                </a:cubicBezTo>
                <a:cubicBezTo>
                  <a:pt x="24" y="34"/>
                  <a:pt x="25" y="34"/>
                  <a:pt x="25" y="35"/>
                </a:cubicBezTo>
                <a:cubicBezTo>
                  <a:pt x="25" y="39"/>
                  <a:pt x="25" y="39"/>
                  <a:pt x="25" y="39"/>
                </a:cubicBezTo>
                <a:cubicBezTo>
                  <a:pt x="25" y="39"/>
                  <a:pt x="25" y="39"/>
                  <a:pt x="25" y="39"/>
                </a:cubicBezTo>
                <a:cubicBezTo>
                  <a:pt x="27" y="39"/>
                  <a:pt x="28" y="40"/>
                  <a:pt x="29" y="41"/>
                </a:cubicBezTo>
                <a:cubicBezTo>
                  <a:pt x="29" y="41"/>
                  <a:pt x="29" y="41"/>
                  <a:pt x="29" y="41"/>
                </a:cubicBezTo>
                <a:cubicBezTo>
                  <a:pt x="29" y="43"/>
                  <a:pt x="29" y="45"/>
                  <a:pt x="29" y="47"/>
                </a:cubicBezTo>
                <a:cubicBezTo>
                  <a:pt x="29" y="47"/>
                  <a:pt x="29" y="47"/>
                  <a:pt x="29" y="48"/>
                </a:cubicBezTo>
                <a:cubicBezTo>
                  <a:pt x="28" y="48"/>
                  <a:pt x="27" y="48"/>
                  <a:pt x="26" y="49"/>
                </a:cubicBezTo>
                <a:cubicBezTo>
                  <a:pt x="26" y="52"/>
                  <a:pt x="26" y="52"/>
                  <a:pt x="26" y="52"/>
                </a:cubicBezTo>
                <a:cubicBezTo>
                  <a:pt x="26" y="53"/>
                  <a:pt x="26" y="53"/>
                  <a:pt x="26" y="53"/>
                </a:cubicBezTo>
                <a:cubicBezTo>
                  <a:pt x="25" y="54"/>
                  <a:pt x="24" y="55"/>
                  <a:pt x="22" y="55"/>
                </a:cubicBezTo>
                <a:cubicBezTo>
                  <a:pt x="20" y="55"/>
                  <a:pt x="18" y="55"/>
                  <a:pt x="15" y="55"/>
                </a:cubicBezTo>
                <a:cubicBezTo>
                  <a:pt x="12" y="55"/>
                  <a:pt x="9" y="55"/>
                  <a:pt x="7" y="55"/>
                </a:cubicBezTo>
                <a:cubicBezTo>
                  <a:pt x="5" y="55"/>
                  <a:pt x="4" y="54"/>
                  <a:pt x="4" y="53"/>
                </a:cubicBezTo>
                <a:cubicBezTo>
                  <a:pt x="3" y="53"/>
                  <a:pt x="3" y="53"/>
                  <a:pt x="3" y="52"/>
                </a:cubicBezTo>
                <a:cubicBezTo>
                  <a:pt x="3" y="51"/>
                  <a:pt x="3" y="49"/>
                  <a:pt x="3" y="47"/>
                </a:cubicBezTo>
                <a:cubicBezTo>
                  <a:pt x="3" y="47"/>
                  <a:pt x="3" y="47"/>
                  <a:pt x="3" y="46"/>
                </a:cubicBezTo>
                <a:cubicBezTo>
                  <a:pt x="4" y="46"/>
                  <a:pt x="5" y="46"/>
                  <a:pt x="6" y="45"/>
                </a:cubicBezTo>
                <a:cubicBezTo>
                  <a:pt x="6" y="42"/>
                  <a:pt x="6" y="42"/>
                  <a:pt x="6" y="42"/>
                </a:cubicBezTo>
                <a:cubicBezTo>
                  <a:pt x="6" y="42"/>
                  <a:pt x="5" y="42"/>
                  <a:pt x="5" y="42"/>
                </a:cubicBezTo>
                <a:cubicBezTo>
                  <a:pt x="4" y="42"/>
                  <a:pt x="2" y="41"/>
                  <a:pt x="2" y="41"/>
                </a:cubicBezTo>
                <a:cubicBezTo>
                  <a:pt x="1" y="40"/>
                  <a:pt x="1" y="40"/>
                  <a:pt x="1" y="40"/>
                </a:cubicBezTo>
                <a:cubicBezTo>
                  <a:pt x="1" y="38"/>
                  <a:pt x="1" y="36"/>
                  <a:pt x="1" y="35"/>
                </a:cubicBezTo>
                <a:cubicBezTo>
                  <a:pt x="1" y="34"/>
                  <a:pt x="1" y="34"/>
                  <a:pt x="2" y="34"/>
                </a:cubicBezTo>
                <a:cubicBezTo>
                  <a:pt x="2" y="33"/>
                  <a:pt x="3" y="33"/>
                  <a:pt x="5" y="32"/>
                </a:cubicBezTo>
                <a:cubicBezTo>
                  <a:pt x="5" y="32"/>
                  <a:pt x="6" y="32"/>
                  <a:pt x="6" y="32"/>
                </a:cubicBezTo>
                <a:cubicBezTo>
                  <a:pt x="6" y="32"/>
                  <a:pt x="5" y="32"/>
                  <a:pt x="5" y="31"/>
                </a:cubicBezTo>
                <a:cubicBezTo>
                  <a:pt x="5" y="30"/>
                  <a:pt x="5" y="28"/>
                  <a:pt x="5" y="26"/>
                </a:cubicBezTo>
                <a:cubicBezTo>
                  <a:pt x="5" y="26"/>
                  <a:pt x="6" y="26"/>
                  <a:pt x="6" y="25"/>
                </a:cubicBezTo>
                <a:cubicBezTo>
                  <a:pt x="5" y="25"/>
                  <a:pt x="5" y="25"/>
                  <a:pt x="5" y="25"/>
                </a:cubicBezTo>
                <a:cubicBezTo>
                  <a:pt x="3" y="25"/>
                  <a:pt x="2" y="24"/>
                  <a:pt x="1" y="24"/>
                </a:cubicBezTo>
                <a:cubicBezTo>
                  <a:pt x="1" y="23"/>
                  <a:pt x="0" y="23"/>
                  <a:pt x="0" y="23"/>
                </a:cubicBezTo>
                <a:cubicBezTo>
                  <a:pt x="0" y="21"/>
                  <a:pt x="0" y="19"/>
                  <a:pt x="0" y="18"/>
                </a:cubicBezTo>
                <a:cubicBezTo>
                  <a:pt x="0" y="17"/>
                  <a:pt x="1" y="17"/>
                  <a:pt x="1" y="17"/>
                </a:cubicBezTo>
                <a:cubicBezTo>
                  <a:pt x="2" y="16"/>
                  <a:pt x="3" y="16"/>
                  <a:pt x="5" y="15"/>
                </a:cubicBezTo>
                <a:cubicBezTo>
                  <a:pt x="7" y="15"/>
                  <a:pt x="9" y="15"/>
                  <a:pt x="12" y="15"/>
                </a:cubicBezTo>
                <a:cubicBezTo>
                  <a:pt x="15" y="15"/>
                  <a:pt x="18" y="15"/>
                  <a:pt x="20" y="15"/>
                </a:cubicBezTo>
                <a:cubicBezTo>
                  <a:pt x="21" y="16"/>
                  <a:pt x="23" y="16"/>
                  <a:pt x="23" y="17"/>
                </a:cubicBezTo>
                <a:cubicBezTo>
                  <a:pt x="24" y="17"/>
                  <a:pt x="24" y="17"/>
                  <a:pt x="24" y="18"/>
                </a:cubicBezTo>
                <a:cubicBezTo>
                  <a:pt x="24" y="19"/>
                  <a:pt x="24" y="21"/>
                  <a:pt x="24" y="23"/>
                </a:cubicBezTo>
                <a:cubicBezTo>
                  <a:pt x="24" y="23"/>
                  <a:pt x="24" y="23"/>
                  <a:pt x="23" y="24"/>
                </a:cubicBezTo>
                <a:cubicBezTo>
                  <a:pt x="24" y="24"/>
                  <a:pt x="24" y="24"/>
                  <a:pt x="25" y="24"/>
                </a:cubicBezTo>
                <a:cubicBezTo>
                  <a:pt x="26" y="24"/>
                  <a:pt x="28" y="25"/>
                  <a:pt x="28" y="25"/>
                </a:cubicBezTo>
                <a:cubicBezTo>
                  <a:pt x="29" y="26"/>
                  <a:pt x="29" y="26"/>
                  <a:pt x="29" y="26"/>
                </a:cubicBezTo>
                <a:cubicBezTo>
                  <a:pt x="29" y="28"/>
                  <a:pt x="29" y="30"/>
                  <a:pt x="29" y="31"/>
                </a:cubicBezTo>
                <a:cubicBezTo>
                  <a:pt x="29" y="32"/>
                  <a:pt x="29" y="32"/>
                  <a:pt x="28" y="32"/>
                </a:cubicBezTo>
                <a:cubicBezTo>
                  <a:pt x="28" y="33"/>
                  <a:pt x="26" y="33"/>
                  <a:pt x="25" y="34"/>
                </a:cubicBezTo>
                <a:cubicBezTo>
                  <a:pt x="25" y="34"/>
                  <a:pt x="24" y="34"/>
                  <a:pt x="24" y="34"/>
                </a:cubicBezTo>
                <a:close/>
                <a:moveTo>
                  <a:pt x="44" y="0"/>
                </a:moveTo>
                <a:cubicBezTo>
                  <a:pt x="41" y="0"/>
                  <a:pt x="38" y="0"/>
                  <a:pt x="36" y="0"/>
                </a:cubicBezTo>
                <a:cubicBezTo>
                  <a:pt x="34" y="0"/>
                  <a:pt x="33" y="1"/>
                  <a:pt x="33" y="1"/>
                </a:cubicBezTo>
                <a:cubicBezTo>
                  <a:pt x="32" y="2"/>
                  <a:pt x="32" y="2"/>
                  <a:pt x="32" y="2"/>
                </a:cubicBezTo>
                <a:cubicBezTo>
                  <a:pt x="32" y="4"/>
                  <a:pt x="32" y="6"/>
                  <a:pt x="32" y="7"/>
                </a:cubicBezTo>
                <a:cubicBezTo>
                  <a:pt x="32" y="8"/>
                  <a:pt x="32" y="8"/>
                  <a:pt x="33" y="8"/>
                </a:cubicBezTo>
                <a:cubicBezTo>
                  <a:pt x="33" y="9"/>
                  <a:pt x="33" y="9"/>
                  <a:pt x="33" y="9"/>
                </a:cubicBezTo>
                <a:cubicBezTo>
                  <a:pt x="33" y="9"/>
                  <a:pt x="33" y="9"/>
                  <a:pt x="33" y="9"/>
                </a:cubicBezTo>
                <a:cubicBezTo>
                  <a:pt x="31" y="9"/>
                  <a:pt x="30" y="10"/>
                  <a:pt x="29" y="10"/>
                </a:cubicBezTo>
                <a:cubicBezTo>
                  <a:pt x="29" y="11"/>
                  <a:pt x="28" y="11"/>
                  <a:pt x="28" y="11"/>
                </a:cubicBezTo>
                <a:cubicBezTo>
                  <a:pt x="28" y="13"/>
                  <a:pt x="28" y="15"/>
                  <a:pt x="28" y="16"/>
                </a:cubicBezTo>
                <a:cubicBezTo>
                  <a:pt x="28" y="17"/>
                  <a:pt x="29" y="17"/>
                  <a:pt x="29" y="17"/>
                </a:cubicBezTo>
                <a:cubicBezTo>
                  <a:pt x="30" y="18"/>
                  <a:pt x="31" y="18"/>
                  <a:pt x="33" y="19"/>
                </a:cubicBezTo>
                <a:cubicBezTo>
                  <a:pt x="33" y="19"/>
                  <a:pt x="33" y="19"/>
                  <a:pt x="33" y="19"/>
                </a:cubicBezTo>
                <a:cubicBezTo>
                  <a:pt x="33" y="19"/>
                  <a:pt x="32" y="19"/>
                  <a:pt x="32" y="19"/>
                </a:cubicBezTo>
                <a:cubicBezTo>
                  <a:pt x="32" y="19"/>
                  <a:pt x="32" y="20"/>
                  <a:pt x="32" y="20"/>
                </a:cubicBezTo>
                <a:cubicBezTo>
                  <a:pt x="32" y="22"/>
                  <a:pt x="32" y="23"/>
                  <a:pt x="32" y="25"/>
                </a:cubicBezTo>
                <a:cubicBezTo>
                  <a:pt x="32" y="25"/>
                  <a:pt x="32" y="26"/>
                  <a:pt x="32" y="26"/>
                </a:cubicBezTo>
                <a:cubicBezTo>
                  <a:pt x="33" y="26"/>
                  <a:pt x="33" y="27"/>
                  <a:pt x="34" y="27"/>
                </a:cubicBezTo>
                <a:cubicBezTo>
                  <a:pt x="34" y="27"/>
                  <a:pt x="33" y="27"/>
                  <a:pt x="33" y="28"/>
                </a:cubicBezTo>
                <a:cubicBezTo>
                  <a:pt x="33" y="28"/>
                  <a:pt x="33" y="28"/>
                  <a:pt x="32" y="29"/>
                </a:cubicBezTo>
                <a:cubicBezTo>
                  <a:pt x="32" y="30"/>
                  <a:pt x="32" y="32"/>
                  <a:pt x="32" y="34"/>
                </a:cubicBezTo>
                <a:cubicBezTo>
                  <a:pt x="33" y="34"/>
                  <a:pt x="33" y="34"/>
                  <a:pt x="33" y="35"/>
                </a:cubicBezTo>
                <a:cubicBezTo>
                  <a:pt x="34" y="35"/>
                  <a:pt x="34" y="36"/>
                  <a:pt x="36" y="36"/>
                </a:cubicBezTo>
                <a:cubicBezTo>
                  <a:pt x="35" y="36"/>
                  <a:pt x="35" y="36"/>
                  <a:pt x="34" y="37"/>
                </a:cubicBezTo>
                <a:cubicBezTo>
                  <a:pt x="34" y="37"/>
                  <a:pt x="34" y="37"/>
                  <a:pt x="34" y="38"/>
                </a:cubicBezTo>
                <a:cubicBezTo>
                  <a:pt x="34" y="39"/>
                  <a:pt x="34" y="41"/>
                  <a:pt x="34" y="43"/>
                </a:cubicBezTo>
                <a:cubicBezTo>
                  <a:pt x="34" y="43"/>
                  <a:pt x="34" y="43"/>
                  <a:pt x="35" y="44"/>
                </a:cubicBezTo>
                <a:cubicBezTo>
                  <a:pt x="35" y="44"/>
                  <a:pt x="35" y="44"/>
                  <a:pt x="35" y="44"/>
                </a:cubicBezTo>
                <a:cubicBezTo>
                  <a:pt x="34" y="44"/>
                  <a:pt x="33" y="45"/>
                  <a:pt x="33" y="45"/>
                </a:cubicBezTo>
                <a:cubicBezTo>
                  <a:pt x="33" y="46"/>
                  <a:pt x="33" y="46"/>
                  <a:pt x="32" y="46"/>
                </a:cubicBezTo>
                <a:cubicBezTo>
                  <a:pt x="32" y="48"/>
                  <a:pt x="32" y="50"/>
                  <a:pt x="32" y="51"/>
                </a:cubicBezTo>
                <a:cubicBezTo>
                  <a:pt x="33" y="52"/>
                  <a:pt x="33" y="52"/>
                  <a:pt x="33" y="52"/>
                </a:cubicBezTo>
                <a:cubicBezTo>
                  <a:pt x="34" y="53"/>
                  <a:pt x="35" y="53"/>
                  <a:pt x="37" y="54"/>
                </a:cubicBezTo>
                <a:cubicBezTo>
                  <a:pt x="39" y="54"/>
                  <a:pt x="41" y="54"/>
                  <a:pt x="44" y="54"/>
                </a:cubicBezTo>
                <a:cubicBezTo>
                  <a:pt x="47" y="54"/>
                  <a:pt x="50" y="54"/>
                  <a:pt x="52" y="54"/>
                </a:cubicBezTo>
                <a:cubicBezTo>
                  <a:pt x="53" y="53"/>
                  <a:pt x="55" y="53"/>
                  <a:pt x="55" y="52"/>
                </a:cubicBezTo>
                <a:cubicBezTo>
                  <a:pt x="56" y="52"/>
                  <a:pt x="56" y="52"/>
                  <a:pt x="56" y="51"/>
                </a:cubicBezTo>
                <a:cubicBezTo>
                  <a:pt x="56" y="50"/>
                  <a:pt x="56" y="48"/>
                  <a:pt x="56" y="46"/>
                </a:cubicBezTo>
                <a:cubicBezTo>
                  <a:pt x="56" y="46"/>
                  <a:pt x="56" y="45"/>
                  <a:pt x="55" y="45"/>
                </a:cubicBezTo>
                <a:cubicBezTo>
                  <a:pt x="55" y="45"/>
                  <a:pt x="55" y="45"/>
                  <a:pt x="55" y="45"/>
                </a:cubicBezTo>
                <a:cubicBezTo>
                  <a:pt x="56" y="44"/>
                  <a:pt x="56" y="44"/>
                  <a:pt x="57" y="44"/>
                </a:cubicBezTo>
                <a:cubicBezTo>
                  <a:pt x="57" y="43"/>
                  <a:pt x="57" y="43"/>
                  <a:pt x="57" y="43"/>
                </a:cubicBezTo>
                <a:cubicBezTo>
                  <a:pt x="57" y="41"/>
                  <a:pt x="57" y="39"/>
                  <a:pt x="57" y="38"/>
                </a:cubicBezTo>
                <a:cubicBezTo>
                  <a:pt x="57" y="37"/>
                  <a:pt x="57" y="37"/>
                  <a:pt x="57" y="37"/>
                </a:cubicBezTo>
                <a:cubicBezTo>
                  <a:pt x="56" y="36"/>
                  <a:pt x="56" y="36"/>
                  <a:pt x="54" y="35"/>
                </a:cubicBezTo>
                <a:cubicBezTo>
                  <a:pt x="55" y="35"/>
                  <a:pt x="55" y="35"/>
                  <a:pt x="55" y="35"/>
                </a:cubicBezTo>
                <a:cubicBezTo>
                  <a:pt x="56" y="35"/>
                  <a:pt x="56" y="34"/>
                  <a:pt x="56" y="34"/>
                </a:cubicBezTo>
                <a:cubicBezTo>
                  <a:pt x="56" y="32"/>
                  <a:pt x="56" y="30"/>
                  <a:pt x="56" y="29"/>
                </a:cubicBezTo>
                <a:cubicBezTo>
                  <a:pt x="56" y="28"/>
                  <a:pt x="56" y="28"/>
                  <a:pt x="55" y="28"/>
                </a:cubicBezTo>
                <a:cubicBezTo>
                  <a:pt x="55" y="27"/>
                  <a:pt x="54" y="27"/>
                  <a:pt x="53" y="27"/>
                </a:cubicBezTo>
                <a:cubicBezTo>
                  <a:pt x="54" y="27"/>
                  <a:pt x="54" y="26"/>
                  <a:pt x="55" y="26"/>
                </a:cubicBezTo>
                <a:cubicBezTo>
                  <a:pt x="55" y="26"/>
                  <a:pt x="55" y="26"/>
                  <a:pt x="55" y="25"/>
                </a:cubicBezTo>
                <a:cubicBezTo>
                  <a:pt x="55" y="23"/>
                  <a:pt x="55" y="22"/>
                  <a:pt x="55" y="20"/>
                </a:cubicBezTo>
                <a:cubicBezTo>
                  <a:pt x="55" y="20"/>
                  <a:pt x="55" y="19"/>
                  <a:pt x="55" y="19"/>
                </a:cubicBezTo>
                <a:cubicBezTo>
                  <a:pt x="54" y="18"/>
                  <a:pt x="53" y="18"/>
                  <a:pt x="51" y="18"/>
                </a:cubicBezTo>
                <a:cubicBezTo>
                  <a:pt x="51" y="18"/>
                  <a:pt x="51" y="18"/>
                  <a:pt x="51" y="18"/>
                </a:cubicBezTo>
                <a:cubicBezTo>
                  <a:pt x="51" y="17"/>
                  <a:pt x="51" y="17"/>
                  <a:pt x="51" y="17"/>
                </a:cubicBezTo>
                <a:cubicBezTo>
                  <a:pt x="52" y="17"/>
                  <a:pt x="52" y="17"/>
                  <a:pt x="52" y="16"/>
                </a:cubicBezTo>
                <a:cubicBezTo>
                  <a:pt x="52" y="15"/>
                  <a:pt x="52" y="13"/>
                  <a:pt x="52" y="11"/>
                </a:cubicBezTo>
                <a:cubicBezTo>
                  <a:pt x="52" y="11"/>
                  <a:pt x="52" y="11"/>
                  <a:pt x="51" y="10"/>
                </a:cubicBezTo>
                <a:cubicBezTo>
                  <a:pt x="51" y="10"/>
                  <a:pt x="51" y="10"/>
                  <a:pt x="51" y="10"/>
                </a:cubicBezTo>
                <a:cubicBezTo>
                  <a:pt x="51" y="10"/>
                  <a:pt x="51" y="10"/>
                  <a:pt x="51" y="10"/>
                </a:cubicBezTo>
                <a:cubicBezTo>
                  <a:pt x="53" y="10"/>
                  <a:pt x="54" y="9"/>
                  <a:pt x="55" y="8"/>
                </a:cubicBezTo>
                <a:cubicBezTo>
                  <a:pt x="55" y="8"/>
                  <a:pt x="55" y="8"/>
                  <a:pt x="56" y="7"/>
                </a:cubicBezTo>
                <a:cubicBezTo>
                  <a:pt x="56" y="6"/>
                  <a:pt x="56" y="4"/>
                  <a:pt x="56" y="2"/>
                </a:cubicBezTo>
                <a:cubicBezTo>
                  <a:pt x="56" y="2"/>
                  <a:pt x="55" y="2"/>
                  <a:pt x="55" y="1"/>
                </a:cubicBezTo>
                <a:cubicBezTo>
                  <a:pt x="54" y="1"/>
                  <a:pt x="53" y="0"/>
                  <a:pt x="51" y="0"/>
                </a:cubicBezTo>
                <a:cubicBezTo>
                  <a:pt x="49" y="0"/>
                  <a:pt x="47" y="0"/>
                  <a:pt x="44" y="0"/>
                </a:cubicBezTo>
                <a:close/>
                <a:moveTo>
                  <a:pt x="46" y="10"/>
                </a:moveTo>
                <a:cubicBezTo>
                  <a:pt x="47" y="10"/>
                  <a:pt x="47" y="10"/>
                  <a:pt x="47" y="10"/>
                </a:cubicBezTo>
                <a:cubicBezTo>
                  <a:pt x="48" y="11"/>
                  <a:pt x="49" y="11"/>
                  <a:pt x="49" y="11"/>
                </a:cubicBezTo>
                <a:cubicBezTo>
                  <a:pt x="49" y="11"/>
                  <a:pt x="48" y="11"/>
                  <a:pt x="47" y="11"/>
                </a:cubicBezTo>
                <a:cubicBezTo>
                  <a:pt x="45" y="12"/>
                  <a:pt x="43" y="12"/>
                  <a:pt x="40" y="12"/>
                </a:cubicBezTo>
                <a:cubicBezTo>
                  <a:pt x="37" y="12"/>
                  <a:pt x="35" y="12"/>
                  <a:pt x="33" y="11"/>
                </a:cubicBezTo>
                <a:cubicBezTo>
                  <a:pt x="32" y="11"/>
                  <a:pt x="31" y="11"/>
                  <a:pt x="31" y="11"/>
                </a:cubicBezTo>
                <a:cubicBezTo>
                  <a:pt x="31" y="11"/>
                  <a:pt x="32" y="11"/>
                  <a:pt x="33" y="10"/>
                </a:cubicBezTo>
                <a:cubicBezTo>
                  <a:pt x="34" y="10"/>
                  <a:pt x="36" y="10"/>
                  <a:pt x="38" y="10"/>
                </a:cubicBezTo>
                <a:cubicBezTo>
                  <a:pt x="39" y="10"/>
                  <a:pt x="42" y="10"/>
                  <a:pt x="44" y="10"/>
                </a:cubicBezTo>
                <a:cubicBezTo>
                  <a:pt x="45" y="10"/>
                  <a:pt x="46" y="10"/>
                  <a:pt x="46" y="10"/>
                </a:cubicBezTo>
                <a:close/>
                <a:moveTo>
                  <a:pt x="51" y="2"/>
                </a:moveTo>
                <a:cubicBezTo>
                  <a:pt x="52" y="2"/>
                  <a:pt x="53" y="2"/>
                  <a:pt x="53" y="2"/>
                </a:cubicBezTo>
                <a:cubicBezTo>
                  <a:pt x="53" y="2"/>
                  <a:pt x="52" y="2"/>
                  <a:pt x="51" y="3"/>
                </a:cubicBezTo>
                <a:cubicBezTo>
                  <a:pt x="49" y="3"/>
                  <a:pt x="47" y="3"/>
                  <a:pt x="44" y="3"/>
                </a:cubicBezTo>
                <a:cubicBezTo>
                  <a:pt x="41" y="3"/>
                  <a:pt x="39" y="3"/>
                  <a:pt x="37" y="3"/>
                </a:cubicBezTo>
                <a:cubicBezTo>
                  <a:pt x="36" y="2"/>
                  <a:pt x="35" y="2"/>
                  <a:pt x="35" y="2"/>
                </a:cubicBezTo>
                <a:cubicBezTo>
                  <a:pt x="35" y="2"/>
                  <a:pt x="36" y="2"/>
                  <a:pt x="37" y="2"/>
                </a:cubicBezTo>
                <a:cubicBezTo>
                  <a:pt x="39" y="1"/>
                  <a:pt x="41" y="1"/>
                  <a:pt x="44" y="1"/>
                </a:cubicBezTo>
                <a:cubicBezTo>
                  <a:pt x="47" y="1"/>
                  <a:pt x="49" y="1"/>
                  <a:pt x="51" y="2"/>
                </a:cubicBezTo>
                <a:close/>
                <a:moveTo>
                  <a:pt x="46" y="19"/>
                </a:moveTo>
                <a:cubicBezTo>
                  <a:pt x="48" y="19"/>
                  <a:pt x="49" y="19"/>
                  <a:pt x="51" y="19"/>
                </a:cubicBezTo>
                <a:cubicBezTo>
                  <a:pt x="52" y="19"/>
                  <a:pt x="52" y="20"/>
                  <a:pt x="52" y="20"/>
                </a:cubicBezTo>
                <a:cubicBezTo>
                  <a:pt x="52" y="20"/>
                  <a:pt x="52" y="20"/>
                  <a:pt x="51" y="20"/>
                </a:cubicBezTo>
                <a:cubicBezTo>
                  <a:pt x="49" y="20"/>
                  <a:pt x="46" y="21"/>
                  <a:pt x="44" y="21"/>
                </a:cubicBezTo>
                <a:cubicBezTo>
                  <a:pt x="41" y="21"/>
                  <a:pt x="38" y="20"/>
                  <a:pt x="36" y="20"/>
                </a:cubicBezTo>
                <a:cubicBezTo>
                  <a:pt x="35" y="20"/>
                  <a:pt x="35" y="20"/>
                  <a:pt x="35" y="20"/>
                </a:cubicBezTo>
                <a:cubicBezTo>
                  <a:pt x="35" y="20"/>
                  <a:pt x="35" y="19"/>
                  <a:pt x="36" y="19"/>
                </a:cubicBezTo>
                <a:cubicBezTo>
                  <a:pt x="37" y="19"/>
                  <a:pt x="37" y="19"/>
                  <a:pt x="37" y="19"/>
                </a:cubicBezTo>
                <a:cubicBezTo>
                  <a:pt x="38" y="19"/>
                  <a:pt x="39" y="19"/>
                  <a:pt x="40" y="19"/>
                </a:cubicBezTo>
                <a:cubicBezTo>
                  <a:pt x="42" y="19"/>
                  <a:pt x="45" y="19"/>
                  <a:pt x="46" y="19"/>
                </a:cubicBezTo>
                <a:close/>
                <a:moveTo>
                  <a:pt x="49" y="28"/>
                </a:moveTo>
                <a:cubicBezTo>
                  <a:pt x="50" y="28"/>
                  <a:pt x="51" y="28"/>
                  <a:pt x="51" y="28"/>
                </a:cubicBezTo>
                <a:cubicBezTo>
                  <a:pt x="53" y="28"/>
                  <a:pt x="53" y="28"/>
                  <a:pt x="53" y="28"/>
                </a:cubicBezTo>
                <a:cubicBezTo>
                  <a:pt x="53" y="29"/>
                  <a:pt x="53" y="29"/>
                  <a:pt x="51" y="29"/>
                </a:cubicBezTo>
                <a:cubicBezTo>
                  <a:pt x="50" y="29"/>
                  <a:pt x="47" y="29"/>
                  <a:pt x="44" y="29"/>
                </a:cubicBezTo>
                <a:cubicBezTo>
                  <a:pt x="41" y="29"/>
                  <a:pt x="39" y="29"/>
                  <a:pt x="37" y="29"/>
                </a:cubicBezTo>
                <a:cubicBezTo>
                  <a:pt x="36" y="29"/>
                  <a:pt x="35" y="29"/>
                  <a:pt x="35" y="28"/>
                </a:cubicBezTo>
                <a:cubicBezTo>
                  <a:pt x="35" y="28"/>
                  <a:pt x="36" y="28"/>
                  <a:pt x="37" y="28"/>
                </a:cubicBezTo>
                <a:cubicBezTo>
                  <a:pt x="38" y="28"/>
                  <a:pt x="38" y="28"/>
                  <a:pt x="39" y="28"/>
                </a:cubicBezTo>
                <a:cubicBezTo>
                  <a:pt x="40" y="28"/>
                  <a:pt x="42" y="28"/>
                  <a:pt x="44" y="28"/>
                </a:cubicBezTo>
                <a:cubicBezTo>
                  <a:pt x="45" y="28"/>
                  <a:pt x="47" y="28"/>
                  <a:pt x="49" y="28"/>
                </a:cubicBezTo>
                <a:close/>
                <a:moveTo>
                  <a:pt x="50" y="36"/>
                </a:moveTo>
                <a:cubicBezTo>
                  <a:pt x="51" y="36"/>
                  <a:pt x="52" y="37"/>
                  <a:pt x="53" y="37"/>
                </a:cubicBezTo>
                <a:cubicBezTo>
                  <a:pt x="54" y="37"/>
                  <a:pt x="55" y="37"/>
                  <a:pt x="55" y="37"/>
                </a:cubicBezTo>
                <a:cubicBezTo>
                  <a:pt x="55" y="37"/>
                  <a:pt x="54" y="37"/>
                  <a:pt x="53" y="38"/>
                </a:cubicBezTo>
                <a:cubicBezTo>
                  <a:pt x="51" y="38"/>
                  <a:pt x="49" y="38"/>
                  <a:pt x="46" y="38"/>
                </a:cubicBezTo>
                <a:cubicBezTo>
                  <a:pt x="43" y="38"/>
                  <a:pt x="40" y="38"/>
                  <a:pt x="39" y="38"/>
                </a:cubicBezTo>
                <a:cubicBezTo>
                  <a:pt x="37" y="37"/>
                  <a:pt x="37" y="37"/>
                  <a:pt x="37" y="37"/>
                </a:cubicBezTo>
                <a:cubicBezTo>
                  <a:pt x="37" y="37"/>
                  <a:pt x="37" y="37"/>
                  <a:pt x="39" y="37"/>
                </a:cubicBezTo>
                <a:cubicBezTo>
                  <a:pt x="39" y="37"/>
                  <a:pt x="40" y="37"/>
                  <a:pt x="40" y="37"/>
                </a:cubicBezTo>
                <a:cubicBezTo>
                  <a:pt x="41" y="37"/>
                  <a:pt x="43" y="37"/>
                  <a:pt x="44" y="37"/>
                </a:cubicBezTo>
                <a:cubicBezTo>
                  <a:pt x="46" y="37"/>
                  <a:pt x="48" y="37"/>
                  <a:pt x="50" y="36"/>
                </a:cubicBezTo>
                <a:close/>
                <a:moveTo>
                  <a:pt x="50" y="45"/>
                </a:moveTo>
                <a:cubicBezTo>
                  <a:pt x="51" y="45"/>
                  <a:pt x="51" y="45"/>
                  <a:pt x="51" y="45"/>
                </a:cubicBezTo>
                <a:cubicBezTo>
                  <a:pt x="53" y="46"/>
                  <a:pt x="53" y="46"/>
                  <a:pt x="53" y="46"/>
                </a:cubicBezTo>
                <a:cubicBezTo>
                  <a:pt x="53" y="46"/>
                  <a:pt x="53" y="46"/>
                  <a:pt x="51" y="46"/>
                </a:cubicBezTo>
                <a:cubicBezTo>
                  <a:pt x="50" y="47"/>
                  <a:pt x="47" y="47"/>
                  <a:pt x="44" y="47"/>
                </a:cubicBezTo>
                <a:cubicBezTo>
                  <a:pt x="41" y="47"/>
                  <a:pt x="39" y="47"/>
                  <a:pt x="37" y="46"/>
                </a:cubicBezTo>
                <a:cubicBezTo>
                  <a:pt x="36" y="46"/>
                  <a:pt x="35" y="46"/>
                  <a:pt x="35" y="46"/>
                </a:cubicBezTo>
                <a:cubicBezTo>
                  <a:pt x="35" y="46"/>
                  <a:pt x="36" y="46"/>
                  <a:pt x="37" y="45"/>
                </a:cubicBezTo>
                <a:cubicBezTo>
                  <a:pt x="38" y="45"/>
                  <a:pt x="39" y="45"/>
                  <a:pt x="40" y="45"/>
                </a:cubicBezTo>
                <a:cubicBezTo>
                  <a:pt x="41" y="45"/>
                  <a:pt x="43" y="45"/>
                  <a:pt x="46" y="45"/>
                </a:cubicBezTo>
                <a:cubicBezTo>
                  <a:pt x="47" y="45"/>
                  <a:pt x="49" y="45"/>
                  <a:pt x="50" y="45"/>
                </a:cubicBezTo>
                <a:close/>
                <a:moveTo>
                  <a:pt x="6" y="47"/>
                </a:moveTo>
                <a:cubicBezTo>
                  <a:pt x="6" y="47"/>
                  <a:pt x="6" y="47"/>
                  <a:pt x="6" y="47"/>
                </a:cubicBezTo>
                <a:cubicBezTo>
                  <a:pt x="6" y="47"/>
                  <a:pt x="6" y="47"/>
                  <a:pt x="6" y="47"/>
                </a:cubicBezTo>
                <a:cubicBezTo>
                  <a:pt x="6" y="47"/>
                  <a:pt x="6" y="47"/>
                  <a:pt x="6" y="47"/>
                </a:cubicBezTo>
                <a:close/>
                <a:moveTo>
                  <a:pt x="24" y="41"/>
                </a:moveTo>
                <a:cubicBezTo>
                  <a:pt x="24" y="41"/>
                  <a:pt x="24" y="41"/>
                  <a:pt x="24" y="41"/>
                </a:cubicBezTo>
                <a:cubicBezTo>
                  <a:pt x="23" y="41"/>
                  <a:pt x="22" y="42"/>
                  <a:pt x="20" y="42"/>
                </a:cubicBezTo>
                <a:cubicBezTo>
                  <a:pt x="20" y="42"/>
                  <a:pt x="20" y="42"/>
                  <a:pt x="20" y="42"/>
                </a:cubicBezTo>
                <a:cubicBezTo>
                  <a:pt x="22" y="42"/>
                  <a:pt x="23" y="42"/>
                  <a:pt x="25" y="42"/>
                </a:cubicBezTo>
                <a:cubicBezTo>
                  <a:pt x="26" y="41"/>
                  <a:pt x="26" y="41"/>
                  <a:pt x="26" y="41"/>
                </a:cubicBezTo>
                <a:cubicBezTo>
                  <a:pt x="26" y="41"/>
                  <a:pt x="26" y="41"/>
                  <a:pt x="25" y="41"/>
                </a:cubicBezTo>
                <a:cubicBezTo>
                  <a:pt x="24" y="41"/>
                  <a:pt x="24" y="41"/>
                  <a:pt x="24" y="41"/>
                </a:cubicBezTo>
                <a:close/>
                <a:moveTo>
                  <a:pt x="20" y="25"/>
                </a:moveTo>
                <a:cubicBezTo>
                  <a:pt x="20" y="25"/>
                  <a:pt x="20" y="25"/>
                  <a:pt x="20" y="25"/>
                </a:cubicBezTo>
                <a:cubicBezTo>
                  <a:pt x="18" y="25"/>
                  <a:pt x="15" y="26"/>
                  <a:pt x="12" y="26"/>
                </a:cubicBezTo>
                <a:cubicBezTo>
                  <a:pt x="11" y="26"/>
                  <a:pt x="10" y="26"/>
                  <a:pt x="9" y="26"/>
                </a:cubicBezTo>
                <a:cubicBezTo>
                  <a:pt x="9" y="26"/>
                  <a:pt x="8" y="26"/>
                  <a:pt x="8" y="26"/>
                </a:cubicBezTo>
                <a:cubicBezTo>
                  <a:pt x="8" y="26"/>
                  <a:pt x="9" y="26"/>
                  <a:pt x="10" y="26"/>
                </a:cubicBezTo>
                <a:cubicBezTo>
                  <a:pt x="12" y="27"/>
                  <a:pt x="14" y="27"/>
                  <a:pt x="17" y="27"/>
                </a:cubicBezTo>
                <a:cubicBezTo>
                  <a:pt x="20" y="27"/>
                  <a:pt x="22" y="27"/>
                  <a:pt x="24" y="26"/>
                </a:cubicBezTo>
                <a:cubicBezTo>
                  <a:pt x="25" y="26"/>
                  <a:pt x="26" y="26"/>
                  <a:pt x="26" y="26"/>
                </a:cubicBezTo>
                <a:cubicBezTo>
                  <a:pt x="26" y="26"/>
                  <a:pt x="25" y="26"/>
                  <a:pt x="24" y="25"/>
                </a:cubicBezTo>
                <a:cubicBezTo>
                  <a:pt x="23" y="25"/>
                  <a:pt x="22" y="25"/>
                  <a:pt x="20" y="25"/>
                </a:cubicBezTo>
                <a:close/>
                <a:moveTo>
                  <a:pt x="19" y="17"/>
                </a:moveTo>
                <a:cubicBezTo>
                  <a:pt x="17" y="17"/>
                  <a:pt x="15" y="16"/>
                  <a:pt x="12" y="16"/>
                </a:cubicBezTo>
                <a:cubicBezTo>
                  <a:pt x="9" y="16"/>
                  <a:pt x="7" y="17"/>
                  <a:pt x="5" y="17"/>
                </a:cubicBezTo>
                <a:cubicBezTo>
                  <a:pt x="4" y="17"/>
                  <a:pt x="3" y="17"/>
                  <a:pt x="3" y="17"/>
                </a:cubicBezTo>
                <a:cubicBezTo>
                  <a:pt x="3" y="17"/>
                  <a:pt x="4" y="18"/>
                  <a:pt x="5" y="18"/>
                </a:cubicBezTo>
                <a:cubicBezTo>
                  <a:pt x="7" y="18"/>
                  <a:pt x="9" y="18"/>
                  <a:pt x="12" y="18"/>
                </a:cubicBezTo>
                <a:cubicBezTo>
                  <a:pt x="15" y="18"/>
                  <a:pt x="17" y="18"/>
                  <a:pt x="19" y="18"/>
                </a:cubicBezTo>
                <a:cubicBezTo>
                  <a:pt x="20" y="18"/>
                  <a:pt x="21" y="17"/>
                  <a:pt x="21" y="17"/>
                </a:cubicBezTo>
                <a:cubicBezTo>
                  <a:pt x="21" y="17"/>
                  <a:pt x="20" y="17"/>
                  <a:pt x="19" y="17"/>
                </a:cubicBezTo>
                <a:close/>
                <a:moveTo>
                  <a:pt x="21" y="34"/>
                </a:moveTo>
                <a:cubicBezTo>
                  <a:pt x="19" y="34"/>
                  <a:pt x="18" y="34"/>
                  <a:pt x="17" y="34"/>
                </a:cubicBezTo>
                <a:cubicBezTo>
                  <a:pt x="14" y="34"/>
                  <a:pt x="12" y="34"/>
                  <a:pt x="10" y="34"/>
                </a:cubicBezTo>
                <a:cubicBezTo>
                  <a:pt x="9" y="33"/>
                  <a:pt x="9" y="33"/>
                  <a:pt x="9" y="33"/>
                </a:cubicBezTo>
                <a:cubicBezTo>
                  <a:pt x="8" y="34"/>
                  <a:pt x="7" y="34"/>
                  <a:pt x="6" y="34"/>
                </a:cubicBezTo>
                <a:cubicBezTo>
                  <a:pt x="5" y="34"/>
                  <a:pt x="4" y="34"/>
                  <a:pt x="4" y="34"/>
                </a:cubicBezTo>
                <a:cubicBezTo>
                  <a:pt x="4" y="34"/>
                  <a:pt x="5" y="35"/>
                  <a:pt x="6" y="35"/>
                </a:cubicBezTo>
                <a:cubicBezTo>
                  <a:pt x="8" y="35"/>
                  <a:pt x="10" y="35"/>
                  <a:pt x="13" y="35"/>
                </a:cubicBezTo>
                <a:cubicBezTo>
                  <a:pt x="16" y="35"/>
                  <a:pt x="18" y="35"/>
                  <a:pt x="20" y="35"/>
                </a:cubicBezTo>
                <a:cubicBezTo>
                  <a:pt x="21" y="35"/>
                  <a:pt x="22" y="34"/>
                  <a:pt x="22" y="34"/>
                </a:cubicBezTo>
                <a:cubicBezTo>
                  <a:pt x="22" y="34"/>
                  <a:pt x="21" y="34"/>
                  <a:pt x="21"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97" name="Freeform 68">
            <a:extLst>
              <a:ext uri="{FF2B5EF4-FFF2-40B4-BE49-F238E27FC236}">
                <a16:creationId xmlns="" xmlns:a16="http://schemas.microsoft.com/office/drawing/2014/main" id="{EF79CA2E-B836-43DC-9265-C471BE492DEC}"/>
              </a:ext>
            </a:extLst>
          </p:cNvPr>
          <p:cNvSpPr>
            <a:spLocks noEditPoints="1"/>
          </p:cNvSpPr>
          <p:nvPr/>
        </p:nvSpPr>
        <p:spPr bwMode="auto">
          <a:xfrm>
            <a:off x="6238949" y="2110060"/>
            <a:ext cx="776288" cy="584200"/>
          </a:xfrm>
          <a:custGeom>
            <a:avLst/>
            <a:gdLst>
              <a:gd name="T0" fmla="*/ 2147483646 w 297"/>
              <a:gd name="T1" fmla="*/ 2147483646 h 223"/>
              <a:gd name="T2" fmla="*/ 2147483646 w 297"/>
              <a:gd name="T3" fmla="*/ 2147483646 h 223"/>
              <a:gd name="T4" fmla="*/ 2147483646 w 297"/>
              <a:gd name="T5" fmla="*/ 2147483646 h 223"/>
              <a:gd name="T6" fmla="*/ 2147483646 w 297"/>
              <a:gd name="T7" fmla="*/ 2147483646 h 223"/>
              <a:gd name="T8" fmla="*/ 2147483646 w 297"/>
              <a:gd name="T9" fmla="*/ 2147483646 h 223"/>
              <a:gd name="T10" fmla="*/ 2147483646 w 297"/>
              <a:gd name="T11" fmla="*/ 2147483646 h 223"/>
              <a:gd name="T12" fmla="*/ 2147483646 w 297"/>
              <a:gd name="T13" fmla="*/ 2147483646 h 223"/>
              <a:gd name="T14" fmla="*/ 2147483646 w 297"/>
              <a:gd name="T15" fmla="*/ 2147483646 h 223"/>
              <a:gd name="T16" fmla="*/ 2147483646 w 297"/>
              <a:gd name="T17" fmla="*/ 2147483646 h 223"/>
              <a:gd name="T18" fmla="*/ 2147483646 w 297"/>
              <a:gd name="T19" fmla="*/ 2147483646 h 223"/>
              <a:gd name="T20" fmla="*/ 2147483646 w 297"/>
              <a:gd name="T21" fmla="*/ 2147483646 h 223"/>
              <a:gd name="T22" fmla="*/ 2147483646 w 297"/>
              <a:gd name="T23" fmla="*/ 2147483646 h 223"/>
              <a:gd name="T24" fmla="*/ 2147483646 w 297"/>
              <a:gd name="T25" fmla="*/ 2147483646 h 223"/>
              <a:gd name="T26" fmla="*/ 2147483646 w 297"/>
              <a:gd name="T27" fmla="*/ 2147483646 h 223"/>
              <a:gd name="T28" fmla="*/ 2147483646 w 297"/>
              <a:gd name="T29" fmla="*/ 2147483646 h 223"/>
              <a:gd name="T30" fmla="*/ 2147483646 w 297"/>
              <a:gd name="T31" fmla="*/ 2147483646 h 223"/>
              <a:gd name="T32" fmla="*/ 2147483646 w 297"/>
              <a:gd name="T33" fmla="*/ 2147483646 h 223"/>
              <a:gd name="T34" fmla="*/ 2147483646 w 297"/>
              <a:gd name="T35" fmla="*/ 2147483646 h 223"/>
              <a:gd name="T36" fmla="*/ 2147483646 w 297"/>
              <a:gd name="T37" fmla="*/ 2147483646 h 223"/>
              <a:gd name="T38" fmla="*/ 2147483646 w 297"/>
              <a:gd name="T39" fmla="*/ 2147483646 h 223"/>
              <a:gd name="T40" fmla="*/ 2147483646 w 297"/>
              <a:gd name="T41" fmla="*/ 2147483646 h 223"/>
              <a:gd name="T42" fmla="*/ 2147483646 w 297"/>
              <a:gd name="T43" fmla="*/ 2147483646 h 223"/>
              <a:gd name="T44" fmla="*/ 2147483646 w 297"/>
              <a:gd name="T45" fmla="*/ 2147483646 h 223"/>
              <a:gd name="T46" fmla="*/ 2147483646 w 297"/>
              <a:gd name="T47" fmla="*/ 2147483646 h 223"/>
              <a:gd name="T48" fmla="*/ 2147483646 w 297"/>
              <a:gd name="T49" fmla="*/ 2147483646 h 223"/>
              <a:gd name="T50" fmla="*/ 2147483646 w 297"/>
              <a:gd name="T51" fmla="*/ 2147483646 h 223"/>
              <a:gd name="T52" fmla="*/ 2147483646 w 297"/>
              <a:gd name="T53" fmla="*/ 2147483646 h 223"/>
              <a:gd name="T54" fmla="*/ 2147483646 w 297"/>
              <a:gd name="T55" fmla="*/ 2147483646 h 223"/>
              <a:gd name="T56" fmla="*/ 2147483646 w 297"/>
              <a:gd name="T57" fmla="*/ 2147483646 h 223"/>
              <a:gd name="T58" fmla="*/ 2147483646 w 297"/>
              <a:gd name="T59" fmla="*/ 2147483646 h 223"/>
              <a:gd name="T60" fmla="*/ 2147483646 w 297"/>
              <a:gd name="T61" fmla="*/ 2147483646 h 223"/>
              <a:gd name="T62" fmla="*/ 2147483646 w 297"/>
              <a:gd name="T63" fmla="*/ 2147483646 h 223"/>
              <a:gd name="T64" fmla="*/ 0 w 297"/>
              <a:gd name="T65" fmla="*/ 2147483646 h 223"/>
              <a:gd name="T66" fmla="*/ 2147483646 w 297"/>
              <a:gd name="T67" fmla="*/ 2147483646 h 223"/>
              <a:gd name="T68" fmla="*/ 2147483646 w 297"/>
              <a:gd name="T69" fmla="*/ 2147483646 h 223"/>
              <a:gd name="T70" fmla="*/ 2147483646 w 297"/>
              <a:gd name="T71" fmla="*/ 2147483646 h 223"/>
              <a:gd name="T72" fmla="*/ 2147483646 w 297"/>
              <a:gd name="T73" fmla="*/ 0 h 223"/>
              <a:gd name="T74" fmla="*/ 2147483646 w 297"/>
              <a:gd name="T75" fmla="*/ 2147483646 h 223"/>
              <a:gd name="T76" fmla="*/ 2147483646 w 297"/>
              <a:gd name="T77" fmla="*/ 2147483646 h 223"/>
              <a:gd name="T78" fmla="*/ 2147483646 w 297"/>
              <a:gd name="T79" fmla="*/ 2147483646 h 223"/>
              <a:gd name="T80" fmla="*/ 2147483646 w 297"/>
              <a:gd name="T81" fmla="*/ 2147483646 h 223"/>
              <a:gd name="T82" fmla="*/ 2147483646 w 297"/>
              <a:gd name="T83" fmla="*/ 2147483646 h 223"/>
              <a:gd name="T84" fmla="*/ 2147483646 w 297"/>
              <a:gd name="T85" fmla="*/ 2147483646 h 223"/>
              <a:gd name="T86" fmla="*/ 2147483646 w 297"/>
              <a:gd name="T87" fmla="*/ 2147483646 h 223"/>
              <a:gd name="T88" fmla="*/ 2147483646 w 297"/>
              <a:gd name="T89" fmla="*/ 2147483646 h 223"/>
              <a:gd name="T90" fmla="*/ 2147483646 w 297"/>
              <a:gd name="T91" fmla="*/ 2147483646 h 223"/>
              <a:gd name="T92" fmla="*/ 2147483646 w 297"/>
              <a:gd name="T93" fmla="*/ 2147483646 h 223"/>
              <a:gd name="T94" fmla="*/ 2147483646 w 297"/>
              <a:gd name="T95" fmla="*/ 2147483646 h 223"/>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297" h="223">
                <a:moveTo>
                  <a:pt x="46" y="63"/>
                </a:moveTo>
                <a:lnTo>
                  <a:pt x="23" y="86"/>
                </a:lnTo>
                <a:lnTo>
                  <a:pt x="117" y="121"/>
                </a:lnTo>
                <a:lnTo>
                  <a:pt x="137" y="94"/>
                </a:lnTo>
                <a:lnTo>
                  <a:pt x="46" y="63"/>
                </a:lnTo>
                <a:close/>
                <a:moveTo>
                  <a:pt x="160" y="20"/>
                </a:moveTo>
                <a:lnTo>
                  <a:pt x="160" y="82"/>
                </a:lnTo>
                <a:lnTo>
                  <a:pt x="242" y="51"/>
                </a:lnTo>
                <a:lnTo>
                  <a:pt x="160" y="20"/>
                </a:lnTo>
                <a:close/>
                <a:moveTo>
                  <a:pt x="156" y="82"/>
                </a:moveTo>
                <a:lnTo>
                  <a:pt x="109" y="67"/>
                </a:lnTo>
                <a:lnTo>
                  <a:pt x="66" y="51"/>
                </a:lnTo>
                <a:lnTo>
                  <a:pt x="156" y="20"/>
                </a:lnTo>
                <a:lnTo>
                  <a:pt x="156" y="82"/>
                </a:lnTo>
                <a:close/>
                <a:moveTo>
                  <a:pt x="270" y="43"/>
                </a:moveTo>
                <a:lnTo>
                  <a:pt x="297" y="67"/>
                </a:lnTo>
                <a:lnTo>
                  <a:pt x="293" y="78"/>
                </a:lnTo>
                <a:lnTo>
                  <a:pt x="281" y="82"/>
                </a:lnTo>
                <a:lnTo>
                  <a:pt x="277" y="71"/>
                </a:lnTo>
                <a:lnTo>
                  <a:pt x="277" y="86"/>
                </a:lnTo>
                <a:lnTo>
                  <a:pt x="277" y="172"/>
                </a:lnTo>
                <a:lnTo>
                  <a:pt x="168" y="223"/>
                </a:lnTo>
                <a:lnTo>
                  <a:pt x="156" y="219"/>
                </a:lnTo>
                <a:lnTo>
                  <a:pt x="39" y="172"/>
                </a:lnTo>
                <a:lnTo>
                  <a:pt x="35" y="168"/>
                </a:lnTo>
                <a:lnTo>
                  <a:pt x="35" y="161"/>
                </a:lnTo>
                <a:lnTo>
                  <a:pt x="35" y="110"/>
                </a:lnTo>
                <a:lnTo>
                  <a:pt x="3" y="98"/>
                </a:lnTo>
                <a:lnTo>
                  <a:pt x="0" y="82"/>
                </a:lnTo>
                <a:lnTo>
                  <a:pt x="39" y="47"/>
                </a:lnTo>
                <a:lnTo>
                  <a:pt x="43" y="43"/>
                </a:lnTo>
                <a:lnTo>
                  <a:pt x="156" y="4"/>
                </a:lnTo>
                <a:lnTo>
                  <a:pt x="156" y="0"/>
                </a:lnTo>
                <a:lnTo>
                  <a:pt x="160" y="4"/>
                </a:lnTo>
                <a:lnTo>
                  <a:pt x="270" y="43"/>
                </a:lnTo>
                <a:close/>
                <a:moveTo>
                  <a:pt x="50" y="118"/>
                </a:moveTo>
                <a:lnTo>
                  <a:pt x="117" y="141"/>
                </a:lnTo>
                <a:lnTo>
                  <a:pt x="121" y="145"/>
                </a:lnTo>
                <a:lnTo>
                  <a:pt x="125" y="137"/>
                </a:lnTo>
                <a:lnTo>
                  <a:pt x="148" y="110"/>
                </a:lnTo>
                <a:lnTo>
                  <a:pt x="148" y="200"/>
                </a:lnTo>
                <a:lnTo>
                  <a:pt x="50" y="157"/>
                </a:lnTo>
                <a:lnTo>
                  <a:pt x="50"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98" name="Freeform 69">
            <a:extLst>
              <a:ext uri="{FF2B5EF4-FFF2-40B4-BE49-F238E27FC236}">
                <a16:creationId xmlns="" xmlns:a16="http://schemas.microsoft.com/office/drawing/2014/main" id="{8AD1279A-107A-49FD-B860-88A6F5662160}"/>
              </a:ext>
            </a:extLst>
          </p:cNvPr>
          <p:cNvSpPr>
            <a:spLocks noEditPoints="1"/>
          </p:cNvSpPr>
          <p:nvPr/>
        </p:nvSpPr>
        <p:spPr bwMode="auto">
          <a:xfrm>
            <a:off x="7385124" y="2141810"/>
            <a:ext cx="625475" cy="512763"/>
          </a:xfrm>
          <a:custGeom>
            <a:avLst/>
            <a:gdLst>
              <a:gd name="T0" fmla="*/ 2147483646 w 239"/>
              <a:gd name="T1" fmla="*/ 2147483646 h 196"/>
              <a:gd name="T2" fmla="*/ 2147483646 w 239"/>
              <a:gd name="T3" fmla="*/ 2147483646 h 196"/>
              <a:gd name="T4" fmla="*/ 2147483646 w 239"/>
              <a:gd name="T5" fmla="*/ 2147483646 h 196"/>
              <a:gd name="T6" fmla="*/ 2147483646 w 239"/>
              <a:gd name="T7" fmla="*/ 2147483646 h 196"/>
              <a:gd name="T8" fmla="*/ 2147483646 w 239"/>
              <a:gd name="T9" fmla="*/ 2147483646 h 196"/>
              <a:gd name="T10" fmla="*/ 2147483646 w 239"/>
              <a:gd name="T11" fmla="*/ 2147483646 h 196"/>
              <a:gd name="T12" fmla="*/ 2147483646 w 239"/>
              <a:gd name="T13" fmla="*/ 2147483646 h 196"/>
              <a:gd name="T14" fmla="*/ 2147483646 w 239"/>
              <a:gd name="T15" fmla="*/ 0 h 196"/>
              <a:gd name="T16" fmla="*/ 2147483646 w 239"/>
              <a:gd name="T17" fmla="*/ 2147483646 h 196"/>
              <a:gd name="T18" fmla="*/ 2147483646 w 239"/>
              <a:gd name="T19" fmla="*/ 2147483646 h 196"/>
              <a:gd name="T20" fmla="*/ 2147483646 w 239"/>
              <a:gd name="T21" fmla="*/ 2147483646 h 196"/>
              <a:gd name="T22" fmla="*/ 2147483646 w 239"/>
              <a:gd name="T23" fmla="*/ 0 h 196"/>
              <a:gd name="T24" fmla="*/ 2147483646 w 239"/>
              <a:gd name="T25" fmla="*/ 2147483646 h 196"/>
              <a:gd name="T26" fmla="*/ 2147483646 w 239"/>
              <a:gd name="T27" fmla="*/ 2147483646 h 196"/>
              <a:gd name="T28" fmla="*/ 2147483646 w 239"/>
              <a:gd name="T29" fmla="*/ 2147483646 h 196"/>
              <a:gd name="T30" fmla="*/ 2147483646 w 239"/>
              <a:gd name="T31" fmla="*/ 2147483646 h 196"/>
              <a:gd name="T32" fmla="*/ 2147483646 w 239"/>
              <a:gd name="T33" fmla="*/ 2147483646 h 196"/>
              <a:gd name="T34" fmla="*/ 2147483646 w 239"/>
              <a:gd name="T35" fmla="*/ 2147483646 h 196"/>
              <a:gd name="T36" fmla="*/ 2147483646 w 239"/>
              <a:gd name="T37" fmla="*/ 2147483646 h 196"/>
              <a:gd name="T38" fmla="*/ 2147483646 w 239"/>
              <a:gd name="T39" fmla="*/ 2147483646 h 196"/>
              <a:gd name="T40" fmla="*/ 2147483646 w 239"/>
              <a:gd name="T41" fmla="*/ 2147483646 h 196"/>
              <a:gd name="T42" fmla="*/ 2147483646 w 239"/>
              <a:gd name="T43" fmla="*/ 2147483646 h 196"/>
              <a:gd name="T44" fmla="*/ 2147483646 w 239"/>
              <a:gd name="T45" fmla="*/ 2147483646 h 196"/>
              <a:gd name="T46" fmla="*/ 2147483646 w 239"/>
              <a:gd name="T47" fmla="*/ 2147483646 h 196"/>
              <a:gd name="T48" fmla="*/ 2147483646 w 239"/>
              <a:gd name="T49" fmla="*/ 2147483646 h 196"/>
              <a:gd name="T50" fmla="*/ 2147483646 w 239"/>
              <a:gd name="T51" fmla="*/ 2147483646 h 196"/>
              <a:gd name="T52" fmla="*/ 2147483646 w 239"/>
              <a:gd name="T53" fmla="*/ 2147483646 h 196"/>
              <a:gd name="T54" fmla="*/ 2147483646 w 239"/>
              <a:gd name="T55" fmla="*/ 2147483646 h 196"/>
              <a:gd name="T56" fmla="*/ 2147483646 w 239"/>
              <a:gd name="T57" fmla="*/ 2147483646 h 196"/>
              <a:gd name="T58" fmla="*/ 2147483646 w 239"/>
              <a:gd name="T59" fmla="*/ 2147483646 h 196"/>
              <a:gd name="T60" fmla="*/ 2147483646 w 239"/>
              <a:gd name="T61" fmla="*/ 2147483646 h 196"/>
              <a:gd name="T62" fmla="*/ 2147483646 w 239"/>
              <a:gd name="T63" fmla="*/ 2147483646 h 196"/>
              <a:gd name="T64" fmla="*/ 2147483646 w 239"/>
              <a:gd name="T65" fmla="*/ 2147483646 h 196"/>
              <a:gd name="T66" fmla="*/ 2147483646 w 239"/>
              <a:gd name="T67" fmla="*/ 2147483646 h 196"/>
              <a:gd name="T68" fmla="*/ 2147483646 w 239"/>
              <a:gd name="T69" fmla="*/ 2147483646 h 196"/>
              <a:gd name="T70" fmla="*/ 2147483646 w 239"/>
              <a:gd name="T71" fmla="*/ 2147483646 h 196"/>
              <a:gd name="T72" fmla="*/ 2147483646 w 239"/>
              <a:gd name="T73" fmla="*/ 2147483646 h 196"/>
              <a:gd name="T74" fmla="*/ 2147483646 w 239"/>
              <a:gd name="T75" fmla="*/ 2147483646 h 196"/>
              <a:gd name="T76" fmla="*/ 2147483646 w 239"/>
              <a:gd name="T77" fmla="*/ 2147483646 h 196"/>
              <a:gd name="T78" fmla="*/ 2147483646 w 239"/>
              <a:gd name="T79" fmla="*/ 2147483646 h 196"/>
              <a:gd name="T80" fmla="*/ 2147483646 w 239"/>
              <a:gd name="T81" fmla="*/ 2147483646 h 196"/>
              <a:gd name="T82" fmla="*/ 2147483646 w 239"/>
              <a:gd name="T83" fmla="*/ 2147483646 h 196"/>
              <a:gd name="T84" fmla="*/ 2147483646 w 239"/>
              <a:gd name="T85" fmla="*/ 2147483646 h 196"/>
              <a:gd name="T86" fmla="*/ 2147483646 w 239"/>
              <a:gd name="T87" fmla="*/ 2147483646 h 196"/>
              <a:gd name="T88" fmla="*/ 2147483646 w 239"/>
              <a:gd name="T89" fmla="*/ 2147483646 h 196"/>
              <a:gd name="T90" fmla="*/ 2147483646 w 239"/>
              <a:gd name="T91" fmla="*/ 2147483646 h 196"/>
              <a:gd name="T92" fmla="*/ 2147483646 w 239"/>
              <a:gd name="T93" fmla="*/ 2147483646 h 196"/>
              <a:gd name="T94" fmla="*/ 2147483646 w 239"/>
              <a:gd name="T95" fmla="*/ 2147483646 h 196"/>
              <a:gd name="T96" fmla="*/ 2147483646 w 239"/>
              <a:gd name="T97" fmla="*/ 2147483646 h 196"/>
              <a:gd name="T98" fmla="*/ 2147483646 w 239"/>
              <a:gd name="T99" fmla="*/ 2147483646 h 196"/>
              <a:gd name="T100" fmla="*/ 0 w 239"/>
              <a:gd name="T101" fmla="*/ 2147483646 h 196"/>
              <a:gd name="T102" fmla="*/ 2147483646 w 239"/>
              <a:gd name="T103" fmla="*/ 2147483646 h 196"/>
              <a:gd name="T104" fmla="*/ 2147483646 w 239"/>
              <a:gd name="T105" fmla="*/ 2147483646 h 196"/>
              <a:gd name="T106" fmla="*/ 2147483646 w 239"/>
              <a:gd name="T107" fmla="*/ 2147483646 h 196"/>
              <a:gd name="T108" fmla="*/ 0 w 239"/>
              <a:gd name="T109" fmla="*/ 2147483646 h 19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239" h="196">
                <a:moveTo>
                  <a:pt x="184" y="4"/>
                </a:moveTo>
                <a:lnTo>
                  <a:pt x="207" y="4"/>
                </a:lnTo>
                <a:lnTo>
                  <a:pt x="207" y="39"/>
                </a:lnTo>
                <a:lnTo>
                  <a:pt x="199" y="43"/>
                </a:lnTo>
                <a:lnTo>
                  <a:pt x="184" y="47"/>
                </a:lnTo>
                <a:lnTo>
                  <a:pt x="184" y="4"/>
                </a:lnTo>
                <a:close/>
                <a:moveTo>
                  <a:pt x="207" y="86"/>
                </a:moveTo>
                <a:lnTo>
                  <a:pt x="207" y="196"/>
                </a:lnTo>
                <a:lnTo>
                  <a:pt x="184" y="196"/>
                </a:lnTo>
                <a:lnTo>
                  <a:pt x="184" y="98"/>
                </a:lnTo>
                <a:lnTo>
                  <a:pt x="199" y="78"/>
                </a:lnTo>
                <a:lnTo>
                  <a:pt x="207" y="86"/>
                </a:lnTo>
                <a:close/>
                <a:moveTo>
                  <a:pt x="211" y="0"/>
                </a:moveTo>
                <a:lnTo>
                  <a:pt x="239" y="0"/>
                </a:lnTo>
                <a:lnTo>
                  <a:pt x="239" y="196"/>
                </a:lnTo>
                <a:lnTo>
                  <a:pt x="211" y="196"/>
                </a:lnTo>
                <a:lnTo>
                  <a:pt x="211" y="82"/>
                </a:lnTo>
                <a:lnTo>
                  <a:pt x="219" y="63"/>
                </a:lnTo>
                <a:lnTo>
                  <a:pt x="223" y="35"/>
                </a:lnTo>
                <a:lnTo>
                  <a:pt x="211" y="39"/>
                </a:lnTo>
                <a:lnTo>
                  <a:pt x="211" y="0"/>
                </a:lnTo>
                <a:close/>
                <a:moveTo>
                  <a:pt x="153" y="27"/>
                </a:moveTo>
                <a:lnTo>
                  <a:pt x="176" y="27"/>
                </a:lnTo>
                <a:lnTo>
                  <a:pt x="176" y="51"/>
                </a:lnTo>
                <a:lnTo>
                  <a:pt x="172" y="51"/>
                </a:lnTo>
                <a:lnTo>
                  <a:pt x="176" y="59"/>
                </a:lnTo>
                <a:lnTo>
                  <a:pt x="176" y="70"/>
                </a:lnTo>
                <a:lnTo>
                  <a:pt x="153" y="94"/>
                </a:lnTo>
                <a:lnTo>
                  <a:pt x="153" y="27"/>
                </a:lnTo>
                <a:close/>
                <a:moveTo>
                  <a:pt x="176" y="106"/>
                </a:moveTo>
                <a:lnTo>
                  <a:pt x="176" y="196"/>
                </a:lnTo>
                <a:lnTo>
                  <a:pt x="153" y="196"/>
                </a:lnTo>
                <a:lnTo>
                  <a:pt x="153" y="129"/>
                </a:lnTo>
                <a:lnTo>
                  <a:pt x="176" y="106"/>
                </a:lnTo>
                <a:close/>
                <a:moveTo>
                  <a:pt x="121" y="43"/>
                </a:moveTo>
                <a:lnTo>
                  <a:pt x="149" y="43"/>
                </a:lnTo>
                <a:lnTo>
                  <a:pt x="149" y="102"/>
                </a:lnTo>
                <a:lnTo>
                  <a:pt x="137" y="113"/>
                </a:lnTo>
                <a:lnTo>
                  <a:pt x="133" y="106"/>
                </a:lnTo>
                <a:lnTo>
                  <a:pt x="125" y="98"/>
                </a:lnTo>
                <a:lnTo>
                  <a:pt x="121" y="98"/>
                </a:lnTo>
                <a:lnTo>
                  <a:pt x="121" y="43"/>
                </a:lnTo>
                <a:close/>
                <a:moveTo>
                  <a:pt x="149" y="137"/>
                </a:moveTo>
                <a:lnTo>
                  <a:pt x="149" y="196"/>
                </a:lnTo>
                <a:lnTo>
                  <a:pt x="121" y="196"/>
                </a:lnTo>
                <a:lnTo>
                  <a:pt x="121" y="133"/>
                </a:lnTo>
                <a:lnTo>
                  <a:pt x="125" y="137"/>
                </a:lnTo>
                <a:lnTo>
                  <a:pt x="133" y="149"/>
                </a:lnTo>
                <a:lnTo>
                  <a:pt x="145" y="137"/>
                </a:lnTo>
                <a:lnTo>
                  <a:pt x="149" y="137"/>
                </a:lnTo>
                <a:close/>
                <a:moveTo>
                  <a:pt x="90" y="63"/>
                </a:moveTo>
                <a:lnTo>
                  <a:pt x="117" y="63"/>
                </a:lnTo>
                <a:lnTo>
                  <a:pt x="117" y="102"/>
                </a:lnTo>
                <a:lnTo>
                  <a:pt x="113" y="102"/>
                </a:lnTo>
                <a:lnTo>
                  <a:pt x="90" y="117"/>
                </a:lnTo>
                <a:lnTo>
                  <a:pt x="90" y="63"/>
                </a:lnTo>
                <a:close/>
                <a:moveTo>
                  <a:pt x="117" y="129"/>
                </a:moveTo>
                <a:lnTo>
                  <a:pt x="117" y="196"/>
                </a:lnTo>
                <a:lnTo>
                  <a:pt x="90" y="196"/>
                </a:lnTo>
                <a:lnTo>
                  <a:pt x="90" y="145"/>
                </a:lnTo>
                <a:lnTo>
                  <a:pt x="117" y="129"/>
                </a:lnTo>
                <a:close/>
                <a:moveTo>
                  <a:pt x="62" y="78"/>
                </a:moveTo>
                <a:lnTo>
                  <a:pt x="86" y="78"/>
                </a:lnTo>
                <a:lnTo>
                  <a:pt x="86" y="121"/>
                </a:lnTo>
                <a:lnTo>
                  <a:pt x="70" y="133"/>
                </a:lnTo>
                <a:lnTo>
                  <a:pt x="62" y="125"/>
                </a:lnTo>
                <a:lnTo>
                  <a:pt x="62" y="78"/>
                </a:lnTo>
                <a:close/>
                <a:moveTo>
                  <a:pt x="86" y="149"/>
                </a:moveTo>
                <a:lnTo>
                  <a:pt x="86" y="196"/>
                </a:lnTo>
                <a:lnTo>
                  <a:pt x="62" y="196"/>
                </a:lnTo>
                <a:lnTo>
                  <a:pt x="62" y="156"/>
                </a:lnTo>
                <a:lnTo>
                  <a:pt x="66" y="160"/>
                </a:lnTo>
                <a:lnTo>
                  <a:pt x="74" y="156"/>
                </a:lnTo>
                <a:lnTo>
                  <a:pt x="86" y="149"/>
                </a:lnTo>
                <a:close/>
                <a:moveTo>
                  <a:pt x="31" y="66"/>
                </a:moveTo>
                <a:lnTo>
                  <a:pt x="59" y="66"/>
                </a:lnTo>
                <a:lnTo>
                  <a:pt x="59" y="117"/>
                </a:lnTo>
                <a:lnTo>
                  <a:pt x="55" y="117"/>
                </a:lnTo>
                <a:lnTo>
                  <a:pt x="51" y="113"/>
                </a:lnTo>
                <a:lnTo>
                  <a:pt x="43" y="117"/>
                </a:lnTo>
                <a:lnTo>
                  <a:pt x="31" y="121"/>
                </a:lnTo>
                <a:lnTo>
                  <a:pt x="31" y="66"/>
                </a:lnTo>
                <a:close/>
                <a:moveTo>
                  <a:pt x="59" y="153"/>
                </a:moveTo>
                <a:lnTo>
                  <a:pt x="59" y="196"/>
                </a:lnTo>
                <a:lnTo>
                  <a:pt x="31" y="196"/>
                </a:lnTo>
                <a:lnTo>
                  <a:pt x="31" y="149"/>
                </a:lnTo>
                <a:lnTo>
                  <a:pt x="47" y="141"/>
                </a:lnTo>
                <a:lnTo>
                  <a:pt x="59" y="153"/>
                </a:lnTo>
                <a:close/>
                <a:moveTo>
                  <a:pt x="0" y="90"/>
                </a:moveTo>
                <a:lnTo>
                  <a:pt x="27" y="90"/>
                </a:lnTo>
                <a:lnTo>
                  <a:pt x="27" y="125"/>
                </a:lnTo>
                <a:lnTo>
                  <a:pt x="12" y="133"/>
                </a:lnTo>
                <a:lnTo>
                  <a:pt x="23" y="156"/>
                </a:lnTo>
                <a:lnTo>
                  <a:pt x="27" y="153"/>
                </a:lnTo>
                <a:lnTo>
                  <a:pt x="27" y="196"/>
                </a:lnTo>
                <a:lnTo>
                  <a:pt x="0" y="196"/>
                </a:lnTo>
                <a:lnTo>
                  <a:pt x="0"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99" name="Freeform 70">
            <a:extLst>
              <a:ext uri="{FF2B5EF4-FFF2-40B4-BE49-F238E27FC236}">
                <a16:creationId xmlns="" xmlns:a16="http://schemas.microsoft.com/office/drawing/2014/main" id="{0B1E3536-DCFC-4245-A0EC-F3D7E57F24F5}"/>
              </a:ext>
            </a:extLst>
          </p:cNvPr>
          <p:cNvSpPr>
            <a:spLocks noEditPoints="1"/>
          </p:cNvSpPr>
          <p:nvPr/>
        </p:nvSpPr>
        <p:spPr bwMode="auto">
          <a:xfrm>
            <a:off x="1924124" y="2089423"/>
            <a:ext cx="636588" cy="636587"/>
          </a:xfrm>
          <a:custGeom>
            <a:avLst/>
            <a:gdLst>
              <a:gd name="T0" fmla="*/ 2147483646 w 62"/>
              <a:gd name="T1" fmla="*/ 2147483646 h 62"/>
              <a:gd name="T2" fmla="*/ 2147483646 w 62"/>
              <a:gd name="T3" fmla="*/ 2147483646 h 62"/>
              <a:gd name="T4" fmla="*/ 2147483646 w 62"/>
              <a:gd name="T5" fmla="*/ 2147483646 h 62"/>
              <a:gd name="T6" fmla="*/ 0 w 62"/>
              <a:gd name="T7" fmla="*/ 2147483646 h 62"/>
              <a:gd name="T8" fmla="*/ 2147483646 w 62"/>
              <a:gd name="T9" fmla="*/ 2147483646 h 62"/>
              <a:gd name="T10" fmla="*/ 2147483646 w 62"/>
              <a:gd name="T11" fmla="*/ 2147483646 h 62"/>
              <a:gd name="T12" fmla="*/ 2147483646 w 62"/>
              <a:gd name="T13" fmla="*/ 2147483646 h 62"/>
              <a:gd name="T14" fmla="*/ 2147483646 w 62"/>
              <a:gd name="T15" fmla="*/ 2147483646 h 62"/>
              <a:gd name="T16" fmla="*/ 2147483646 w 62"/>
              <a:gd name="T17" fmla="*/ 2147483646 h 62"/>
              <a:gd name="T18" fmla="*/ 2147483646 w 62"/>
              <a:gd name="T19" fmla="*/ 2147483646 h 62"/>
              <a:gd name="T20" fmla="*/ 2147483646 w 62"/>
              <a:gd name="T21" fmla="*/ 2147483646 h 62"/>
              <a:gd name="T22" fmla="*/ 2147483646 w 62"/>
              <a:gd name="T23" fmla="*/ 2147483646 h 62"/>
              <a:gd name="T24" fmla="*/ 2147483646 w 62"/>
              <a:gd name="T25" fmla="*/ 0 h 62"/>
              <a:gd name="T26" fmla="*/ 2147483646 w 62"/>
              <a:gd name="T27" fmla="*/ 2147483646 h 62"/>
              <a:gd name="T28" fmla="*/ 2147483646 w 62"/>
              <a:gd name="T29" fmla="*/ 2147483646 h 62"/>
              <a:gd name="T30" fmla="*/ 2147483646 w 62"/>
              <a:gd name="T31" fmla="*/ 2147483646 h 62"/>
              <a:gd name="T32" fmla="*/ 2147483646 w 62"/>
              <a:gd name="T33" fmla="*/ 0 h 6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2" h="62">
                <a:moveTo>
                  <a:pt x="57" y="13"/>
                </a:moveTo>
                <a:cubicBezTo>
                  <a:pt x="61" y="21"/>
                  <a:pt x="59" y="30"/>
                  <a:pt x="53" y="36"/>
                </a:cubicBezTo>
                <a:cubicBezTo>
                  <a:pt x="27" y="62"/>
                  <a:pt x="27" y="62"/>
                  <a:pt x="27" y="62"/>
                </a:cubicBezTo>
                <a:cubicBezTo>
                  <a:pt x="0" y="34"/>
                  <a:pt x="0" y="34"/>
                  <a:pt x="0" y="34"/>
                </a:cubicBezTo>
                <a:cubicBezTo>
                  <a:pt x="25" y="9"/>
                  <a:pt x="25" y="9"/>
                  <a:pt x="25" y="9"/>
                </a:cubicBezTo>
                <a:cubicBezTo>
                  <a:pt x="32" y="2"/>
                  <a:pt x="41" y="1"/>
                  <a:pt x="49" y="5"/>
                </a:cubicBezTo>
                <a:cubicBezTo>
                  <a:pt x="43" y="11"/>
                  <a:pt x="43" y="11"/>
                  <a:pt x="43" y="11"/>
                </a:cubicBezTo>
                <a:cubicBezTo>
                  <a:pt x="41" y="11"/>
                  <a:pt x="39" y="12"/>
                  <a:pt x="38" y="13"/>
                </a:cubicBezTo>
                <a:cubicBezTo>
                  <a:pt x="35" y="16"/>
                  <a:pt x="35" y="21"/>
                  <a:pt x="38" y="24"/>
                </a:cubicBezTo>
                <a:cubicBezTo>
                  <a:pt x="41" y="27"/>
                  <a:pt x="46" y="27"/>
                  <a:pt x="49" y="24"/>
                </a:cubicBezTo>
                <a:cubicBezTo>
                  <a:pt x="50" y="23"/>
                  <a:pt x="51" y="21"/>
                  <a:pt x="51" y="19"/>
                </a:cubicBezTo>
                <a:cubicBezTo>
                  <a:pt x="57" y="13"/>
                  <a:pt x="57" y="13"/>
                  <a:pt x="57" y="13"/>
                </a:cubicBezTo>
                <a:close/>
                <a:moveTo>
                  <a:pt x="58" y="0"/>
                </a:moveTo>
                <a:cubicBezTo>
                  <a:pt x="40" y="19"/>
                  <a:pt x="40" y="19"/>
                  <a:pt x="40" y="19"/>
                </a:cubicBezTo>
                <a:cubicBezTo>
                  <a:pt x="43" y="22"/>
                  <a:pt x="43" y="22"/>
                  <a:pt x="43" y="22"/>
                </a:cubicBezTo>
                <a:cubicBezTo>
                  <a:pt x="62" y="4"/>
                  <a:pt x="62" y="4"/>
                  <a:pt x="62" y="4"/>
                </a:cubicBezTo>
                <a:lnTo>
                  <a:pt x="5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00" name="Freeform 71">
            <a:extLst>
              <a:ext uri="{FF2B5EF4-FFF2-40B4-BE49-F238E27FC236}">
                <a16:creationId xmlns="" xmlns:a16="http://schemas.microsoft.com/office/drawing/2014/main" id="{F0D3DF94-FCF5-4996-A27D-241417F6E177}"/>
              </a:ext>
            </a:extLst>
          </p:cNvPr>
          <p:cNvSpPr>
            <a:spLocks noEditPoints="1"/>
          </p:cNvSpPr>
          <p:nvPr/>
        </p:nvSpPr>
        <p:spPr bwMode="auto">
          <a:xfrm>
            <a:off x="2968699" y="2060848"/>
            <a:ext cx="749300" cy="654050"/>
          </a:xfrm>
          <a:custGeom>
            <a:avLst/>
            <a:gdLst>
              <a:gd name="T0" fmla="*/ 2147483646 w 73"/>
              <a:gd name="T1" fmla="*/ 2147483646 h 64"/>
              <a:gd name="T2" fmla="*/ 2147483646 w 73"/>
              <a:gd name="T3" fmla="*/ 2147483646 h 64"/>
              <a:gd name="T4" fmla="*/ 2147483646 w 73"/>
              <a:gd name="T5" fmla="*/ 2147483646 h 64"/>
              <a:gd name="T6" fmla="*/ 2147483646 w 73"/>
              <a:gd name="T7" fmla="*/ 2147483646 h 64"/>
              <a:gd name="T8" fmla="*/ 2147483646 w 73"/>
              <a:gd name="T9" fmla="*/ 2147483646 h 64"/>
              <a:gd name="T10" fmla="*/ 2147483646 w 73"/>
              <a:gd name="T11" fmla="*/ 2147483646 h 64"/>
              <a:gd name="T12" fmla="*/ 2147483646 w 73"/>
              <a:gd name="T13" fmla="*/ 2147483646 h 64"/>
              <a:gd name="T14" fmla="*/ 2147483646 w 73"/>
              <a:gd name="T15" fmla="*/ 2147483646 h 64"/>
              <a:gd name="T16" fmla="*/ 2147483646 w 73"/>
              <a:gd name="T17" fmla="*/ 2147483646 h 64"/>
              <a:gd name="T18" fmla="*/ 2147483646 w 73"/>
              <a:gd name="T19" fmla="*/ 2147483646 h 64"/>
              <a:gd name="T20" fmla="*/ 2147483646 w 73"/>
              <a:gd name="T21" fmla="*/ 2147483646 h 64"/>
              <a:gd name="T22" fmla="*/ 2147483646 w 73"/>
              <a:gd name="T23" fmla="*/ 2147483646 h 64"/>
              <a:gd name="T24" fmla="*/ 2147483646 w 73"/>
              <a:gd name="T25" fmla="*/ 2147483646 h 64"/>
              <a:gd name="T26" fmla="*/ 2147483646 w 73"/>
              <a:gd name="T27" fmla="*/ 2147483646 h 64"/>
              <a:gd name="T28" fmla="*/ 2147483646 w 73"/>
              <a:gd name="T29" fmla="*/ 2147483646 h 64"/>
              <a:gd name="T30" fmla="*/ 2147483646 w 73"/>
              <a:gd name="T31" fmla="*/ 2147483646 h 64"/>
              <a:gd name="T32" fmla="*/ 2147483646 w 73"/>
              <a:gd name="T33" fmla="*/ 2147483646 h 64"/>
              <a:gd name="T34" fmla="*/ 2147483646 w 73"/>
              <a:gd name="T35" fmla="*/ 2147483646 h 64"/>
              <a:gd name="T36" fmla="*/ 2147483646 w 73"/>
              <a:gd name="T37" fmla="*/ 2147483646 h 64"/>
              <a:gd name="T38" fmla="*/ 2147483646 w 73"/>
              <a:gd name="T39" fmla="*/ 0 h 64"/>
              <a:gd name="T40" fmla="*/ 2147483646 w 73"/>
              <a:gd name="T41" fmla="*/ 2147483646 h 64"/>
              <a:gd name="T42" fmla="*/ 0 w 73"/>
              <a:gd name="T43" fmla="*/ 2147483646 h 64"/>
              <a:gd name="T44" fmla="*/ 2147483646 w 73"/>
              <a:gd name="T45" fmla="*/ 2147483646 h 64"/>
              <a:gd name="T46" fmla="*/ 0 w 73"/>
              <a:gd name="T47" fmla="*/ 2147483646 h 64"/>
              <a:gd name="T48" fmla="*/ 2147483646 w 73"/>
              <a:gd name="T49" fmla="*/ 2147483646 h 64"/>
              <a:gd name="T50" fmla="*/ 2147483646 w 73"/>
              <a:gd name="T51" fmla="*/ 2147483646 h 64"/>
              <a:gd name="T52" fmla="*/ 2147483646 w 73"/>
              <a:gd name="T53" fmla="*/ 2147483646 h 64"/>
              <a:gd name="T54" fmla="*/ 2147483646 w 73"/>
              <a:gd name="T55" fmla="*/ 2147483646 h 64"/>
              <a:gd name="T56" fmla="*/ 2147483646 w 73"/>
              <a:gd name="T57" fmla="*/ 2147483646 h 64"/>
              <a:gd name="T58" fmla="*/ 2147483646 w 73"/>
              <a:gd name="T59" fmla="*/ 2147483646 h 64"/>
              <a:gd name="T60" fmla="*/ 2147483646 w 73"/>
              <a:gd name="T61" fmla="*/ 2147483646 h 64"/>
              <a:gd name="T62" fmla="*/ 2147483646 w 73"/>
              <a:gd name="T63" fmla="*/ 2147483646 h 64"/>
              <a:gd name="T64" fmla="*/ 2147483646 w 73"/>
              <a:gd name="T65" fmla="*/ 2147483646 h 64"/>
              <a:gd name="T66" fmla="*/ 2147483646 w 73"/>
              <a:gd name="T67" fmla="*/ 2147483646 h 64"/>
              <a:gd name="T68" fmla="*/ 2147483646 w 73"/>
              <a:gd name="T69" fmla="*/ 2147483646 h 64"/>
              <a:gd name="T70" fmla="*/ 2147483646 w 73"/>
              <a:gd name="T71" fmla="*/ 2147483646 h 64"/>
              <a:gd name="T72" fmla="*/ 2147483646 w 73"/>
              <a:gd name="T73" fmla="*/ 2147483646 h 64"/>
              <a:gd name="T74" fmla="*/ 2147483646 w 73"/>
              <a:gd name="T75" fmla="*/ 2147483646 h 64"/>
              <a:gd name="T76" fmla="*/ 2147483646 w 73"/>
              <a:gd name="T77" fmla="*/ 2147483646 h 6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73" h="64">
                <a:moveTo>
                  <a:pt x="9" y="16"/>
                </a:moveTo>
                <a:cubicBezTo>
                  <a:pt x="49" y="16"/>
                  <a:pt x="49" y="16"/>
                  <a:pt x="49" y="16"/>
                </a:cubicBezTo>
                <a:cubicBezTo>
                  <a:pt x="49" y="22"/>
                  <a:pt x="49" y="22"/>
                  <a:pt x="49" y="22"/>
                </a:cubicBezTo>
                <a:cubicBezTo>
                  <a:pt x="64" y="22"/>
                  <a:pt x="64" y="22"/>
                  <a:pt x="64" y="22"/>
                </a:cubicBezTo>
                <a:cubicBezTo>
                  <a:pt x="66" y="22"/>
                  <a:pt x="66" y="22"/>
                  <a:pt x="66" y="22"/>
                </a:cubicBezTo>
                <a:cubicBezTo>
                  <a:pt x="66" y="24"/>
                  <a:pt x="66" y="24"/>
                  <a:pt x="66" y="24"/>
                </a:cubicBezTo>
                <a:cubicBezTo>
                  <a:pt x="73" y="46"/>
                  <a:pt x="73" y="46"/>
                  <a:pt x="73" y="46"/>
                </a:cubicBezTo>
                <a:cubicBezTo>
                  <a:pt x="73" y="47"/>
                  <a:pt x="73" y="47"/>
                  <a:pt x="73" y="47"/>
                </a:cubicBezTo>
                <a:cubicBezTo>
                  <a:pt x="73" y="47"/>
                  <a:pt x="73" y="47"/>
                  <a:pt x="73" y="47"/>
                </a:cubicBezTo>
                <a:cubicBezTo>
                  <a:pt x="73" y="54"/>
                  <a:pt x="73" y="54"/>
                  <a:pt x="73" y="54"/>
                </a:cubicBezTo>
                <a:cubicBezTo>
                  <a:pt x="73" y="57"/>
                  <a:pt x="73" y="57"/>
                  <a:pt x="73" y="57"/>
                </a:cubicBezTo>
                <a:cubicBezTo>
                  <a:pt x="71" y="57"/>
                  <a:pt x="71" y="57"/>
                  <a:pt x="71" y="57"/>
                </a:cubicBezTo>
                <a:cubicBezTo>
                  <a:pt x="66" y="57"/>
                  <a:pt x="66" y="57"/>
                  <a:pt x="66" y="57"/>
                </a:cubicBezTo>
                <a:cubicBezTo>
                  <a:pt x="66" y="58"/>
                  <a:pt x="65" y="60"/>
                  <a:pt x="64" y="61"/>
                </a:cubicBezTo>
                <a:cubicBezTo>
                  <a:pt x="64" y="61"/>
                  <a:pt x="64" y="61"/>
                  <a:pt x="64" y="61"/>
                </a:cubicBezTo>
                <a:cubicBezTo>
                  <a:pt x="62" y="63"/>
                  <a:pt x="60" y="64"/>
                  <a:pt x="58" y="64"/>
                </a:cubicBezTo>
                <a:cubicBezTo>
                  <a:pt x="55" y="64"/>
                  <a:pt x="53" y="63"/>
                  <a:pt x="52" y="61"/>
                </a:cubicBezTo>
                <a:cubicBezTo>
                  <a:pt x="52" y="61"/>
                  <a:pt x="52" y="61"/>
                  <a:pt x="52" y="61"/>
                </a:cubicBezTo>
                <a:cubicBezTo>
                  <a:pt x="50" y="60"/>
                  <a:pt x="50" y="58"/>
                  <a:pt x="49" y="57"/>
                </a:cubicBezTo>
                <a:cubicBezTo>
                  <a:pt x="46" y="57"/>
                  <a:pt x="46" y="57"/>
                  <a:pt x="46" y="57"/>
                </a:cubicBezTo>
                <a:cubicBezTo>
                  <a:pt x="29" y="57"/>
                  <a:pt x="29" y="57"/>
                  <a:pt x="29" y="57"/>
                </a:cubicBezTo>
                <a:cubicBezTo>
                  <a:pt x="28" y="58"/>
                  <a:pt x="27" y="60"/>
                  <a:pt x="26" y="61"/>
                </a:cubicBezTo>
                <a:cubicBezTo>
                  <a:pt x="26" y="61"/>
                  <a:pt x="26" y="61"/>
                  <a:pt x="26" y="61"/>
                </a:cubicBezTo>
                <a:cubicBezTo>
                  <a:pt x="25" y="63"/>
                  <a:pt x="23" y="64"/>
                  <a:pt x="20" y="64"/>
                </a:cubicBezTo>
                <a:cubicBezTo>
                  <a:pt x="18" y="64"/>
                  <a:pt x="16" y="63"/>
                  <a:pt x="14" y="61"/>
                </a:cubicBezTo>
                <a:cubicBezTo>
                  <a:pt x="14" y="61"/>
                  <a:pt x="14" y="61"/>
                  <a:pt x="14" y="61"/>
                </a:cubicBezTo>
                <a:cubicBezTo>
                  <a:pt x="13" y="60"/>
                  <a:pt x="12" y="58"/>
                  <a:pt x="12" y="57"/>
                </a:cubicBezTo>
                <a:cubicBezTo>
                  <a:pt x="9" y="57"/>
                  <a:pt x="9" y="57"/>
                  <a:pt x="9" y="57"/>
                </a:cubicBezTo>
                <a:cubicBezTo>
                  <a:pt x="9" y="44"/>
                  <a:pt x="9" y="44"/>
                  <a:pt x="9" y="44"/>
                </a:cubicBezTo>
                <a:cubicBezTo>
                  <a:pt x="4" y="44"/>
                  <a:pt x="4" y="44"/>
                  <a:pt x="4" y="44"/>
                </a:cubicBezTo>
                <a:cubicBezTo>
                  <a:pt x="2" y="40"/>
                  <a:pt x="2" y="40"/>
                  <a:pt x="2" y="40"/>
                </a:cubicBezTo>
                <a:cubicBezTo>
                  <a:pt x="9" y="40"/>
                  <a:pt x="9" y="40"/>
                  <a:pt x="9" y="40"/>
                </a:cubicBezTo>
                <a:cubicBezTo>
                  <a:pt x="9" y="16"/>
                  <a:pt x="9" y="16"/>
                  <a:pt x="9" y="16"/>
                </a:cubicBezTo>
                <a:close/>
                <a:moveTo>
                  <a:pt x="42" y="6"/>
                </a:moveTo>
                <a:cubicBezTo>
                  <a:pt x="60" y="6"/>
                  <a:pt x="60" y="6"/>
                  <a:pt x="60" y="6"/>
                </a:cubicBezTo>
                <a:cubicBezTo>
                  <a:pt x="61" y="8"/>
                  <a:pt x="61" y="8"/>
                  <a:pt x="61" y="8"/>
                </a:cubicBezTo>
                <a:cubicBezTo>
                  <a:pt x="43" y="8"/>
                  <a:pt x="43" y="8"/>
                  <a:pt x="43" y="8"/>
                </a:cubicBezTo>
                <a:cubicBezTo>
                  <a:pt x="42" y="6"/>
                  <a:pt x="42" y="6"/>
                  <a:pt x="42" y="6"/>
                </a:cubicBezTo>
                <a:close/>
                <a:moveTo>
                  <a:pt x="24" y="0"/>
                </a:moveTo>
                <a:cubicBezTo>
                  <a:pt x="49" y="0"/>
                  <a:pt x="49" y="0"/>
                  <a:pt x="49" y="0"/>
                </a:cubicBezTo>
                <a:cubicBezTo>
                  <a:pt x="50" y="4"/>
                  <a:pt x="50" y="4"/>
                  <a:pt x="50" y="4"/>
                </a:cubicBezTo>
                <a:cubicBezTo>
                  <a:pt x="25" y="4"/>
                  <a:pt x="25" y="4"/>
                  <a:pt x="25" y="4"/>
                </a:cubicBezTo>
                <a:cubicBezTo>
                  <a:pt x="24" y="0"/>
                  <a:pt x="24" y="0"/>
                  <a:pt x="24" y="0"/>
                </a:cubicBezTo>
                <a:close/>
                <a:moveTo>
                  <a:pt x="0" y="8"/>
                </a:moveTo>
                <a:cubicBezTo>
                  <a:pt x="36" y="8"/>
                  <a:pt x="36" y="8"/>
                  <a:pt x="36" y="8"/>
                </a:cubicBezTo>
                <a:cubicBezTo>
                  <a:pt x="37" y="13"/>
                  <a:pt x="37" y="13"/>
                  <a:pt x="37" y="13"/>
                </a:cubicBezTo>
                <a:cubicBezTo>
                  <a:pt x="2" y="13"/>
                  <a:pt x="2" y="13"/>
                  <a:pt x="2" y="13"/>
                </a:cubicBezTo>
                <a:cubicBezTo>
                  <a:pt x="0" y="8"/>
                  <a:pt x="0" y="8"/>
                  <a:pt x="0" y="8"/>
                </a:cubicBezTo>
                <a:close/>
                <a:moveTo>
                  <a:pt x="23" y="53"/>
                </a:moveTo>
                <a:cubicBezTo>
                  <a:pt x="22" y="52"/>
                  <a:pt x="21" y="52"/>
                  <a:pt x="20" y="52"/>
                </a:cubicBezTo>
                <a:cubicBezTo>
                  <a:pt x="19" y="52"/>
                  <a:pt x="18" y="52"/>
                  <a:pt x="18" y="53"/>
                </a:cubicBezTo>
                <a:cubicBezTo>
                  <a:pt x="17" y="53"/>
                  <a:pt x="17" y="54"/>
                  <a:pt x="17" y="55"/>
                </a:cubicBezTo>
                <a:cubicBezTo>
                  <a:pt x="17" y="56"/>
                  <a:pt x="17" y="57"/>
                  <a:pt x="18" y="58"/>
                </a:cubicBezTo>
                <a:cubicBezTo>
                  <a:pt x="18" y="58"/>
                  <a:pt x="19" y="58"/>
                  <a:pt x="20" y="58"/>
                </a:cubicBezTo>
                <a:cubicBezTo>
                  <a:pt x="21" y="58"/>
                  <a:pt x="22" y="58"/>
                  <a:pt x="23" y="58"/>
                </a:cubicBezTo>
                <a:cubicBezTo>
                  <a:pt x="23" y="57"/>
                  <a:pt x="24" y="56"/>
                  <a:pt x="24" y="55"/>
                </a:cubicBezTo>
                <a:cubicBezTo>
                  <a:pt x="24" y="54"/>
                  <a:pt x="23" y="53"/>
                  <a:pt x="23" y="53"/>
                </a:cubicBezTo>
                <a:close/>
                <a:moveTo>
                  <a:pt x="65" y="52"/>
                </a:moveTo>
                <a:cubicBezTo>
                  <a:pt x="68" y="52"/>
                  <a:pt x="68" y="52"/>
                  <a:pt x="68" y="52"/>
                </a:cubicBezTo>
                <a:cubicBezTo>
                  <a:pt x="68" y="47"/>
                  <a:pt x="68" y="47"/>
                  <a:pt x="68" y="47"/>
                </a:cubicBezTo>
                <a:cubicBezTo>
                  <a:pt x="62" y="27"/>
                  <a:pt x="62" y="27"/>
                  <a:pt x="62" y="27"/>
                </a:cubicBezTo>
                <a:cubicBezTo>
                  <a:pt x="52" y="27"/>
                  <a:pt x="52" y="27"/>
                  <a:pt x="52" y="27"/>
                </a:cubicBezTo>
                <a:cubicBezTo>
                  <a:pt x="52" y="49"/>
                  <a:pt x="52" y="49"/>
                  <a:pt x="52" y="49"/>
                </a:cubicBezTo>
                <a:cubicBezTo>
                  <a:pt x="52" y="49"/>
                  <a:pt x="52" y="49"/>
                  <a:pt x="52" y="49"/>
                </a:cubicBezTo>
                <a:cubicBezTo>
                  <a:pt x="52" y="49"/>
                  <a:pt x="52" y="49"/>
                  <a:pt x="52" y="49"/>
                </a:cubicBezTo>
                <a:cubicBezTo>
                  <a:pt x="53" y="48"/>
                  <a:pt x="55" y="47"/>
                  <a:pt x="58" y="47"/>
                </a:cubicBezTo>
                <a:cubicBezTo>
                  <a:pt x="60" y="47"/>
                  <a:pt x="62" y="48"/>
                  <a:pt x="64" y="49"/>
                </a:cubicBezTo>
                <a:cubicBezTo>
                  <a:pt x="64" y="49"/>
                  <a:pt x="64" y="49"/>
                  <a:pt x="64" y="49"/>
                </a:cubicBezTo>
                <a:cubicBezTo>
                  <a:pt x="64" y="50"/>
                  <a:pt x="65" y="51"/>
                  <a:pt x="65" y="52"/>
                </a:cubicBezTo>
                <a:close/>
                <a:moveTo>
                  <a:pt x="60" y="53"/>
                </a:moveTo>
                <a:cubicBezTo>
                  <a:pt x="59" y="52"/>
                  <a:pt x="59" y="52"/>
                  <a:pt x="58" y="52"/>
                </a:cubicBezTo>
                <a:cubicBezTo>
                  <a:pt x="57" y="52"/>
                  <a:pt x="56" y="52"/>
                  <a:pt x="55" y="53"/>
                </a:cubicBezTo>
                <a:cubicBezTo>
                  <a:pt x="55" y="53"/>
                  <a:pt x="54" y="54"/>
                  <a:pt x="54" y="55"/>
                </a:cubicBezTo>
                <a:cubicBezTo>
                  <a:pt x="54" y="56"/>
                  <a:pt x="55" y="57"/>
                  <a:pt x="55" y="58"/>
                </a:cubicBezTo>
                <a:cubicBezTo>
                  <a:pt x="56" y="58"/>
                  <a:pt x="57" y="58"/>
                  <a:pt x="58" y="58"/>
                </a:cubicBezTo>
                <a:cubicBezTo>
                  <a:pt x="59" y="58"/>
                  <a:pt x="59" y="58"/>
                  <a:pt x="60" y="58"/>
                </a:cubicBezTo>
                <a:cubicBezTo>
                  <a:pt x="61" y="57"/>
                  <a:pt x="61" y="56"/>
                  <a:pt x="61" y="55"/>
                </a:cubicBezTo>
                <a:cubicBezTo>
                  <a:pt x="61" y="54"/>
                  <a:pt x="61" y="53"/>
                  <a:pt x="60" y="5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01" name="Freeform 88">
            <a:extLst>
              <a:ext uri="{FF2B5EF4-FFF2-40B4-BE49-F238E27FC236}">
                <a16:creationId xmlns="" xmlns:a16="http://schemas.microsoft.com/office/drawing/2014/main" id="{4C3B6E5E-DE02-41DF-B248-46F5563279A9}"/>
              </a:ext>
            </a:extLst>
          </p:cNvPr>
          <p:cNvSpPr>
            <a:spLocks noEditPoints="1"/>
          </p:cNvSpPr>
          <p:nvPr/>
        </p:nvSpPr>
        <p:spPr bwMode="auto">
          <a:xfrm>
            <a:off x="1944762" y="3154635"/>
            <a:ext cx="665162" cy="566738"/>
          </a:xfrm>
          <a:custGeom>
            <a:avLst/>
            <a:gdLst>
              <a:gd name="T0" fmla="*/ 2147483646 w 65"/>
              <a:gd name="T1" fmla="*/ 0 h 55"/>
              <a:gd name="T2" fmla="*/ 2147483646 w 65"/>
              <a:gd name="T3" fmla="*/ 0 h 55"/>
              <a:gd name="T4" fmla="*/ 2147483646 w 65"/>
              <a:gd name="T5" fmla="*/ 0 h 55"/>
              <a:gd name="T6" fmla="*/ 2147483646 w 65"/>
              <a:gd name="T7" fmla="*/ 2147483646 h 55"/>
              <a:gd name="T8" fmla="*/ 2147483646 w 65"/>
              <a:gd name="T9" fmla="*/ 2147483646 h 55"/>
              <a:gd name="T10" fmla="*/ 2147483646 w 65"/>
              <a:gd name="T11" fmla="*/ 2147483646 h 55"/>
              <a:gd name="T12" fmla="*/ 2147483646 w 65"/>
              <a:gd name="T13" fmla="*/ 2147483646 h 55"/>
              <a:gd name="T14" fmla="*/ 2147483646 w 65"/>
              <a:gd name="T15" fmla="*/ 2147483646 h 55"/>
              <a:gd name="T16" fmla="*/ 2147483646 w 65"/>
              <a:gd name="T17" fmla="*/ 2147483646 h 55"/>
              <a:gd name="T18" fmla="*/ 2147483646 w 65"/>
              <a:gd name="T19" fmla="*/ 2147483646 h 55"/>
              <a:gd name="T20" fmla="*/ 2147483646 w 65"/>
              <a:gd name="T21" fmla="*/ 2147483646 h 55"/>
              <a:gd name="T22" fmla="*/ 2147483646 w 65"/>
              <a:gd name="T23" fmla="*/ 2147483646 h 55"/>
              <a:gd name="T24" fmla="*/ 2147483646 w 65"/>
              <a:gd name="T25" fmla="*/ 2147483646 h 55"/>
              <a:gd name="T26" fmla="*/ 2147483646 w 65"/>
              <a:gd name="T27" fmla="*/ 2147483646 h 55"/>
              <a:gd name="T28" fmla="*/ 2147483646 w 65"/>
              <a:gd name="T29" fmla="*/ 2147483646 h 55"/>
              <a:gd name="T30" fmla="*/ 2147483646 w 65"/>
              <a:gd name="T31" fmla="*/ 2147483646 h 55"/>
              <a:gd name="T32" fmla="*/ 0 w 65"/>
              <a:gd name="T33" fmla="*/ 2147483646 h 55"/>
              <a:gd name="T34" fmla="*/ 0 w 65"/>
              <a:gd name="T35" fmla="*/ 2147483646 h 55"/>
              <a:gd name="T36" fmla="*/ 0 w 65"/>
              <a:gd name="T37" fmla="*/ 2147483646 h 55"/>
              <a:gd name="T38" fmla="*/ 0 w 65"/>
              <a:gd name="T39" fmla="*/ 0 h 55"/>
              <a:gd name="T40" fmla="*/ 2147483646 w 65"/>
              <a:gd name="T41" fmla="*/ 0 h 55"/>
              <a:gd name="T42" fmla="*/ 2147483646 w 65"/>
              <a:gd name="T43" fmla="*/ 2147483646 h 55"/>
              <a:gd name="T44" fmla="*/ 2147483646 w 65"/>
              <a:gd name="T45" fmla="*/ 2147483646 h 55"/>
              <a:gd name="T46" fmla="*/ 2147483646 w 65"/>
              <a:gd name="T47" fmla="*/ 2147483646 h 55"/>
              <a:gd name="T48" fmla="*/ 2147483646 w 65"/>
              <a:gd name="T49" fmla="*/ 2147483646 h 55"/>
              <a:gd name="T50" fmla="*/ 2147483646 w 65"/>
              <a:gd name="T51" fmla="*/ 2147483646 h 55"/>
              <a:gd name="T52" fmla="*/ 2147483646 w 65"/>
              <a:gd name="T53" fmla="*/ 2147483646 h 55"/>
              <a:gd name="T54" fmla="*/ 2147483646 w 65"/>
              <a:gd name="T55" fmla="*/ 2147483646 h 55"/>
              <a:gd name="T56" fmla="*/ 2147483646 w 65"/>
              <a:gd name="T57" fmla="*/ 2147483646 h 55"/>
              <a:gd name="T58" fmla="*/ 2147483646 w 65"/>
              <a:gd name="T59" fmla="*/ 2147483646 h 55"/>
              <a:gd name="T60" fmla="*/ 2147483646 w 65"/>
              <a:gd name="T61" fmla="*/ 2147483646 h 55"/>
              <a:gd name="T62" fmla="*/ 2147483646 w 65"/>
              <a:gd name="T63" fmla="*/ 2147483646 h 55"/>
              <a:gd name="T64" fmla="*/ 2147483646 w 65"/>
              <a:gd name="T65" fmla="*/ 2147483646 h 55"/>
              <a:gd name="T66" fmla="*/ 2147483646 w 65"/>
              <a:gd name="T67" fmla="*/ 2147483646 h 55"/>
              <a:gd name="T68" fmla="*/ 2147483646 w 65"/>
              <a:gd name="T69" fmla="*/ 2147483646 h 55"/>
              <a:gd name="T70" fmla="*/ 2147483646 w 65"/>
              <a:gd name="T71" fmla="*/ 2147483646 h 55"/>
              <a:gd name="T72" fmla="*/ 2147483646 w 65"/>
              <a:gd name="T73" fmla="*/ 2147483646 h 55"/>
              <a:gd name="T74" fmla="*/ 2147483646 w 65"/>
              <a:gd name="T75" fmla="*/ 2147483646 h 55"/>
              <a:gd name="T76" fmla="*/ 2147483646 w 65"/>
              <a:gd name="T77" fmla="*/ 2147483646 h 55"/>
              <a:gd name="T78" fmla="*/ 2147483646 w 65"/>
              <a:gd name="T79" fmla="*/ 2147483646 h 55"/>
              <a:gd name="T80" fmla="*/ 2147483646 w 65"/>
              <a:gd name="T81" fmla="*/ 2147483646 h 55"/>
              <a:gd name="T82" fmla="*/ 2147483646 w 65"/>
              <a:gd name="T83" fmla="*/ 2147483646 h 55"/>
              <a:gd name="T84" fmla="*/ 2147483646 w 65"/>
              <a:gd name="T85" fmla="*/ 2147483646 h 55"/>
              <a:gd name="T86" fmla="*/ 2147483646 w 65"/>
              <a:gd name="T87" fmla="*/ 2147483646 h 55"/>
              <a:gd name="T88" fmla="*/ 2147483646 w 65"/>
              <a:gd name="T89" fmla="*/ 2147483646 h 55"/>
              <a:gd name="T90" fmla="*/ 2147483646 w 65"/>
              <a:gd name="T91" fmla="*/ 2147483646 h 55"/>
              <a:gd name="T92" fmla="*/ 2147483646 w 65"/>
              <a:gd name="T93" fmla="*/ 2147483646 h 55"/>
              <a:gd name="T94" fmla="*/ 2147483646 w 65"/>
              <a:gd name="T95" fmla="*/ 2147483646 h 55"/>
              <a:gd name="T96" fmla="*/ 2147483646 w 65"/>
              <a:gd name="T97" fmla="*/ 2147483646 h 55"/>
              <a:gd name="T98" fmla="*/ 2147483646 w 65"/>
              <a:gd name="T99" fmla="*/ 2147483646 h 55"/>
              <a:gd name="T100" fmla="*/ 2147483646 w 65"/>
              <a:gd name="T101" fmla="*/ 2147483646 h 55"/>
              <a:gd name="T102" fmla="*/ 2147483646 w 65"/>
              <a:gd name="T103" fmla="*/ 2147483646 h 55"/>
              <a:gd name="T104" fmla="*/ 2147483646 w 65"/>
              <a:gd name="T105" fmla="*/ 2147483646 h 55"/>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65" h="55">
                <a:moveTo>
                  <a:pt x="2" y="0"/>
                </a:moveTo>
                <a:cubicBezTo>
                  <a:pt x="62" y="0"/>
                  <a:pt x="62" y="0"/>
                  <a:pt x="62" y="0"/>
                </a:cubicBezTo>
                <a:cubicBezTo>
                  <a:pt x="65" y="0"/>
                  <a:pt x="65" y="0"/>
                  <a:pt x="65" y="0"/>
                </a:cubicBezTo>
                <a:cubicBezTo>
                  <a:pt x="65" y="3"/>
                  <a:pt x="65" y="3"/>
                  <a:pt x="65" y="3"/>
                </a:cubicBezTo>
                <a:cubicBezTo>
                  <a:pt x="65" y="37"/>
                  <a:pt x="65" y="37"/>
                  <a:pt x="65" y="37"/>
                </a:cubicBezTo>
                <a:cubicBezTo>
                  <a:pt x="65" y="40"/>
                  <a:pt x="65" y="40"/>
                  <a:pt x="65" y="40"/>
                </a:cubicBezTo>
                <a:cubicBezTo>
                  <a:pt x="62" y="40"/>
                  <a:pt x="62" y="40"/>
                  <a:pt x="62" y="40"/>
                </a:cubicBezTo>
                <a:cubicBezTo>
                  <a:pt x="45" y="40"/>
                  <a:pt x="45" y="40"/>
                  <a:pt x="45" y="40"/>
                </a:cubicBezTo>
                <a:cubicBezTo>
                  <a:pt x="45" y="51"/>
                  <a:pt x="45" y="51"/>
                  <a:pt x="45" y="51"/>
                </a:cubicBezTo>
                <a:cubicBezTo>
                  <a:pt x="52" y="51"/>
                  <a:pt x="52" y="51"/>
                  <a:pt x="52" y="51"/>
                </a:cubicBezTo>
                <a:cubicBezTo>
                  <a:pt x="52" y="55"/>
                  <a:pt x="52" y="55"/>
                  <a:pt x="52" y="55"/>
                </a:cubicBezTo>
                <a:cubicBezTo>
                  <a:pt x="16" y="55"/>
                  <a:pt x="16" y="55"/>
                  <a:pt x="16" y="55"/>
                </a:cubicBezTo>
                <a:cubicBezTo>
                  <a:pt x="16" y="51"/>
                  <a:pt x="16" y="51"/>
                  <a:pt x="16" y="51"/>
                </a:cubicBezTo>
                <a:cubicBezTo>
                  <a:pt x="22" y="51"/>
                  <a:pt x="22" y="51"/>
                  <a:pt x="22" y="51"/>
                </a:cubicBezTo>
                <a:cubicBezTo>
                  <a:pt x="22" y="40"/>
                  <a:pt x="22" y="40"/>
                  <a:pt x="22" y="40"/>
                </a:cubicBezTo>
                <a:cubicBezTo>
                  <a:pt x="2" y="40"/>
                  <a:pt x="2" y="40"/>
                  <a:pt x="2" y="40"/>
                </a:cubicBezTo>
                <a:cubicBezTo>
                  <a:pt x="0" y="40"/>
                  <a:pt x="0" y="40"/>
                  <a:pt x="0" y="40"/>
                </a:cubicBezTo>
                <a:cubicBezTo>
                  <a:pt x="0" y="37"/>
                  <a:pt x="0" y="37"/>
                  <a:pt x="0" y="37"/>
                </a:cubicBezTo>
                <a:cubicBezTo>
                  <a:pt x="0" y="3"/>
                  <a:pt x="0" y="3"/>
                  <a:pt x="0" y="3"/>
                </a:cubicBezTo>
                <a:cubicBezTo>
                  <a:pt x="0" y="0"/>
                  <a:pt x="0" y="0"/>
                  <a:pt x="0" y="0"/>
                </a:cubicBezTo>
                <a:cubicBezTo>
                  <a:pt x="2" y="0"/>
                  <a:pt x="2" y="0"/>
                  <a:pt x="2" y="0"/>
                </a:cubicBezTo>
                <a:close/>
                <a:moveTo>
                  <a:pt x="20" y="16"/>
                </a:moveTo>
                <a:cubicBezTo>
                  <a:pt x="22" y="18"/>
                  <a:pt x="22" y="18"/>
                  <a:pt x="22" y="18"/>
                </a:cubicBezTo>
                <a:cubicBezTo>
                  <a:pt x="22" y="18"/>
                  <a:pt x="22" y="18"/>
                  <a:pt x="23" y="18"/>
                </a:cubicBezTo>
                <a:cubicBezTo>
                  <a:pt x="25" y="14"/>
                  <a:pt x="29" y="13"/>
                  <a:pt x="33" y="13"/>
                </a:cubicBezTo>
                <a:cubicBezTo>
                  <a:pt x="37" y="13"/>
                  <a:pt x="41" y="15"/>
                  <a:pt x="44" y="18"/>
                </a:cubicBezTo>
                <a:cubicBezTo>
                  <a:pt x="44" y="18"/>
                  <a:pt x="44" y="18"/>
                  <a:pt x="44" y="18"/>
                </a:cubicBezTo>
                <a:cubicBezTo>
                  <a:pt x="46" y="16"/>
                  <a:pt x="46" y="16"/>
                  <a:pt x="46" y="16"/>
                </a:cubicBezTo>
                <a:cubicBezTo>
                  <a:pt x="46" y="15"/>
                  <a:pt x="46" y="15"/>
                  <a:pt x="46" y="15"/>
                </a:cubicBezTo>
                <a:cubicBezTo>
                  <a:pt x="42" y="11"/>
                  <a:pt x="38" y="9"/>
                  <a:pt x="33" y="9"/>
                </a:cubicBezTo>
                <a:cubicBezTo>
                  <a:pt x="29" y="9"/>
                  <a:pt x="24" y="11"/>
                  <a:pt x="20" y="15"/>
                </a:cubicBezTo>
                <a:cubicBezTo>
                  <a:pt x="20" y="15"/>
                  <a:pt x="20" y="15"/>
                  <a:pt x="20" y="16"/>
                </a:cubicBezTo>
                <a:close/>
                <a:moveTo>
                  <a:pt x="24" y="21"/>
                </a:moveTo>
                <a:cubicBezTo>
                  <a:pt x="26" y="24"/>
                  <a:pt x="26" y="24"/>
                  <a:pt x="26" y="24"/>
                </a:cubicBezTo>
                <a:cubicBezTo>
                  <a:pt x="27" y="24"/>
                  <a:pt x="27" y="23"/>
                  <a:pt x="27" y="23"/>
                </a:cubicBezTo>
                <a:cubicBezTo>
                  <a:pt x="29" y="21"/>
                  <a:pt x="31" y="21"/>
                  <a:pt x="33" y="21"/>
                </a:cubicBezTo>
                <a:cubicBezTo>
                  <a:pt x="35" y="21"/>
                  <a:pt x="38" y="22"/>
                  <a:pt x="39" y="23"/>
                </a:cubicBezTo>
                <a:cubicBezTo>
                  <a:pt x="39" y="23"/>
                  <a:pt x="40" y="24"/>
                  <a:pt x="40" y="24"/>
                </a:cubicBezTo>
                <a:cubicBezTo>
                  <a:pt x="42" y="21"/>
                  <a:pt x="42" y="21"/>
                  <a:pt x="42" y="21"/>
                </a:cubicBezTo>
                <a:cubicBezTo>
                  <a:pt x="42" y="21"/>
                  <a:pt x="42" y="21"/>
                  <a:pt x="42" y="21"/>
                </a:cubicBezTo>
                <a:cubicBezTo>
                  <a:pt x="39" y="18"/>
                  <a:pt x="36" y="17"/>
                  <a:pt x="33" y="17"/>
                </a:cubicBezTo>
                <a:cubicBezTo>
                  <a:pt x="30" y="17"/>
                  <a:pt x="27" y="18"/>
                  <a:pt x="25" y="21"/>
                </a:cubicBezTo>
                <a:cubicBezTo>
                  <a:pt x="24" y="21"/>
                  <a:pt x="24" y="21"/>
                  <a:pt x="24" y="21"/>
                </a:cubicBezTo>
                <a:close/>
                <a:moveTo>
                  <a:pt x="33" y="24"/>
                </a:moveTo>
                <a:cubicBezTo>
                  <a:pt x="32" y="24"/>
                  <a:pt x="31" y="25"/>
                  <a:pt x="31" y="27"/>
                </a:cubicBezTo>
                <a:cubicBezTo>
                  <a:pt x="31" y="28"/>
                  <a:pt x="32" y="30"/>
                  <a:pt x="33" y="30"/>
                </a:cubicBezTo>
                <a:cubicBezTo>
                  <a:pt x="35" y="30"/>
                  <a:pt x="36" y="28"/>
                  <a:pt x="36" y="27"/>
                </a:cubicBezTo>
                <a:cubicBezTo>
                  <a:pt x="36" y="25"/>
                  <a:pt x="35" y="24"/>
                  <a:pt x="33" y="24"/>
                </a:cubicBezTo>
                <a:close/>
                <a:moveTo>
                  <a:pt x="59" y="6"/>
                </a:moveTo>
                <a:cubicBezTo>
                  <a:pt x="5" y="6"/>
                  <a:pt x="5" y="6"/>
                  <a:pt x="5" y="6"/>
                </a:cubicBezTo>
                <a:cubicBezTo>
                  <a:pt x="5" y="34"/>
                  <a:pt x="5" y="34"/>
                  <a:pt x="5" y="34"/>
                </a:cubicBezTo>
                <a:cubicBezTo>
                  <a:pt x="59" y="34"/>
                  <a:pt x="59" y="34"/>
                  <a:pt x="59" y="34"/>
                </a:cubicBezTo>
                <a:lnTo>
                  <a:pt x="59"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02" name="Freeform 89">
            <a:extLst>
              <a:ext uri="{FF2B5EF4-FFF2-40B4-BE49-F238E27FC236}">
                <a16:creationId xmlns="" xmlns:a16="http://schemas.microsoft.com/office/drawing/2014/main" id="{F6E359D2-D563-4C2B-A7D9-16B4DEE90E34}"/>
              </a:ext>
            </a:extLst>
          </p:cNvPr>
          <p:cNvSpPr>
            <a:spLocks noEditPoints="1"/>
          </p:cNvSpPr>
          <p:nvPr/>
        </p:nvSpPr>
        <p:spPr bwMode="auto">
          <a:xfrm>
            <a:off x="4199012" y="1005160"/>
            <a:ext cx="615950" cy="612775"/>
          </a:xfrm>
          <a:custGeom>
            <a:avLst/>
            <a:gdLst>
              <a:gd name="T0" fmla="*/ 2147483646 w 60"/>
              <a:gd name="T1" fmla="*/ 2147483646 h 60"/>
              <a:gd name="T2" fmla="*/ 2147483646 w 60"/>
              <a:gd name="T3" fmla="*/ 2147483646 h 60"/>
              <a:gd name="T4" fmla="*/ 2147483646 w 60"/>
              <a:gd name="T5" fmla="*/ 2147483646 h 60"/>
              <a:gd name="T6" fmla="*/ 2147483646 w 60"/>
              <a:gd name="T7" fmla="*/ 2147483646 h 60"/>
              <a:gd name="T8" fmla="*/ 2147483646 w 60"/>
              <a:gd name="T9" fmla="*/ 2147483646 h 60"/>
              <a:gd name="T10" fmla="*/ 2147483646 w 60"/>
              <a:gd name="T11" fmla="*/ 2147483646 h 60"/>
              <a:gd name="T12" fmla="*/ 2147483646 w 60"/>
              <a:gd name="T13" fmla="*/ 2147483646 h 60"/>
              <a:gd name="T14" fmla="*/ 2147483646 w 60"/>
              <a:gd name="T15" fmla="*/ 2147483646 h 60"/>
              <a:gd name="T16" fmla="*/ 2147483646 w 60"/>
              <a:gd name="T17" fmla="*/ 2147483646 h 60"/>
              <a:gd name="T18" fmla="*/ 2147483646 w 60"/>
              <a:gd name="T19" fmla="*/ 2147483646 h 60"/>
              <a:gd name="T20" fmla="*/ 2147483646 w 60"/>
              <a:gd name="T21" fmla="*/ 2147483646 h 60"/>
              <a:gd name="T22" fmla="*/ 2147483646 w 60"/>
              <a:gd name="T23" fmla="*/ 2147483646 h 60"/>
              <a:gd name="T24" fmla="*/ 2147483646 w 60"/>
              <a:gd name="T25" fmla="*/ 2147483646 h 60"/>
              <a:gd name="T26" fmla="*/ 2147483646 w 60"/>
              <a:gd name="T27" fmla="*/ 2147483646 h 60"/>
              <a:gd name="T28" fmla="*/ 2147483646 w 60"/>
              <a:gd name="T29" fmla="*/ 2147483646 h 60"/>
              <a:gd name="T30" fmla="*/ 2147483646 w 60"/>
              <a:gd name="T31" fmla="*/ 2147483646 h 60"/>
              <a:gd name="T32" fmla="*/ 2147483646 w 60"/>
              <a:gd name="T33" fmla="*/ 2147483646 h 60"/>
              <a:gd name="T34" fmla="*/ 2147483646 w 60"/>
              <a:gd name="T35" fmla="*/ 2147483646 h 60"/>
              <a:gd name="T36" fmla="*/ 2147483646 w 60"/>
              <a:gd name="T37" fmla="*/ 2147483646 h 60"/>
              <a:gd name="T38" fmla="*/ 2147483646 w 60"/>
              <a:gd name="T39" fmla="*/ 2147483646 h 60"/>
              <a:gd name="T40" fmla="*/ 2147483646 w 60"/>
              <a:gd name="T41" fmla="*/ 2147483646 h 60"/>
              <a:gd name="T42" fmla="*/ 2147483646 w 60"/>
              <a:gd name="T43" fmla="*/ 2147483646 h 60"/>
              <a:gd name="T44" fmla="*/ 2147483646 w 60"/>
              <a:gd name="T45" fmla="*/ 2147483646 h 60"/>
              <a:gd name="T46" fmla="*/ 2147483646 w 60"/>
              <a:gd name="T47" fmla="*/ 2147483646 h 60"/>
              <a:gd name="T48" fmla="*/ 2147483646 w 60"/>
              <a:gd name="T49" fmla="*/ 2147483646 h 60"/>
              <a:gd name="T50" fmla="*/ 2147483646 w 60"/>
              <a:gd name="T51" fmla="*/ 2147483646 h 60"/>
              <a:gd name="T52" fmla="*/ 2147483646 w 60"/>
              <a:gd name="T53" fmla="*/ 2147483646 h 60"/>
              <a:gd name="T54" fmla="*/ 2147483646 w 60"/>
              <a:gd name="T55" fmla="*/ 2147483646 h 60"/>
              <a:gd name="T56" fmla="*/ 2147483646 w 60"/>
              <a:gd name="T57" fmla="*/ 2147483646 h 60"/>
              <a:gd name="T58" fmla="*/ 2147483646 w 60"/>
              <a:gd name="T59" fmla="*/ 2147483646 h 60"/>
              <a:gd name="T60" fmla="*/ 2147483646 w 60"/>
              <a:gd name="T61" fmla="*/ 2147483646 h 60"/>
              <a:gd name="T62" fmla="*/ 2147483646 w 60"/>
              <a:gd name="T63" fmla="*/ 2147483646 h 60"/>
              <a:gd name="T64" fmla="*/ 2147483646 w 60"/>
              <a:gd name="T65" fmla="*/ 2147483646 h 60"/>
              <a:gd name="T66" fmla="*/ 2147483646 w 60"/>
              <a:gd name="T67" fmla="*/ 2147483646 h 60"/>
              <a:gd name="T68" fmla="*/ 2147483646 w 60"/>
              <a:gd name="T69" fmla="*/ 2147483646 h 60"/>
              <a:gd name="T70" fmla="*/ 2147483646 w 60"/>
              <a:gd name="T71" fmla="*/ 2147483646 h 60"/>
              <a:gd name="T72" fmla="*/ 2147483646 w 60"/>
              <a:gd name="T73" fmla="*/ 2147483646 h 60"/>
              <a:gd name="T74" fmla="*/ 2147483646 w 60"/>
              <a:gd name="T75" fmla="*/ 2147483646 h 60"/>
              <a:gd name="T76" fmla="*/ 2147483646 w 60"/>
              <a:gd name="T77" fmla="*/ 2147483646 h 60"/>
              <a:gd name="T78" fmla="*/ 2147483646 w 60"/>
              <a:gd name="T79" fmla="*/ 2147483646 h 60"/>
              <a:gd name="T80" fmla="*/ 2147483646 w 60"/>
              <a:gd name="T81" fmla="*/ 2147483646 h 60"/>
              <a:gd name="T82" fmla="*/ 2147483646 w 60"/>
              <a:gd name="T83" fmla="*/ 2147483646 h 60"/>
              <a:gd name="T84" fmla="*/ 2147483646 w 60"/>
              <a:gd name="T85" fmla="*/ 2147483646 h 60"/>
              <a:gd name="T86" fmla="*/ 2147483646 w 60"/>
              <a:gd name="T87" fmla="*/ 2147483646 h 60"/>
              <a:gd name="T88" fmla="*/ 2147483646 w 60"/>
              <a:gd name="T89" fmla="*/ 2147483646 h 60"/>
              <a:gd name="T90" fmla="*/ 2147483646 w 60"/>
              <a:gd name="T91" fmla="*/ 2147483646 h 60"/>
              <a:gd name="T92" fmla="*/ 2147483646 w 60"/>
              <a:gd name="T93" fmla="*/ 2147483646 h 60"/>
              <a:gd name="T94" fmla="*/ 2147483646 w 60"/>
              <a:gd name="T95" fmla="*/ 2147483646 h 60"/>
              <a:gd name="T96" fmla="*/ 2147483646 w 60"/>
              <a:gd name="T97" fmla="*/ 2147483646 h 60"/>
              <a:gd name="T98" fmla="*/ 2147483646 w 60"/>
              <a:gd name="T99" fmla="*/ 2147483646 h 60"/>
              <a:gd name="T100" fmla="*/ 2147483646 w 60"/>
              <a:gd name="T101" fmla="*/ 2147483646 h 60"/>
              <a:gd name="T102" fmla="*/ 2147483646 w 60"/>
              <a:gd name="T103" fmla="*/ 2147483646 h 60"/>
              <a:gd name="T104" fmla="*/ 2147483646 w 60"/>
              <a:gd name="T105" fmla="*/ 2147483646 h 60"/>
              <a:gd name="T106" fmla="*/ 2147483646 w 60"/>
              <a:gd name="T107" fmla="*/ 2147483646 h 60"/>
              <a:gd name="T108" fmla="*/ 2147483646 w 60"/>
              <a:gd name="T109" fmla="*/ 2147483646 h 60"/>
              <a:gd name="T110" fmla="*/ 2147483646 w 60"/>
              <a:gd name="T111" fmla="*/ 2147483646 h 60"/>
              <a:gd name="T112" fmla="*/ 2147483646 w 60"/>
              <a:gd name="T113" fmla="*/ 2147483646 h 60"/>
              <a:gd name="T114" fmla="*/ 2147483646 w 60"/>
              <a:gd name="T115" fmla="*/ 2147483646 h 60"/>
              <a:gd name="T116" fmla="*/ 2147483646 w 60"/>
              <a:gd name="T117" fmla="*/ 2147483646 h 60"/>
              <a:gd name="T118" fmla="*/ 2147483646 w 60"/>
              <a:gd name="T119" fmla="*/ 2147483646 h 6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60" h="60">
                <a:moveTo>
                  <a:pt x="30" y="0"/>
                </a:moveTo>
                <a:cubicBezTo>
                  <a:pt x="38" y="0"/>
                  <a:pt x="46" y="3"/>
                  <a:pt x="51" y="8"/>
                </a:cubicBezTo>
                <a:cubicBezTo>
                  <a:pt x="57" y="14"/>
                  <a:pt x="60" y="21"/>
                  <a:pt x="60" y="30"/>
                </a:cubicBezTo>
                <a:cubicBezTo>
                  <a:pt x="60" y="38"/>
                  <a:pt x="57" y="45"/>
                  <a:pt x="51" y="51"/>
                </a:cubicBezTo>
                <a:cubicBezTo>
                  <a:pt x="46" y="56"/>
                  <a:pt x="38" y="60"/>
                  <a:pt x="30" y="60"/>
                </a:cubicBezTo>
                <a:cubicBezTo>
                  <a:pt x="22" y="60"/>
                  <a:pt x="14" y="56"/>
                  <a:pt x="9" y="51"/>
                </a:cubicBezTo>
                <a:cubicBezTo>
                  <a:pt x="3" y="45"/>
                  <a:pt x="0" y="38"/>
                  <a:pt x="0" y="30"/>
                </a:cubicBezTo>
                <a:cubicBezTo>
                  <a:pt x="0" y="21"/>
                  <a:pt x="3" y="14"/>
                  <a:pt x="9" y="8"/>
                </a:cubicBezTo>
                <a:cubicBezTo>
                  <a:pt x="14" y="3"/>
                  <a:pt x="22" y="0"/>
                  <a:pt x="30" y="0"/>
                </a:cubicBezTo>
                <a:close/>
                <a:moveTo>
                  <a:pt x="15" y="39"/>
                </a:moveTo>
                <a:cubicBezTo>
                  <a:pt x="15" y="39"/>
                  <a:pt x="15" y="39"/>
                  <a:pt x="15" y="39"/>
                </a:cubicBezTo>
                <a:cubicBezTo>
                  <a:pt x="15" y="39"/>
                  <a:pt x="15" y="39"/>
                  <a:pt x="15" y="39"/>
                </a:cubicBezTo>
                <a:cubicBezTo>
                  <a:pt x="15" y="38"/>
                  <a:pt x="15" y="38"/>
                  <a:pt x="15" y="38"/>
                </a:cubicBezTo>
                <a:cubicBezTo>
                  <a:pt x="15" y="38"/>
                  <a:pt x="14" y="38"/>
                  <a:pt x="14" y="38"/>
                </a:cubicBezTo>
                <a:cubicBezTo>
                  <a:pt x="14" y="38"/>
                  <a:pt x="13" y="38"/>
                  <a:pt x="13" y="38"/>
                </a:cubicBezTo>
                <a:cubicBezTo>
                  <a:pt x="13" y="38"/>
                  <a:pt x="13" y="38"/>
                  <a:pt x="13" y="39"/>
                </a:cubicBezTo>
                <a:cubicBezTo>
                  <a:pt x="13" y="39"/>
                  <a:pt x="13" y="39"/>
                  <a:pt x="13" y="39"/>
                </a:cubicBezTo>
                <a:cubicBezTo>
                  <a:pt x="13" y="39"/>
                  <a:pt x="13" y="39"/>
                  <a:pt x="13" y="39"/>
                </a:cubicBezTo>
                <a:cubicBezTo>
                  <a:pt x="13" y="39"/>
                  <a:pt x="13" y="39"/>
                  <a:pt x="13" y="40"/>
                </a:cubicBezTo>
                <a:cubicBezTo>
                  <a:pt x="13" y="40"/>
                  <a:pt x="13" y="40"/>
                  <a:pt x="13" y="40"/>
                </a:cubicBezTo>
                <a:cubicBezTo>
                  <a:pt x="13" y="40"/>
                  <a:pt x="13" y="41"/>
                  <a:pt x="13" y="41"/>
                </a:cubicBezTo>
                <a:cubicBezTo>
                  <a:pt x="13" y="41"/>
                  <a:pt x="13" y="41"/>
                  <a:pt x="13" y="41"/>
                </a:cubicBezTo>
                <a:cubicBezTo>
                  <a:pt x="14" y="41"/>
                  <a:pt x="14" y="41"/>
                  <a:pt x="14" y="41"/>
                </a:cubicBezTo>
                <a:cubicBezTo>
                  <a:pt x="14" y="41"/>
                  <a:pt x="14" y="41"/>
                  <a:pt x="15" y="41"/>
                </a:cubicBezTo>
                <a:cubicBezTo>
                  <a:pt x="15" y="41"/>
                  <a:pt x="15" y="41"/>
                  <a:pt x="15" y="41"/>
                </a:cubicBezTo>
                <a:cubicBezTo>
                  <a:pt x="15" y="41"/>
                  <a:pt x="15" y="40"/>
                  <a:pt x="15" y="40"/>
                </a:cubicBezTo>
                <a:cubicBezTo>
                  <a:pt x="15" y="40"/>
                  <a:pt x="15" y="40"/>
                  <a:pt x="15" y="39"/>
                </a:cubicBezTo>
                <a:cubicBezTo>
                  <a:pt x="15" y="39"/>
                  <a:pt x="15" y="39"/>
                  <a:pt x="15" y="39"/>
                </a:cubicBezTo>
                <a:close/>
                <a:moveTo>
                  <a:pt x="14" y="38"/>
                </a:moveTo>
                <a:cubicBezTo>
                  <a:pt x="14" y="38"/>
                  <a:pt x="14" y="38"/>
                  <a:pt x="14" y="38"/>
                </a:cubicBezTo>
                <a:cubicBezTo>
                  <a:pt x="14" y="38"/>
                  <a:pt x="14" y="38"/>
                  <a:pt x="14" y="38"/>
                </a:cubicBezTo>
                <a:cubicBezTo>
                  <a:pt x="14" y="38"/>
                  <a:pt x="14" y="38"/>
                  <a:pt x="14" y="38"/>
                </a:cubicBezTo>
                <a:cubicBezTo>
                  <a:pt x="14" y="38"/>
                  <a:pt x="14" y="38"/>
                  <a:pt x="14" y="38"/>
                </a:cubicBezTo>
                <a:cubicBezTo>
                  <a:pt x="14" y="39"/>
                  <a:pt x="14" y="39"/>
                  <a:pt x="14" y="39"/>
                </a:cubicBezTo>
                <a:cubicBezTo>
                  <a:pt x="14" y="39"/>
                  <a:pt x="14" y="39"/>
                  <a:pt x="14" y="39"/>
                </a:cubicBezTo>
                <a:cubicBezTo>
                  <a:pt x="14" y="39"/>
                  <a:pt x="14" y="39"/>
                  <a:pt x="14" y="39"/>
                </a:cubicBezTo>
                <a:cubicBezTo>
                  <a:pt x="14" y="39"/>
                  <a:pt x="14" y="39"/>
                  <a:pt x="14" y="39"/>
                </a:cubicBezTo>
                <a:cubicBezTo>
                  <a:pt x="14" y="39"/>
                  <a:pt x="14" y="39"/>
                  <a:pt x="14" y="39"/>
                </a:cubicBezTo>
                <a:cubicBezTo>
                  <a:pt x="14" y="38"/>
                  <a:pt x="14" y="38"/>
                  <a:pt x="14" y="38"/>
                </a:cubicBezTo>
                <a:close/>
                <a:moveTo>
                  <a:pt x="14" y="40"/>
                </a:moveTo>
                <a:cubicBezTo>
                  <a:pt x="14" y="40"/>
                  <a:pt x="14" y="40"/>
                  <a:pt x="14" y="40"/>
                </a:cubicBezTo>
                <a:cubicBezTo>
                  <a:pt x="14" y="40"/>
                  <a:pt x="14" y="40"/>
                  <a:pt x="14" y="40"/>
                </a:cubicBezTo>
                <a:cubicBezTo>
                  <a:pt x="14" y="40"/>
                  <a:pt x="14" y="40"/>
                  <a:pt x="14" y="40"/>
                </a:cubicBezTo>
                <a:cubicBezTo>
                  <a:pt x="14" y="40"/>
                  <a:pt x="14" y="40"/>
                  <a:pt x="14" y="40"/>
                </a:cubicBezTo>
                <a:cubicBezTo>
                  <a:pt x="14" y="40"/>
                  <a:pt x="14" y="40"/>
                  <a:pt x="14" y="40"/>
                </a:cubicBezTo>
                <a:cubicBezTo>
                  <a:pt x="14" y="40"/>
                  <a:pt x="14" y="41"/>
                  <a:pt x="14" y="41"/>
                </a:cubicBezTo>
                <a:cubicBezTo>
                  <a:pt x="14" y="41"/>
                  <a:pt x="14" y="41"/>
                  <a:pt x="14" y="41"/>
                </a:cubicBezTo>
                <a:cubicBezTo>
                  <a:pt x="14" y="41"/>
                  <a:pt x="14" y="41"/>
                  <a:pt x="14" y="41"/>
                </a:cubicBezTo>
                <a:cubicBezTo>
                  <a:pt x="14" y="41"/>
                  <a:pt x="14" y="40"/>
                  <a:pt x="14" y="40"/>
                </a:cubicBezTo>
                <a:cubicBezTo>
                  <a:pt x="14" y="40"/>
                  <a:pt x="14" y="40"/>
                  <a:pt x="14" y="40"/>
                </a:cubicBezTo>
                <a:close/>
                <a:moveTo>
                  <a:pt x="21" y="44"/>
                </a:moveTo>
                <a:cubicBezTo>
                  <a:pt x="19" y="44"/>
                  <a:pt x="19" y="44"/>
                  <a:pt x="19" y="44"/>
                </a:cubicBezTo>
                <a:cubicBezTo>
                  <a:pt x="19" y="45"/>
                  <a:pt x="19" y="45"/>
                  <a:pt x="19" y="45"/>
                </a:cubicBezTo>
                <a:cubicBezTo>
                  <a:pt x="20" y="45"/>
                  <a:pt x="20" y="45"/>
                  <a:pt x="20" y="45"/>
                </a:cubicBezTo>
                <a:cubicBezTo>
                  <a:pt x="20" y="48"/>
                  <a:pt x="20" y="48"/>
                  <a:pt x="20" y="48"/>
                </a:cubicBezTo>
                <a:cubicBezTo>
                  <a:pt x="21" y="48"/>
                  <a:pt x="21" y="48"/>
                  <a:pt x="21" y="48"/>
                </a:cubicBezTo>
                <a:cubicBezTo>
                  <a:pt x="21" y="45"/>
                  <a:pt x="21" y="45"/>
                  <a:pt x="21" y="45"/>
                </a:cubicBezTo>
                <a:cubicBezTo>
                  <a:pt x="21" y="44"/>
                  <a:pt x="21" y="44"/>
                  <a:pt x="21" y="44"/>
                </a:cubicBezTo>
                <a:close/>
                <a:moveTo>
                  <a:pt x="41" y="44"/>
                </a:moveTo>
                <a:cubicBezTo>
                  <a:pt x="40" y="44"/>
                  <a:pt x="40" y="44"/>
                  <a:pt x="40" y="44"/>
                </a:cubicBezTo>
                <a:cubicBezTo>
                  <a:pt x="40" y="46"/>
                  <a:pt x="40" y="46"/>
                  <a:pt x="40" y="46"/>
                </a:cubicBezTo>
                <a:cubicBezTo>
                  <a:pt x="40" y="46"/>
                  <a:pt x="40" y="46"/>
                  <a:pt x="40" y="46"/>
                </a:cubicBezTo>
                <a:cubicBezTo>
                  <a:pt x="40" y="46"/>
                  <a:pt x="40" y="45"/>
                  <a:pt x="40" y="45"/>
                </a:cubicBezTo>
                <a:cubicBezTo>
                  <a:pt x="40" y="45"/>
                  <a:pt x="40" y="45"/>
                  <a:pt x="41" y="45"/>
                </a:cubicBezTo>
                <a:cubicBezTo>
                  <a:pt x="41" y="45"/>
                  <a:pt x="41" y="45"/>
                  <a:pt x="41" y="45"/>
                </a:cubicBezTo>
                <a:cubicBezTo>
                  <a:pt x="41" y="45"/>
                  <a:pt x="41" y="45"/>
                  <a:pt x="41" y="45"/>
                </a:cubicBezTo>
                <a:cubicBezTo>
                  <a:pt x="41" y="45"/>
                  <a:pt x="41" y="46"/>
                  <a:pt x="41" y="46"/>
                </a:cubicBezTo>
                <a:cubicBezTo>
                  <a:pt x="41" y="46"/>
                  <a:pt x="41" y="46"/>
                  <a:pt x="41" y="46"/>
                </a:cubicBezTo>
                <a:cubicBezTo>
                  <a:pt x="41" y="47"/>
                  <a:pt x="41" y="47"/>
                  <a:pt x="41" y="47"/>
                </a:cubicBezTo>
                <a:cubicBezTo>
                  <a:pt x="41" y="47"/>
                  <a:pt x="41" y="47"/>
                  <a:pt x="41" y="47"/>
                </a:cubicBezTo>
                <a:cubicBezTo>
                  <a:pt x="41" y="47"/>
                  <a:pt x="41" y="47"/>
                  <a:pt x="41" y="47"/>
                </a:cubicBezTo>
                <a:cubicBezTo>
                  <a:pt x="41" y="47"/>
                  <a:pt x="40" y="47"/>
                  <a:pt x="40" y="47"/>
                </a:cubicBezTo>
                <a:cubicBezTo>
                  <a:pt x="40" y="47"/>
                  <a:pt x="40" y="46"/>
                  <a:pt x="40" y="46"/>
                </a:cubicBezTo>
                <a:cubicBezTo>
                  <a:pt x="40" y="46"/>
                  <a:pt x="40" y="46"/>
                  <a:pt x="40" y="46"/>
                </a:cubicBezTo>
                <a:cubicBezTo>
                  <a:pt x="40" y="46"/>
                  <a:pt x="40" y="46"/>
                  <a:pt x="40" y="46"/>
                </a:cubicBezTo>
                <a:cubicBezTo>
                  <a:pt x="40" y="46"/>
                  <a:pt x="40" y="46"/>
                  <a:pt x="40" y="46"/>
                </a:cubicBezTo>
                <a:cubicBezTo>
                  <a:pt x="40" y="47"/>
                  <a:pt x="40" y="47"/>
                  <a:pt x="40" y="47"/>
                </a:cubicBezTo>
                <a:cubicBezTo>
                  <a:pt x="40" y="47"/>
                  <a:pt x="40" y="47"/>
                  <a:pt x="40" y="47"/>
                </a:cubicBezTo>
                <a:cubicBezTo>
                  <a:pt x="40" y="47"/>
                  <a:pt x="40" y="47"/>
                  <a:pt x="41" y="47"/>
                </a:cubicBezTo>
                <a:cubicBezTo>
                  <a:pt x="41" y="47"/>
                  <a:pt x="41" y="47"/>
                  <a:pt x="41" y="47"/>
                </a:cubicBezTo>
                <a:cubicBezTo>
                  <a:pt x="41" y="47"/>
                  <a:pt x="41" y="47"/>
                  <a:pt x="41" y="47"/>
                </a:cubicBezTo>
                <a:cubicBezTo>
                  <a:pt x="42" y="47"/>
                  <a:pt x="42" y="47"/>
                  <a:pt x="42" y="47"/>
                </a:cubicBezTo>
                <a:cubicBezTo>
                  <a:pt x="42" y="47"/>
                  <a:pt x="42" y="46"/>
                  <a:pt x="42" y="46"/>
                </a:cubicBezTo>
                <a:cubicBezTo>
                  <a:pt x="42" y="46"/>
                  <a:pt x="42" y="46"/>
                  <a:pt x="42" y="46"/>
                </a:cubicBezTo>
                <a:cubicBezTo>
                  <a:pt x="42" y="45"/>
                  <a:pt x="42" y="45"/>
                  <a:pt x="41" y="45"/>
                </a:cubicBezTo>
                <a:cubicBezTo>
                  <a:pt x="41" y="45"/>
                  <a:pt x="41" y="45"/>
                  <a:pt x="41" y="45"/>
                </a:cubicBezTo>
                <a:cubicBezTo>
                  <a:pt x="41" y="45"/>
                  <a:pt x="41" y="45"/>
                  <a:pt x="40" y="45"/>
                </a:cubicBezTo>
                <a:cubicBezTo>
                  <a:pt x="40" y="44"/>
                  <a:pt x="40" y="44"/>
                  <a:pt x="40" y="44"/>
                </a:cubicBezTo>
                <a:cubicBezTo>
                  <a:pt x="41" y="44"/>
                  <a:pt x="41" y="44"/>
                  <a:pt x="41" y="44"/>
                </a:cubicBezTo>
                <a:cubicBezTo>
                  <a:pt x="41" y="44"/>
                  <a:pt x="41" y="44"/>
                  <a:pt x="41" y="44"/>
                </a:cubicBezTo>
                <a:close/>
                <a:moveTo>
                  <a:pt x="47" y="37"/>
                </a:moveTo>
                <a:cubicBezTo>
                  <a:pt x="46" y="37"/>
                  <a:pt x="46" y="37"/>
                  <a:pt x="46" y="37"/>
                </a:cubicBezTo>
                <a:cubicBezTo>
                  <a:pt x="46" y="40"/>
                  <a:pt x="46" y="40"/>
                  <a:pt x="46" y="40"/>
                </a:cubicBezTo>
                <a:cubicBezTo>
                  <a:pt x="46" y="40"/>
                  <a:pt x="46" y="40"/>
                  <a:pt x="46" y="40"/>
                </a:cubicBezTo>
                <a:cubicBezTo>
                  <a:pt x="47" y="40"/>
                  <a:pt x="47" y="40"/>
                  <a:pt x="47" y="40"/>
                </a:cubicBezTo>
                <a:cubicBezTo>
                  <a:pt x="47" y="41"/>
                  <a:pt x="47" y="41"/>
                  <a:pt x="47" y="41"/>
                </a:cubicBezTo>
                <a:cubicBezTo>
                  <a:pt x="47" y="41"/>
                  <a:pt x="47" y="41"/>
                  <a:pt x="47" y="41"/>
                </a:cubicBezTo>
                <a:cubicBezTo>
                  <a:pt x="47" y="40"/>
                  <a:pt x="47" y="40"/>
                  <a:pt x="47" y="40"/>
                </a:cubicBezTo>
                <a:cubicBezTo>
                  <a:pt x="48" y="40"/>
                  <a:pt x="48" y="40"/>
                  <a:pt x="48" y="40"/>
                </a:cubicBezTo>
                <a:cubicBezTo>
                  <a:pt x="48" y="40"/>
                  <a:pt x="48" y="40"/>
                  <a:pt x="48" y="40"/>
                </a:cubicBezTo>
                <a:cubicBezTo>
                  <a:pt x="47" y="40"/>
                  <a:pt x="47" y="40"/>
                  <a:pt x="47" y="40"/>
                </a:cubicBezTo>
                <a:cubicBezTo>
                  <a:pt x="47" y="37"/>
                  <a:pt x="47" y="37"/>
                  <a:pt x="47" y="37"/>
                </a:cubicBezTo>
                <a:close/>
                <a:moveTo>
                  <a:pt x="47" y="40"/>
                </a:moveTo>
                <a:cubicBezTo>
                  <a:pt x="47" y="38"/>
                  <a:pt x="47" y="38"/>
                  <a:pt x="47" y="38"/>
                </a:cubicBezTo>
                <a:cubicBezTo>
                  <a:pt x="46" y="40"/>
                  <a:pt x="46" y="40"/>
                  <a:pt x="46" y="40"/>
                </a:cubicBezTo>
                <a:cubicBezTo>
                  <a:pt x="47" y="40"/>
                  <a:pt x="47" y="40"/>
                  <a:pt x="47" y="40"/>
                </a:cubicBezTo>
                <a:close/>
                <a:moveTo>
                  <a:pt x="48" y="21"/>
                </a:moveTo>
                <a:cubicBezTo>
                  <a:pt x="47" y="21"/>
                  <a:pt x="47" y="21"/>
                  <a:pt x="47" y="21"/>
                </a:cubicBezTo>
                <a:cubicBezTo>
                  <a:pt x="47" y="21"/>
                  <a:pt x="47" y="20"/>
                  <a:pt x="48" y="20"/>
                </a:cubicBezTo>
                <a:cubicBezTo>
                  <a:pt x="48" y="20"/>
                  <a:pt x="48" y="19"/>
                  <a:pt x="48" y="19"/>
                </a:cubicBezTo>
                <a:cubicBezTo>
                  <a:pt x="48" y="19"/>
                  <a:pt x="48" y="19"/>
                  <a:pt x="47" y="19"/>
                </a:cubicBezTo>
                <a:cubicBezTo>
                  <a:pt x="47" y="18"/>
                  <a:pt x="47" y="18"/>
                  <a:pt x="47" y="18"/>
                </a:cubicBezTo>
                <a:cubicBezTo>
                  <a:pt x="46" y="18"/>
                  <a:pt x="46" y="18"/>
                  <a:pt x="46" y="18"/>
                </a:cubicBezTo>
                <a:cubicBezTo>
                  <a:pt x="46" y="18"/>
                  <a:pt x="46" y="19"/>
                  <a:pt x="46" y="19"/>
                </a:cubicBezTo>
                <a:cubicBezTo>
                  <a:pt x="46" y="19"/>
                  <a:pt x="46" y="19"/>
                  <a:pt x="46" y="19"/>
                </a:cubicBezTo>
                <a:cubicBezTo>
                  <a:pt x="46" y="19"/>
                  <a:pt x="46" y="19"/>
                  <a:pt x="46" y="19"/>
                </a:cubicBezTo>
                <a:cubicBezTo>
                  <a:pt x="46" y="20"/>
                  <a:pt x="46" y="20"/>
                  <a:pt x="46" y="20"/>
                </a:cubicBezTo>
                <a:cubicBezTo>
                  <a:pt x="46" y="20"/>
                  <a:pt x="46" y="20"/>
                  <a:pt x="46" y="20"/>
                </a:cubicBezTo>
                <a:cubicBezTo>
                  <a:pt x="46" y="19"/>
                  <a:pt x="46" y="19"/>
                  <a:pt x="46" y="19"/>
                </a:cubicBezTo>
                <a:cubicBezTo>
                  <a:pt x="46" y="19"/>
                  <a:pt x="46" y="19"/>
                  <a:pt x="47" y="19"/>
                </a:cubicBezTo>
                <a:cubicBezTo>
                  <a:pt x="47" y="19"/>
                  <a:pt x="47" y="19"/>
                  <a:pt x="47" y="19"/>
                </a:cubicBezTo>
                <a:cubicBezTo>
                  <a:pt x="47" y="19"/>
                  <a:pt x="47" y="19"/>
                  <a:pt x="47" y="19"/>
                </a:cubicBezTo>
                <a:cubicBezTo>
                  <a:pt x="47" y="19"/>
                  <a:pt x="47" y="19"/>
                  <a:pt x="47" y="19"/>
                </a:cubicBezTo>
                <a:cubicBezTo>
                  <a:pt x="47" y="19"/>
                  <a:pt x="47" y="19"/>
                  <a:pt x="47" y="20"/>
                </a:cubicBezTo>
                <a:cubicBezTo>
                  <a:pt x="47" y="20"/>
                  <a:pt x="46" y="20"/>
                  <a:pt x="46" y="21"/>
                </a:cubicBezTo>
                <a:cubicBezTo>
                  <a:pt x="46" y="22"/>
                  <a:pt x="46" y="22"/>
                  <a:pt x="46" y="22"/>
                </a:cubicBezTo>
                <a:cubicBezTo>
                  <a:pt x="48" y="22"/>
                  <a:pt x="48" y="22"/>
                  <a:pt x="48" y="22"/>
                </a:cubicBezTo>
                <a:cubicBezTo>
                  <a:pt x="48" y="21"/>
                  <a:pt x="48" y="21"/>
                  <a:pt x="48" y="21"/>
                </a:cubicBezTo>
                <a:close/>
                <a:moveTo>
                  <a:pt x="41" y="12"/>
                </a:moveTo>
                <a:cubicBezTo>
                  <a:pt x="40" y="12"/>
                  <a:pt x="40" y="12"/>
                  <a:pt x="40" y="12"/>
                </a:cubicBezTo>
                <a:cubicBezTo>
                  <a:pt x="40" y="12"/>
                  <a:pt x="39" y="12"/>
                  <a:pt x="39" y="13"/>
                </a:cubicBezTo>
                <a:cubicBezTo>
                  <a:pt x="39" y="13"/>
                  <a:pt x="39" y="13"/>
                  <a:pt x="39" y="13"/>
                </a:cubicBezTo>
                <a:cubicBezTo>
                  <a:pt x="39" y="13"/>
                  <a:pt x="39" y="13"/>
                  <a:pt x="39" y="13"/>
                </a:cubicBezTo>
                <a:cubicBezTo>
                  <a:pt x="39" y="13"/>
                  <a:pt x="39" y="13"/>
                  <a:pt x="40" y="13"/>
                </a:cubicBezTo>
                <a:cubicBezTo>
                  <a:pt x="40" y="13"/>
                  <a:pt x="40" y="13"/>
                  <a:pt x="40" y="13"/>
                </a:cubicBezTo>
                <a:cubicBezTo>
                  <a:pt x="40" y="13"/>
                  <a:pt x="40" y="13"/>
                  <a:pt x="40" y="14"/>
                </a:cubicBezTo>
                <a:cubicBezTo>
                  <a:pt x="40" y="15"/>
                  <a:pt x="40" y="15"/>
                  <a:pt x="40" y="15"/>
                </a:cubicBezTo>
                <a:cubicBezTo>
                  <a:pt x="41" y="15"/>
                  <a:pt x="41" y="15"/>
                  <a:pt x="41" y="15"/>
                </a:cubicBezTo>
                <a:cubicBezTo>
                  <a:pt x="41" y="12"/>
                  <a:pt x="41" y="12"/>
                  <a:pt x="41" y="12"/>
                </a:cubicBezTo>
                <a:close/>
                <a:moveTo>
                  <a:pt x="20" y="12"/>
                </a:moveTo>
                <a:cubicBezTo>
                  <a:pt x="20" y="12"/>
                  <a:pt x="20" y="12"/>
                  <a:pt x="20" y="12"/>
                </a:cubicBezTo>
                <a:cubicBezTo>
                  <a:pt x="19" y="12"/>
                  <a:pt x="19" y="12"/>
                  <a:pt x="19" y="13"/>
                </a:cubicBezTo>
                <a:cubicBezTo>
                  <a:pt x="19" y="13"/>
                  <a:pt x="19" y="13"/>
                  <a:pt x="19" y="13"/>
                </a:cubicBezTo>
                <a:cubicBezTo>
                  <a:pt x="19" y="13"/>
                  <a:pt x="19" y="13"/>
                  <a:pt x="19" y="13"/>
                </a:cubicBezTo>
                <a:cubicBezTo>
                  <a:pt x="19" y="13"/>
                  <a:pt x="19" y="13"/>
                  <a:pt x="19" y="13"/>
                </a:cubicBezTo>
                <a:cubicBezTo>
                  <a:pt x="19" y="13"/>
                  <a:pt x="19" y="13"/>
                  <a:pt x="19" y="13"/>
                </a:cubicBezTo>
                <a:cubicBezTo>
                  <a:pt x="19" y="13"/>
                  <a:pt x="19" y="13"/>
                  <a:pt x="19" y="14"/>
                </a:cubicBezTo>
                <a:cubicBezTo>
                  <a:pt x="19" y="15"/>
                  <a:pt x="19" y="15"/>
                  <a:pt x="19" y="15"/>
                </a:cubicBezTo>
                <a:cubicBezTo>
                  <a:pt x="20" y="15"/>
                  <a:pt x="20" y="15"/>
                  <a:pt x="20" y="15"/>
                </a:cubicBezTo>
                <a:cubicBezTo>
                  <a:pt x="20" y="12"/>
                  <a:pt x="20" y="12"/>
                  <a:pt x="20" y="12"/>
                </a:cubicBezTo>
                <a:close/>
                <a:moveTo>
                  <a:pt x="22" y="12"/>
                </a:moveTo>
                <a:cubicBezTo>
                  <a:pt x="21" y="12"/>
                  <a:pt x="21" y="12"/>
                  <a:pt x="21" y="12"/>
                </a:cubicBezTo>
                <a:cubicBezTo>
                  <a:pt x="21" y="12"/>
                  <a:pt x="21" y="12"/>
                  <a:pt x="20" y="13"/>
                </a:cubicBezTo>
                <a:cubicBezTo>
                  <a:pt x="20" y="13"/>
                  <a:pt x="20" y="13"/>
                  <a:pt x="20" y="13"/>
                </a:cubicBezTo>
                <a:cubicBezTo>
                  <a:pt x="20" y="13"/>
                  <a:pt x="20" y="13"/>
                  <a:pt x="20" y="13"/>
                </a:cubicBezTo>
                <a:cubicBezTo>
                  <a:pt x="21" y="13"/>
                  <a:pt x="21" y="13"/>
                  <a:pt x="21" y="13"/>
                </a:cubicBezTo>
                <a:cubicBezTo>
                  <a:pt x="21" y="13"/>
                  <a:pt x="21" y="13"/>
                  <a:pt x="21" y="13"/>
                </a:cubicBezTo>
                <a:cubicBezTo>
                  <a:pt x="21" y="13"/>
                  <a:pt x="21" y="13"/>
                  <a:pt x="21" y="14"/>
                </a:cubicBezTo>
                <a:cubicBezTo>
                  <a:pt x="21" y="15"/>
                  <a:pt x="21" y="15"/>
                  <a:pt x="21" y="15"/>
                </a:cubicBezTo>
                <a:cubicBezTo>
                  <a:pt x="22" y="15"/>
                  <a:pt x="22" y="15"/>
                  <a:pt x="22" y="15"/>
                </a:cubicBezTo>
                <a:cubicBezTo>
                  <a:pt x="22" y="12"/>
                  <a:pt x="22" y="12"/>
                  <a:pt x="22" y="12"/>
                </a:cubicBezTo>
                <a:close/>
                <a:moveTo>
                  <a:pt x="14" y="19"/>
                </a:moveTo>
                <a:cubicBezTo>
                  <a:pt x="13" y="19"/>
                  <a:pt x="13" y="19"/>
                  <a:pt x="13" y="19"/>
                </a:cubicBezTo>
                <a:cubicBezTo>
                  <a:pt x="13" y="19"/>
                  <a:pt x="13" y="19"/>
                  <a:pt x="12" y="19"/>
                </a:cubicBezTo>
                <a:cubicBezTo>
                  <a:pt x="12" y="20"/>
                  <a:pt x="12" y="20"/>
                  <a:pt x="12" y="20"/>
                </a:cubicBezTo>
                <a:cubicBezTo>
                  <a:pt x="12" y="20"/>
                  <a:pt x="12" y="20"/>
                  <a:pt x="12" y="20"/>
                </a:cubicBezTo>
                <a:cubicBezTo>
                  <a:pt x="13" y="20"/>
                  <a:pt x="13" y="20"/>
                  <a:pt x="13" y="20"/>
                </a:cubicBezTo>
                <a:cubicBezTo>
                  <a:pt x="13" y="20"/>
                  <a:pt x="13" y="20"/>
                  <a:pt x="13" y="20"/>
                </a:cubicBezTo>
                <a:cubicBezTo>
                  <a:pt x="13" y="20"/>
                  <a:pt x="13" y="20"/>
                  <a:pt x="13" y="21"/>
                </a:cubicBezTo>
                <a:cubicBezTo>
                  <a:pt x="13" y="22"/>
                  <a:pt x="13" y="22"/>
                  <a:pt x="13" y="22"/>
                </a:cubicBezTo>
                <a:cubicBezTo>
                  <a:pt x="14" y="22"/>
                  <a:pt x="14" y="22"/>
                  <a:pt x="14" y="22"/>
                </a:cubicBezTo>
                <a:cubicBezTo>
                  <a:pt x="14" y="19"/>
                  <a:pt x="14" y="19"/>
                  <a:pt x="14" y="19"/>
                </a:cubicBezTo>
                <a:close/>
                <a:moveTo>
                  <a:pt x="16" y="20"/>
                </a:moveTo>
                <a:cubicBezTo>
                  <a:pt x="16" y="20"/>
                  <a:pt x="16" y="20"/>
                  <a:pt x="16" y="20"/>
                </a:cubicBezTo>
                <a:cubicBezTo>
                  <a:pt x="16" y="19"/>
                  <a:pt x="16" y="19"/>
                  <a:pt x="16" y="19"/>
                </a:cubicBezTo>
                <a:cubicBezTo>
                  <a:pt x="16" y="19"/>
                  <a:pt x="16" y="19"/>
                  <a:pt x="16" y="19"/>
                </a:cubicBezTo>
                <a:cubicBezTo>
                  <a:pt x="15" y="19"/>
                  <a:pt x="15" y="19"/>
                  <a:pt x="15" y="19"/>
                </a:cubicBezTo>
                <a:cubicBezTo>
                  <a:pt x="15" y="19"/>
                  <a:pt x="15" y="19"/>
                  <a:pt x="14" y="19"/>
                </a:cubicBezTo>
                <a:cubicBezTo>
                  <a:pt x="14" y="19"/>
                  <a:pt x="14" y="19"/>
                  <a:pt x="14" y="19"/>
                </a:cubicBezTo>
                <a:cubicBezTo>
                  <a:pt x="14" y="20"/>
                  <a:pt x="14" y="20"/>
                  <a:pt x="14" y="20"/>
                </a:cubicBezTo>
                <a:cubicBezTo>
                  <a:pt x="14" y="21"/>
                  <a:pt x="14" y="21"/>
                  <a:pt x="14" y="21"/>
                </a:cubicBezTo>
                <a:cubicBezTo>
                  <a:pt x="14" y="22"/>
                  <a:pt x="14" y="22"/>
                  <a:pt x="14" y="22"/>
                </a:cubicBezTo>
                <a:cubicBezTo>
                  <a:pt x="14" y="22"/>
                  <a:pt x="14" y="22"/>
                  <a:pt x="14" y="22"/>
                </a:cubicBezTo>
                <a:cubicBezTo>
                  <a:pt x="14" y="22"/>
                  <a:pt x="14" y="22"/>
                  <a:pt x="15" y="22"/>
                </a:cubicBezTo>
                <a:cubicBezTo>
                  <a:pt x="15" y="22"/>
                  <a:pt x="15" y="22"/>
                  <a:pt x="15" y="22"/>
                </a:cubicBezTo>
                <a:cubicBezTo>
                  <a:pt x="15" y="22"/>
                  <a:pt x="15" y="22"/>
                  <a:pt x="16" y="22"/>
                </a:cubicBezTo>
                <a:cubicBezTo>
                  <a:pt x="16" y="22"/>
                  <a:pt x="16" y="22"/>
                  <a:pt x="16" y="22"/>
                </a:cubicBezTo>
                <a:cubicBezTo>
                  <a:pt x="16" y="22"/>
                  <a:pt x="16" y="22"/>
                  <a:pt x="16" y="22"/>
                </a:cubicBezTo>
                <a:cubicBezTo>
                  <a:pt x="16" y="22"/>
                  <a:pt x="16" y="21"/>
                  <a:pt x="16" y="21"/>
                </a:cubicBezTo>
                <a:cubicBezTo>
                  <a:pt x="16" y="20"/>
                  <a:pt x="16" y="20"/>
                  <a:pt x="16" y="20"/>
                </a:cubicBezTo>
                <a:close/>
                <a:moveTo>
                  <a:pt x="15" y="20"/>
                </a:moveTo>
                <a:cubicBezTo>
                  <a:pt x="15" y="20"/>
                  <a:pt x="15" y="20"/>
                  <a:pt x="15" y="19"/>
                </a:cubicBezTo>
                <a:cubicBezTo>
                  <a:pt x="15" y="19"/>
                  <a:pt x="15" y="19"/>
                  <a:pt x="15" y="19"/>
                </a:cubicBezTo>
                <a:cubicBezTo>
                  <a:pt x="15" y="19"/>
                  <a:pt x="15" y="19"/>
                  <a:pt x="15" y="19"/>
                </a:cubicBezTo>
                <a:cubicBezTo>
                  <a:pt x="15" y="20"/>
                  <a:pt x="15" y="20"/>
                  <a:pt x="15" y="20"/>
                </a:cubicBezTo>
                <a:cubicBezTo>
                  <a:pt x="15" y="21"/>
                  <a:pt x="15" y="21"/>
                  <a:pt x="15" y="21"/>
                </a:cubicBezTo>
                <a:cubicBezTo>
                  <a:pt x="15" y="22"/>
                  <a:pt x="15" y="22"/>
                  <a:pt x="15" y="22"/>
                </a:cubicBezTo>
                <a:cubicBezTo>
                  <a:pt x="15" y="22"/>
                  <a:pt x="15" y="22"/>
                  <a:pt x="15" y="22"/>
                </a:cubicBezTo>
                <a:cubicBezTo>
                  <a:pt x="15" y="22"/>
                  <a:pt x="15" y="22"/>
                  <a:pt x="15" y="22"/>
                </a:cubicBezTo>
                <a:cubicBezTo>
                  <a:pt x="15" y="22"/>
                  <a:pt x="15" y="22"/>
                  <a:pt x="15" y="21"/>
                </a:cubicBezTo>
                <a:cubicBezTo>
                  <a:pt x="15" y="20"/>
                  <a:pt x="15" y="20"/>
                  <a:pt x="15" y="20"/>
                </a:cubicBezTo>
                <a:close/>
                <a:moveTo>
                  <a:pt x="9" y="31"/>
                </a:moveTo>
                <a:cubicBezTo>
                  <a:pt x="9" y="32"/>
                  <a:pt x="10" y="32"/>
                  <a:pt x="10" y="33"/>
                </a:cubicBezTo>
                <a:cubicBezTo>
                  <a:pt x="10" y="33"/>
                  <a:pt x="10" y="33"/>
                  <a:pt x="10" y="33"/>
                </a:cubicBezTo>
                <a:cubicBezTo>
                  <a:pt x="11" y="33"/>
                  <a:pt x="11" y="33"/>
                  <a:pt x="12" y="33"/>
                </a:cubicBezTo>
                <a:cubicBezTo>
                  <a:pt x="12" y="33"/>
                  <a:pt x="12" y="33"/>
                  <a:pt x="13" y="33"/>
                </a:cubicBezTo>
                <a:cubicBezTo>
                  <a:pt x="13" y="33"/>
                  <a:pt x="13" y="33"/>
                  <a:pt x="13" y="33"/>
                </a:cubicBezTo>
                <a:cubicBezTo>
                  <a:pt x="14" y="32"/>
                  <a:pt x="14" y="32"/>
                  <a:pt x="14" y="32"/>
                </a:cubicBezTo>
                <a:cubicBezTo>
                  <a:pt x="14" y="32"/>
                  <a:pt x="14" y="31"/>
                  <a:pt x="14" y="30"/>
                </a:cubicBezTo>
                <a:cubicBezTo>
                  <a:pt x="14" y="29"/>
                  <a:pt x="14" y="29"/>
                  <a:pt x="14" y="29"/>
                </a:cubicBezTo>
                <a:cubicBezTo>
                  <a:pt x="14" y="28"/>
                  <a:pt x="14" y="28"/>
                  <a:pt x="14" y="28"/>
                </a:cubicBezTo>
                <a:cubicBezTo>
                  <a:pt x="14" y="27"/>
                  <a:pt x="14" y="27"/>
                  <a:pt x="13" y="27"/>
                </a:cubicBezTo>
                <a:cubicBezTo>
                  <a:pt x="13" y="27"/>
                  <a:pt x="13" y="26"/>
                  <a:pt x="13" y="26"/>
                </a:cubicBezTo>
                <a:cubicBezTo>
                  <a:pt x="12" y="26"/>
                  <a:pt x="12" y="26"/>
                  <a:pt x="12" y="26"/>
                </a:cubicBezTo>
                <a:cubicBezTo>
                  <a:pt x="11" y="26"/>
                  <a:pt x="11" y="26"/>
                  <a:pt x="11" y="26"/>
                </a:cubicBezTo>
                <a:cubicBezTo>
                  <a:pt x="10" y="26"/>
                  <a:pt x="10" y="27"/>
                  <a:pt x="10" y="27"/>
                </a:cubicBezTo>
                <a:cubicBezTo>
                  <a:pt x="10" y="27"/>
                  <a:pt x="10" y="27"/>
                  <a:pt x="10" y="27"/>
                </a:cubicBezTo>
                <a:cubicBezTo>
                  <a:pt x="10" y="28"/>
                  <a:pt x="9" y="28"/>
                  <a:pt x="9" y="29"/>
                </a:cubicBezTo>
                <a:cubicBezTo>
                  <a:pt x="9" y="29"/>
                  <a:pt x="9" y="29"/>
                  <a:pt x="9" y="29"/>
                </a:cubicBezTo>
                <a:cubicBezTo>
                  <a:pt x="9" y="30"/>
                  <a:pt x="10" y="30"/>
                  <a:pt x="10" y="30"/>
                </a:cubicBezTo>
                <a:cubicBezTo>
                  <a:pt x="10" y="30"/>
                  <a:pt x="10" y="31"/>
                  <a:pt x="10" y="31"/>
                </a:cubicBezTo>
                <a:cubicBezTo>
                  <a:pt x="10" y="31"/>
                  <a:pt x="11" y="31"/>
                  <a:pt x="11" y="31"/>
                </a:cubicBezTo>
                <a:cubicBezTo>
                  <a:pt x="11" y="31"/>
                  <a:pt x="11" y="31"/>
                  <a:pt x="12" y="31"/>
                </a:cubicBezTo>
                <a:cubicBezTo>
                  <a:pt x="12" y="31"/>
                  <a:pt x="12" y="31"/>
                  <a:pt x="12" y="30"/>
                </a:cubicBezTo>
                <a:cubicBezTo>
                  <a:pt x="12" y="32"/>
                  <a:pt x="12" y="32"/>
                  <a:pt x="12" y="32"/>
                </a:cubicBezTo>
                <a:cubicBezTo>
                  <a:pt x="12" y="32"/>
                  <a:pt x="12" y="32"/>
                  <a:pt x="12" y="32"/>
                </a:cubicBezTo>
                <a:cubicBezTo>
                  <a:pt x="12" y="32"/>
                  <a:pt x="12" y="32"/>
                  <a:pt x="12" y="32"/>
                </a:cubicBezTo>
                <a:cubicBezTo>
                  <a:pt x="12" y="32"/>
                  <a:pt x="12" y="32"/>
                  <a:pt x="12" y="32"/>
                </a:cubicBezTo>
                <a:cubicBezTo>
                  <a:pt x="12" y="32"/>
                  <a:pt x="11" y="32"/>
                  <a:pt x="11" y="32"/>
                </a:cubicBezTo>
                <a:cubicBezTo>
                  <a:pt x="11" y="32"/>
                  <a:pt x="11" y="32"/>
                  <a:pt x="11" y="32"/>
                </a:cubicBezTo>
                <a:cubicBezTo>
                  <a:pt x="11" y="32"/>
                  <a:pt x="11" y="32"/>
                  <a:pt x="11" y="31"/>
                </a:cubicBezTo>
                <a:cubicBezTo>
                  <a:pt x="9" y="31"/>
                  <a:pt x="9" y="31"/>
                  <a:pt x="9" y="31"/>
                </a:cubicBezTo>
                <a:close/>
                <a:moveTo>
                  <a:pt x="11" y="29"/>
                </a:moveTo>
                <a:cubicBezTo>
                  <a:pt x="11" y="30"/>
                  <a:pt x="11" y="30"/>
                  <a:pt x="11" y="30"/>
                </a:cubicBezTo>
                <a:cubicBezTo>
                  <a:pt x="11" y="30"/>
                  <a:pt x="12" y="30"/>
                  <a:pt x="12" y="30"/>
                </a:cubicBezTo>
                <a:cubicBezTo>
                  <a:pt x="12" y="30"/>
                  <a:pt x="12" y="30"/>
                  <a:pt x="12" y="30"/>
                </a:cubicBezTo>
                <a:cubicBezTo>
                  <a:pt x="12" y="30"/>
                  <a:pt x="12" y="30"/>
                  <a:pt x="12" y="29"/>
                </a:cubicBezTo>
                <a:cubicBezTo>
                  <a:pt x="12" y="28"/>
                  <a:pt x="12" y="28"/>
                  <a:pt x="12" y="28"/>
                </a:cubicBezTo>
                <a:cubicBezTo>
                  <a:pt x="12" y="28"/>
                  <a:pt x="12" y="27"/>
                  <a:pt x="12" y="27"/>
                </a:cubicBezTo>
                <a:cubicBezTo>
                  <a:pt x="12" y="27"/>
                  <a:pt x="12" y="27"/>
                  <a:pt x="12" y="27"/>
                </a:cubicBezTo>
                <a:cubicBezTo>
                  <a:pt x="12" y="27"/>
                  <a:pt x="11" y="27"/>
                  <a:pt x="11" y="27"/>
                </a:cubicBezTo>
                <a:cubicBezTo>
                  <a:pt x="11" y="27"/>
                  <a:pt x="11" y="28"/>
                  <a:pt x="11" y="28"/>
                </a:cubicBezTo>
                <a:cubicBezTo>
                  <a:pt x="11" y="29"/>
                  <a:pt x="11" y="29"/>
                  <a:pt x="11" y="29"/>
                </a:cubicBezTo>
                <a:close/>
                <a:moveTo>
                  <a:pt x="32" y="45"/>
                </a:moveTo>
                <a:cubicBezTo>
                  <a:pt x="32" y="44"/>
                  <a:pt x="32" y="44"/>
                  <a:pt x="32" y="44"/>
                </a:cubicBezTo>
                <a:cubicBezTo>
                  <a:pt x="32" y="43"/>
                  <a:pt x="32" y="43"/>
                  <a:pt x="32" y="43"/>
                </a:cubicBezTo>
                <a:cubicBezTo>
                  <a:pt x="31" y="43"/>
                  <a:pt x="31" y="43"/>
                  <a:pt x="30" y="43"/>
                </a:cubicBezTo>
                <a:cubicBezTo>
                  <a:pt x="30" y="43"/>
                  <a:pt x="30" y="43"/>
                  <a:pt x="29" y="43"/>
                </a:cubicBezTo>
                <a:cubicBezTo>
                  <a:pt x="29" y="43"/>
                  <a:pt x="29" y="43"/>
                  <a:pt x="29" y="44"/>
                </a:cubicBezTo>
                <a:cubicBezTo>
                  <a:pt x="28" y="44"/>
                  <a:pt x="28" y="44"/>
                  <a:pt x="28" y="44"/>
                </a:cubicBezTo>
                <a:cubicBezTo>
                  <a:pt x="28" y="45"/>
                  <a:pt x="28" y="45"/>
                  <a:pt x="28" y="46"/>
                </a:cubicBezTo>
                <a:cubicBezTo>
                  <a:pt x="28" y="47"/>
                  <a:pt x="28" y="47"/>
                  <a:pt x="28" y="47"/>
                </a:cubicBezTo>
                <a:cubicBezTo>
                  <a:pt x="28" y="48"/>
                  <a:pt x="28" y="48"/>
                  <a:pt x="28" y="49"/>
                </a:cubicBezTo>
                <a:cubicBezTo>
                  <a:pt x="28" y="49"/>
                  <a:pt x="28" y="49"/>
                  <a:pt x="29" y="49"/>
                </a:cubicBezTo>
                <a:cubicBezTo>
                  <a:pt x="29" y="50"/>
                  <a:pt x="29" y="50"/>
                  <a:pt x="29" y="50"/>
                </a:cubicBezTo>
                <a:cubicBezTo>
                  <a:pt x="30" y="50"/>
                  <a:pt x="30" y="50"/>
                  <a:pt x="30" y="50"/>
                </a:cubicBezTo>
                <a:cubicBezTo>
                  <a:pt x="31" y="50"/>
                  <a:pt x="31" y="50"/>
                  <a:pt x="31" y="50"/>
                </a:cubicBezTo>
                <a:cubicBezTo>
                  <a:pt x="32" y="50"/>
                  <a:pt x="32" y="50"/>
                  <a:pt x="32" y="49"/>
                </a:cubicBezTo>
                <a:cubicBezTo>
                  <a:pt x="32" y="49"/>
                  <a:pt x="32" y="49"/>
                  <a:pt x="32" y="49"/>
                </a:cubicBezTo>
                <a:cubicBezTo>
                  <a:pt x="32" y="49"/>
                  <a:pt x="32" y="48"/>
                  <a:pt x="32" y="48"/>
                </a:cubicBezTo>
                <a:cubicBezTo>
                  <a:pt x="32" y="47"/>
                  <a:pt x="32" y="47"/>
                  <a:pt x="32" y="47"/>
                </a:cubicBezTo>
                <a:cubicBezTo>
                  <a:pt x="32" y="47"/>
                  <a:pt x="32" y="46"/>
                  <a:pt x="32" y="46"/>
                </a:cubicBezTo>
                <a:cubicBezTo>
                  <a:pt x="32" y="46"/>
                  <a:pt x="32" y="46"/>
                  <a:pt x="32" y="46"/>
                </a:cubicBezTo>
                <a:cubicBezTo>
                  <a:pt x="32" y="45"/>
                  <a:pt x="31" y="45"/>
                  <a:pt x="31" y="45"/>
                </a:cubicBezTo>
                <a:cubicBezTo>
                  <a:pt x="31" y="45"/>
                  <a:pt x="31" y="45"/>
                  <a:pt x="30" y="45"/>
                </a:cubicBezTo>
                <a:cubicBezTo>
                  <a:pt x="30" y="46"/>
                  <a:pt x="30" y="46"/>
                  <a:pt x="30" y="46"/>
                </a:cubicBezTo>
                <a:cubicBezTo>
                  <a:pt x="30" y="45"/>
                  <a:pt x="30" y="45"/>
                  <a:pt x="30" y="45"/>
                </a:cubicBezTo>
                <a:cubicBezTo>
                  <a:pt x="30" y="44"/>
                  <a:pt x="30" y="44"/>
                  <a:pt x="30" y="44"/>
                </a:cubicBezTo>
                <a:cubicBezTo>
                  <a:pt x="30" y="44"/>
                  <a:pt x="30" y="44"/>
                  <a:pt x="30" y="44"/>
                </a:cubicBezTo>
                <a:cubicBezTo>
                  <a:pt x="30" y="44"/>
                  <a:pt x="30" y="44"/>
                  <a:pt x="30" y="44"/>
                </a:cubicBezTo>
                <a:cubicBezTo>
                  <a:pt x="30" y="44"/>
                  <a:pt x="31" y="44"/>
                  <a:pt x="31" y="44"/>
                </a:cubicBezTo>
                <a:cubicBezTo>
                  <a:pt x="31" y="44"/>
                  <a:pt x="31" y="44"/>
                  <a:pt x="31" y="44"/>
                </a:cubicBezTo>
                <a:cubicBezTo>
                  <a:pt x="31" y="44"/>
                  <a:pt x="31" y="45"/>
                  <a:pt x="31" y="45"/>
                </a:cubicBezTo>
                <a:cubicBezTo>
                  <a:pt x="32" y="45"/>
                  <a:pt x="32" y="45"/>
                  <a:pt x="32" y="45"/>
                </a:cubicBezTo>
                <a:close/>
                <a:moveTo>
                  <a:pt x="31" y="47"/>
                </a:moveTo>
                <a:cubicBezTo>
                  <a:pt x="31" y="47"/>
                  <a:pt x="31" y="47"/>
                  <a:pt x="31" y="47"/>
                </a:cubicBezTo>
                <a:cubicBezTo>
                  <a:pt x="31" y="46"/>
                  <a:pt x="30" y="46"/>
                  <a:pt x="30" y="46"/>
                </a:cubicBezTo>
                <a:cubicBezTo>
                  <a:pt x="30" y="46"/>
                  <a:pt x="30" y="46"/>
                  <a:pt x="30" y="47"/>
                </a:cubicBezTo>
                <a:cubicBezTo>
                  <a:pt x="30" y="47"/>
                  <a:pt x="30" y="47"/>
                  <a:pt x="30" y="47"/>
                </a:cubicBezTo>
                <a:cubicBezTo>
                  <a:pt x="30" y="48"/>
                  <a:pt x="30" y="48"/>
                  <a:pt x="30" y="48"/>
                </a:cubicBezTo>
                <a:cubicBezTo>
                  <a:pt x="30" y="49"/>
                  <a:pt x="30" y="49"/>
                  <a:pt x="30" y="49"/>
                </a:cubicBezTo>
                <a:cubicBezTo>
                  <a:pt x="30" y="49"/>
                  <a:pt x="30" y="49"/>
                  <a:pt x="30" y="49"/>
                </a:cubicBezTo>
                <a:cubicBezTo>
                  <a:pt x="30" y="49"/>
                  <a:pt x="30" y="49"/>
                  <a:pt x="31" y="49"/>
                </a:cubicBezTo>
                <a:cubicBezTo>
                  <a:pt x="31" y="49"/>
                  <a:pt x="31" y="49"/>
                  <a:pt x="31" y="48"/>
                </a:cubicBezTo>
                <a:cubicBezTo>
                  <a:pt x="31" y="47"/>
                  <a:pt x="31" y="47"/>
                  <a:pt x="31" y="47"/>
                </a:cubicBezTo>
                <a:close/>
                <a:moveTo>
                  <a:pt x="50" y="29"/>
                </a:moveTo>
                <a:cubicBezTo>
                  <a:pt x="50" y="29"/>
                  <a:pt x="50" y="29"/>
                  <a:pt x="51" y="29"/>
                </a:cubicBezTo>
                <a:cubicBezTo>
                  <a:pt x="51" y="29"/>
                  <a:pt x="51" y="28"/>
                  <a:pt x="51" y="28"/>
                </a:cubicBezTo>
                <a:cubicBezTo>
                  <a:pt x="51" y="27"/>
                  <a:pt x="51" y="27"/>
                  <a:pt x="50" y="27"/>
                </a:cubicBezTo>
                <a:cubicBezTo>
                  <a:pt x="50" y="26"/>
                  <a:pt x="49" y="26"/>
                  <a:pt x="49" y="26"/>
                </a:cubicBezTo>
                <a:cubicBezTo>
                  <a:pt x="48" y="26"/>
                  <a:pt x="47" y="26"/>
                  <a:pt x="47" y="26"/>
                </a:cubicBezTo>
                <a:cubicBezTo>
                  <a:pt x="47" y="27"/>
                  <a:pt x="47" y="27"/>
                  <a:pt x="47" y="28"/>
                </a:cubicBezTo>
                <a:cubicBezTo>
                  <a:pt x="47" y="28"/>
                  <a:pt x="47" y="28"/>
                  <a:pt x="47" y="28"/>
                </a:cubicBezTo>
                <a:cubicBezTo>
                  <a:pt x="48" y="28"/>
                  <a:pt x="48" y="28"/>
                  <a:pt x="48" y="28"/>
                </a:cubicBezTo>
                <a:cubicBezTo>
                  <a:pt x="48" y="28"/>
                  <a:pt x="48" y="28"/>
                  <a:pt x="48" y="28"/>
                </a:cubicBezTo>
                <a:cubicBezTo>
                  <a:pt x="48" y="28"/>
                  <a:pt x="48" y="27"/>
                  <a:pt x="48" y="27"/>
                </a:cubicBezTo>
                <a:cubicBezTo>
                  <a:pt x="48" y="27"/>
                  <a:pt x="49" y="27"/>
                  <a:pt x="49" y="27"/>
                </a:cubicBezTo>
                <a:cubicBezTo>
                  <a:pt x="49" y="27"/>
                  <a:pt x="49" y="27"/>
                  <a:pt x="49" y="27"/>
                </a:cubicBezTo>
                <a:cubicBezTo>
                  <a:pt x="49" y="27"/>
                  <a:pt x="49" y="28"/>
                  <a:pt x="49" y="28"/>
                </a:cubicBezTo>
                <a:cubicBezTo>
                  <a:pt x="49" y="28"/>
                  <a:pt x="49" y="28"/>
                  <a:pt x="49" y="28"/>
                </a:cubicBezTo>
                <a:cubicBezTo>
                  <a:pt x="49" y="28"/>
                  <a:pt x="49" y="29"/>
                  <a:pt x="49" y="29"/>
                </a:cubicBezTo>
                <a:cubicBezTo>
                  <a:pt x="49" y="29"/>
                  <a:pt x="49" y="29"/>
                  <a:pt x="49" y="29"/>
                </a:cubicBezTo>
                <a:cubicBezTo>
                  <a:pt x="49" y="29"/>
                  <a:pt x="48" y="29"/>
                  <a:pt x="48" y="29"/>
                </a:cubicBezTo>
                <a:cubicBezTo>
                  <a:pt x="48" y="30"/>
                  <a:pt x="48" y="30"/>
                  <a:pt x="48" y="30"/>
                </a:cubicBezTo>
                <a:cubicBezTo>
                  <a:pt x="48" y="30"/>
                  <a:pt x="48" y="30"/>
                  <a:pt x="49" y="30"/>
                </a:cubicBezTo>
                <a:cubicBezTo>
                  <a:pt x="49" y="30"/>
                  <a:pt x="49" y="30"/>
                  <a:pt x="49" y="30"/>
                </a:cubicBezTo>
                <a:cubicBezTo>
                  <a:pt x="49" y="30"/>
                  <a:pt x="49" y="31"/>
                  <a:pt x="49" y="31"/>
                </a:cubicBezTo>
                <a:cubicBezTo>
                  <a:pt x="49" y="31"/>
                  <a:pt x="49" y="31"/>
                  <a:pt x="49" y="31"/>
                </a:cubicBezTo>
                <a:cubicBezTo>
                  <a:pt x="49" y="32"/>
                  <a:pt x="49" y="32"/>
                  <a:pt x="49" y="32"/>
                </a:cubicBezTo>
                <a:cubicBezTo>
                  <a:pt x="49" y="32"/>
                  <a:pt x="49" y="32"/>
                  <a:pt x="49" y="32"/>
                </a:cubicBezTo>
                <a:cubicBezTo>
                  <a:pt x="49" y="32"/>
                  <a:pt x="48" y="32"/>
                  <a:pt x="48" y="32"/>
                </a:cubicBezTo>
                <a:cubicBezTo>
                  <a:pt x="48" y="32"/>
                  <a:pt x="48" y="32"/>
                  <a:pt x="48" y="32"/>
                </a:cubicBezTo>
                <a:cubicBezTo>
                  <a:pt x="48" y="30"/>
                  <a:pt x="48" y="30"/>
                  <a:pt x="48" y="30"/>
                </a:cubicBezTo>
                <a:cubicBezTo>
                  <a:pt x="47" y="30"/>
                  <a:pt x="47" y="30"/>
                  <a:pt x="47" y="30"/>
                </a:cubicBezTo>
                <a:cubicBezTo>
                  <a:pt x="47" y="31"/>
                  <a:pt x="47" y="31"/>
                  <a:pt x="47" y="31"/>
                </a:cubicBezTo>
                <a:cubicBezTo>
                  <a:pt x="47" y="32"/>
                  <a:pt x="47" y="32"/>
                  <a:pt x="47" y="32"/>
                </a:cubicBezTo>
                <a:cubicBezTo>
                  <a:pt x="47" y="33"/>
                  <a:pt x="47" y="33"/>
                  <a:pt x="47" y="33"/>
                </a:cubicBezTo>
                <a:cubicBezTo>
                  <a:pt x="48" y="33"/>
                  <a:pt x="48" y="33"/>
                  <a:pt x="49" y="33"/>
                </a:cubicBezTo>
                <a:cubicBezTo>
                  <a:pt x="49" y="33"/>
                  <a:pt x="50" y="33"/>
                  <a:pt x="50" y="33"/>
                </a:cubicBezTo>
                <a:cubicBezTo>
                  <a:pt x="50" y="33"/>
                  <a:pt x="50" y="33"/>
                  <a:pt x="51" y="32"/>
                </a:cubicBezTo>
                <a:cubicBezTo>
                  <a:pt x="51" y="32"/>
                  <a:pt x="51" y="32"/>
                  <a:pt x="51" y="31"/>
                </a:cubicBezTo>
                <a:cubicBezTo>
                  <a:pt x="51" y="30"/>
                  <a:pt x="51" y="30"/>
                  <a:pt x="51" y="30"/>
                </a:cubicBezTo>
                <a:cubicBezTo>
                  <a:pt x="50" y="29"/>
                  <a:pt x="50" y="29"/>
                  <a:pt x="50" y="29"/>
                </a:cubicBezTo>
                <a:close/>
                <a:moveTo>
                  <a:pt x="29" y="9"/>
                </a:moveTo>
                <a:cubicBezTo>
                  <a:pt x="28" y="9"/>
                  <a:pt x="28" y="9"/>
                  <a:pt x="28" y="9"/>
                </a:cubicBezTo>
                <a:cubicBezTo>
                  <a:pt x="28" y="9"/>
                  <a:pt x="27" y="10"/>
                  <a:pt x="26" y="10"/>
                </a:cubicBezTo>
                <a:cubicBezTo>
                  <a:pt x="26" y="11"/>
                  <a:pt x="26" y="11"/>
                  <a:pt x="26" y="11"/>
                </a:cubicBezTo>
                <a:cubicBezTo>
                  <a:pt x="26" y="11"/>
                  <a:pt x="26" y="11"/>
                  <a:pt x="26" y="11"/>
                </a:cubicBezTo>
                <a:cubicBezTo>
                  <a:pt x="27" y="11"/>
                  <a:pt x="27" y="11"/>
                  <a:pt x="27" y="11"/>
                </a:cubicBezTo>
                <a:cubicBezTo>
                  <a:pt x="27" y="11"/>
                  <a:pt x="27" y="11"/>
                  <a:pt x="27" y="11"/>
                </a:cubicBezTo>
                <a:cubicBezTo>
                  <a:pt x="27" y="11"/>
                  <a:pt x="27" y="12"/>
                  <a:pt x="27" y="12"/>
                </a:cubicBezTo>
                <a:cubicBezTo>
                  <a:pt x="27" y="16"/>
                  <a:pt x="27" y="16"/>
                  <a:pt x="27" y="16"/>
                </a:cubicBezTo>
                <a:cubicBezTo>
                  <a:pt x="29" y="16"/>
                  <a:pt x="29" y="16"/>
                  <a:pt x="29" y="16"/>
                </a:cubicBezTo>
                <a:cubicBezTo>
                  <a:pt x="29" y="9"/>
                  <a:pt x="29" y="9"/>
                  <a:pt x="29" y="9"/>
                </a:cubicBezTo>
                <a:close/>
                <a:moveTo>
                  <a:pt x="34" y="15"/>
                </a:moveTo>
                <a:cubicBezTo>
                  <a:pt x="32" y="15"/>
                  <a:pt x="32" y="15"/>
                  <a:pt x="32" y="15"/>
                </a:cubicBezTo>
                <a:cubicBezTo>
                  <a:pt x="33" y="13"/>
                  <a:pt x="33" y="12"/>
                  <a:pt x="33" y="12"/>
                </a:cubicBezTo>
                <a:cubicBezTo>
                  <a:pt x="34" y="11"/>
                  <a:pt x="34" y="11"/>
                  <a:pt x="34" y="11"/>
                </a:cubicBezTo>
                <a:cubicBezTo>
                  <a:pt x="34" y="10"/>
                  <a:pt x="34" y="10"/>
                  <a:pt x="33" y="9"/>
                </a:cubicBezTo>
                <a:cubicBezTo>
                  <a:pt x="33" y="9"/>
                  <a:pt x="32" y="9"/>
                  <a:pt x="32" y="9"/>
                </a:cubicBezTo>
                <a:cubicBezTo>
                  <a:pt x="31" y="9"/>
                  <a:pt x="31" y="9"/>
                  <a:pt x="31" y="9"/>
                </a:cubicBezTo>
                <a:cubicBezTo>
                  <a:pt x="30" y="9"/>
                  <a:pt x="30" y="9"/>
                  <a:pt x="30" y="9"/>
                </a:cubicBezTo>
                <a:cubicBezTo>
                  <a:pt x="30" y="10"/>
                  <a:pt x="30" y="10"/>
                  <a:pt x="30" y="10"/>
                </a:cubicBezTo>
                <a:cubicBezTo>
                  <a:pt x="30" y="10"/>
                  <a:pt x="30" y="11"/>
                  <a:pt x="30" y="11"/>
                </a:cubicBezTo>
                <a:cubicBezTo>
                  <a:pt x="30" y="11"/>
                  <a:pt x="30" y="11"/>
                  <a:pt x="30" y="11"/>
                </a:cubicBezTo>
                <a:cubicBezTo>
                  <a:pt x="31" y="11"/>
                  <a:pt x="31" y="11"/>
                  <a:pt x="31" y="11"/>
                </a:cubicBezTo>
                <a:cubicBezTo>
                  <a:pt x="31" y="11"/>
                  <a:pt x="31" y="11"/>
                  <a:pt x="31" y="11"/>
                </a:cubicBezTo>
                <a:cubicBezTo>
                  <a:pt x="31" y="10"/>
                  <a:pt x="31" y="10"/>
                  <a:pt x="31" y="10"/>
                </a:cubicBezTo>
                <a:cubicBezTo>
                  <a:pt x="31" y="10"/>
                  <a:pt x="32" y="10"/>
                  <a:pt x="32" y="10"/>
                </a:cubicBezTo>
                <a:cubicBezTo>
                  <a:pt x="32" y="10"/>
                  <a:pt x="32" y="10"/>
                  <a:pt x="32" y="10"/>
                </a:cubicBezTo>
                <a:cubicBezTo>
                  <a:pt x="32" y="10"/>
                  <a:pt x="32" y="10"/>
                  <a:pt x="32" y="10"/>
                </a:cubicBezTo>
                <a:cubicBezTo>
                  <a:pt x="32" y="11"/>
                  <a:pt x="32" y="11"/>
                  <a:pt x="32" y="11"/>
                </a:cubicBezTo>
                <a:cubicBezTo>
                  <a:pt x="32" y="12"/>
                  <a:pt x="31" y="13"/>
                  <a:pt x="30" y="15"/>
                </a:cubicBezTo>
                <a:cubicBezTo>
                  <a:pt x="30" y="16"/>
                  <a:pt x="30" y="16"/>
                  <a:pt x="30" y="16"/>
                </a:cubicBezTo>
                <a:cubicBezTo>
                  <a:pt x="34" y="16"/>
                  <a:pt x="34" y="16"/>
                  <a:pt x="34" y="16"/>
                </a:cubicBezTo>
                <a:cubicBezTo>
                  <a:pt x="34" y="15"/>
                  <a:pt x="34" y="15"/>
                  <a:pt x="34" y="15"/>
                </a:cubicBezTo>
                <a:close/>
                <a:moveTo>
                  <a:pt x="16" y="9"/>
                </a:moveTo>
                <a:cubicBezTo>
                  <a:pt x="16" y="9"/>
                  <a:pt x="16" y="9"/>
                  <a:pt x="16" y="9"/>
                </a:cubicBezTo>
                <a:cubicBezTo>
                  <a:pt x="16" y="10"/>
                  <a:pt x="16" y="10"/>
                  <a:pt x="16" y="10"/>
                </a:cubicBezTo>
                <a:cubicBezTo>
                  <a:pt x="15" y="9"/>
                  <a:pt x="15" y="9"/>
                  <a:pt x="15" y="9"/>
                </a:cubicBezTo>
                <a:cubicBezTo>
                  <a:pt x="15" y="9"/>
                  <a:pt x="14" y="10"/>
                  <a:pt x="14" y="10"/>
                </a:cubicBezTo>
                <a:cubicBezTo>
                  <a:pt x="15" y="11"/>
                  <a:pt x="15" y="11"/>
                  <a:pt x="15" y="11"/>
                </a:cubicBezTo>
                <a:cubicBezTo>
                  <a:pt x="14" y="11"/>
                  <a:pt x="14" y="11"/>
                  <a:pt x="14" y="11"/>
                </a:cubicBezTo>
                <a:cubicBezTo>
                  <a:pt x="13" y="10"/>
                  <a:pt x="13" y="10"/>
                  <a:pt x="13" y="10"/>
                </a:cubicBezTo>
                <a:cubicBezTo>
                  <a:pt x="13" y="11"/>
                  <a:pt x="13" y="11"/>
                  <a:pt x="12" y="11"/>
                </a:cubicBezTo>
                <a:cubicBezTo>
                  <a:pt x="13" y="12"/>
                  <a:pt x="13" y="12"/>
                  <a:pt x="13" y="12"/>
                </a:cubicBezTo>
                <a:cubicBezTo>
                  <a:pt x="12" y="13"/>
                  <a:pt x="12" y="13"/>
                  <a:pt x="12" y="13"/>
                </a:cubicBezTo>
                <a:cubicBezTo>
                  <a:pt x="12" y="12"/>
                  <a:pt x="12" y="12"/>
                  <a:pt x="12" y="12"/>
                </a:cubicBezTo>
                <a:cubicBezTo>
                  <a:pt x="11" y="12"/>
                  <a:pt x="11" y="12"/>
                  <a:pt x="11" y="13"/>
                </a:cubicBezTo>
                <a:cubicBezTo>
                  <a:pt x="12" y="13"/>
                  <a:pt x="12" y="13"/>
                  <a:pt x="12" y="13"/>
                </a:cubicBezTo>
                <a:cubicBezTo>
                  <a:pt x="11" y="14"/>
                  <a:pt x="11" y="14"/>
                  <a:pt x="11" y="14"/>
                </a:cubicBezTo>
                <a:cubicBezTo>
                  <a:pt x="10" y="13"/>
                  <a:pt x="10" y="13"/>
                  <a:pt x="10" y="13"/>
                </a:cubicBezTo>
                <a:cubicBezTo>
                  <a:pt x="10" y="14"/>
                  <a:pt x="10" y="14"/>
                  <a:pt x="10" y="14"/>
                </a:cubicBezTo>
                <a:cubicBezTo>
                  <a:pt x="10" y="15"/>
                  <a:pt x="10" y="15"/>
                  <a:pt x="10" y="15"/>
                </a:cubicBezTo>
                <a:cubicBezTo>
                  <a:pt x="10" y="16"/>
                  <a:pt x="10" y="16"/>
                  <a:pt x="10" y="16"/>
                </a:cubicBezTo>
                <a:cubicBezTo>
                  <a:pt x="9" y="15"/>
                  <a:pt x="9" y="15"/>
                  <a:pt x="9" y="15"/>
                </a:cubicBezTo>
                <a:cubicBezTo>
                  <a:pt x="9" y="15"/>
                  <a:pt x="9" y="16"/>
                  <a:pt x="8" y="16"/>
                </a:cubicBezTo>
                <a:cubicBezTo>
                  <a:pt x="12" y="18"/>
                  <a:pt x="12" y="18"/>
                  <a:pt x="12" y="18"/>
                </a:cubicBezTo>
                <a:cubicBezTo>
                  <a:pt x="11" y="20"/>
                  <a:pt x="11" y="20"/>
                  <a:pt x="11" y="20"/>
                </a:cubicBezTo>
                <a:cubicBezTo>
                  <a:pt x="7" y="18"/>
                  <a:pt x="7" y="18"/>
                  <a:pt x="7" y="18"/>
                </a:cubicBezTo>
                <a:cubicBezTo>
                  <a:pt x="7" y="18"/>
                  <a:pt x="7" y="18"/>
                  <a:pt x="7" y="19"/>
                </a:cubicBezTo>
                <a:cubicBezTo>
                  <a:pt x="8" y="19"/>
                  <a:pt x="8" y="19"/>
                  <a:pt x="8" y="19"/>
                </a:cubicBezTo>
                <a:cubicBezTo>
                  <a:pt x="8" y="20"/>
                  <a:pt x="8" y="20"/>
                  <a:pt x="8" y="20"/>
                </a:cubicBezTo>
                <a:cubicBezTo>
                  <a:pt x="7" y="19"/>
                  <a:pt x="7" y="19"/>
                  <a:pt x="7" y="19"/>
                </a:cubicBezTo>
                <a:cubicBezTo>
                  <a:pt x="6" y="20"/>
                  <a:pt x="6" y="20"/>
                  <a:pt x="6" y="21"/>
                </a:cubicBezTo>
                <a:cubicBezTo>
                  <a:pt x="7" y="21"/>
                  <a:pt x="7" y="21"/>
                  <a:pt x="7" y="21"/>
                </a:cubicBezTo>
                <a:cubicBezTo>
                  <a:pt x="7" y="22"/>
                  <a:pt x="7" y="22"/>
                  <a:pt x="7" y="22"/>
                </a:cubicBezTo>
                <a:cubicBezTo>
                  <a:pt x="6" y="21"/>
                  <a:pt x="6" y="21"/>
                  <a:pt x="6" y="21"/>
                </a:cubicBezTo>
                <a:cubicBezTo>
                  <a:pt x="6" y="22"/>
                  <a:pt x="6" y="22"/>
                  <a:pt x="5" y="23"/>
                </a:cubicBezTo>
                <a:cubicBezTo>
                  <a:pt x="7" y="23"/>
                  <a:pt x="7" y="23"/>
                  <a:pt x="7" y="23"/>
                </a:cubicBezTo>
                <a:cubicBezTo>
                  <a:pt x="6" y="24"/>
                  <a:pt x="6" y="24"/>
                  <a:pt x="6" y="24"/>
                </a:cubicBezTo>
                <a:cubicBezTo>
                  <a:pt x="5" y="23"/>
                  <a:pt x="5" y="23"/>
                  <a:pt x="5" y="23"/>
                </a:cubicBezTo>
                <a:cubicBezTo>
                  <a:pt x="5" y="24"/>
                  <a:pt x="5" y="24"/>
                  <a:pt x="5" y="25"/>
                </a:cubicBezTo>
                <a:cubicBezTo>
                  <a:pt x="6" y="25"/>
                  <a:pt x="6" y="25"/>
                  <a:pt x="6" y="25"/>
                </a:cubicBezTo>
                <a:cubicBezTo>
                  <a:pt x="6" y="26"/>
                  <a:pt x="6" y="26"/>
                  <a:pt x="6" y="26"/>
                </a:cubicBezTo>
                <a:cubicBezTo>
                  <a:pt x="5" y="25"/>
                  <a:pt x="5" y="25"/>
                  <a:pt x="5" y="25"/>
                </a:cubicBezTo>
                <a:cubicBezTo>
                  <a:pt x="5" y="26"/>
                  <a:pt x="5" y="26"/>
                  <a:pt x="5" y="27"/>
                </a:cubicBezTo>
                <a:cubicBezTo>
                  <a:pt x="6" y="27"/>
                  <a:pt x="6" y="27"/>
                  <a:pt x="6" y="27"/>
                </a:cubicBezTo>
                <a:cubicBezTo>
                  <a:pt x="6" y="28"/>
                  <a:pt x="6" y="28"/>
                  <a:pt x="6" y="28"/>
                </a:cubicBezTo>
                <a:cubicBezTo>
                  <a:pt x="5" y="28"/>
                  <a:pt x="5" y="28"/>
                  <a:pt x="5" y="28"/>
                </a:cubicBezTo>
                <a:cubicBezTo>
                  <a:pt x="5" y="28"/>
                  <a:pt x="5" y="28"/>
                  <a:pt x="4" y="29"/>
                </a:cubicBezTo>
                <a:cubicBezTo>
                  <a:pt x="9" y="29"/>
                  <a:pt x="9" y="29"/>
                  <a:pt x="9" y="29"/>
                </a:cubicBezTo>
                <a:cubicBezTo>
                  <a:pt x="9" y="31"/>
                  <a:pt x="9" y="31"/>
                  <a:pt x="9" y="31"/>
                </a:cubicBezTo>
                <a:cubicBezTo>
                  <a:pt x="4" y="31"/>
                  <a:pt x="4" y="31"/>
                  <a:pt x="4" y="31"/>
                </a:cubicBezTo>
                <a:cubicBezTo>
                  <a:pt x="5" y="31"/>
                  <a:pt x="5" y="31"/>
                  <a:pt x="5" y="32"/>
                </a:cubicBezTo>
                <a:cubicBezTo>
                  <a:pt x="6" y="32"/>
                  <a:pt x="6" y="32"/>
                  <a:pt x="6" y="32"/>
                </a:cubicBezTo>
                <a:cubicBezTo>
                  <a:pt x="6" y="33"/>
                  <a:pt x="6" y="33"/>
                  <a:pt x="6" y="33"/>
                </a:cubicBezTo>
                <a:cubicBezTo>
                  <a:pt x="5" y="33"/>
                  <a:pt x="5" y="33"/>
                  <a:pt x="5" y="33"/>
                </a:cubicBezTo>
                <a:cubicBezTo>
                  <a:pt x="5" y="33"/>
                  <a:pt x="5" y="33"/>
                  <a:pt x="5" y="34"/>
                </a:cubicBezTo>
                <a:cubicBezTo>
                  <a:pt x="6" y="34"/>
                  <a:pt x="6" y="34"/>
                  <a:pt x="6" y="34"/>
                </a:cubicBezTo>
                <a:cubicBezTo>
                  <a:pt x="6" y="35"/>
                  <a:pt x="6" y="35"/>
                  <a:pt x="6" y="35"/>
                </a:cubicBezTo>
                <a:cubicBezTo>
                  <a:pt x="5" y="35"/>
                  <a:pt x="5" y="35"/>
                  <a:pt x="5" y="35"/>
                </a:cubicBezTo>
                <a:cubicBezTo>
                  <a:pt x="5" y="35"/>
                  <a:pt x="5" y="36"/>
                  <a:pt x="5" y="36"/>
                </a:cubicBezTo>
                <a:cubicBezTo>
                  <a:pt x="6" y="36"/>
                  <a:pt x="6" y="36"/>
                  <a:pt x="6" y="36"/>
                </a:cubicBezTo>
                <a:cubicBezTo>
                  <a:pt x="7" y="37"/>
                  <a:pt x="7" y="37"/>
                  <a:pt x="7" y="37"/>
                </a:cubicBezTo>
                <a:cubicBezTo>
                  <a:pt x="6" y="37"/>
                  <a:pt x="6" y="37"/>
                  <a:pt x="6" y="37"/>
                </a:cubicBezTo>
                <a:cubicBezTo>
                  <a:pt x="6" y="37"/>
                  <a:pt x="6" y="38"/>
                  <a:pt x="6" y="38"/>
                </a:cubicBezTo>
                <a:cubicBezTo>
                  <a:pt x="7" y="38"/>
                  <a:pt x="7" y="38"/>
                  <a:pt x="7" y="38"/>
                </a:cubicBezTo>
                <a:cubicBezTo>
                  <a:pt x="7" y="38"/>
                  <a:pt x="7" y="38"/>
                  <a:pt x="7" y="38"/>
                </a:cubicBezTo>
                <a:cubicBezTo>
                  <a:pt x="6" y="39"/>
                  <a:pt x="6" y="39"/>
                  <a:pt x="6" y="39"/>
                </a:cubicBezTo>
                <a:cubicBezTo>
                  <a:pt x="6" y="39"/>
                  <a:pt x="6" y="40"/>
                  <a:pt x="7" y="40"/>
                </a:cubicBezTo>
                <a:cubicBezTo>
                  <a:pt x="8" y="39"/>
                  <a:pt x="8" y="39"/>
                  <a:pt x="8" y="39"/>
                </a:cubicBezTo>
                <a:cubicBezTo>
                  <a:pt x="8" y="40"/>
                  <a:pt x="8" y="40"/>
                  <a:pt x="8" y="40"/>
                </a:cubicBezTo>
                <a:cubicBezTo>
                  <a:pt x="7" y="41"/>
                  <a:pt x="7" y="41"/>
                  <a:pt x="7" y="41"/>
                </a:cubicBezTo>
                <a:cubicBezTo>
                  <a:pt x="7" y="41"/>
                  <a:pt x="7" y="41"/>
                  <a:pt x="7" y="42"/>
                </a:cubicBezTo>
                <a:cubicBezTo>
                  <a:pt x="11" y="40"/>
                  <a:pt x="11" y="40"/>
                  <a:pt x="11" y="40"/>
                </a:cubicBezTo>
                <a:cubicBezTo>
                  <a:pt x="12" y="41"/>
                  <a:pt x="12" y="41"/>
                  <a:pt x="12" y="41"/>
                </a:cubicBezTo>
                <a:cubicBezTo>
                  <a:pt x="8" y="43"/>
                  <a:pt x="8" y="43"/>
                  <a:pt x="8" y="43"/>
                </a:cubicBezTo>
                <a:cubicBezTo>
                  <a:pt x="9" y="44"/>
                  <a:pt x="9" y="44"/>
                  <a:pt x="9" y="44"/>
                </a:cubicBezTo>
                <a:cubicBezTo>
                  <a:pt x="10" y="44"/>
                  <a:pt x="10" y="44"/>
                  <a:pt x="10" y="44"/>
                </a:cubicBezTo>
                <a:cubicBezTo>
                  <a:pt x="10" y="44"/>
                  <a:pt x="10" y="44"/>
                  <a:pt x="10" y="44"/>
                </a:cubicBezTo>
                <a:cubicBezTo>
                  <a:pt x="10" y="45"/>
                  <a:pt x="10" y="45"/>
                  <a:pt x="10" y="45"/>
                </a:cubicBezTo>
                <a:cubicBezTo>
                  <a:pt x="10" y="45"/>
                  <a:pt x="10" y="46"/>
                  <a:pt x="10" y="46"/>
                </a:cubicBezTo>
                <a:cubicBezTo>
                  <a:pt x="11" y="45"/>
                  <a:pt x="11" y="45"/>
                  <a:pt x="11" y="45"/>
                </a:cubicBezTo>
                <a:cubicBezTo>
                  <a:pt x="12" y="46"/>
                  <a:pt x="12" y="46"/>
                  <a:pt x="12" y="46"/>
                </a:cubicBezTo>
                <a:cubicBezTo>
                  <a:pt x="11" y="47"/>
                  <a:pt x="11" y="47"/>
                  <a:pt x="11" y="47"/>
                </a:cubicBezTo>
                <a:cubicBezTo>
                  <a:pt x="11" y="47"/>
                  <a:pt x="12" y="47"/>
                  <a:pt x="12" y="48"/>
                </a:cubicBezTo>
                <a:cubicBezTo>
                  <a:pt x="13" y="47"/>
                  <a:pt x="13" y="47"/>
                  <a:pt x="13" y="47"/>
                </a:cubicBezTo>
                <a:cubicBezTo>
                  <a:pt x="13" y="47"/>
                  <a:pt x="13" y="47"/>
                  <a:pt x="13" y="47"/>
                </a:cubicBezTo>
                <a:cubicBezTo>
                  <a:pt x="12" y="48"/>
                  <a:pt x="12" y="48"/>
                  <a:pt x="12" y="48"/>
                </a:cubicBezTo>
                <a:cubicBezTo>
                  <a:pt x="13" y="48"/>
                  <a:pt x="13" y="49"/>
                  <a:pt x="13" y="49"/>
                </a:cubicBezTo>
                <a:cubicBezTo>
                  <a:pt x="14" y="48"/>
                  <a:pt x="14" y="48"/>
                  <a:pt x="14" y="48"/>
                </a:cubicBezTo>
                <a:cubicBezTo>
                  <a:pt x="15" y="49"/>
                  <a:pt x="15" y="49"/>
                  <a:pt x="15" y="49"/>
                </a:cubicBezTo>
                <a:cubicBezTo>
                  <a:pt x="14" y="49"/>
                  <a:pt x="14" y="49"/>
                  <a:pt x="14" y="49"/>
                </a:cubicBezTo>
                <a:cubicBezTo>
                  <a:pt x="14" y="50"/>
                  <a:pt x="15" y="50"/>
                  <a:pt x="15" y="50"/>
                </a:cubicBezTo>
                <a:cubicBezTo>
                  <a:pt x="16" y="49"/>
                  <a:pt x="16" y="49"/>
                  <a:pt x="16" y="49"/>
                </a:cubicBezTo>
                <a:cubicBezTo>
                  <a:pt x="16" y="50"/>
                  <a:pt x="16" y="50"/>
                  <a:pt x="16" y="50"/>
                </a:cubicBezTo>
                <a:cubicBezTo>
                  <a:pt x="16" y="51"/>
                  <a:pt x="16" y="51"/>
                  <a:pt x="16" y="51"/>
                </a:cubicBezTo>
                <a:cubicBezTo>
                  <a:pt x="16" y="51"/>
                  <a:pt x="16" y="51"/>
                  <a:pt x="17" y="51"/>
                </a:cubicBezTo>
                <a:cubicBezTo>
                  <a:pt x="18" y="48"/>
                  <a:pt x="18" y="48"/>
                  <a:pt x="18" y="48"/>
                </a:cubicBezTo>
                <a:cubicBezTo>
                  <a:pt x="20" y="49"/>
                  <a:pt x="20" y="49"/>
                  <a:pt x="20" y="49"/>
                </a:cubicBezTo>
                <a:cubicBezTo>
                  <a:pt x="18" y="52"/>
                  <a:pt x="18" y="52"/>
                  <a:pt x="18" y="52"/>
                </a:cubicBezTo>
                <a:cubicBezTo>
                  <a:pt x="18" y="52"/>
                  <a:pt x="19" y="53"/>
                  <a:pt x="19" y="53"/>
                </a:cubicBezTo>
                <a:cubicBezTo>
                  <a:pt x="20" y="52"/>
                  <a:pt x="20" y="52"/>
                  <a:pt x="20" y="52"/>
                </a:cubicBezTo>
                <a:cubicBezTo>
                  <a:pt x="20" y="52"/>
                  <a:pt x="20" y="52"/>
                  <a:pt x="20" y="52"/>
                </a:cubicBezTo>
                <a:cubicBezTo>
                  <a:pt x="20" y="53"/>
                  <a:pt x="20" y="53"/>
                  <a:pt x="20" y="53"/>
                </a:cubicBezTo>
                <a:cubicBezTo>
                  <a:pt x="20" y="53"/>
                  <a:pt x="21" y="53"/>
                  <a:pt x="21" y="54"/>
                </a:cubicBezTo>
                <a:cubicBezTo>
                  <a:pt x="21" y="53"/>
                  <a:pt x="21" y="53"/>
                  <a:pt x="21" y="53"/>
                </a:cubicBezTo>
                <a:cubicBezTo>
                  <a:pt x="22" y="53"/>
                  <a:pt x="22" y="53"/>
                  <a:pt x="22" y="53"/>
                </a:cubicBezTo>
                <a:cubicBezTo>
                  <a:pt x="22" y="54"/>
                  <a:pt x="22" y="54"/>
                  <a:pt x="22" y="54"/>
                </a:cubicBezTo>
                <a:cubicBezTo>
                  <a:pt x="22" y="54"/>
                  <a:pt x="23" y="54"/>
                  <a:pt x="23" y="54"/>
                </a:cubicBezTo>
                <a:cubicBezTo>
                  <a:pt x="23" y="53"/>
                  <a:pt x="23" y="53"/>
                  <a:pt x="23" y="53"/>
                </a:cubicBezTo>
                <a:cubicBezTo>
                  <a:pt x="24" y="53"/>
                  <a:pt x="24" y="53"/>
                  <a:pt x="24" y="53"/>
                </a:cubicBezTo>
                <a:cubicBezTo>
                  <a:pt x="24" y="54"/>
                  <a:pt x="24" y="54"/>
                  <a:pt x="24" y="54"/>
                </a:cubicBezTo>
                <a:cubicBezTo>
                  <a:pt x="24" y="54"/>
                  <a:pt x="25" y="55"/>
                  <a:pt x="25" y="55"/>
                </a:cubicBezTo>
                <a:cubicBezTo>
                  <a:pt x="25" y="54"/>
                  <a:pt x="25" y="54"/>
                  <a:pt x="25" y="54"/>
                </a:cubicBezTo>
                <a:cubicBezTo>
                  <a:pt x="26" y="54"/>
                  <a:pt x="26" y="54"/>
                  <a:pt x="26" y="54"/>
                </a:cubicBezTo>
                <a:cubicBezTo>
                  <a:pt x="26" y="55"/>
                  <a:pt x="26" y="55"/>
                  <a:pt x="26" y="55"/>
                </a:cubicBezTo>
                <a:cubicBezTo>
                  <a:pt x="26" y="55"/>
                  <a:pt x="27" y="55"/>
                  <a:pt x="27" y="55"/>
                </a:cubicBezTo>
                <a:cubicBezTo>
                  <a:pt x="27" y="54"/>
                  <a:pt x="27" y="54"/>
                  <a:pt x="27" y="54"/>
                </a:cubicBezTo>
                <a:cubicBezTo>
                  <a:pt x="28" y="54"/>
                  <a:pt x="28" y="54"/>
                  <a:pt x="28" y="54"/>
                </a:cubicBezTo>
                <a:cubicBezTo>
                  <a:pt x="28" y="55"/>
                  <a:pt x="28" y="55"/>
                  <a:pt x="28" y="55"/>
                </a:cubicBezTo>
                <a:cubicBezTo>
                  <a:pt x="28" y="55"/>
                  <a:pt x="29" y="55"/>
                  <a:pt x="29" y="55"/>
                </a:cubicBezTo>
                <a:cubicBezTo>
                  <a:pt x="29" y="51"/>
                  <a:pt x="29" y="51"/>
                  <a:pt x="29" y="51"/>
                </a:cubicBezTo>
                <a:cubicBezTo>
                  <a:pt x="31" y="51"/>
                  <a:pt x="31" y="51"/>
                  <a:pt x="31" y="51"/>
                </a:cubicBezTo>
                <a:cubicBezTo>
                  <a:pt x="31" y="55"/>
                  <a:pt x="31" y="55"/>
                  <a:pt x="31" y="55"/>
                </a:cubicBezTo>
                <a:cubicBezTo>
                  <a:pt x="31" y="55"/>
                  <a:pt x="32" y="55"/>
                  <a:pt x="32" y="55"/>
                </a:cubicBezTo>
                <a:cubicBezTo>
                  <a:pt x="32" y="54"/>
                  <a:pt x="32" y="54"/>
                  <a:pt x="32" y="54"/>
                </a:cubicBezTo>
                <a:cubicBezTo>
                  <a:pt x="33" y="54"/>
                  <a:pt x="33" y="54"/>
                  <a:pt x="33" y="54"/>
                </a:cubicBezTo>
                <a:cubicBezTo>
                  <a:pt x="33" y="55"/>
                  <a:pt x="33" y="55"/>
                  <a:pt x="33" y="55"/>
                </a:cubicBezTo>
                <a:cubicBezTo>
                  <a:pt x="33" y="55"/>
                  <a:pt x="34" y="55"/>
                  <a:pt x="34" y="55"/>
                </a:cubicBezTo>
                <a:cubicBezTo>
                  <a:pt x="34" y="54"/>
                  <a:pt x="34" y="54"/>
                  <a:pt x="34" y="54"/>
                </a:cubicBezTo>
                <a:cubicBezTo>
                  <a:pt x="35" y="54"/>
                  <a:pt x="35" y="54"/>
                  <a:pt x="35" y="54"/>
                </a:cubicBezTo>
                <a:cubicBezTo>
                  <a:pt x="35" y="55"/>
                  <a:pt x="35" y="55"/>
                  <a:pt x="35" y="55"/>
                </a:cubicBezTo>
                <a:cubicBezTo>
                  <a:pt x="36" y="54"/>
                  <a:pt x="36" y="54"/>
                  <a:pt x="36" y="54"/>
                </a:cubicBezTo>
                <a:cubicBezTo>
                  <a:pt x="36" y="53"/>
                  <a:pt x="36" y="53"/>
                  <a:pt x="36" y="53"/>
                </a:cubicBezTo>
                <a:cubicBezTo>
                  <a:pt x="37" y="53"/>
                  <a:pt x="37" y="53"/>
                  <a:pt x="37" y="53"/>
                </a:cubicBezTo>
                <a:cubicBezTo>
                  <a:pt x="37" y="54"/>
                  <a:pt x="37" y="54"/>
                  <a:pt x="37" y="54"/>
                </a:cubicBezTo>
                <a:cubicBezTo>
                  <a:pt x="38" y="54"/>
                  <a:pt x="38" y="54"/>
                  <a:pt x="38" y="54"/>
                </a:cubicBezTo>
                <a:cubicBezTo>
                  <a:pt x="38" y="53"/>
                  <a:pt x="38" y="53"/>
                  <a:pt x="38" y="53"/>
                </a:cubicBezTo>
                <a:cubicBezTo>
                  <a:pt x="39" y="52"/>
                  <a:pt x="39" y="52"/>
                  <a:pt x="39" y="52"/>
                </a:cubicBezTo>
                <a:cubicBezTo>
                  <a:pt x="39" y="53"/>
                  <a:pt x="39" y="53"/>
                  <a:pt x="39" y="53"/>
                </a:cubicBezTo>
                <a:cubicBezTo>
                  <a:pt x="40" y="53"/>
                  <a:pt x="40" y="53"/>
                  <a:pt x="40" y="53"/>
                </a:cubicBezTo>
                <a:cubicBezTo>
                  <a:pt x="40" y="52"/>
                  <a:pt x="40" y="52"/>
                  <a:pt x="40" y="52"/>
                </a:cubicBezTo>
                <a:cubicBezTo>
                  <a:pt x="41" y="52"/>
                  <a:pt x="41" y="52"/>
                  <a:pt x="41" y="52"/>
                </a:cubicBezTo>
                <a:cubicBezTo>
                  <a:pt x="41" y="53"/>
                  <a:pt x="41" y="53"/>
                  <a:pt x="41" y="53"/>
                </a:cubicBezTo>
                <a:cubicBezTo>
                  <a:pt x="41" y="52"/>
                  <a:pt x="42" y="52"/>
                  <a:pt x="42" y="52"/>
                </a:cubicBezTo>
                <a:cubicBezTo>
                  <a:pt x="40" y="49"/>
                  <a:pt x="40" y="49"/>
                  <a:pt x="40" y="49"/>
                </a:cubicBezTo>
                <a:cubicBezTo>
                  <a:pt x="42" y="48"/>
                  <a:pt x="42" y="48"/>
                  <a:pt x="42" y="48"/>
                </a:cubicBezTo>
                <a:cubicBezTo>
                  <a:pt x="44" y="51"/>
                  <a:pt x="44" y="51"/>
                  <a:pt x="44" y="51"/>
                </a:cubicBezTo>
                <a:cubicBezTo>
                  <a:pt x="44" y="51"/>
                  <a:pt x="44" y="51"/>
                  <a:pt x="44" y="50"/>
                </a:cubicBezTo>
                <a:cubicBezTo>
                  <a:pt x="44" y="50"/>
                  <a:pt x="44" y="50"/>
                  <a:pt x="44" y="50"/>
                </a:cubicBezTo>
                <a:cubicBezTo>
                  <a:pt x="45" y="49"/>
                  <a:pt x="45" y="49"/>
                  <a:pt x="45" y="49"/>
                </a:cubicBezTo>
                <a:cubicBezTo>
                  <a:pt x="45" y="50"/>
                  <a:pt x="45" y="50"/>
                  <a:pt x="45" y="50"/>
                </a:cubicBezTo>
                <a:cubicBezTo>
                  <a:pt x="46" y="50"/>
                  <a:pt x="46" y="49"/>
                  <a:pt x="46" y="49"/>
                </a:cubicBezTo>
                <a:cubicBezTo>
                  <a:pt x="46" y="49"/>
                  <a:pt x="46" y="49"/>
                  <a:pt x="46" y="49"/>
                </a:cubicBezTo>
                <a:cubicBezTo>
                  <a:pt x="46" y="48"/>
                  <a:pt x="46" y="48"/>
                  <a:pt x="46" y="48"/>
                </a:cubicBezTo>
                <a:cubicBezTo>
                  <a:pt x="47" y="49"/>
                  <a:pt x="47" y="49"/>
                  <a:pt x="47" y="49"/>
                </a:cubicBezTo>
                <a:cubicBezTo>
                  <a:pt x="47" y="48"/>
                  <a:pt x="47" y="48"/>
                  <a:pt x="48" y="48"/>
                </a:cubicBezTo>
                <a:cubicBezTo>
                  <a:pt x="47" y="47"/>
                  <a:pt x="47" y="47"/>
                  <a:pt x="47" y="47"/>
                </a:cubicBezTo>
                <a:cubicBezTo>
                  <a:pt x="48" y="47"/>
                  <a:pt x="48" y="47"/>
                  <a:pt x="48" y="47"/>
                </a:cubicBezTo>
                <a:cubicBezTo>
                  <a:pt x="48" y="47"/>
                  <a:pt x="48" y="47"/>
                  <a:pt x="48" y="47"/>
                </a:cubicBezTo>
                <a:cubicBezTo>
                  <a:pt x="49" y="47"/>
                  <a:pt x="49" y="47"/>
                  <a:pt x="49" y="46"/>
                </a:cubicBezTo>
                <a:cubicBezTo>
                  <a:pt x="49" y="46"/>
                  <a:pt x="49" y="46"/>
                  <a:pt x="49" y="46"/>
                </a:cubicBezTo>
                <a:cubicBezTo>
                  <a:pt x="49" y="45"/>
                  <a:pt x="49" y="45"/>
                  <a:pt x="49" y="45"/>
                </a:cubicBezTo>
                <a:cubicBezTo>
                  <a:pt x="50" y="46"/>
                  <a:pt x="50" y="46"/>
                  <a:pt x="50" y="46"/>
                </a:cubicBezTo>
                <a:cubicBezTo>
                  <a:pt x="50" y="45"/>
                  <a:pt x="50" y="45"/>
                  <a:pt x="50" y="45"/>
                </a:cubicBezTo>
                <a:cubicBezTo>
                  <a:pt x="50" y="44"/>
                  <a:pt x="50" y="44"/>
                  <a:pt x="50" y="44"/>
                </a:cubicBezTo>
                <a:cubicBezTo>
                  <a:pt x="50" y="43"/>
                  <a:pt x="50" y="43"/>
                  <a:pt x="50" y="43"/>
                </a:cubicBezTo>
                <a:cubicBezTo>
                  <a:pt x="51" y="44"/>
                  <a:pt x="51" y="44"/>
                  <a:pt x="51" y="44"/>
                </a:cubicBezTo>
                <a:cubicBezTo>
                  <a:pt x="51" y="44"/>
                  <a:pt x="51" y="43"/>
                  <a:pt x="51" y="43"/>
                </a:cubicBezTo>
                <a:cubicBezTo>
                  <a:pt x="48" y="41"/>
                  <a:pt x="48" y="41"/>
                  <a:pt x="48" y="41"/>
                </a:cubicBezTo>
                <a:cubicBezTo>
                  <a:pt x="49" y="40"/>
                  <a:pt x="49" y="40"/>
                  <a:pt x="49" y="40"/>
                </a:cubicBezTo>
                <a:cubicBezTo>
                  <a:pt x="52" y="41"/>
                  <a:pt x="52" y="41"/>
                  <a:pt x="52" y="41"/>
                </a:cubicBezTo>
                <a:cubicBezTo>
                  <a:pt x="53" y="41"/>
                  <a:pt x="53" y="41"/>
                  <a:pt x="53" y="41"/>
                </a:cubicBezTo>
                <a:cubicBezTo>
                  <a:pt x="52" y="40"/>
                  <a:pt x="52" y="40"/>
                  <a:pt x="52" y="40"/>
                </a:cubicBezTo>
                <a:cubicBezTo>
                  <a:pt x="53" y="39"/>
                  <a:pt x="53" y="39"/>
                  <a:pt x="53" y="39"/>
                </a:cubicBezTo>
                <a:cubicBezTo>
                  <a:pt x="53" y="40"/>
                  <a:pt x="53" y="40"/>
                  <a:pt x="53" y="40"/>
                </a:cubicBezTo>
                <a:cubicBezTo>
                  <a:pt x="53" y="39"/>
                  <a:pt x="54" y="39"/>
                  <a:pt x="54" y="39"/>
                </a:cubicBezTo>
                <a:cubicBezTo>
                  <a:pt x="53" y="38"/>
                  <a:pt x="53" y="38"/>
                  <a:pt x="53" y="38"/>
                </a:cubicBezTo>
                <a:cubicBezTo>
                  <a:pt x="53" y="37"/>
                  <a:pt x="53" y="37"/>
                  <a:pt x="53" y="37"/>
                </a:cubicBezTo>
                <a:cubicBezTo>
                  <a:pt x="54" y="38"/>
                  <a:pt x="54" y="38"/>
                  <a:pt x="54" y="38"/>
                </a:cubicBezTo>
                <a:cubicBezTo>
                  <a:pt x="54" y="37"/>
                  <a:pt x="54" y="37"/>
                  <a:pt x="54" y="37"/>
                </a:cubicBezTo>
                <a:cubicBezTo>
                  <a:pt x="54" y="36"/>
                  <a:pt x="54" y="36"/>
                  <a:pt x="54" y="36"/>
                </a:cubicBezTo>
                <a:cubicBezTo>
                  <a:pt x="54" y="35"/>
                  <a:pt x="54" y="35"/>
                  <a:pt x="54" y="35"/>
                </a:cubicBezTo>
                <a:cubicBezTo>
                  <a:pt x="55" y="36"/>
                  <a:pt x="55" y="36"/>
                  <a:pt x="55" y="36"/>
                </a:cubicBezTo>
                <a:cubicBezTo>
                  <a:pt x="55" y="35"/>
                  <a:pt x="55" y="35"/>
                  <a:pt x="55" y="35"/>
                </a:cubicBezTo>
                <a:cubicBezTo>
                  <a:pt x="54" y="34"/>
                  <a:pt x="54" y="34"/>
                  <a:pt x="54" y="34"/>
                </a:cubicBezTo>
                <a:cubicBezTo>
                  <a:pt x="54" y="34"/>
                  <a:pt x="54" y="34"/>
                  <a:pt x="54" y="34"/>
                </a:cubicBezTo>
                <a:cubicBezTo>
                  <a:pt x="55" y="34"/>
                  <a:pt x="55" y="34"/>
                  <a:pt x="55" y="34"/>
                </a:cubicBezTo>
                <a:cubicBezTo>
                  <a:pt x="55" y="33"/>
                  <a:pt x="55" y="33"/>
                  <a:pt x="55" y="32"/>
                </a:cubicBezTo>
                <a:cubicBezTo>
                  <a:pt x="54" y="32"/>
                  <a:pt x="54" y="32"/>
                  <a:pt x="54" y="32"/>
                </a:cubicBezTo>
                <a:cubicBezTo>
                  <a:pt x="54" y="32"/>
                  <a:pt x="54" y="32"/>
                  <a:pt x="54" y="32"/>
                </a:cubicBezTo>
                <a:cubicBezTo>
                  <a:pt x="55" y="32"/>
                  <a:pt x="55" y="32"/>
                  <a:pt x="55" y="32"/>
                </a:cubicBezTo>
                <a:cubicBezTo>
                  <a:pt x="55" y="31"/>
                  <a:pt x="55" y="31"/>
                  <a:pt x="55" y="31"/>
                </a:cubicBezTo>
                <a:cubicBezTo>
                  <a:pt x="52" y="31"/>
                  <a:pt x="52" y="31"/>
                  <a:pt x="52" y="31"/>
                </a:cubicBezTo>
                <a:cubicBezTo>
                  <a:pt x="52" y="29"/>
                  <a:pt x="52" y="29"/>
                  <a:pt x="52" y="29"/>
                </a:cubicBezTo>
                <a:cubicBezTo>
                  <a:pt x="55" y="29"/>
                  <a:pt x="55" y="29"/>
                  <a:pt x="55" y="29"/>
                </a:cubicBezTo>
                <a:cubicBezTo>
                  <a:pt x="55" y="28"/>
                  <a:pt x="55" y="28"/>
                  <a:pt x="55" y="28"/>
                </a:cubicBezTo>
                <a:cubicBezTo>
                  <a:pt x="54" y="28"/>
                  <a:pt x="54" y="28"/>
                  <a:pt x="54" y="28"/>
                </a:cubicBezTo>
                <a:cubicBezTo>
                  <a:pt x="54" y="27"/>
                  <a:pt x="54" y="27"/>
                  <a:pt x="54" y="27"/>
                </a:cubicBezTo>
                <a:cubicBezTo>
                  <a:pt x="55" y="27"/>
                  <a:pt x="55" y="27"/>
                  <a:pt x="55" y="27"/>
                </a:cubicBezTo>
                <a:cubicBezTo>
                  <a:pt x="55" y="26"/>
                  <a:pt x="55" y="26"/>
                  <a:pt x="55" y="26"/>
                </a:cubicBezTo>
                <a:cubicBezTo>
                  <a:pt x="54" y="26"/>
                  <a:pt x="54" y="26"/>
                  <a:pt x="54" y="26"/>
                </a:cubicBezTo>
                <a:cubicBezTo>
                  <a:pt x="54" y="25"/>
                  <a:pt x="54" y="25"/>
                  <a:pt x="54" y="25"/>
                </a:cubicBezTo>
                <a:cubicBezTo>
                  <a:pt x="55" y="25"/>
                  <a:pt x="55" y="25"/>
                  <a:pt x="55" y="25"/>
                </a:cubicBezTo>
                <a:cubicBezTo>
                  <a:pt x="55" y="24"/>
                  <a:pt x="55" y="24"/>
                  <a:pt x="55" y="23"/>
                </a:cubicBezTo>
                <a:cubicBezTo>
                  <a:pt x="54" y="24"/>
                  <a:pt x="54" y="24"/>
                  <a:pt x="54" y="24"/>
                </a:cubicBezTo>
                <a:cubicBezTo>
                  <a:pt x="54" y="23"/>
                  <a:pt x="54" y="23"/>
                  <a:pt x="54" y="23"/>
                </a:cubicBezTo>
                <a:cubicBezTo>
                  <a:pt x="54" y="23"/>
                  <a:pt x="54" y="23"/>
                  <a:pt x="54" y="23"/>
                </a:cubicBezTo>
                <a:cubicBezTo>
                  <a:pt x="54" y="22"/>
                  <a:pt x="54" y="22"/>
                  <a:pt x="54" y="22"/>
                </a:cubicBezTo>
                <a:cubicBezTo>
                  <a:pt x="53" y="22"/>
                  <a:pt x="53" y="22"/>
                  <a:pt x="53" y="22"/>
                </a:cubicBezTo>
                <a:cubicBezTo>
                  <a:pt x="53" y="21"/>
                  <a:pt x="53" y="21"/>
                  <a:pt x="53" y="21"/>
                </a:cubicBezTo>
                <a:cubicBezTo>
                  <a:pt x="54" y="21"/>
                  <a:pt x="54" y="21"/>
                  <a:pt x="54" y="21"/>
                </a:cubicBezTo>
                <a:cubicBezTo>
                  <a:pt x="54" y="20"/>
                  <a:pt x="53" y="20"/>
                  <a:pt x="53" y="20"/>
                </a:cubicBezTo>
                <a:cubicBezTo>
                  <a:pt x="53" y="20"/>
                  <a:pt x="53" y="20"/>
                  <a:pt x="53" y="20"/>
                </a:cubicBezTo>
                <a:cubicBezTo>
                  <a:pt x="52" y="19"/>
                  <a:pt x="52" y="19"/>
                  <a:pt x="52" y="19"/>
                </a:cubicBezTo>
                <a:cubicBezTo>
                  <a:pt x="53" y="19"/>
                  <a:pt x="53" y="19"/>
                  <a:pt x="53" y="19"/>
                </a:cubicBezTo>
                <a:cubicBezTo>
                  <a:pt x="53" y="18"/>
                  <a:pt x="53" y="18"/>
                  <a:pt x="52" y="18"/>
                </a:cubicBezTo>
                <a:cubicBezTo>
                  <a:pt x="49" y="20"/>
                  <a:pt x="49" y="20"/>
                  <a:pt x="49" y="20"/>
                </a:cubicBezTo>
                <a:cubicBezTo>
                  <a:pt x="48" y="18"/>
                  <a:pt x="48" y="18"/>
                  <a:pt x="48" y="18"/>
                </a:cubicBezTo>
                <a:cubicBezTo>
                  <a:pt x="51" y="16"/>
                  <a:pt x="51" y="16"/>
                  <a:pt x="51" y="16"/>
                </a:cubicBezTo>
                <a:cubicBezTo>
                  <a:pt x="51" y="16"/>
                  <a:pt x="51" y="16"/>
                  <a:pt x="51" y="15"/>
                </a:cubicBezTo>
                <a:cubicBezTo>
                  <a:pt x="50" y="16"/>
                  <a:pt x="50" y="16"/>
                  <a:pt x="50" y="16"/>
                </a:cubicBezTo>
                <a:cubicBezTo>
                  <a:pt x="50" y="15"/>
                  <a:pt x="50" y="15"/>
                  <a:pt x="50" y="15"/>
                </a:cubicBezTo>
                <a:cubicBezTo>
                  <a:pt x="50" y="15"/>
                  <a:pt x="50" y="15"/>
                  <a:pt x="50" y="15"/>
                </a:cubicBezTo>
                <a:cubicBezTo>
                  <a:pt x="50" y="14"/>
                  <a:pt x="50" y="14"/>
                  <a:pt x="50" y="14"/>
                </a:cubicBezTo>
                <a:cubicBezTo>
                  <a:pt x="49" y="14"/>
                  <a:pt x="49" y="14"/>
                  <a:pt x="49" y="14"/>
                </a:cubicBezTo>
                <a:cubicBezTo>
                  <a:pt x="48" y="14"/>
                  <a:pt x="48" y="14"/>
                  <a:pt x="48" y="14"/>
                </a:cubicBezTo>
                <a:cubicBezTo>
                  <a:pt x="49" y="13"/>
                  <a:pt x="49" y="13"/>
                  <a:pt x="49" y="13"/>
                </a:cubicBezTo>
                <a:cubicBezTo>
                  <a:pt x="49" y="13"/>
                  <a:pt x="49" y="12"/>
                  <a:pt x="48" y="12"/>
                </a:cubicBezTo>
                <a:cubicBezTo>
                  <a:pt x="48" y="13"/>
                  <a:pt x="48" y="13"/>
                  <a:pt x="48" y="13"/>
                </a:cubicBezTo>
                <a:cubicBezTo>
                  <a:pt x="47" y="12"/>
                  <a:pt x="47" y="12"/>
                  <a:pt x="47" y="12"/>
                </a:cubicBezTo>
                <a:cubicBezTo>
                  <a:pt x="48" y="11"/>
                  <a:pt x="48" y="11"/>
                  <a:pt x="48" y="11"/>
                </a:cubicBezTo>
                <a:cubicBezTo>
                  <a:pt x="47" y="11"/>
                  <a:pt x="47" y="11"/>
                  <a:pt x="47" y="11"/>
                </a:cubicBezTo>
                <a:cubicBezTo>
                  <a:pt x="46" y="11"/>
                  <a:pt x="46" y="11"/>
                  <a:pt x="46" y="11"/>
                </a:cubicBezTo>
                <a:cubicBezTo>
                  <a:pt x="46" y="11"/>
                  <a:pt x="46" y="11"/>
                  <a:pt x="46" y="11"/>
                </a:cubicBezTo>
                <a:cubicBezTo>
                  <a:pt x="46" y="10"/>
                  <a:pt x="46" y="10"/>
                  <a:pt x="46" y="10"/>
                </a:cubicBezTo>
                <a:cubicBezTo>
                  <a:pt x="46" y="10"/>
                  <a:pt x="46" y="10"/>
                  <a:pt x="45" y="9"/>
                </a:cubicBezTo>
                <a:cubicBezTo>
                  <a:pt x="45" y="10"/>
                  <a:pt x="45" y="10"/>
                  <a:pt x="45" y="10"/>
                </a:cubicBezTo>
                <a:cubicBezTo>
                  <a:pt x="44" y="10"/>
                  <a:pt x="44" y="10"/>
                  <a:pt x="44" y="10"/>
                </a:cubicBezTo>
                <a:cubicBezTo>
                  <a:pt x="45" y="9"/>
                  <a:pt x="45" y="9"/>
                  <a:pt x="45" y="9"/>
                </a:cubicBezTo>
                <a:cubicBezTo>
                  <a:pt x="44" y="9"/>
                  <a:pt x="44" y="8"/>
                  <a:pt x="44" y="8"/>
                </a:cubicBezTo>
                <a:cubicBezTo>
                  <a:pt x="42" y="11"/>
                  <a:pt x="42" y="11"/>
                  <a:pt x="42" y="11"/>
                </a:cubicBezTo>
                <a:cubicBezTo>
                  <a:pt x="40" y="11"/>
                  <a:pt x="40" y="11"/>
                  <a:pt x="40" y="11"/>
                </a:cubicBezTo>
                <a:cubicBezTo>
                  <a:pt x="42" y="7"/>
                  <a:pt x="42" y="7"/>
                  <a:pt x="42" y="7"/>
                </a:cubicBezTo>
                <a:cubicBezTo>
                  <a:pt x="42" y="7"/>
                  <a:pt x="41" y="7"/>
                  <a:pt x="41" y="7"/>
                </a:cubicBezTo>
                <a:cubicBezTo>
                  <a:pt x="41" y="8"/>
                  <a:pt x="41" y="8"/>
                  <a:pt x="41" y="8"/>
                </a:cubicBezTo>
                <a:cubicBezTo>
                  <a:pt x="40" y="7"/>
                  <a:pt x="40" y="7"/>
                  <a:pt x="40" y="7"/>
                </a:cubicBezTo>
                <a:cubicBezTo>
                  <a:pt x="40" y="6"/>
                  <a:pt x="40" y="6"/>
                  <a:pt x="40" y="6"/>
                </a:cubicBezTo>
                <a:cubicBezTo>
                  <a:pt x="40" y="6"/>
                  <a:pt x="39" y="6"/>
                  <a:pt x="39" y="6"/>
                </a:cubicBezTo>
                <a:cubicBezTo>
                  <a:pt x="39" y="7"/>
                  <a:pt x="39" y="7"/>
                  <a:pt x="39" y="7"/>
                </a:cubicBezTo>
                <a:cubicBezTo>
                  <a:pt x="38" y="6"/>
                  <a:pt x="38" y="6"/>
                  <a:pt x="38" y="6"/>
                </a:cubicBezTo>
                <a:cubicBezTo>
                  <a:pt x="38" y="6"/>
                  <a:pt x="38" y="6"/>
                  <a:pt x="38" y="6"/>
                </a:cubicBezTo>
                <a:cubicBezTo>
                  <a:pt x="38" y="5"/>
                  <a:pt x="37" y="5"/>
                  <a:pt x="37" y="5"/>
                </a:cubicBezTo>
                <a:cubicBezTo>
                  <a:pt x="37" y="6"/>
                  <a:pt x="37" y="6"/>
                  <a:pt x="37" y="6"/>
                </a:cubicBezTo>
                <a:cubicBezTo>
                  <a:pt x="36" y="6"/>
                  <a:pt x="36" y="6"/>
                  <a:pt x="36" y="6"/>
                </a:cubicBezTo>
                <a:cubicBezTo>
                  <a:pt x="36" y="5"/>
                  <a:pt x="36" y="5"/>
                  <a:pt x="36" y="5"/>
                </a:cubicBezTo>
                <a:cubicBezTo>
                  <a:pt x="36" y="5"/>
                  <a:pt x="35" y="5"/>
                  <a:pt x="35" y="5"/>
                </a:cubicBezTo>
                <a:cubicBezTo>
                  <a:pt x="35" y="6"/>
                  <a:pt x="35" y="6"/>
                  <a:pt x="35" y="6"/>
                </a:cubicBezTo>
                <a:cubicBezTo>
                  <a:pt x="34" y="6"/>
                  <a:pt x="34" y="6"/>
                  <a:pt x="34" y="6"/>
                </a:cubicBezTo>
                <a:cubicBezTo>
                  <a:pt x="34" y="5"/>
                  <a:pt x="34" y="5"/>
                  <a:pt x="34" y="5"/>
                </a:cubicBezTo>
                <a:cubicBezTo>
                  <a:pt x="34" y="4"/>
                  <a:pt x="33" y="4"/>
                  <a:pt x="33" y="4"/>
                </a:cubicBezTo>
                <a:cubicBezTo>
                  <a:pt x="33" y="5"/>
                  <a:pt x="33" y="5"/>
                  <a:pt x="33" y="5"/>
                </a:cubicBezTo>
                <a:cubicBezTo>
                  <a:pt x="32" y="5"/>
                  <a:pt x="32" y="5"/>
                  <a:pt x="32" y="5"/>
                </a:cubicBezTo>
                <a:cubicBezTo>
                  <a:pt x="32" y="4"/>
                  <a:pt x="32" y="4"/>
                  <a:pt x="32" y="4"/>
                </a:cubicBezTo>
                <a:cubicBezTo>
                  <a:pt x="32" y="4"/>
                  <a:pt x="31" y="4"/>
                  <a:pt x="31" y="4"/>
                </a:cubicBezTo>
                <a:cubicBezTo>
                  <a:pt x="31" y="8"/>
                  <a:pt x="31" y="8"/>
                  <a:pt x="31" y="8"/>
                </a:cubicBezTo>
                <a:cubicBezTo>
                  <a:pt x="29" y="8"/>
                  <a:pt x="29" y="8"/>
                  <a:pt x="29" y="8"/>
                </a:cubicBezTo>
                <a:cubicBezTo>
                  <a:pt x="29" y="4"/>
                  <a:pt x="29" y="4"/>
                  <a:pt x="29" y="4"/>
                </a:cubicBezTo>
                <a:cubicBezTo>
                  <a:pt x="29" y="4"/>
                  <a:pt x="28" y="4"/>
                  <a:pt x="28" y="4"/>
                </a:cubicBezTo>
                <a:cubicBezTo>
                  <a:pt x="28" y="5"/>
                  <a:pt x="28" y="5"/>
                  <a:pt x="28" y="5"/>
                </a:cubicBezTo>
                <a:cubicBezTo>
                  <a:pt x="27" y="5"/>
                  <a:pt x="27" y="5"/>
                  <a:pt x="27" y="5"/>
                </a:cubicBezTo>
                <a:cubicBezTo>
                  <a:pt x="27" y="4"/>
                  <a:pt x="27" y="4"/>
                  <a:pt x="27" y="4"/>
                </a:cubicBezTo>
                <a:cubicBezTo>
                  <a:pt x="27" y="4"/>
                  <a:pt x="26" y="4"/>
                  <a:pt x="26" y="5"/>
                </a:cubicBezTo>
                <a:cubicBezTo>
                  <a:pt x="26" y="6"/>
                  <a:pt x="26" y="6"/>
                  <a:pt x="26" y="6"/>
                </a:cubicBezTo>
                <a:cubicBezTo>
                  <a:pt x="25" y="6"/>
                  <a:pt x="25" y="6"/>
                  <a:pt x="25" y="6"/>
                </a:cubicBezTo>
                <a:cubicBezTo>
                  <a:pt x="25" y="5"/>
                  <a:pt x="25" y="5"/>
                  <a:pt x="25" y="5"/>
                </a:cubicBezTo>
                <a:cubicBezTo>
                  <a:pt x="25" y="5"/>
                  <a:pt x="24" y="5"/>
                  <a:pt x="24" y="5"/>
                </a:cubicBezTo>
                <a:cubicBezTo>
                  <a:pt x="24" y="6"/>
                  <a:pt x="24" y="6"/>
                  <a:pt x="24" y="6"/>
                </a:cubicBezTo>
                <a:cubicBezTo>
                  <a:pt x="23" y="6"/>
                  <a:pt x="23" y="6"/>
                  <a:pt x="23" y="6"/>
                </a:cubicBezTo>
                <a:cubicBezTo>
                  <a:pt x="23" y="5"/>
                  <a:pt x="23" y="5"/>
                  <a:pt x="23" y="5"/>
                </a:cubicBezTo>
                <a:cubicBezTo>
                  <a:pt x="23" y="5"/>
                  <a:pt x="22" y="5"/>
                  <a:pt x="22" y="5"/>
                </a:cubicBezTo>
                <a:cubicBezTo>
                  <a:pt x="22" y="6"/>
                  <a:pt x="22" y="6"/>
                  <a:pt x="22" y="6"/>
                </a:cubicBezTo>
                <a:cubicBezTo>
                  <a:pt x="21" y="7"/>
                  <a:pt x="21" y="7"/>
                  <a:pt x="21" y="7"/>
                </a:cubicBezTo>
                <a:cubicBezTo>
                  <a:pt x="21" y="6"/>
                  <a:pt x="21" y="6"/>
                  <a:pt x="21" y="6"/>
                </a:cubicBezTo>
                <a:cubicBezTo>
                  <a:pt x="21" y="6"/>
                  <a:pt x="20" y="6"/>
                  <a:pt x="20" y="6"/>
                </a:cubicBezTo>
                <a:cubicBezTo>
                  <a:pt x="20" y="7"/>
                  <a:pt x="20" y="7"/>
                  <a:pt x="20" y="7"/>
                </a:cubicBezTo>
                <a:cubicBezTo>
                  <a:pt x="20" y="8"/>
                  <a:pt x="20" y="8"/>
                  <a:pt x="20" y="8"/>
                </a:cubicBezTo>
                <a:cubicBezTo>
                  <a:pt x="19" y="7"/>
                  <a:pt x="19" y="7"/>
                  <a:pt x="19" y="7"/>
                </a:cubicBezTo>
                <a:cubicBezTo>
                  <a:pt x="19" y="7"/>
                  <a:pt x="18" y="7"/>
                  <a:pt x="18" y="7"/>
                </a:cubicBezTo>
                <a:cubicBezTo>
                  <a:pt x="20" y="11"/>
                  <a:pt x="20" y="11"/>
                  <a:pt x="20" y="11"/>
                </a:cubicBezTo>
                <a:cubicBezTo>
                  <a:pt x="18" y="11"/>
                  <a:pt x="18" y="11"/>
                  <a:pt x="18" y="11"/>
                </a:cubicBezTo>
                <a:cubicBezTo>
                  <a:pt x="16" y="8"/>
                  <a:pt x="16" y="8"/>
                  <a:pt x="16" y="8"/>
                </a:cubicBezTo>
                <a:cubicBezTo>
                  <a:pt x="16" y="8"/>
                  <a:pt x="16" y="8"/>
                  <a:pt x="16" y="9"/>
                </a:cubicBezTo>
                <a:close/>
                <a:moveTo>
                  <a:pt x="22" y="19"/>
                </a:moveTo>
                <a:cubicBezTo>
                  <a:pt x="24" y="22"/>
                  <a:pt x="27" y="25"/>
                  <a:pt x="29" y="28"/>
                </a:cubicBezTo>
                <a:cubicBezTo>
                  <a:pt x="28" y="28"/>
                  <a:pt x="28" y="29"/>
                  <a:pt x="28" y="29"/>
                </a:cubicBezTo>
                <a:cubicBezTo>
                  <a:pt x="28" y="29"/>
                  <a:pt x="28" y="29"/>
                  <a:pt x="28" y="30"/>
                </a:cubicBezTo>
                <a:cubicBezTo>
                  <a:pt x="28" y="30"/>
                  <a:pt x="28" y="30"/>
                  <a:pt x="28" y="31"/>
                </a:cubicBezTo>
                <a:cubicBezTo>
                  <a:pt x="29" y="31"/>
                  <a:pt x="29" y="32"/>
                  <a:pt x="30" y="32"/>
                </a:cubicBezTo>
                <a:cubicBezTo>
                  <a:pt x="31" y="32"/>
                  <a:pt x="31" y="31"/>
                  <a:pt x="31" y="31"/>
                </a:cubicBezTo>
                <a:cubicBezTo>
                  <a:pt x="31" y="31"/>
                  <a:pt x="31" y="31"/>
                  <a:pt x="32" y="31"/>
                </a:cubicBezTo>
                <a:cubicBezTo>
                  <a:pt x="32" y="31"/>
                  <a:pt x="33" y="32"/>
                  <a:pt x="33" y="33"/>
                </a:cubicBezTo>
                <a:cubicBezTo>
                  <a:pt x="33" y="32"/>
                  <a:pt x="34" y="32"/>
                  <a:pt x="34" y="32"/>
                </a:cubicBezTo>
                <a:cubicBezTo>
                  <a:pt x="33" y="31"/>
                  <a:pt x="33" y="31"/>
                  <a:pt x="32" y="30"/>
                </a:cubicBezTo>
                <a:cubicBezTo>
                  <a:pt x="33" y="30"/>
                  <a:pt x="33" y="29"/>
                  <a:pt x="33" y="29"/>
                </a:cubicBezTo>
                <a:cubicBezTo>
                  <a:pt x="34" y="26"/>
                  <a:pt x="36" y="24"/>
                  <a:pt x="37" y="21"/>
                </a:cubicBezTo>
                <a:cubicBezTo>
                  <a:pt x="37" y="21"/>
                  <a:pt x="36" y="20"/>
                  <a:pt x="35" y="20"/>
                </a:cubicBezTo>
                <a:cubicBezTo>
                  <a:pt x="33" y="22"/>
                  <a:pt x="32" y="24"/>
                  <a:pt x="30" y="27"/>
                </a:cubicBezTo>
                <a:cubicBezTo>
                  <a:pt x="30" y="27"/>
                  <a:pt x="30" y="27"/>
                  <a:pt x="30" y="27"/>
                </a:cubicBezTo>
                <a:cubicBezTo>
                  <a:pt x="28" y="24"/>
                  <a:pt x="25" y="21"/>
                  <a:pt x="23" y="18"/>
                </a:cubicBezTo>
                <a:cubicBezTo>
                  <a:pt x="23" y="18"/>
                  <a:pt x="22" y="19"/>
                  <a:pt x="22" y="1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03" name="Freeform 90">
            <a:extLst>
              <a:ext uri="{FF2B5EF4-FFF2-40B4-BE49-F238E27FC236}">
                <a16:creationId xmlns="" xmlns:a16="http://schemas.microsoft.com/office/drawing/2014/main" id="{728F7C27-15BB-475D-8744-F817998C326A}"/>
              </a:ext>
            </a:extLst>
          </p:cNvPr>
          <p:cNvSpPr>
            <a:spLocks noEditPoints="1"/>
          </p:cNvSpPr>
          <p:nvPr/>
        </p:nvSpPr>
        <p:spPr bwMode="auto">
          <a:xfrm>
            <a:off x="3214762" y="995635"/>
            <a:ext cx="460375" cy="644525"/>
          </a:xfrm>
          <a:custGeom>
            <a:avLst/>
            <a:gdLst>
              <a:gd name="T0" fmla="*/ 2147483646 w 45"/>
              <a:gd name="T1" fmla="*/ 2147483646 h 63"/>
              <a:gd name="T2" fmla="*/ 2147483646 w 45"/>
              <a:gd name="T3" fmla="*/ 2147483646 h 63"/>
              <a:gd name="T4" fmla="*/ 2147483646 w 45"/>
              <a:gd name="T5" fmla="*/ 2147483646 h 63"/>
              <a:gd name="T6" fmla="*/ 2147483646 w 45"/>
              <a:gd name="T7" fmla="*/ 2147483646 h 63"/>
              <a:gd name="T8" fmla="*/ 2147483646 w 45"/>
              <a:gd name="T9" fmla="*/ 2147483646 h 63"/>
              <a:gd name="T10" fmla="*/ 2147483646 w 45"/>
              <a:gd name="T11" fmla="*/ 2147483646 h 63"/>
              <a:gd name="T12" fmla="*/ 2147483646 w 45"/>
              <a:gd name="T13" fmla="*/ 2147483646 h 63"/>
              <a:gd name="T14" fmla="*/ 2147483646 w 45"/>
              <a:gd name="T15" fmla="*/ 2147483646 h 63"/>
              <a:gd name="T16" fmla="*/ 2147483646 w 45"/>
              <a:gd name="T17" fmla="*/ 2147483646 h 63"/>
              <a:gd name="T18" fmla="*/ 2147483646 w 45"/>
              <a:gd name="T19" fmla="*/ 2147483646 h 63"/>
              <a:gd name="T20" fmla="*/ 2147483646 w 45"/>
              <a:gd name="T21" fmla="*/ 2147483646 h 63"/>
              <a:gd name="T22" fmla="*/ 2147483646 w 45"/>
              <a:gd name="T23" fmla="*/ 2147483646 h 63"/>
              <a:gd name="T24" fmla="*/ 2147483646 w 45"/>
              <a:gd name="T25" fmla="*/ 2147483646 h 63"/>
              <a:gd name="T26" fmla="*/ 2147483646 w 45"/>
              <a:gd name="T27" fmla="*/ 2147483646 h 63"/>
              <a:gd name="T28" fmla="*/ 2147483646 w 45"/>
              <a:gd name="T29" fmla="*/ 2147483646 h 63"/>
              <a:gd name="T30" fmla="*/ 2147483646 w 45"/>
              <a:gd name="T31" fmla="*/ 2147483646 h 63"/>
              <a:gd name="T32" fmla="*/ 2147483646 w 45"/>
              <a:gd name="T33" fmla="*/ 2147483646 h 63"/>
              <a:gd name="T34" fmla="*/ 2147483646 w 45"/>
              <a:gd name="T35" fmla="*/ 2147483646 h 63"/>
              <a:gd name="T36" fmla="*/ 2147483646 w 45"/>
              <a:gd name="T37" fmla="*/ 2147483646 h 63"/>
              <a:gd name="T38" fmla="*/ 2147483646 w 45"/>
              <a:gd name="T39" fmla="*/ 2147483646 h 63"/>
              <a:gd name="T40" fmla="*/ 2147483646 w 45"/>
              <a:gd name="T41" fmla="*/ 2147483646 h 63"/>
              <a:gd name="T42" fmla="*/ 2147483646 w 45"/>
              <a:gd name="T43" fmla="*/ 2147483646 h 63"/>
              <a:gd name="T44" fmla="*/ 2147483646 w 45"/>
              <a:gd name="T45" fmla="*/ 2147483646 h 63"/>
              <a:gd name="T46" fmla="*/ 2147483646 w 45"/>
              <a:gd name="T47" fmla="*/ 2147483646 h 63"/>
              <a:gd name="T48" fmla="*/ 2147483646 w 45"/>
              <a:gd name="T49" fmla="*/ 2147483646 h 63"/>
              <a:gd name="T50" fmla="*/ 2147483646 w 45"/>
              <a:gd name="T51" fmla="*/ 2147483646 h 63"/>
              <a:gd name="T52" fmla="*/ 2147483646 w 45"/>
              <a:gd name="T53" fmla="*/ 2147483646 h 63"/>
              <a:gd name="T54" fmla="*/ 2147483646 w 45"/>
              <a:gd name="T55" fmla="*/ 2147483646 h 63"/>
              <a:gd name="T56" fmla="*/ 2147483646 w 45"/>
              <a:gd name="T57" fmla="*/ 2147483646 h 63"/>
              <a:gd name="T58" fmla="*/ 2147483646 w 45"/>
              <a:gd name="T59" fmla="*/ 2147483646 h 63"/>
              <a:gd name="T60" fmla="*/ 2147483646 w 45"/>
              <a:gd name="T61" fmla="*/ 2147483646 h 63"/>
              <a:gd name="T62" fmla="*/ 2147483646 w 45"/>
              <a:gd name="T63" fmla="*/ 2147483646 h 63"/>
              <a:gd name="T64" fmla="*/ 2147483646 w 45"/>
              <a:gd name="T65" fmla="*/ 2147483646 h 63"/>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5" h="63">
                <a:moveTo>
                  <a:pt x="32" y="42"/>
                </a:moveTo>
                <a:cubicBezTo>
                  <a:pt x="32" y="44"/>
                  <a:pt x="32" y="44"/>
                  <a:pt x="32" y="44"/>
                </a:cubicBezTo>
                <a:cubicBezTo>
                  <a:pt x="34" y="44"/>
                  <a:pt x="34" y="45"/>
                  <a:pt x="34" y="46"/>
                </a:cubicBezTo>
                <a:cubicBezTo>
                  <a:pt x="34" y="46"/>
                  <a:pt x="34" y="46"/>
                  <a:pt x="34" y="46"/>
                </a:cubicBezTo>
                <a:cubicBezTo>
                  <a:pt x="34" y="47"/>
                  <a:pt x="33" y="48"/>
                  <a:pt x="32" y="48"/>
                </a:cubicBezTo>
                <a:cubicBezTo>
                  <a:pt x="13" y="48"/>
                  <a:pt x="13" y="48"/>
                  <a:pt x="13" y="48"/>
                </a:cubicBezTo>
                <a:cubicBezTo>
                  <a:pt x="12" y="48"/>
                  <a:pt x="10" y="47"/>
                  <a:pt x="10" y="46"/>
                </a:cubicBezTo>
                <a:cubicBezTo>
                  <a:pt x="10" y="46"/>
                  <a:pt x="10" y="46"/>
                  <a:pt x="10" y="46"/>
                </a:cubicBezTo>
                <a:cubicBezTo>
                  <a:pt x="10" y="45"/>
                  <a:pt x="11" y="44"/>
                  <a:pt x="13" y="44"/>
                </a:cubicBezTo>
                <a:cubicBezTo>
                  <a:pt x="13" y="42"/>
                  <a:pt x="13" y="42"/>
                  <a:pt x="13" y="42"/>
                </a:cubicBezTo>
                <a:cubicBezTo>
                  <a:pt x="9" y="40"/>
                  <a:pt x="6" y="38"/>
                  <a:pt x="4" y="34"/>
                </a:cubicBezTo>
                <a:cubicBezTo>
                  <a:pt x="4" y="34"/>
                  <a:pt x="4" y="34"/>
                  <a:pt x="4" y="34"/>
                </a:cubicBezTo>
                <a:cubicBezTo>
                  <a:pt x="2" y="31"/>
                  <a:pt x="0" y="27"/>
                  <a:pt x="0" y="22"/>
                </a:cubicBezTo>
                <a:cubicBezTo>
                  <a:pt x="0" y="16"/>
                  <a:pt x="3" y="10"/>
                  <a:pt x="7" y="6"/>
                </a:cubicBezTo>
                <a:cubicBezTo>
                  <a:pt x="11" y="2"/>
                  <a:pt x="16" y="0"/>
                  <a:pt x="22" y="0"/>
                </a:cubicBezTo>
                <a:cubicBezTo>
                  <a:pt x="29" y="0"/>
                  <a:pt x="34" y="2"/>
                  <a:pt x="38" y="6"/>
                </a:cubicBezTo>
                <a:cubicBezTo>
                  <a:pt x="42" y="10"/>
                  <a:pt x="45" y="16"/>
                  <a:pt x="45" y="22"/>
                </a:cubicBezTo>
                <a:cubicBezTo>
                  <a:pt x="45" y="27"/>
                  <a:pt x="43" y="31"/>
                  <a:pt x="41" y="34"/>
                </a:cubicBezTo>
                <a:cubicBezTo>
                  <a:pt x="41" y="34"/>
                  <a:pt x="41" y="34"/>
                  <a:pt x="41" y="34"/>
                </a:cubicBezTo>
                <a:cubicBezTo>
                  <a:pt x="39" y="38"/>
                  <a:pt x="36" y="40"/>
                  <a:pt x="32" y="42"/>
                </a:cubicBezTo>
                <a:close/>
                <a:moveTo>
                  <a:pt x="27" y="59"/>
                </a:moveTo>
                <a:cubicBezTo>
                  <a:pt x="27" y="61"/>
                  <a:pt x="25" y="63"/>
                  <a:pt x="23" y="63"/>
                </a:cubicBezTo>
                <a:cubicBezTo>
                  <a:pt x="20" y="63"/>
                  <a:pt x="18" y="61"/>
                  <a:pt x="18" y="59"/>
                </a:cubicBezTo>
                <a:cubicBezTo>
                  <a:pt x="13" y="59"/>
                  <a:pt x="13" y="59"/>
                  <a:pt x="13" y="59"/>
                </a:cubicBezTo>
                <a:cubicBezTo>
                  <a:pt x="12" y="59"/>
                  <a:pt x="10" y="58"/>
                  <a:pt x="10" y="57"/>
                </a:cubicBezTo>
                <a:cubicBezTo>
                  <a:pt x="10" y="57"/>
                  <a:pt x="10" y="57"/>
                  <a:pt x="10" y="57"/>
                </a:cubicBezTo>
                <a:cubicBezTo>
                  <a:pt x="10" y="56"/>
                  <a:pt x="12" y="54"/>
                  <a:pt x="13" y="54"/>
                </a:cubicBezTo>
                <a:cubicBezTo>
                  <a:pt x="32" y="54"/>
                  <a:pt x="32" y="54"/>
                  <a:pt x="32" y="54"/>
                </a:cubicBezTo>
                <a:cubicBezTo>
                  <a:pt x="33" y="54"/>
                  <a:pt x="34" y="56"/>
                  <a:pt x="34" y="57"/>
                </a:cubicBezTo>
                <a:cubicBezTo>
                  <a:pt x="34" y="57"/>
                  <a:pt x="34" y="57"/>
                  <a:pt x="34" y="57"/>
                </a:cubicBezTo>
                <a:cubicBezTo>
                  <a:pt x="34" y="58"/>
                  <a:pt x="33" y="59"/>
                  <a:pt x="32" y="59"/>
                </a:cubicBezTo>
                <a:cubicBezTo>
                  <a:pt x="27" y="59"/>
                  <a:pt x="27" y="59"/>
                  <a:pt x="27" y="59"/>
                </a:cubicBezTo>
                <a:close/>
                <a:moveTo>
                  <a:pt x="18" y="9"/>
                </a:moveTo>
                <a:cubicBezTo>
                  <a:pt x="15" y="24"/>
                  <a:pt x="15" y="24"/>
                  <a:pt x="15" y="24"/>
                </a:cubicBezTo>
                <a:cubicBezTo>
                  <a:pt x="25" y="25"/>
                  <a:pt x="25" y="25"/>
                  <a:pt x="25" y="25"/>
                </a:cubicBezTo>
                <a:cubicBezTo>
                  <a:pt x="21" y="36"/>
                  <a:pt x="21" y="36"/>
                  <a:pt x="21" y="36"/>
                </a:cubicBezTo>
                <a:cubicBezTo>
                  <a:pt x="32" y="23"/>
                  <a:pt x="32" y="23"/>
                  <a:pt x="32" y="23"/>
                </a:cubicBezTo>
                <a:cubicBezTo>
                  <a:pt x="25" y="21"/>
                  <a:pt x="25" y="21"/>
                  <a:pt x="25" y="21"/>
                </a:cubicBezTo>
                <a:cubicBezTo>
                  <a:pt x="29" y="12"/>
                  <a:pt x="29" y="12"/>
                  <a:pt x="29" y="12"/>
                </a:cubicBezTo>
                <a:cubicBezTo>
                  <a:pt x="18" y="9"/>
                  <a:pt x="18" y="9"/>
                  <a:pt x="18" y="9"/>
                </a:cubicBezTo>
                <a:close/>
                <a:moveTo>
                  <a:pt x="13" y="49"/>
                </a:moveTo>
                <a:cubicBezTo>
                  <a:pt x="32" y="49"/>
                  <a:pt x="32" y="49"/>
                  <a:pt x="32" y="49"/>
                </a:cubicBezTo>
                <a:cubicBezTo>
                  <a:pt x="33" y="49"/>
                  <a:pt x="34" y="50"/>
                  <a:pt x="34" y="51"/>
                </a:cubicBezTo>
                <a:cubicBezTo>
                  <a:pt x="34" y="51"/>
                  <a:pt x="34" y="51"/>
                  <a:pt x="34" y="51"/>
                </a:cubicBezTo>
                <a:cubicBezTo>
                  <a:pt x="34" y="53"/>
                  <a:pt x="33" y="54"/>
                  <a:pt x="32" y="54"/>
                </a:cubicBezTo>
                <a:cubicBezTo>
                  <a:pt x="13" y="54"/>
                  <a:pt x="13" y="54"/>
                  <a:pt x="13" y="54"/>
                </a:cubicBezTo>
                <a:cubicBezTo>
                  <a:pt x="12" y="54"/>
                  <a:pt x="10" y="53"/>
                  <a:pt x="10" y="51"/>
                </a:cubicBezTo>
                <a:cubicBezTo>
                  <a:pt x="10" y="51"/>
                  <a:pt x="10" y="51"/>
                  <a:pt x="10" y="51"/>
                </a:cubicBezTo>
                <a:cubicBezTo>
                  <a:pt x="10" y="50"/>
                  <a:pt x="12" y="49"/>
                  <a:pt x="13" y="49"/>
                </a:cubicBezTo>
                <a:close/>
                <a:moveTo>
                  <a:pt x="28" y="43"/>
                </a:moveTo>
                <a:cubicBezTo>
                  <a:pt x="28" y="40"/>
                  <a:pt x="28" y="40"/>
                  <a:pt x="28" y="40"/>
                </a:cubicBezTo>
                <a:cubicBezTo>
                  <a:pt x="28" y="39"/>
                  <a:pt x="28" y="39"/>
                  <a:pt x="28" y="39"/>
                </a:cubicBezTo>
                <a:cubicBezTo>
                  <a:pt x="29" y="38"/>
                  <a:pt x="29" y="38"/>
                  <a:pt x="29" y="38"/>
                </a:cubicBezTo>
                <a:cubicBezTo>
                  <a:pt x="33" y="37"/>
                  <a:pt x="35" y="35"/>
                  <a:pt x="37" y="32"/>
                </a:cubicBezTo>
                <a:cubicBezTo>
                  <a:pt x="37" y="32"/>
                  <a:pt x="37" y="32"/>
                  <a:pt x="37" y="32"/>
                </a:cubicBezTo>
                <a:cubicBezTo>
                  <a:pt x="39" y="29"/>
                  <a:pt x="40" y="26"/>
                  <a:pt x="40" y="22"/>
                </a:cubicBezTo>
                <a:cubicBezTo>
                  <a:pt x="40" y="17"/>
                  <a:pt x="38" y="13"/>
                  <a:pt x="35" y="9"/>
                </a:cubicBezTo>
                <a:cubicBezTo>
                  <a:pt x="32" y="6"/>
                  <a:pt x="27" y="4"/>
                  <a:pt x="22" y="4"/>
                </a:cubicBezTo>
                <a:cubicBezTo>
                  <a:pt x="18" y="4"/>
                  <a:pt x="13" y="6"/>
                  <a:pt x="10" y="9"/>
                </a:cubicBezTo>
                <a:cubicBezTo>
                  <a:pt x="7" y="13"/>
                  <a:pt x="5" y="17"/>
                  <a:pt x="5" y="22"/>
                </a:cubicBezTo>
                <a:cubicBezTo>
                  <a:pt x="5" y="26"/>
                  <a:pt x="6" y="29"/>
                  <a:pt x="8" y="32"/>
                </a:cubicBezTo>
                <a:cubicBezTo>
                  <a:pt x="8" y="32"/>
                  <a:pt x="8" y="32"/>
                  <a:pt x="8" y="32"/>
                </a:cubicBezTo>
                <a:cubicBezTo>
                  <a:pt x="10" y="35"/>
                  <a:pt x="12" y="37"/>
                  <a:pt x="16" y="38"/>
                </a:cubicBezTo>
                <a:cubicBezTo>
                  <a:pt x="17" y="39"/>
                  <a:pt x="17" y="39"/>
                  <a:pt x="17" y="39"/>
                </a:cubicBezTo>
                <a:cubicBezTo>
                  <a:pt x="17" y="40"/>
                  <a:pt x="17" y="40"/>
                  <a:pt x="17" y="40"/>
                </a:cubicBezTo>
                <a:cubicBezTo>
                  <a:pt x="17" y="43"/>
                  <a:pt x="17" y="43"/>
                  <a:pt x="17" y="43"/>
                </a:cubicBezTo>
                <a:lnTo>
                  <a:pt x="28" y="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04" name="Freeform 91">
            <a:extLst>
              <a:ext uri="{FF2B5EF4-FFF2-40B4-BE49-F238E27FC236}">
                <a16:creationId xmlns="" xmlns:a16="http://schemas.microsoft.com/office/drawing/2014/main" id="{827B8375-4B33-4765-B722-6D8EAB37E871}"/>
              </a:ext>
            </a:extLst>
          </p:cNvPr>
          <p:cNvSpPr>
            <a:spLocks noEditPoints="1"/>
          </p:cNvSpPr>
          <p:nvPr/>
        </p:nvSpPr>
        <p:spPr bwMode="auto">
          <a:xfrm>
            <a:off x="3081412" y="3084785"/>
            <a:ext cx="636587" cy="636588"/>
          </a:xfrm>
          <a:custGeom>
            <a:avLst/>
            <a:gdLst>
              <a:gd name="T0" fmla="*/ 2147483646 w 62"/>
              <a:gd name="T1" fmla="*/ 2147483646 h 62"/>
              <a:gd name="T2" fmla="*/ 2147483646 w 62"/>
              <a:gd name="T3" fmla="*/ 2147483646 h 62"/>
              <a:gd name="T4" fmla="*/ 2147483646 w 62"/>
              <a:gd name="T5" fmla="*/ 2147483646 h 62"/>
              <a:gd name="T6" fmla="*/ 2147483646 w 62"/>
              <a:gd name="T7" fmla="*/ 2147483646 h 62"/>
              <a:gd name="T8" fmla="*/ 2147483646 w 62"/>
              <a:gd name="T9" fmla="*/ 2147483646 h 62"/>
              <a:gd name="T10" fmla="*/ 2147483646 w 62"/>
              <a:gd name="T11" fmla="*/ 2147483646 h 62"/>
              <a:gd name="T12" fmla="*/ 2147483646 w 62"/>
              <a:gd name="T13" fmla="*/ 2147483646 h 62"/>
              <a:gd name="T14" fmla="*/ 2147483646 w 62"/>
              <a:gd name="T15" fmla="*/ 2147483646 h 62"/>
              <a:gd name="T16" fmla="*/ 2147483646 w 62"/>
              <a:gd name="T17" fmla="*/ 2147483646 h 62"/>
              <a:gd name="T18" fmla="*/ 2147483646 w 62"/>
              <a:gd name="T19" fmla="*/ 2147483646 h 62"/>
              <a:gd name="T20" fmla="*/ 2147483646 w 62"/>
              <a:gd name="T21" fmla="*/ 2147483646 h 62"/>
              <a:gd name="T22" fmla="*/ 2147483646 w 62"/>
              <a:gd name="T23" fmla="*/ 2147483646 h 62"/>
              <a:gd name="T24" fmla="*/ 2147483646 w 62"/>
              <a:gd name="T25" fmla="*/ 2147483646 h 62"/>
              <a:gd name="T26" fmla="*/ 2147483646 w 62"/>
              <a:gd name="T27" fmla="*/ 2147483646 h 62"/>
              <a:gd name="T28" fmla="*/ 2147483646 w 62"/>
              <a:gd name="T29" fmla="*/ 2147483646 h 62"/>
              <a:gd name="T30" fmla="*/ 2147483646 w 62"/>
              <a:gd name="T31" fmla="*/ 2147483646 h 62"/>
              <a:gd name="T32" fmla="*/ 2147483646 w 62"/>
              <a:gd name="T33" fmla="*/ 2147483646 h 62"/>
              <a:gd name="T34" fmla="*/ 2147483646 w 62"/>
              <a:gd name="T35" fmla="*/ 2147483646 h 62"/>
              <a:gd name="T36" fmla="*/ 2147483646 w 62"/>
              <a:gd name="T37" fmla="*/ 2147483646 h 62"/>
              <a:gd name="T38" fmla="*/ 2147483646 w 62"/>
              <a:gd name="T39" fmla="*/ 2147483646 h 62"/>
              <a:gd name="T40" fmla="*/ 2147483646 w 62"/>
              <a:gd name="T41" fmla="*/ 2147483646 h 62"/>
              <a:gd name="T42" fmla="*/ 2147483646 w 62"/>
              <a:gd name="T43" fmla="*/ 2147483646 h 62"/>
              <a:gd name="T44" fmla="*/ 2147483646 w 62"/>
              <a:gd name="T45" fmla="*/ 2147483646 h 62"/>
              <a:gd name="T46" fmla="*/ 2147483646 w 62"/>
              <a:gd name="T47" fmla="*/ 2147483646 h 62"/>
              <a:gd name="T48" fmla="*/ 2147483646 w 62"/>
              <a:gd name="T49" fmla="*/ 2147483646 h 62"/>
              <a:gd name="T50" fmla="*/ 2147483646 w 62"/>
              <a:gd name="T51" fmla="*/ 2147483646 h 62"/>
              <a:gd name="T52" fmla="*/ 2147483646 w 62"/>
              <a:gd name="T53" fmla="*/ 2147483646 h 62"/>
              <a:gd name="T54" fmla="*/ 2147483646 w 62"/>
              <a:gd name="T55" fmla="*/ 2147483646 h 62"/>
              <a:gd name="T56" fmla="*/ 2147483646 w 62"/>
              <a:gd name="T57" fmla="*/ 2147483646 h 62"/>
              <a:gd name="T58" fmla="*/ 2147483646 w 62"/>
              <a:gd name="T59" fmla="*/ 2147483646 h 62"/>
              <a:gd name="T60" fmla="*/ 2147483646 w 62"/>
              <a:gd name="T61" fmla="*/ 2147483646 h 62"/>
              <a:gd name="T62" fmla="*/ 2147483646 w 62"/>
              <a:gd name="T63" fmla="*/ 2147483646 h 62"/>
              <a:gd name="T64" fmla="*/ 2147483646 w 62"/>
              <a:gd name="T65" fmla="*/ 2147483646 h 62"/>
              <a:gd name="T66" fmla="*/ 2147483646 w 62"/>
              <a:gd name="T67" fmla="*/ 2147483646 h 62"/>
              <a:gd name="T68" fmla="*/ 2147483646 w 62"/>
              <a:gd name="T69" fmla="*/ 2147483646 h 62"/>
              <a:gd name="T70" fmla="*/ 2147483646 w 62"/>
              <a:gd name="T71" fmla="*/ 2147483646 h 62"/>
              <a:gd name="T72" fmla="*/ 2147483646 w 62"/>
              <a:gd name="T73" fmla="*/ 2147483646 h 62"/>
              <a:gd name="T74" fmla="*/ 2147483646 w 62"/>
              <a:gd name="T75" fmla="*/ 2147483646 h 62"/>
              <a:gd name="T76" fmla="*/ 2147483646 w 62"/>
              <a:gd name="T77" fmla="*/ 2147483646 h 62"/>
              <a:gd name="T78" fmla="*/ 2147483646 w 62"/>
              <a:gd name="T79" fmla="*/ 2147483646 h 62"/>
              <a:gd name="T80" fmla="*/ 2147483646 w 62"/>
              <a:gd name="T81" fmla="*/ 2147483646 h 62"/>
              <a:gd name="T82" fmla="*/ 2147483646 w 62"/>
              <a:gd name="T83" fmla="*/ 2147483646 h 62"/>
              <a:gd name="T84" fmla="*/ 2147483646 w 62"/>
              <a:gd name="T85" fmla="*/ 2147483646 h 62"/>
              <a:gd name="T86" fmla="*/ 2147483646 w 62"/>
              <a:gd name="T87" fmla="*/ 2147483646 h 62"/>
              <a:gd name="T88" fmla="*/ 2147483646 w 62"/>
              <a:gd name="T89" fmla="*/ 2147483646 h 62"/>
              <a:gd name="T90" fmla="*/ 2147483646 w 62"/>
              <a:gd name="T91" fmla="*/ 2147483646 h 62"/>
              <a:gd name="T92" fmla="*/ 2147483646 w 62"/>
              <a:gd name="T93" fmla="*/ 2147483646 h 62"/>
              <a:gd name="T94" fmla="*/ 2147483646 w 62"/>
              <a:gd name="T95" fmla="*/ 2147483646 h 62"/>
              <a:gd name="T96" fmla="*/ 2147483646 w 62"/>
              <a:gd name="T97" fmla="*/ 2147483646 h 62"/>
              <a:gd name="T98" fmla="*/ 2147483646 w 62"/>
              <a:gd name="T99" fmla="*/ 2147483646 h 62"/>
              <a:gd name="T100" fmla="*/ 2147483646 w 62"/>
              <a:gd name="T101" fmla="*/ 2147483646 h 62"/>
              <a:gd name="T102" fmla="*/ 2147483646 w 62"/>
              <a:gd name="T103" fmla="*/ 2147483646 h 62"/>
              <a:gd name="T104" fmla="*/ 2147483646 w 62"/>
              <a:gd name="T105" fmla="*/ 2147483646 h 62"/>
              <a:gd name="T106" fmla="*/ 2147483646 w 62"/>
              <a:gd name="T107" fmla="*/ 2147483646 h 62"/>
              <a:gd name="T108" fmla="*/ 2147483646 w 62"/>
              <a:gd name="T109" fmla="*/ 2147483646 h 62"/>
              <a:gd name="T110" fmla="*/ 2147483646 w 62"/>
              <a:gd name="T111" fmla="*/ 2147483646 h 6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0" t="0" r="r" b="b"/>
            <a:pathLst>
              <a:path w="62" h="62">
                <a:moveTo>
                  <a:pt x="31" y="0"/>
                </a:moveTo>
                <a:cubicBezTo>
                  <a:pt x="40" y="0"/>
                  <a:pt x="48" y="3"/>
                  <a:pt x="53" y="9"/>
                </a:cubicBezTo>
                <a:cubicBezTo>
                  <a:pt x="59" y="15"/>
                  <a:pt x="62" y="22"/>
                  <a:pt x="62" y="31"/>
                </a:cubicBezTo>
                <a:cubicBezTo>
                  <a:pt x="62" y="39"/>
                  <a:pt x="59" y="47"/>
                  <a:pt x="53" y="53"/>
                </a:cubicBezTo>
                <a:cubicBezTo>
                  <a:pt x="48" y="58"/>
                  <a:pt x="40" y="62"/>
                  <a:pt x="31" y="62"/>
                </a:cubicBezTo>
                <a:cubicBezTo>
                  <a:pt x="23" y="62"/>
                  <a:pt x="15" y="58"/>
                  <a:pt x="9" y="53"/>
                </a:cubicBezTo>
                <a:cubicBezTo>
                  <a:pt x="4" y="47"/>
                  <a:pt x="0" y="39"/>
                  <a:pt x="0" y="31"/>
                </a:cubicBezTo>
                <a:cubicBezTo>
                  <a:pt x="0" y="22"/>
                  <a:pt x="4" y="15"/>
                  <a:pt x="9" y="9"/>
                </a:cubicBezTo>
                <a:cubicBezTo>
                  <a:pt x="15" y="3"/>
                  <a:pt x="23" y="0"/>
                  <a:pt x="31" y="0"/>
                </a:cubicBezTo>
                <a:close/>
                <a:moveTo>
                  <a:pt x="31" y="5"/>
                </a:moveTo>
                <a:cubicBezTo>
                  <a:pt x="24" y="5"/>
                  <a:pt x="18" y="8"/>
                  <a:pt x="13" y="13"/>
                </a:cubicBezTo>
                <a:cubicBezTo>
                  <a:pt x="8" y="17"/>
                  <a:pt x="5" y="24"/>
                  <a:pt x="5" y="31"/>
                </a:cubicBezTo>
                <a:cubicBezTo>
                  <a:pt x="5" y="38"/>
                  <a:pt x="8" y="45"/>
                  <a:pt x="13" y="49"/>
                </a:cubicBezTo>
                <a:cubicBezTo>
                  <a:pt x="18" y="54"/>
                  <a:pt x="24" y="57"/>
                  <a:pt x="31" y="57"/>
                </a:cubicBezTo>
                <a:cubicBezTo>
                  <a:pt x="38" y="57"/>
                  <a:pt x="45" y="54"/>
                  <a:pt x="49" y="49"/>
                </a:cubicBezTo>
                <a:cubicBezTo>
                  <a:pt x="54" y="45"/>
                  <a:pt x="57" y="38"/>
                  <a:pt x="57" y="31"/>
                </a:cubicBezTo>
                <a:cubicBezTo>
                  <a:pt x="57" y="24"/>
                  <a:pt x="54" y="17"/>
                  <a:pt x="49" y="13"/>
                </a:cubicBezTo>
                <a:cubicBezTo>
                  <a:pt x="45" y="8"/>
                  <a:pt x="38" y="5"/>
                  <a:pt x="31" y="5"/>
                </a:cubicBezTo>
                <a:close/>
                <a:moveTo>
                  <a:pt x="31" y="13"/>
                </a:moveTo>
                <a:cubicBezTo>
                  <a:pt x="28" y="13"/>
                  <a:pt x="26" y="14"/>
                  <a:pt x="23" y="15"/>
                </a:cubicBezTo>
                <a:cubicBezTo>
                  <a:pt x="23" y="14"/>
                  <a:pt x="23" y="14"/>
                  <a:pt x="23" y="14"/>
                </a:cubicBezTo>
                <a:cubicBezTo>
                  <a:pt x="21" y="15"/>
                  <a:pt x="21" y="15"/>
                  <a:pt x="21" y="15"/>
                </a:cubicBezTo>
                <a:cubicBezTo>
                  <a:pt x="28" y="27"/>
                  <a:pt x="28" y="27"/>
                  <a:pt x="28" y="27"/>
                </a:cubicBezTo>
                <a:cubicBezTo>
                  <a:pt x="26" y="28"/>
                  <a:pt x="25" y="31"/>
                  <a:pt x="26" y="33"/>
                </a:cubicBezTo>
                <a:cubicBezTo>
                  <a:pt x="27" y="35"/>
                  <a:pt x="30" y="37"/>
                  <a:pt x="32" y="36"/>
                </a:cubicBezTo>
                <a:cubicBezTo>
                  <a:pt x="34" y="38"/>
                  <a:pt x="34" y="38"/>
                  <a:pt x="34" y="38"/>
                </a:cubicBezTo>
                <a:cubicBezTo>
                  <a:pt x="36" y="37"/>
                  <a:pt x="36" y="37"/>
                  <a:pt x="36" y="37"/>
                </a:cubicBezTo>
                <a:cubicBezTo>
                  <a:pt x="35" y="35"/>
                  <a:pt x="35" y="35"/>
                  <a:pt x="35" y="35"/>
                </a:cubicBezTo>
                <a:cubicBezTo>
                  <a:pt x="36" y="33"/>
                  <a:pt x="37" y="31"/>
                  <a:pt x="36" y="29"/>
                </a:cubicBezTo>
                <a:cubicBezTo>
                  <a:pt x="35" y="27"/>
                  <a:pt x="33" y="25"/>
                  <a:pt x="30" y="26"/>
                </a:cubicBezTo>
                <a:cubicBezTo>
                  <a:pt x="25" y="18"/>
                  <a:pt x="25" y="18"/>
                  <a:pt x="25" y="18"/>
                </a:cubicBezTo>
                <a:cubicBezTo>
                  <a:pt x="26" y="18"/>
                  <a:pt x="27" y="17"/>
                  <a:pt x="29" y="17"/>
                </a:cubicBezTo>
                <a:cubicBezTo>
                  <a:pt x="36" y="17"/>
                  <a:pt x="42" y="23"/>
                  <a:pt x="42" y="31"/>
                </a:cubicBezTo>
                <a:cubicBezTo>
                  <a:pt x="49" y="31"/>
                  <a:pt x="49" y="31"/>
                  <a:pt x="49" y="31"/>
                </a:cubicBezTo>
                <a:cubicBezTo>
                  <a:pt x="49" y="21"/>
                  <a:pt x="41" y="13"/>
                  <a:pt x="31" y="13"/>
                </a:cubicBezTo>
                <a:close/>
                <a:moveTo>
                  <a:pt x="29" y="29"/>
                </a:moveTo>
                <a:cubicBezTo>
                  <a:pt x="29" y="29"/>
                  <a:pt x="29" y="29"/>
                  <a:pt x="29" y="29"/>
                </a:cubicBezTo>
                <a:cubicBezTo>
                  <a:pt x="29" y="29"/>
                  <a:pt x="29" y="29"/>
                  <a:pt x="29" y="29"/>
                </a:cubicBezTo>
                <a:cubicBezTo>
                  <a:pt x="29" y="29"/>
                  <a:pt x="29" y="29"/>
                  <a:pt x="29" y="29"/>
                </a:cubicBezTo>
                <a:cubicBezTo>
                  <a:pt x="29" y="29"/>
                  <a:pt x="29" y="29"/>
                  <a:pt x="29" y="29"/>
                </a:cubicBezTo>
                <a:cubicBezTo>
                  <a:pt x="29" y="29"/>
                  <a:pt x="29" y="29"/>
                  <a:pt x="29" y="29"/>
                </a:cubicBezTo>
                <a:cubicBezTo>
                  <a:pt x="29" y="29"/>
                  <a:pt x="29" y="29"/>
                  <a:pt x="29" y="29"/>
                </a:cubicBezTo>
                <a:cubicBezTo>
                  <a:pt x="29" y="29"/>
                  <a:pt x="29" y="29"/>
                  <a:pt x="29" y="29"/>
                </a:cubicBezTo>
                <a:cubicBezTo>
                  <a:pt x="29" y="30"/>
                  <a:pt x="29" y="30"/>
                  <a:pt x="29" y="30"/>
                </a:cubicBezTo>
                <a:cubicBezTo>
                  <a:pt x="29" y="30"/>
                  <a:pt x="29" y="30"/>
                  <a:pt x="29" y="30"/>
                </a:cubicBezTo>
                <a:cubicBezTo>
                  <a:pt x="29" y="30"/>
                  <a:pt x="29" y="30"/>
                  <a:pt x="29" y="30"/>
                </a:cubicBezTo>
                <a:cubicBezTo>
                  <a:pt x="29" y="30"/>
                  <a:pt x="29" y="30"/>
                  <a:pt x="29" y="30"/>
                </a:cubicBezTo>
                <a:cubicBezTo>
                  <a:pt x="29" y="30"/>
                  <a:pt x="29" y="30"/>
                  <a:pt x="29" y="30"/>
                </a:cubicBezTo>
                <a:cubicBezTo>
                  <a:pt x="29" y="30"/>
                  <a:pt x="29" y="30"/>
                  <a:pt x="29" y="30"/>
                </a:cubicBezTo>
                <a:cubicBezTo>
                  <a:pt x="29" y="30"/>
                  <a:pt x="29" y="30"/>
                  <a:pt x="29" y="30"/>
                </a:cubicBezTo>
                <a:cubicBezTo>
                  <a:pt x="29" y="30"/>
                  <a:pt x="29" y="31"/>
                  <a:pt x="29" y="32"/>
                </a:cubicBezTo>
                <a:cubicBezTo>
                  <a:pt x="29" y="33"/>
                  <a:pt x="30"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1" y="34"/>
                  <a:pt x="31" y="34"/>
                  <a:pt x="31"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4"/>
                  <a:pt x="32" y="34"/>
                  <a:pt x="32" y="34"/>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2" y="33"/>
                  <a:pt x="32" y="33"/>
                  <a:pt x="32"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3"/>
                  <a:pt x="33" y="33"/>
                </a:cubicBezTo>
                <a:cubicBezTo>
                  <a:pt x="33" y="33"/>
                  <a:pt x="33" y="32"/>
                  <a:pt x="33" y="32"/>
                </a:cubicBezTo>
                <a:cubicBezTo>
                  <a:pt x="33" y="32"/>
                  <a:pt x="33" y="32"/>
                  <a:pt x="33" y="32"/>
                </a:cubicBezTo>
                <a:cubicBezTo>
                  <a:pt x="34" y="32"/>
                  <a:pt x="34" y="31"/>
                  <a:pt x="34" y="30"/>
                </a:cubicBezTo>
                <a:cubicBezTo>
                  <a:pt x="33" y="29"/>
                  <a:pt x="32"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8"/>
                  <a:pt x="31" y="28"/>
                  <a:pt x="31" y="28"/>
                </a:cubicBezTo>
                <a:cubicBezTo>
                  <a:pt x="31" y="29"/>
                  <a:pt x="31" y="29"/>
                  <a:pt x="31" y="29"/>
                </a:cubicBezTo>
                <a:cubicBezTo>
                  <a:pt x="31" y="29"/>
                  <a:pt x="31" y="29"/>
                  <a:pt x="31" y="29"/>
                </a:cubicBezTo>
                <a:cubicBezTo>
                  <a:pt x="31" y="29"/>
                  <a:pt x="31" y="29"/>
                  <a:pt x="31" y="29"/>
                </a:cubicBezTo>
                <a:cubicBezTo>
                  <a:pt x="31" y="29"/>
                  <a:pt x="31" y="29"/>
                  <a:pt x="31" y="29"/>
                </a:cubicBezTo>
                <a:cubicBezTo>
                  <a:pt x="31" y="29"/>
                  <a:pt x="31" y="29"/>
                  <a:pt x="31" y="29"/>
                </a:cubicBezTo>
                <a:cubicBezTo>
                  <a:pt x="31" y="29"/>
                  <a:pt x="31" y="29"/>
                  <a:pt x="31" y="29"/>
                </a:cubicBezTo>
                <a:cubicBezTo>
                  <a:pt x="31" y="29"/>
                  <a:pt x="31" y="29"/>
                  <a:pt x="31" y="29"/>
                </a:cubicBezTo>
                <a:cubicBezTo>
                  <a:pt x="31" y="29"/>
                  <a:pt x="31" y="29"/>
                  <a:pt x="31" y="29"/>
                </a:cubicBezTo>
                <a:cubicBezTo>
                  <a:pt x="31" y="29"/>
                  <a:pt x="31" y="29"/>
                  <a:pt x="31" y="29"/>
                </a:cubicBezTo>
                <a:cubicBezTo>
                  <a:pt x="31" y="29"/>
                  <a:pt x="31" y="29"/>
                  <a:pt x="31" y="29"/>
                </a:cubicBezTo>
                <a:cubicBezTo>
                  <a:pt x="31" y="29"/>
                  <a:pt x="31" y="29"/>
                  <a:pt x="31" y="29"/>
                </a:cubicBezTo>
                <a:cubicBezTo>
                  <a:pt x="31" y="29"/>
                  <a:pt x="31" y="29"/>
                  <a:pt x="31" y="29"/>
                </a:cubicBezTo>
                <a:cubicBezTo>
                  <a:pt x="31" y="29"/>
                  <a:pt x="31" y="29"/>
                  <a:pt x="31" y="29"/>
                </a:cubicBezTo>
                <a:cubicBezTo>
                  <a:pt x="31" y="29"/>
                  <a:pt x="31" y="29"/>
                  <a:pt x="31" y="29"/>
                </a:cubicBezTo>
                <a:cubicBezTo>
                  <a:pt x="31" y="29"/>
                  <a:pt x="31" y="29"/>
                  <a:pt x="31"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30" y="29"/>
                  <a:pt x="30" y="29"/>
                  <a:pt x="30" y="29"/>
                </a:cubicBezTo>
                <a:cubicBezTo>
                  <a:pt x="29" y="29"/>
                  <a:pt x="29" y="29"/>
                  <a:pt x="29" y="29"/>
                </a:cubicBezTo>
                <a:cubicBezTo>
                  <a:pt x="29" y="29"/>
                  <a:pt x="29" y="29"/>
                  <a:pt x="29" y="29"/>
                </a:cubicBezTo>
                <a:cubicBezTo>
                  <a:pt x="29" y="29"/>
                  <a:pt x="29" y="29"/>
                  <a:pt x="29" y="29"/>
                </a:cubicBezTo>
                <a:cubicBezTo>
                  <a:pt x="29" y="29"/>
                  <a:pt x="29" y="29"/>
                  <a:pt x="29" y="29"/>
                </a:cubicBezTo>
                <a:close/>
                <a:moveTo>
                  <a:pt x="23" y="19"/>
                </a:moveTo>
                <a:cubicBezTo>
                  <a:pt x="21" y="16"/>
                  <a:pt x="21" y="16"/>
                  <a:pt x="21" y="16"/>
                </a:cubicBezTo>
                <a:cubicBezTo>
                  <a:pt x="17" y="19"/>
                  <a:pt x="14" y="25"/>
                  <a:pt x="14" y="31"/>
                </a:cubicBezTo>
                <a:cubicBezTo>
                  <a:pt x="15" y="31"/>
                  <a:pt x="15" y="31"/>
                  <a:pt x="15" y="31"/>
                </a:cubicBezTo>
                <a:cubicBezTo>
                  <a:pt x="15" y="26"/>
                  <a:pt x="18" y="21"/>
                  <a:pt x="23" y="19"/>
                </a:cubicBezTo>
                <a:close/>
                <a:moveTo>
                  <a:pt x="46" y="16"/>
                </a:moveTo>
                <a:cubicBezTo>
                  <a:pt x="42" y="13"/>
                  <a:pt x="37" y="10"/>
                  <a:pt x="31" y="10"/>
                </a:cubicBezTo>
                <a:cubicBezTo>
                  <a:pt x="26" y="10"/>
                  <a:pt x="20" y="13"/>
                  <a:pt x="17" y="16"/>
                </a:cubicBezTo>
                <a:cubicBezTo>
                  <a:pt x="13" y="20"/>
                  <a:pt x="11" y="25"/>
                  <a:pt x="11" y="31"/>
                </a:cubicBezTo>
                <a:cubicBezTo>
                  <a:pt x="11" y="37"/>
                  <a:pt x="13" y="42"/>
                  <a:pt x="17" y="45"/>
                </a:cubicBezTo>
                <a:cubicBezTo>
                  <a:pt x="20" y="49"/>
                  <a:pt x="26" y="51"/>
                  <a:pt x="31" y="51"/>
                </a:cubicBezTo>
                <a:cubicBezTo>
                  <a:pt x="37" y="51"/>
                  <a:pt x="42" y="49"/>
                  <a:pt x="46" y="45"/>
                </a:cubicBezTo>
                <a:cubicBezTo>
                  <a:pt x="49" y="42"/>
                  <a:pt x="52" y="37"/>
                  <a:pt x="52" y="31"/>
                </a:cubicBezTo>
                <a:cubicBezTo>
                  <a:pt x="52" y="25"/>
                  <a:pt x="49" y="20"/>
                  <a:pt x="46" y="16"/>
                </a:cubicBezTo>
                <a:close/>
                <a:moveTo>
                  <a:pt x="51" y="11"/>
                </a:moveTo>
                <a:cubicBezTo>
                  <a:pt x="46" y="6"/>
                  <a:pt x="39" y="3"/>
                  <a:pt x="31" y="3"/>
                </a:cubicBezTo>
                <a:cubicBezTo>
                  <a:pt x="24" y="3"/>
                  <a:pt x="17" y="6"/>
                  <a:pt x="12" y="11"/>
                </a:cubicBezTo>
                <a:cubicBezTo>
                  <a:pt x="7" y="16"/>
                  <a:pt x="4" y="23"/>
                  <a:pt x="4" y="31"/>
                </a:cubicBezTo>
                <a:cubicBezTo>
                  <a:pt x="4" y="38"/>
                  <a:pt x="7" y="45"/>
                  <a:pt x="12" y="50"/>
                </a:cubicBezTo>
                <a:cubicBezTo>
                  <a:pt x="17" y="55"/>
                  <a:pt x="24" y="58"/>
                  <a:pt x="31" y="58"/>
                </a:cubicBezTo>
                <a:cubicBezTo>
                  <a:pt x="39" y="58"/>
                  <a:pt x="46" y="55"/>
                  <a:pt x="51" y="50"/>
                </a:cubicBezTo>
                <a:cubicBezTo>
                  <a:pt x="56" y="45"/>
                  <a:pt x="59" y="38"/>
                  <a:pt x="59" y="31"/>
                </a:cubicBezTo>
                <a:cubicBezTo>
                  <a:pt x="59" y="23"/>
                  <a:pt x="56" y="16"/>
                  <a:pt x="51" y="1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05" name="Freeform 92">
            <a:extLst>
              <a:ext uri="{FF2B5EF4-FFF2-40B4-BE49-F238E27FC236}">
                <a16:creationId xmlns="" xmlns:a16="http://schemas.microsoft.com/office/drawing/2014/main" id="{62BBF295-6DD1-4377-9D49-21FF3547FBF7}"/>
              </a:ext>
            </a:extLst>
          </p:cNvPr>
          <p:cNvSpPr>
            <a:spLocks/>
          </p:cNvSpPr>
          <p:nvPr/>
        </p:nvSpPr>
        <p:spPr bwMode="auto">
          <a:xfrm>
            <a:off x="5335662" y="3032398"/>
            <a:ext cx="523875" cy="358775"/>
          </a:xfrm>
          <a:custGeom>
            <a:avLst/>
            <a:gdLst>
              <a:gd name="T0" fmla="*/ 0 w 51"/>
              <a:gd name="T1" fmla="*/ 2147483646 h 35"/>
              <a:gd name="T2" fmla="*/ 2147483646 w 51"/>
              <a:gd name="T3" fmla="*/ 2147483646 h 35"/>
              <a:gd name="T4" fmla="*/ 2147483646 w 51"/>
              <a:gd name="T5" fmla="*/ 2147483646 h 35"/>
              <a:gd name="T6" fmla="*/ 2147483646 w 51"/>
              <a:gd name="T7" fmla="*/ 2147483646 h 35"/>
              <a:gd name="T8" fmla="*/ 2147483646 w 51"/>
              <a:gd name="T9" fmla="*/ 2147483646 h 35"/>
              <a:gd name="T10" fmla="*/ 2147483646 w 51"/>
              <a:gd name="T11" fmla="*/ 2147483646 h 35"/>
              <a:gd name="T12" fmla="*/ 2147483646 w 51"/>
              <a:gd name="T13" fmla="*/ 2147483646 h 35"/>
              <a:gd name="T14" fmla="*/ 2147483646 w 51"/>
              <a:gd name="T15" fmla="*/ 2147483646 h 35"/>
              <a:gd name="T16" fmla="*/ 2147483646 w 51"/>
              <a:gd name="T17" fmla="*/ 2147483646 h 35"/>
              <a:gd name="T18" fmla="*/ 0 w 51"/>
              <a:gd name="T19" fmla="*/ 2147483646 h 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1" h="35">
                <a:moveTo>
                  <a:pt x="0" y="21"/>
                </a:moveTo>
                <a:cubicBezTo>
                  <a:pt x="7" y="6"/>
                  <a:pt x="25" y="0"/>
                  <a:pt x="43" y="16"/>
                </a:cubicBezTo>
                <a:cubicBezTo>
                  <a:pt x="47" y="10"/>
                  <a:pt x="47" y="10"/>
                  <a:pt x="47" y="10"/>
                </a:cubicBezTo>
                <a:cubicBezTo>
                  <a:pt x="49" y="22"/>
                  <a:pt x="49" y="22"/>
                  <a:pt x="49" y="22"/>
                </a:cubicBezTo>
                <a:cubicBezTo>
                  <a:pt x="51" y="33"/>
                  <a:pt x="51" y="33"/>
                  <a:pt x="51" y="33"/>
                </a:cubicBezTo>
                <a:cubicBezTo>
                  <a:pt x="39" y="34"/>
                  <a:pt x="39" y="34"/>
                  <a:pt x="39" y="34"/>
                </a:cubicBezTo>
                <a:cubicBezTo>
                  <a:pt x="28" y="35"/>
                  <a:pt x="28" y="35"/>
                  <a:pt x="28" y="35"/>
                </a:cubicBezTo>
                <a:cubicBezTo>
                  <a:pt x="33" y="29"/>
                  <a:pt x="33" y="29"/>
                  <a:pt x="33" y="29"/>
                </a:cubicBezTo>
                <a:cubicBezTo>
                  <a:pt x="23" y="19"/>
                  <a:pt x="13" y="18"/>
                  <a:pt x="3" y="22"/>
                </a:cubicBezTo>
                <a:cubicBezTo>
                  <a:pt x="2" y="21"/>
                  <a:pt x="1" y="21"/>
                  <a:pt x="0" y="2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06" name="Freeform 93">
            <a:extLst>
              <a:ext uri="{FF2B5EF4-FFF2-40B4-BE49-F238E27FC236}">
                <a16:creationId xmlns="" xmlns:a16="http://schemas.microsoft.com/office/drawing/2014/main" id="{6E3E8044-367A-4AB6-987F-1175D27D8CBE}"/>
              </a:ext>
            </a:extLst>
          </p:cNvPr>
          <p:cNvSpPr>
            <a:spLocks/>
          </p:cNvSpPr>
          <p:nvPr/>
        </p:nvSpPr>
        <p:spPr bwMode="auto">
          <a:xfrm>
            <a:off x="5264224" y="3391173"/>
            <a:ext cx="511175" cy="358775"/>
          </a:xfrm>
          <a:custGeom>
            <a:avLst/>
            <a:gdLst>
              <a:gd name="T0" fmla="*/ 2147483646 w 50"/>
              <a:gd name="T1" fmla="*/ 2147483646 h 35"/>
              <a:gd name="T2" fmla="*/ 2147483646 w 50"/>
              <a:gd name="T3" fmla="*/ 2147483646 h 35"/>
              <a:gd name="T4" fmla="*/ 2147483646 w 50"/>
              <a:gd name="T5" fmla="*/ 2147483646 h 35"/>
              <a:gd name="T6" fmla="*/ 2147483646 w 50"/>
              <a:gd name="T7" fmla="*/ 2147483646 h 35"/>
              <a:gd name="T8" fmla="*/ 0 w 50"/>
              <a:gd name="T9" fmla="*/ 2147483646 h 35"/>
              <a:gd name="T10" fmla="*/ 2147483646 w 50"/>
              <a:gd name="T11" fmla="*/ 2147483646 h 35"/>
              <a:gd name="T12" fmla="*/ 2147483646 w 50"/>
              <a:gd name="T13" fmla="*/ 0 h 35"/>
              <a:gd name="T14" fmla="*/ 2147483646 w 50"/>
              <a:gd name="T15" fmla="*/ 2147483646 h 35"/>
              <a:gd name="T16" fmla="*/ 2147483646 w 50"/>
              <a:gd name="T17" fmla="*/ 2147483646 h 35"/>
              <a:gd name="T18" fmla="*/ 2147483646 w 50"/>
              <a:gd name="T19" fmla="*/ 2147483646 h 35"/>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0" h="35">
                <a:moveTo>
                  <a:pt x="50" y="14"/>
                </a:moveTo>
                <a:cubicBezTo>
                  <a:pt x="43" y="29"/>
                  <a:pt x="26" y="35"/>
                  <a:pt x="7" y="19"/>
                </a:cubicBezTo>
                <a:cubicBezTo>
                  <a:pt x="3" y="24"/>
                  <a:pt x="3" y="24"/>
                  <a:pt x="3" y="24"/>
                </a:cubicBezTo>
                <a:cubicBezTo>
                  <a:pt x="1" y="13"/>
                  <a:pt x="1" y="13"/>
                  <a:pt x="1" y="13"/>
                </a:cubicBezTo>
                <a:cubicBezTo>
                  <a:pt x="0" y="2"/>
                  <a:pt x="0" y="2"/>
                  <a:pt x="0" y="2"/>
                </a:cubicBezTo>
                <a:cubicBezTo>
                  <a:pt x="11" y="1"/>
                  <a:pt x="11" y="1"/>
                  <a:pt x="11" y="1"/>
                </a:cubicBezTo>
                <a:cubicBezTo>
                  <a:pt x="22" y="0"/>
                  <a:pt x="22" y="0"/>
                  <a:pt x="22" y="0"/>
                </a:cubicBezTo>
                <a:cubicBezTo>
                  <a:pt x="18" y="6"/>
                  <a:pt x="18" y="6"/>
                  <a:pt x="18" y="6"/>
                </a:cubicBezTo>
                <a:cubicBezTo>
                  <a:pt x="28" y="16"/>
                  <a:pt x="37" y="16"/>
                  <a:pt x="47" y="13"/>
                </a:cubicBezTo>
                <a:cubicBezTo>
                  <a:pt x="48" y="13"/>
                  <a:pt x="49" y="14"/>
                  <a:pt x="50" y="1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07" name="Freeform 94">
            <a:extLst>
              <a:ext uri="{FF2B5EF4-FFF2-40B4-BE49-F238E27FC236}">
                <a16:creationId xmlns="" xmlns:a16="http://schemas.microsoft.com/office/drawing/2014/main" id="{943CADE2-5196-483E-B55A-3F8F4D26D041}"/>
              </a:ext>
            </a:extLst>
          </p:cNvPr>
          <p:cNvSpPr>
            <a:spLocks noEditPoints="1"/>
          </p:cNvSpPr>
          <p:nvPr/>
        </p:nvSpPr>
        <p:spPr bwMode="auto">
          <a:xfrm>
            <a:off x="4167262" y="2071960"/>
            <a:ext cx="665162" cy="622300"/>
          </a:xfrm>
          <a:custGeom>
            <a:avLst/>
            <a:gdLst>
              <a:gd name="T0" fmla="*/ 2147483646 w 65"/>
              <a:gd name="T1" fmla="*/ 2147483646 h 61"/>
              <a:gd name="T2" fmla="*/ 2147483646 w 65"/>
              <a:gd name="T3" fmla="*/ 2147483646 h 61"/>
              <a:gd name="T4" fmla="*/ 2147483646 w 65"/>
              <a:gd name="T5" fmla="*/ 2147483646 h 61"/>
              <a:gd name="T6" fmla="*/ 2147483646 w 65"/>
              <a:gd name="T7" fmla="*/ 2147483646 h 61"/>
              <a:gd name="T8" fmla="*/ 2147483646 w 65"/>
              <a:gd name="T9" fmla="*/ 2147483646 h 61"/>
              <a:gd name="T10" fmla="*/ 2147483646 w 65"/>
              <a:gd name="T11" fmla="*/ 2147483646 h 61"/>
              <a:gd name="T12" fmla="*/ 2147483646 w 65"/>
              <a:gd name="T13" fmla="*/ 2147483646 h 61"/>
              <a:gd name="T14" fmla="*/ 2147483646 w 65"/>
              <a:gd name="T15" fmla="*/ 2147483646 h 61"/>
              <a:gd name="T16" fmla="*/ 2147483646 w 65"/>
              <a:gd name="T17" fmla="*/ 2147483646 h 61"/>
              <a:gd name="T18" fmla="*/ 2147483646 w 65"/>
              <a:gd name="T19" fmla="*/ 2147483646 h 61"/>
              <a:gd name="T20" fmla="*/ 2147483646 w 65"/>
              <a:gd name="T21" fmla="*/ 2147483646 h 61"/>
              <a:gd name="T22" fmla="*/ 2147483646 w 65"/>
              <a:gd name="T23" fmla="*/ 2147483646 h 61"/>
              <a:gd name="T24" fmla="*/ 2147483646 w 65"/>
              <a:gd name="T25" fmla="*/ 2147483646 h 61"/>
              <a:gd name="T26" fmla="*/ 2147483646 w 65"/>
              <a:gd name="T27" fmla="*/ 2147483646 h 61"/>
              <a:gd name="T28" fmla="*/ 2147483646 w 65"/>
              <a:gd name="T29" fmla="*/ 2147483646 h 61"/>
              <a:gd name="T30" fmla="*/ 2147483646 w 65"/>
              <a:gd name="T31" fmla="*/ 2147483646 h 61"/>
              <a:gd name="T32" fmla="*/ 2147483646 w 65"/>
              <a:gd name="T33" fmla="*/ 2147483646 h 61"/>
              <a:gd name="T34" fmla="*/ 2147483646 w 65"/>
              <a:gd name="T35" fmla="*/ 2147483646 h 61"/>
              <a:gd name="T36" fmla="*/ 2147483646 w 65"/>
              <a:gd name="T37" fmla="*/ 2147483646 h 61"/>
              <a:gd name="T38" fmla="*/ 2147483646 w 65"/>
              <a:gd name="T39" fmla="*/ 2147483646 h 61"/>
              <a:gd name="T40" fmla="*/ 2147483646 w 65"/>
              <a:gd name="T41" fmla="*/ 2147483646 h 61"/>
              <a:gd name="T42" fmla="*/ 2147483646 w 65"/>
              <a:gd name="T43" fmla="*/ 2147483646 h 61"/>
              <a:gd name="T44" fmla="*/ 2147483646 w 65"/>
              <a:gd name="T45" fmla="*/ 2147483646 h 61"/>
              <a:gd name="T46" fmla="*/ 2147483646 w 65"/>
              <a:gd name="T47" fmla="*/ 2147483646 h 61"/>
              <a:gd name="T48" fmla="*/ 2147483646 w 65"/>
              <a:gd name="T49" fmla="*/ 2147483646 h 61"/>
              <a:gd name="T50" fmla="*/ 2147483646 w 65"/>
              <a:gd name="T51" fmla="*/ 2147483646 h 61"/>
              <a:gd name="T52" fmla="*/ 2147483646 w 65"/>
              <a:gd name="T53" fmla="*/ 2147483646 h 61"/>
              <a:gd name="T54" fmla="*/ 2147483646 w 65"/>
              <a:gd name="T55" fmla="*/ 2147483646 h 61"/>
              <a:gd name="T56" fmla="*/ 2147483646 w 65"/>
              <a:gd name="T57" fmla="*/ 2147483646 h 61"/>
              <a:gd name="T58" fmla="*/ 2147483646 w 65"/>
              <a:gd name="T59" fmla="*/ 2147483646 h 61"/>
              <a:gd name="T60" fmla="*/ 2147483646 w 65"/>
              <a:gd name="T61" fmla="*/ 0 h 61"/>
              <a:gd name="T62" fmla="*/ 0 w 65"/>
              <a:gd name="T63" fmla="*/ 2147483646 h 61"/>
              <a:gd name="T64" fmla="*/ 2147483646 w 65"/>
              <a:gd name="T65" fmla="*/ 2147483646 h 61"/>
              <a:gd name="T66" fmla="*/ 2147483646 w 65"/>
              <a:gd name="T67" fmla="*/ 2147483646 h 61"/>
              <a:gd name="T68" fmla="*/ 2147483646 w 65"/>
              <a:gd name="T69" fmla="*/ 0 h 61"/>
              <a:gd name="T70" fmla="*/ 2147483646 w 65"/>
              <a:gd name="T71" fmla="*/ 2147483646 h 61"/>
              <a:gd name="T72" fmla="*/ 2147483646 w 65"/>
              <a:gd name="T73" fmla="*/ 2147483646 h 61"/>
              <a:gd name="T74" fmla="*/ 2147483646 w 65"/>
              <a:gd name="T75" fmla="*/ 2147483646 h 61"/>
              <a:gd name="T76" fmla="*/ 2147483646 w 65"/>
              <a:gd name="T77" fmla="*/ 2147483646 h 61"/>
              <a:gd name="T78" fmla="*/ 2147483646 w 65"/>
              <a:gd name="T79" fmla="*/ 2147483646 h 61"/>
              <a:gd name="T80" fmla="*/ 2147483646 w 65"/>
              <a:gd name="T81" fmla="*/ 2147483646 h 61"/>
              <a:gd name="T82" fmla="*/ 2147483646 w 65"/>
              <a:gd name="T83" fmla="*/ 2147483646 h 61"/>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5" h="61">
                <a:moveTo>
                  <a:pt x="33" y="11"/>
                </a:moveTo>
                <a:cubicBezTo>
                  <a:pt x="54" y="33"/>
                  <a:pt x="54" y="33"/>
                  <a:pt x="54" y="33"/>
                </a:cubicBezTo>
                <a:cubicBezTo>
                  <a:pt x="56" y="35"/>
                  <a:pt x="56" y="35"/>
                  <a:pt x="56" y="35"/>
                </a:cubicBezTo>
                <a:cubicBezTo>
                  <a:pt x="64" y="42"/>
                  <a:pt x="64" y="42"/>
                  <a:pt x="64" y="42"/>
                </a:cubicBezTo>
                <a:cubicBezTo>
                  <a:pt x="65" y="43"/>
                  <a:pt x="65" y="43"/>
                  <a:pt x="65" y="43"/>
                </a:cubicBezTo>
                <a:cubicBezTo>
                  <a:pt x="64" y="45"/>
                  <a:pt x="64" y="45"/>
                  <a:pt x="64" y="45"/>
                </a:cubicBezTo>
                <a:cubicBezTo>
                  <a:pt x="63" y="51"/>
                  <a:pt x="60" y="55"/>
                  <a:pt x="56" y="57"/>
                </a:cubicBezTo>
                <a:cubicBezTo>
                  <a:pt x="52" y="61"/>
                  <a:pt x="46" y="61"/>
                  <a:pt x="42" y="61"/>
                </a:cubicBezTo>
                <a:cubicBezTo>
                  <a:pt x="41" y="61"/>
                  <a:pt x="41" y="61"/>
                  <a:pt x="41" y="61"/>
                </a:cubicBezTo>
                <a:cubicBezTo>
                  <a:pt x="40" y="60"/>
                  <a:pt x="40" y="60"/>
                  <a:pt x="40" y="60"/>
                </a:cubicBezTo>
                <a:cubicBezTo>
                  <a:pt x="36" y="56"/>
                  <a:pt x="36" y="56"/>
                  <a:pt x="36" y="56"/>
                </a:cubicBezTo>
                <a:cubicBezTo>
                  <a:pt x="34" y="54"/>
                  <a:pt x="34" y="54"/>
                  <a:pt x="34" y="54"/>
                </a:cubicBezTo>
                <a:cubicBezTo>
                  <a:pt x="36" y="52"/>
                  <a:pt x="36" y="52"/>
                  <a:pt x="36" y="52"/>
                </a:cubicBezTo>
                <a:cubicBezTo>
                  <a:pt x="37" y="50"/>
                  <a:pt x="37" y="50"/>
                  <a:pt x="37" y="50"/>
                </a:cubicBezTo>
                <a:cubicBezTo>
                  <a:pt x="15" y="28"/>
                  <a:pt x="15" y="28"/>
                  <a:pt x="15" y="28"/>
                </a:cubicBezTo>
                <a:cubicBezTo>
                  <a:pt x="14" y="27"/>
                  <a:pt x="14" y="27"/>
                  <a:pt x="14" y="27"/>
                </a:cubicBezTo>
                <a:cubicBezTo>
                  <a:pt x="15" y="26"/>
                  <a:pt x="15" y="26"/>
                  <a:pt x="15" y="26"/>
                </a:cubicBezTo>
                <a:cubicBezTo>
                  <a:pt x="17" y="18"/>
                  <a:pt x="17" y="18"/>
                  <a:pt x="17" y="18"/>
                </a:cubicBezTo>
                <a:cubicBezTo>
                  <a:pt x="12" y="20"/>
                  <a:pt x="12" y="20"/>
                  <a:pt x="12" y="20"/>
                </a:cubicBezTo>
                <a:cubicBezTo>
                  <a:pt x="7" y="15"/>
                  <a:pt x="7" y="15"/>
                  <a:pt x="7" y="15"/>
                </a:cubicBezTo>
                <a:cubicBezTo>
                  <a:pt x="21" y="7"/>
                  <a:pt x="21" y="7"/>
                  <a:pt x="21" y="7"/>
                </a:cubicBezTo>
                <a:cubicBezTo>
                  <a:pt x="25" y="12"/>
                  <a:pt x="25" y="12"/>
                  <a:pt x="25" y="12"/>
                </a:cubicBezTo>
                <a:cubicBezTo>
                  <a:pt x="30" y="11"/>
                  <a:pt x="30" y="11"/>
                  <a:pt x="30" y="11"/>
                </a:cubicBezTo>
                <a:cubicBezTo>
                  <a:pt x="32" y="10"/>
                  <a:pt x="32" y="10"/>
                  <a:pt x="32" y="10"/>
                </a:cubicBezTo>
                <a:cubicBezTo>
                  <a:pt x="33" y="11"/>
                  <a:pt x="33" y="11"/>
                  <a:pt x="33" y="11"/>
                </a:cubicBezTo>
                <a:close/>
                <a:moveTo>
                  <a:pt x="43" y="31"/>
                </a:moveTo>
                <a:cubicBezTo>
                  <a:pt x="41" y="29"/>
                  <a:pt x="38" y="29"/>
                  <a:pt x="36" y="31"/>
                </a:cubicBezTo>
                <a:cubicBezTo>
                  <a:pt x="33" y="33"/>
                  <a:pt x="33" y="37"/>
                  <a:pt x="36" y="39"/>
                </a:cubicBezTo>
                <a:cubicBezTo>
                  <a:pt x="38" y="41"/>
                  <a:pt x="41" y="41"/>
                  <a:pt x="43" y="39"/>
                </a:cubicBezTo>
                <a:cubicBezTo>
                  <a:pt x="45" y="37"/>
                  <a:pt x="45" y="33"/>
                  <a:pt x="43" y="31"/>
                </a:cubicBezTo>
                <a:close/>
                <a:moveTo>
                  <a:pt x="13" y="0"/>
                </a:moveTo>
                <a:cubicBezTo>
                  <a:pt x="0" y="8"/>
                  <a:pt x="0" y="8"/>
                  <a:pt x="0" y="8"/>
                </a:cubicBezTo>
                <a:cubicBezTo>
                  <a:pt x="5" y="13"/>
                  <a:pt x="5" y="13"/>
                  <a:pt x="5" y="13"/>
                </a:cubicBezTo>
                <a:cubicBezTo>
                  <a:pt x="19" y="5"/>
                  <a:pt x="19" y="5"/>
                  <a:pt x="19" y="5"/>
                </a:cubicBezTo>
                <a:cubicBezTo>
                  <a:pt x="13" y="0"/>
                  <a:pt x="13" y="0"/>
                  <a:pt x="13" y="0"/>
                </a:cubicBezTo>
                <a:close/>
                <a:moveTo>
                  <a:pt x="50" y="37"/>
                </a:moveTo>
                <a:cubicBezTo>
                  <a:pt x="30" y="16"/>
                  <a:pt x="30" y="16"/>
                  <a:pt x="30" y="16"/>
                </a:cubicBezTo>
                <a:cubicBezTo>
                  <a:pt x="22" y="18"/>
                  <a:pt x="22" y="18"/>
                  <a:pt x="22" y="18"/>
                </a:cubicBezTo>
                <a:cubicBezTo>
                  <a:pt x="21" y="26"/>
                  <a:pt x="21" y="26"/>
                  <a:pt x="21" y="26"/>
                </a:cubicBezTo>
                <a:cubicBezTo>
                  <a:pt x="41" y="46"/>
                  <a:pt x="41" y="46"/>
                  <a:pt x="41" y="46"/>
                </a:cubicBezTo>
                <a:cubicBezTo>
                  <a:pt x="46" y="42"/>
                  <a:pt x="46" y="42"/>
                  <a:pt x="46" y="42"/>
                </a:cubicBezTo>
                <a:lnTo>
                  <a:pt x="50" y="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08" name="Freeform 95">
            <a:extLst>
              <a:ext uri="{FF2B5EF4-FFF2-40B4-BE49-F238E27FC236}">
                <a16:creationId xmlns="" xmlns:a16="http://schemas.microsoft.com/office/drawing/2014/main" id="{BB2DD21B-DF91-4D04-AF16-A1F9A2D189D4}"/>
              </a:ext>
            </a:extLst>
          </p:cNvPr>
          <p:cNvSpPr>
            <a:spLocks noEditPoints="1"/>
          </p:cNvSpPr>
          <p:nvPr/>
        </p:nvSpPr>
        <p:spPr bwMode="auto">
          <a:xfrm>
            <a:off x="2068587" y="984523"/>
            <a:ext cx="500062" cy="644525"/>
          </a:xfrm>
          <a:custGeom>
            <a:avLst/>
            <a:gdLst>
              <a:gd name="T0" fmla="*/ 2147483646 w 49"/>
              <a:gd name="T1" fmla="*/ 2147483646 h 63"/>
              <a:gd name="T2" fmla="*/ 2147483646 w 49"/>
              <a:gd name="T3" fmla="*/ 2147483646 h 63"/>
              <a:gd name="T4" fmla="*/ 2147483646 w 49"/>
              <a:gd name="T5" fmla="*/ 2147483646 h 63"/>
              <a:gd name="T6" fmla="*/ 2147483646 w 49"/>
              <a:gd name="T7" fmla="*/ 2147483646 h 63"/>
              <a:gd name="T8" fmla="*/ 2147483646 w 49"/>
              <a:gd name="T9" fmla="*/ 2147483646 h 63"/>
              <a:gd name="T10" fmla="*/ 2147483646 w 49"/>
              <a:gd name="T11" fmla="*/ 2147483646 h 63"/>
              <a:gd name="T12" fmla="*/ 2147483646 w 49"/>
              <a:gd name="T13" fmla="*/ 2147483646 h 63"/>
              <a:gd name="T14" fmla="*/ 2147483646 w 49"/>
              <a:gd name="T15" fmla="*/ 2147483646 h 63"/>
              <a:gd name="T16" fmla="*/ 2147483646 w 49"/>
              <a:gd name="T17" fmla="*/ 2147483646 h 63"/>
              <a:gd name="T18" fmla="*/ 2147483646 w 49"/>
              <a:gd name="T19" fmla="*/ 0 h 63"/>
              <a:gd name="T20" fmla="*/ 2147483646 w 49"/>
              <a:gd name="T21" fmla="*/ 2147483646 h 63"/>
              <a:gd name="T22" fmla="*/ 2147483646 w 49"/>
              <a:gd name="T23" fmla="*/ 2147483646 h 63"/>
              <a:gd name="T24" fmla="*/ 2147483646 w 49"/>
              <a:gd name="T25" fmla="*/ 2147483646 h 63"/>
              <a:gd name="T26" fmla="*/ 2147483646 w 49"/>
              <a:gd name="T27" fmla="*/ 2147483646 h 63"/>
              <a:gd name="T28" fmla="*/ 2147483646 w 49"/>
              <a:gd name="T29" fmla="*/ 2147483646 h 63"/>
              <a:gd name="T30" fmla="*/ 2147483646 w 49"/>
              <a:gd name="T31" fmla="*/ 2147483646 h 63"/>
              <a:gd name="T32" fmla="*/ 2147483646 w 49"/>
              <a:gd name="T33" fmla="*/ 2147483646 h 63"/>
              <a:gd name="T34" fmla="*/ 2147483646 w 49"/>
              <a:gd name="T35" fmla="*/ 2147483646 h 63"/>
              <a:gd name="T36" fmla="*/ 2147483646 w 49"/>
              <a:gd name="T37" fmla="*/ 2147483646 h 63"/>
              <a:gd name="T38" fmla="*/ 2147483646 w 49"/>
              <a:gd name="T39" fmla="*/ 2147483646 h 63"/>
              <a:gd name="T40" fmla="*/ 2147483646 w 49"/>
              <a:gd name="T41" fmla="*/ 2147483646 h 63"/>
              <a:gd name="T42" fmla="*/ 2147483646 w 49"/>
              <a:gd name="T43" fmla="*/ 2147483646 h 63"/>
              <a:gd name="T44" fmla="*/ 2147483646 w 49"/>
              <a:gd name="T45" fmla="*/ 2147483646 h 63"/>
              <a:gd name="T46" fmla="*/ 2147483646 w 49"/>
              <a:gd name="T47" fmla="*/ 2147483646 h 63"/>
              <a:gd name="T48" fmla="*/ 2147483646 w 49"/>
              <a:gd name="T49" fmla="*/ 0 h 63"/>
              <a:gd name="T50" fmla="*/ 2147483646 w 49"/>
              <a:gd name="T51" fmla="*/ 2147483646 h 63"/>
              <a:gd name="T52" fmla="*/ 2147483646 w 49"/>
              <a:gd name="T53" fmla="*/ 2147483646 h 63"/>
              <a:gd name="T54" fmla="*/ 2147483646 w 49"/>
              <a:gd name="T55" fmla="*/ 2147483646 h 63"/>
              <a:gd name="T56" fmla="*/ 2147483646 w 49"/>
              <a:gd name="T57" fmla="*/ 2147483646 h 63"/>
              <a:gd name="T58" fmla="*/ 2147483646 w 49"/>
              <a:gd name="T59" fmla="*/ 2147483646 h 63"/>
              <a:gd name="T60" fmla="*/ 2147483646 w 49"/>
              <a:gd name="T61" fmla="*/ 2147483646 h 63"/>
              <a:gd name="T62" fmla="*/ 2147483646 w 49"/>
              <a:gd name="T63" fmla="*/ 2147483646 h 63"/>
              <a:gd name="T64" fmla="*/ 2147483646 w 49"/>
              <a:gd name="T65" fmla="*/ 2147483646 h 63"/>
              <a:gd name="T66" fmla="*/ 2147483646 w 49"/>
              <a:gd name="T67" fmla="*/ 2147483646 h 63"/>
              <a:gd name="T68" fmla="*/ 2147483646 w 49"/>
              <a:gd name="T69" fmla="*/ 2147483646 h 63"/>
              <a:gd name="T70" fmla="*/ 2147483646 w 49"/>
              <a:gd name="T71" fmla="*/ 2147483646 h 63"/>
              <a:gd name="T72" fmla="*/ 2147483646 w 49"/>
              <a:gd name="T73" fmla="*/ 2147483646 h 63"/>
              <a:gd name="T74" fmla="*/ 2147483646 w 49"/>
              <a:gd name="T75" fmla="*/ 2147483646 h 63"/>
              <a:gd name="T76" fmla="*/ 2147483646 w 49"/>
              <a:gd name="T77" fmla="*/ 2147483646 h 63"/>
              <a:gd name="T78" fmla="*/ 2147483646 w 49"/>
              <a:gd name="T79" fmla="*/ 0 h 63"/>
              <a:gd name="T80" fmla="*/ 2147483646 w 49"/>
              <a:gd name="T81" fmla="*/ 2147483646 h 63"/>
              <a:gd name="T82" fmla="*/ 2147483646 w 49"/>
              <a:gd name="T83" fmla="*/ 2147483646 h 63"/>
              <a:gd name="T84" fmla="*/ 2147483646 w 49"/>
              <a:gd name="T85" fmla="*/ 2147483646 h 63"/>
              <a:gd name="T86" fmla="*/ 2147483646 w 49"/>
              <a:gd name="T87" fmla="*/ 2147483646 h 63"/>
              <a:gd name="T88" fmla="*/ 2147483646 w 49"/>
              <a:gd name="T89" fmla="*/ 2147483646 h 63"/>
              <a:gd name="T90" fmla="*/ 2147483646 w 49"/>
              <a:gd name="T91" fmla="*/ 2147483646 h 63"/>
              <a:gd name="T92" fmla="*/ 2147483646 w 49"/>
              <a:gd name="T93" fmla="*/ 2147483646 h 63"/>
              <a:gd name="T94" fmla="*/ 2147483646 w 49"/>
              <a:gd name="T95" fmla="*/ 2147483646 h 63"/>
              <a:gd name="T96" fmla="*/ 2147483646 w 49"/>
              <a:gd name="T97" fmla="*/ 0 h 63"/>
              <a:gd name="T98" fmla="*/ 2147483646 w 49"/>
              <a:gd name="T99" fmla="*/ 2147483646 h 63"/>
              <a:gd name="T100" fmla="*/ 2147483646 w 49"/>
              <a:gd name="T101" fmla="*/ 2147483646 h 63"/>
              <a:gd name="T102" fmla="*/ 2147483646 w 49"/>
              <a:gd name="T103" fmla="*/ 2147483646 h 63"/>
              <a:gd name="T104" fmla="*/ 2147483646 w 49"/>
              <a:gd name="T105" fmla="*/ 2147483646 h 63"/>
              <a:gd name="T106" fmla="*/ 0 w 49"/>
              <a:gd name="T107" fmla="*/ 2147483646 h 63"/>
              <a:gd name="T108" fmla="*/ 2147483646 w 49"/>
              <a:gd name="T109" fmla="*/ 2147483646 h 63"/>
              <a:gd name="T110" fmla="*/ 2147483646 w 49"/>
              <a:gd name="T111" fmla="*/ 2147483646 h 63"/>
              <a:gd name="T112" fmla="*/ 2147483646 w 49"/>
              <a:gd name="T113" fmla="*/ 2147483646 h 63"/>
              <a:gd name="T114" fmla="*/ 2147483646 w 49"/>
              <a:gd name="T115" fmla="*/ 2147483646 h 63"/>
              <a:gd name="T116" fmla="*/ 2147483646 w 49"/>
              <a:gd name="T117" fmla="*/ 2147483646 h 63"/>
              <a:gd name="T118" fmla="*/ 2147483646 w 49"/>
              <a:gd name="T119" fmla="*/ 2147483646 h 63"/>
              <a:gd name="T120" fmla="*/ 2147483646 w 49"/>
              <a:gd name="T121" fmla="*/ 2147483646 h 63"/>
              <a:gd name="T122" fmla="*/ 2147483646 w 49"/>
              <a:gd name="T123" fmla="*/ 2147483646 h 63"/>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49" h="63">
                <a:moveTo>
                  <a:pt x="11" y="44"/>
                </a:moveTo>
                <a:cubicBezTo>
                  <a:pt x="12" y="44"/>
                  <a:pt x="13" y="44"/>
                  <a:pt x="14" y="44"/>
                </a:cubicBezTo>
                <a:cubicBezTo>
                  <a:pt x="15" y="44"/>
                  <a:pt x="15" y="45"/>
                  <a:pt x="16" y="47"/>
                </a:cubicBezTo>
                <a:cubicBezTo>
                  <a:pt x="16" y="48"/>
                  <a:pt x="15" y="50"/>
                  <a:pt x="14" y="52"/>
                </a:cubicBezTo>
                <a:cubicBezTo>
                  <a:pt x="13" y="54"/>
                  <a:pt x="12" y="55"/>
                  <a:pt x="11" y="56"/>
                </a:cubicBezTo>
                <a:cubicBezTo>
                  <a:pt x="9" y="57"/>
                  <a:pt x="8" y="57"/>
                  <a:pt x="8" y="56"/>
                </a:cubicBezTo>
                <a:cubicBezTo>
                  <a:pt x="7" y="56"/>
                  <a:pt x="6" y="55"/>
                  <a:pt x="6" y="54"/>
                </a:cubicBezTo>
                <a:cubicBezTo>
                  <a:pt x="6" y="52"/>
                  <a:pt x="6" y="50"/>
                  <a:pt x="7" y="48"/>
                </a:cubicBezTo>
                <a:cubicBezTo>
                  <a:pt x="8" y="46"/>
                  <a:pt x="10" y="45"/>
                  <a:pt x="11" y="44"/>
                </a:cubicBezTo>
                <a:close/>
                <a:moveTo>
                  <a:pt x="15" y="0"/>
                </a:moveTo>
                <a:cubicBezTo>
                  <a:pt x="10" y="4"/>
                  <a:pt x="6" y="10"/>
                  <a:pt x="10" y="19"/>
                </a:cubicBezTo>
                <a:cubicBezTo>
                  <a:pt x="30" y="54"/>
                  <a:pt x="30" y="54"/>
                  <a:pt x="30" y="54"/>
                </a:cubicBezTo>
                <a:cubicBezTo>
                  <a:pt x="30" y="55"/>
                  <a:pt x="30" y="55"/>
                  <a:pt x="30" y="55"/>
                </a:cubicBezTo>
                <a:cubicBezTo>
                  <a:pt x="31" y="56"/>
                  <a:pt x="31" y="56"/>
                  <a:pt x="31" y="56"/>
                </a:cubicBezTo>
                <a:cubicBezTo>
                  <a:pt x="31" y="56"/>
                  <a:pt x="31" y="56"/>
                  <a:pt x="31" y="56"/>
                </a:cubicBezTo>
                <a:cubicBezTo>
                  <a:pt x="32" y="58"/>
                  <a:pt x="34" y="60"/>
                  <a:pt x="36" y="61"/>
                </a:cubicBezTo>
                <a:cubicBezTo>
                  <a:pt x="39" y="62"/>
                  <a:pt x="42" y="62"/>
                  <a:pt x="45" y="61"/>
                </a:cubicBezTo>
                <a:cubicBezTo>
                  <a:pt x="47" y="59"/>
                  <a:pt x="49" y="57"/>
                  <a:pt x="49" y="54"/>
                </a:cubicBezTo>
                <a:cubicBezTo>
                  <a:pt x="49" y="51"/>
                  <a:pt x="49" y="48"/>
                  <a:pt x="47" y="45"/>
                </a:cubicBezTo>
                <a:cubicBezTo>
                  <a:pt x="46" y="42"/>
                  <a:pt x="43" y="40"/>
                  <a:pt x="41" y="38"/>
                </a:cubicBezTo>
                <a:cubicBezTo>
                  <a:pt x="38" y="37"/>
                  <a:pt x="35" y="37"/>
                  <a:pt x="32" y="38"/>
                </a:cubicBezTo>
                <a:cubicBezTo>
                  <a:pt x="31" y="39"/>
                  <a:pt x="30" y="40"/>
                  <a:pt x="29" y="41"/>
                </a:cubicBezTo>
                <a:cubicBezTo>
                  <a:pt x="28" y="39"/>
                  <a:pt x="27" y="36"/>
                  <a:pt x="26" y="35"/>
                </a:cubicBezTo>
                <a:cubicBezTo>
                  <a:pt x="27" y="33"/>
                  <a:pt x="28" y="31"/>
                  <a:pt x="29" y="28"/>
                </a:cubicBezTo>
                <a:cubicBezTo>
                  <a:pt x="24" y="19"/>
                  <a:pt x="19" y="10"/>
                  <a:pt x="15" y="0"/>
                </a:cubicBezTo>
                <a:close/>
                <a:moveTo>
                  <a:pt x="23" y="28"/>
                </a:moveTo>
                <a:cubicBezTo>
                  <a:pt x="24" y="28"/>
                  <a:pt x="25" y="29"/>
                  <a:pt x="25" y="31"/>
                </a:cubicBezTo>
                <a:cubicBezTo>
                  <a:pt x="25" y="32"/>
                  <a:pt x="24" y="33"/>
                  <a:pt x="23" y="33"/>
                </a:cubicBezTo>
                <a:cubicBezTo>
                  <a:pt x="22" y="33"/>
                  <a:pt x="21" y="32"/>
                  <a:pt x="21" y="31"/>
                </a:cubicBezTo>
                <a:cubicBezTo>
                  <a:pt x="21" y="29"/>
                  <a:pt x="22" y="28"/>
                  <a:pt x="23" y="28"/>
                </a:cubicBezTo>
                <a:close/>
                <a:moveTo>
                  <a:pt x="38" y="44"/>
                </a:moveTo>
                <a:cubicBezTo>
                  <a:pt x="40" y="44"/>
                  <a:pt x="41" y="46"/>
                  <a:pt x="42" y="48"/>
                </a:cubicBezTo>
                <a:cubicBezTo>
                  <a:pt x="43" y="50"/>
                  <a:pt x="43" y="51"/>
                  <a:pt x="43" y="53"/>
                </a:cubicBezTo>
                <a:cubicBezTo>
                  <a:pt x="43" y="54"/>
                  <a:pt x="42" y="55"/>
                  <a:pt x="42" y="56"/>
                </a:cubicBezTo>
                <a:cubicBezTo>
                  <a:pt x="41" y="56"/>
                  <a:pt x="40" y="56"/>
                  <a:pt x="39" y="55"/>
                </a:cubicBezTo>
                <a:cubicBezTo>
                  <a:pt x="37" y="55"/>
                  <a:pt x="36" y="53"/>
                  <a:pt x="35" y="51"/>
                </a:cubicBezTo>
                <a:cubicBezTo>
                  <a:pt x="34" y="50"/>
                  <a:pt x="34" y="48"/>
                  <a:pt x="34" y="46"/>
                </a:cubicBezTo>
                <a:cubicBezTo>
                  <a:pt x="34" y="45"/>
                  <a:pt x="34" y="44"/>
                  <a:pt x="35" y="43"/>
                </a:cubicBezTo>
                <a:cubicBezTo>
                  <a:pt x="36" y="43"/>
                  <a:pt x="37" y="43"/>
                  <a:pt x="38" y="44"/>
                </a:cubicBezTo>
                <a:close/>
                <a:moveTo>
                  <a:pt x="36" y="0"/>
                </a:moveTo>
                <a:cubicBezTo>
                  <a:pt x="41" y="4"/>
                  <a:pt x="45" y="10"/>
                  <a:pt x="41" y="19"/>
                </a:cubicBezTo>
                <a:cubicBezTo>
                  <a:pt x="31" y="36"/>
                  <a:pt x="31" y="36"/>
                  <a:pt x="31" y="36"/>
                </a:cubicBezTo>
                <a:cubicBezTo>
                  <a:pt x="31" y="36"/>
                  <a:pt x="31" y="36"/>
                  <a:pt x="31" y="36"/>
                </a:cubicBezTo>
                <a:cubicBezTo>
                  <a:pt x="31" y="36"/>
                  <a:pt x="31" y="36"/>
                  <a:pt x="30" y="35"/>
                </a:cubicBezTo>
                <a:cubicBezTo>
                  <a:pt x="31" y="33"/>
                  <a:pt x="32" y="31"/>
                  <a:pt x="33" y="29"/>
                </a:cubicBezTo>
                <a:cubicBezTo>
                  <a:pt x="33" y="28"/>
                  <a:pt x="33" y="28"/>
                  <a:pt x="33" y="28"/>
                </a:cubicBezTo>
                <a:cubicBezTo>
                  <a:pt x="33" y="27"/>
                  <a:pt x="33" y="27"/>
                  <a:pt x="33" y="27"/>
                </a:cubicBezTo>
                <a:cubicBezTo>
                  <a:pt x="28" y="17"/>
                  <a:pt x="28" y="17"/>
                  <a:pt x="28" y="17"/>
                </a:cubicBezTo>
                <a:cubicBezTo>
                  <a:pt x="36" y="0"/>
                  <a:pt x="36" y="0"/>
                  <a:pt x="36" y="0"/>
                </a:cubicBezTo>
                <a:close/>
                <a:moveTo>
                  <a:pt x="17" y="39"/>
                </a:moveTo>
                <a:cubicBezTo>
                  <a:pt x="17" y="39"/>
                  <a:pt x="17" y="39"/>
                  <a:pt x="17" y="39"/>
                </a:cubicBezTo>
                <a:cubicBezTo>
                  <a:pt x="14" y="37"/>
                  <a:pt x="11" y="38"/>
                  <a:pt x="9" y="39"/>
                </a:cubicBezTo>
                <a:cubicBezTo>
                  <a:pt x="6" y="40"/>
                  <a:pt x="4" y="43"/>
                  <a:pt x="2" y="46"/>
                </a:cubicBezTo>
                <a:cubicBezTo>
                  <a:pt x="1" y="48"/>
                  <a:pt x="0" y="52"/>
                  <a:pt x="0" y="54"/>
                </a:cubicBezTo>
                <a:cubicBezTo>
                  <a:pt x="1" y="57"/>
                  <a:pt x="2" y="60"/>
                  <a:pt x="5" y="61"/>
                </a:cubicBezTo>
                <a:cubicBezTo>
                  <a:pt x="7" y="63"/>
                  <a:pt x="10" y="63"/>
                  <a:pt x="13" y="61"/>
                </a:cubicBezTo>
                <a:cubicBezTo>
                  <a:pt x="15" y="60"/>
                  <a:pt x="17" y="58"/>
                  <a:pt x="19" y="56"/>
                </a:cubicBezTo>
                <a:cubicBezTo>
                  <a:pt x="19" y="56"/>
                  <a:pt x="19" y="56"/>
                  <a:pt x="19" y="56"/>
                </a:cubicBezTo>
                <a:cubicBezTo>
                  <a:pt x="19" y="56"/>
                  <a:pt x="19" y="56"/>
                  <a:pt x="19" y="56"/>
                </a:cubicBezTo>
                <a:cubicBezTo>
                  <a:pt x="19" y="55"/>
                  <a:pt x="19" y="55"/>
                  <a:pt x="19" y="55"/>
                </a:cubicBezTo>
                <a:cubicBezTo>
                  <a:pt x="23" y="49"/>
                  <a:pt x="23" y="49"/>
                  <a:pt x="23" y="49"/>
                </a:cubicBezTo>
                <a:lnTo>
                  <a:pt x="17" y="3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09" name="Freeform 96">
            <a:extLst>
              <a:ext uri="{FF2B5EF4-FFF2-40B4-BE49-F238E27FC236}">
                <a16:creationId xmlns="" xmlns:a16="http://schemas.microsoft.com/office/drawing/2014/main" id="{F1209979-D32B-4AD8-880B-BD7C48493A2E}"/>
              </a:ext>
            </a:extLst>
          </p:cNvPr>
          <p:cNvSpPr>
            <a:spLocks noEditPoints="1"/>
          </p:cNvSpPr>
          <p:nvPr/>
        </p:nvSpPr>
        <p:spPr bwMode="auto">
          <a:xfrm>
            <a:off x="7364487" y="3041923"/>
            <a:ext cx="635000" cy="708025"/>
          </a:xfrm>
          <a:custGeom>
            <a:avLst/>
            <a:gdLst>
              <a:gd name="T0" fmla="*/ 2147483646 w 62"/>
              <a:gd name="T1" fmla="*/ 2147483646 h 69"/>
              <a:gd name="T2" fmla="*/ 2147483646 w 62"/>
              <a:gd name="T3" fmla="*/ 2147483646 h 69"/>
              <a:gd name="T4" fmla="*/ 2147483646 w 62"/>
              <a:gd name="T5" fmla="*/ 2147483646 h 69"/>
              <a:gd name="T6" fmla="*/ 2147483646 w 62"/>
              <a:gd name="T7" fmla="*/ 2147483646 h 69"/>
              <a:gd name="T8" fmla="*/ 2147483646 w 62"/>
              <a:gd name="T9" fmla="*/ 2147483646 h 69"/>
              <a:gd name="T10" fmla="*/ 2147483646 w 62"/>
              <a:gd name="T11" fmla="*/ 2147483646 h 69"/>
              <a:gd name="T12" fmla="*/ 2147483646 w 62"/>
              <a:gd name="T13" fmla="*/ 2147483646 h 69"/>
              <a:gd name="T14" fmla="*/ 2147483646 w 62"/>
              <a:gd name="T15" fmla="*/ 2147483646 h 69"/>
              <a:gd name="T16" fmla="*/ 2147483646 w 62"/>
              <a:gd name="T17" fmla="*/ 2147483646 h 69"/>
              <a:gd name="T18" fmla="*/ 2147483646 w 62"/>
              <a:gd name="T19" fmla="*/ 2147483646 h 69"/>
              <a:gd name="T20" fmla="*/ 2147483646 w 62"/>
              <a:gd name="T21" fmla="*/ 2147483646 h 69"/>
              <a:gd name="T22" fmla="*/ 2147483646 w 62"/>
              <a:gd name="T23" fmla="*/ 2147483646 h 69"/>
              <a:gd name="T24" fmla="*/ 2147483646 w 62"/>
              <a:gd name="T25" fmla="*/ 2147483646 h 69"/>
              <a:gd name="T26" fmla="*/ 2147483646 w 62"/>
              <a:gd name="T27" fmla="*/ 2147483646 h 69"/>
              <a:gd name="T28" fmla="*/ 2147483646 w 62"/>
              <a:gd name="T29" fmla="*/ 2147483646 h 69"/>
              <a:gd name="T30" fmla="*/ 2147483646 w 62"/>
              <a:gd name="T31" fmla="*/ 2147483646 h 69"/>
              <a:gd name="T32" fmla="*/ 2147483646 w 62"/>
              <a:gd name="T33" fmla="*/ 2147483646 h 69"/>
              <a:gd name="T34" fmla="*/ 2147483646 w 62"/>
              <a:gd name="T35" fmla="*/ 2147483646 h 69"/>
              <a:gd name="T36" fmla="*/ 2147483646 w 62"/>
              <a:gd name="T37" fmla="*/ 2147483646 h 69"/>
              <a:gd name="T38" fmla="*/ 2147483646 w 62"/>
              <a:gd name="T39" fmla="*/ 2147483646 h 69"/>
              <a:gd name="T40" fmla="*/ 2147483646 w 62"/>
              <a:gd name="T41" fmla="*/ 2147483646 h 69"/>
              <a:gd name="T42" fmla="*/ 2147483646 w 62"/>
              <a:gd name="T43" fmla="*/ 2147483646 h 69"/>
              <a:gd name="T44" fmla="*/ 2147483646 w 62"/>
              <a:gd name="T45" fmla="*/ 2147483646 h 69"/>
              <a:gd name="T46" fmla="*/ 2147483646 w 62"/>
              <a:gd name="T47" fmla="*/ 2147483646 h 69"/>
              <a:gd name="T48" fmla="*/ 2147483646 w 62"/>
              <a:gd name="T49" fmla="*/ 2147483646 h 69"/>
              <a:gd name="T50" fmla="*/ 2147483646 w 62"/>
              <a:gd name="T51" fmla="*/ 2147483646 h 69"/>
              <a:gd name="T52" fmla="*/ 2147483646 w 62"/>
              <a:gd name="T53" fmla="*/ 2147483646 h 69"/>
              <a:gd name="T54" fmla="*/ 2147483646 w 62"/>
              <a:gd name="T55" fmla="*/ 2147483646 h 69"/>
              <a:gd name="T56" fmla="*/ 2147483646 w 62"/>
              <a:gd name="T57" fmla="*/ 2147483646 h 69"/>
              <a:gd name="T58" fmla="*/ 2147483646 w 62"/>
              <a:gd name="T59" fmla="*/ 0 h 69"/>
              <a:gd name="T60" fmla="*/ 2147483646 w 62"/>
              <a:gd name="T61" fmla="*/ 2147483646 h 69"/>
              <a:gd name="T62" fmla="*/ 0 w 62"/>
              <a:gd name="T63" fmla="*/ 2147483646 h 69"/>
              <a:gd name="T64" fmla="*/ 2147483646 w 62"/>
              <a:gd name="T65" fmla="*/ 2147483646 h 69"/>
              <a:gd name="T66" fmla="*/ 2147483646 w 62"/>
              <a:gd name="T67" fmla="*/ 2147483646 h 69"/>
              <a:gd name="T68" fmla="*/ 2147483646 w 62"/>
              <a:gd name="T69" fmla="*/ 2147483646 h 69"/>
              <a:gd name="T70" fmla="*/ 2147483646 w 62"/>
              <a:gd name="T71" fmla="*/ 2147483646 h 69"/>
              <a:gd name="T72" fmla="*/ 2147483646 w 62"/>
              <a:gd name="T73" fmla="*/ 2147483646 h 69"/>
              <a:gd name="T74" fmla="*/ 2147483646 w 62"/>
              <a:gd name="T75" fmla="*/ 2147483646 h 69"/>
              <a:gd name="T76" fmla="*/ 2147483646 w 62"/>
              <a:gd name="T77" fmla="*/ 2147483646 h 69"/>
              <a:gd name="T78" fmla="*/ 2147483646 w 62"/>
              <a:gd name="T79" fmla="*/ 2147483646 h 69"/>
              <a:gd name="T80" fmla="*/ 2147483646 w 62"/>
              <a:gd name="T81" fmla="*/ 2147483646 h 69"/>
              <a:gd name="T82" fmla="*/ 2147483646 w 62"/>
              <a:gd name="T83" fmla="*/ 2147483646 h 69"/>
              <a:gd name="T84" fmla="*/ 2147483646 w 62"/>
              <a:gd name="T85" fmla="*/ 2147483646 h 69"/>
              <a:gd name="T86" fmla="*/ 2147483646 w 62"/>
              <a:gd name="T87" fmla="*/ 2147483646 h 69"/>
              <a:gd name="T88" fmla="*/ 2147483646 w 62"/>
              <a:gd name="T89" fmla="*/ 2147483646 h 69"/>
              <a:gd name="T90" fmla="*/ 2147483646 w 62"/>
              <a:gd name="T91" fmla="*/ 2147483646 h 69"/>
              <a:gd name="T92" fmla="*/ 2147483646 w 62"/>
              <a:gd name="T93" fmla="*/ 2147483646 h 69"/>
              <a:gd name="T94" fmla="*/ 2147483646 w 62"/>
              <a:gd name="T95" fmla="*/ 0 h 6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2" h="69">
                <a:moveTo>
                  <a:pt x="10" y="62"/>
                </a:moveTo>
                <a:cubicBezTo>
                  <a:pt x="26" y="60"/>
                  <a:pt x="26" y="60"/>
                  <a:pt x="26" y="60"/>
                </a:cubicBezTo>
                <a:cubicBezTo>
                  <a:pt x="26" y="36"/>
                  <a:pt x="26" y="36"/>
                  <a:pt x="26" y="36"/>
                </a:cubicBezTo>
                <a:cubicBezTo>
                  <a:pt x="24" y="35"/>
                  <a:pt x="23" y="33"/>
                  <a:pt x="23" y="31"/>
                </a:cubicBezTo>
                <a:cubicBezTo>
                  <a:pt x="23" y="26"/>
                  <a:pt x="27" y="23"/>
                  <a:pt x="31" y="23"/>
                </a:cubicBezTo>
                <a:cubicBezTo>
                  <a:pt x="35" y="23"/>
                  <a:pt x="39" y="26"/>
                  <a:pt x="39" y="31"/>
                </a:cubicBezTo>
                <a:cubicBezTo>
                  <a:pt x="39" y="33"/>
                  <a:pt x="38" y="35"/>
                  <a:pt x="36" y="36"/>
                </a:cubicBezTo>
                <a:cubicBezTo>
                  <a:pt x="36" y="60"/>
                  <a:pt x="36" y="60"/>
                  <a:pt x="36" y="60"/>
                </a:cubicBezTo>
                <a:cubicBezTo>
                  <a:pt x="52" y="62"/>
                  <a:pt x="52" y="62"/>
                  <a:pt x="52" y="62"/>
                </a:cubicBezTo>
                <a:cubicBezTo>
                  <a:pt x="52" y="69"/>
                  <a:pt x="52" y="69"/>
                  <a:pt x="52" y="69"/>
                </a:cubicBezTo>
                <a:cubicBezTo>
                  <a:pt x="10" y="69"/>
                  <a:pt x="10" y="69"/>
                  <a:pt x="10" y="69"/>
                </a:cubicBezTo>
                <a:cubicBezTo>
                  <a:pt x="10" y="62"/>
                  <a:pt x="10" y="62"/>
                  <a:pt x="10" y="62"/>
                </a:cubicBezTo>
                <a:close/>
                <a:moveTo>
                  <a:pt x="31" y="11"/>
                </a:moveTo>
                <a:cubicBezTo>
                  <a:pt x="26" y="11"/>
                  <a:pt x="21" y="14"/>
                  <a:pt x="18" y="17"/>
                </a:cubicBezTo>
                <a:cubicBezTo>
                  <a:pt x="14" y="20"/>
                  <a:pt x="12" y="25"/>
                  <a:pt x="12" y="31"/>
                </a:cubicBezTo>
                <a:cubicBezTo>
                  <a:pt x="12" y="36"/>
                  <a:pt x="14" y="41"/>
                  <a:pt x="18" y="44"/>
                </a:cubicBezTo>
                <a:cubicBezTo>
                  <a:pt x="18" y="44"/>
                  <a:pt x="18" y="44"/>
                  <a:pt x="18" y="44"/>
                </a:cubicBezTo>
                <a:cubicBezTo>
                  <a:pt x="21" y="40"/>
                  <a:pt x="21" y="40"/>
                  <a:pt x="21" y="40"/>
                </a:cubicBezTo>
                <a:cubicBezTo>
                  <a:pt x="19" y="38"/>
                  <a:pt x="17" y="34"/>
                  <a:pt x="17" y="31"/>
                </a:cubicBezTo>
                <a:cubicBezTo>
                  <a:pt x="17" y="27"/>
                  <a:pt x="19" y="23"/>
                  <a:pt x="21" y="21"/>
                </a:cubicBezTo>
                <a:cubicBezTo>
                  <a:pt x="24" y="18"/>
                  <a:pt x="27" y="17"/>
                  <a:pt x="31" y="17"/>
                </a:cubicBezTo>
                <a:cubicBezTo>
                  <a:pt x="35" y="17"/>
                  <a:pt x="38" y="18"/>
                  <a:pt x="41" y="21"/>
                </a:cubicBezTo>
                <a:cubicBezTo>
                  <a:pt x="43" y="23"/>
                  <a:pt x="45" y="27"/>
                  <a:pt x="45" y="31"/>
                </a:cubicBezTo>
                <a:cubicBezTo>
                  <a:pt x="45" y="34"/>
                  <a:pt x="44" y="38"/>
                  <a:pt x="41" y="40"/>
                </a:cubicBezTo>
                <a:cubicBezTo>
                  <a:pt x="44" y="44"/>
                  <a:pt x="44" y="44"/>
                  <a:pt x="44" y="44"/>
                </a:cubicBezTo>
                <a:cubicBezTo>
                  <a:pt x="44" y="44"/>
                  <a:pt x="44" y="44"/>
                  <a:pt x="45" y="44"/>
                </a:cubicBezTo>
                <a:cubicBezTo>
                  <a:pt x="48" y="41"/>
                  <a:pt x="50" y="36"/>
                  <a:pt x="50" y="31"/>
                </a:cubicBezTo>
                <a:cubicBezTo>
                  <a:pt x="50" y="25"/>
                  <a:pt x="48" y="20"/>
                  <a:pt x="45" y="17"/>
                </a:cubicBezTo>
                <a:cubicBezTo>
                  <a:pt x="41" y="14"/>
                  <a:pt x="36" y="11"/>
                  <a:pt x="31" y="11"/>
                </a:cubicBezTo>
                <a:close/>
                <a:moveTo>
                  <a:pt x="31" y="0"/>
                </a:moveTo>
                <a:cubicBezTo>
                  <a:pt x="23" y="0"/>
                  <a:pt x="15" y="3"/>
                  <a:pt x="9" y="9"/>
                </a:cubicBezTo>
                <a:cubicBezTo>
                  <a:pt x="4" y="14"/>
                  <a:pt x="0" y="22"/>
                  <a:pt x="0" y="31"/>
                </a:cubicBezTo>
                <a:cubicBezTo>
                  <a:pt x="0" y="39"/>
                  <a:pt x="4" y="47"/>
                  <a:pt x="9" y="52"/>
                </a:cubicBezTo>
                <a:cubicBezTo>
                  <a:pt x="10" y="52"/>
                  <a:pt x="10" y="53"/>
                  <a:pt x="10" y="53"/>
                </a:cubicBezTo>
                <a:cubicBezTo>
                  <a:pt x="13" y="49"/>
                  <a:pt x="13" y="49"/>
                  <a:pt x="13" y="49"/>
                </a:cubicBezTo>
                <a:cubicBezTo>
                  <a:pt x="13" y="49"/>
                  <a:pt x="13" y="49"/>
                  <a:pt x="13" y="49"/>
                </a:cubicBezTo>
                <a:cubicBezTo>
                  <a:pt x="8" y="44"/>
                  <a:pt x="5" y="38"/>
                  <a:pt x="5" y="31"/>
                </a:cubicBezTo>
                <a:cubicBezTo>
                  <a:pt x="5" y="23"/>
                  <a:pt x="8" y="17"/>
                  <a:pt x="13" y="12"/>
                </a:cubicBezTo>
                <a:cubicBezTo>
                  <a:pt x="18" y="8"/>
                  <a:pt x="24" y="5"/>
                  <a:pt x="31" y="5"/>
                </a:cubicBezTo>
                <a:cubicBezTo>
                  <a:pt x="38" y="5"/>
                  <a:pt x="44" y="8"/>
                  <a:pt x="49" y="12"/>
                </a:cubicBezTo>
                <a:cubicBezTo>
                  <a:pt x="54" y="17"/>
                  <a:pt x="57" y="23"/>
                  <a:pt x="57" y="31"/>
                </a:cubicBezTo>
                <a:cubicBezTo>
                  <a:pt x="57" y="38"/>
                  <a:pt x="54" y="44"/>
                  <a:pt x="49" y="49"/>
                </a:cubicBezTo>
                <a:cubicBezTo>
                  <a:pt x="49" y="49"/>
                  <a:pt x="48" y="49"/>
                  <a:pt x="48" y="49"/>
                </a:cubicBezTo>
                <a:cubicBezTo>
                  <a:pt x="51" y="54"/>
                  <a:pt x="51" y="54"/>
                  <a:pt x="51" y="54"/>
                </a:cubicBezTo>
                <a:cubicBezTo>
                  <a:pt x="52" y="53"/>
                  <a:pt x="52" y="53"/>
                  <a:pt x="53" y="52"/>
                </a:cubicBezTo>
                <a:cubicBezTo>
                  <a:pt x="58" y="47"/>
                  <a:pt x="62" y="39"/>
                  <a:pt x="62" y="31"/>
                </a:cubicBezTo>
                <a:cubicBezTo>
                  <a:pt x="62" y="22"/>
                  <a:pt x="58" y="14"/>
                  <a:pt x="53" y="9"/>
                </a:cubicBezTo>
                <a:cubicBezTo>
                  <a:pt x="47" y="3"/>
                  <a:pt x="39" y="0"/>
                  <a:pt x="31"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10" name="Freeform 97">
            <a:extLst>
              <a:ext uri="{FF2B5EF4-FFF2-40B4-BE49-F238E27FC236}">
                <a16:creationId xmlns="" xmlns:a16="http://schemas.microsoft.com/office/drawing/2014/main" id="{B3D6A6DE-36CA-4A4C-B0F1-16D43D0D4A4E}"/>
              </a:ext>
            </a:extLst>
          </p:cNvPr>
          <p:cNvSpPr>
            <a:spLocks/>
          </p:cNvSpPr>
          <p:nvPr/>
        </p:nvSpPr>
        <p:spPr bwMode="auto">
          <a:xfrm>
            <a:off x="6246887" y="3084785"/>
            <a:ext cx="706437" cy="625475"/>
          </a:xfrm>
          <a:custGeom>
            <a:avLst/>
            <a:gdLst>
              <a:gd name="T0" fmla="*/ 2147483646 w 69"/>
              <a:gd name="T1" fmla="*/ 2147483646 h 61"/>
              <a:gd name="T2" fmla="*/ 2147483646 w 69"/>
              <a:gd name="T3" fmla="*/ 2147483646 h 61"/>
              <a:gd name="T4" fmla="*/ 2147483646 w 69"/>
              <a:gd name="T5" fmla="*/ 2147483646 h 61"/>
              <a:gd name="T6" fmla="*/ 2147483646 w 69"/>
              <a:gd name="T7" fmla="*/ 2147483646 h 61"/>
              <a:gd name="T8" fmla="*/ 2147483646 w 69"/>
              <a:gd name="T9" fmla="*/ 2147483646 h 61"/>
              <a:gd name="T10" fmla="*/ 2147483646 w 69"/>
              <a:gd name="T11" fmla="*/ 2147483646 h 61"/>
              <a:gd name="T12" fmla="*/ 2147483646 w 69"/>
              <a:gd name="T13" fmla="*/ 2147483646 h 61"/>
              <a:gd name="T14" fmla="*/ 2147483646 w 69"/>
              <a:gd name="T15" fmla="*/ 2147483646 h 61"/>
              <a:gd name="T16" fmla="*/ 2147483646 w 69"/>
              <a:gd name="T17" fmla="*/ 2147483646 h 61"/>
              <a:gd name="T18" fmla="*/ 2147483646 w 69"/>
              <a:gd name="T19" fmla="*/ 2147483646 h 61"/>
              <a:gd name="T20" fmla="*/ 2147483646 w 69"/>
              <a:gd name="T21" fmla="*/ 2147483646 h 61"/>
              <a:gd name="T22" fmla="*/ 0 w 69"/>
              <a:gd name="T23" fmla="*/ 2147483646 h 61"/>
              <a:gd name="T24" fmla="*/ 2147483646 w 69"/>
              <a:gd name="T25" fmla="*/ 2147483646 h 61"/>
              <a:gd name="T26" fmla="*/ 2147483646 w 69"/>
              <a:gd name="T27" fmla="*/ 0 h 61"/>
              <a:gd name="T28" fmla="*/ 2147483646 w 69"/>
              <a:gd name="T29" fmla="*/ 2147483646 h 61"/>
              <a:gd name="T30" fmla="*/ 2147483646 w 69"/>
              <a:gd name="T31" fmla="*/ 2147483646 h 61"/>
              <a:gd name="T32" fmla="*/ 2147483646 w 69"/>
              <a:gd name="T33" fmla="*/ 2147483646 h 61"/>
              <a:gd name="T34" fmla="*/ 2147483646 w 69"/>
              <a:gd name="T35" fmla="*/ 2147483646 h 6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9" h="61">
                <a:moveTo>
                  <a:pt x="58" y="26"/>
                </a:moveTo>
                <a:cubicBezTo>
                  <a:pt x="58" y="61"/>
                  <a:pt x="58" y="61"/>
                  <a:pt x="58" y="61"/>
                </a:cubicBezTo>
                <a:cubicBezTo>
                  <a:pt x="46" y="61"/>
                  <a:pt x="46" y="61"/>
                  <a:pt x="46" y="61"/>
                </a:cubicBezTo>
                <a:cubicBezTo>
                  <a:pt x="46" y="43"/>
                  <a:pt x="46" y="43"/>
                  <a:pt x="46" y="43"/>
                </a:cubicBezTo>
                <a:cubicBezTo>
                  <a:pt x="46" y="38"/>
                  <a:pt x="41" y="33"/>
                  <a:pt x="36" y="33"/>
                </a:cubicBezTo>
                <a:cubicBezTo>
                  <a:pt x="36" y="33"/>
                  <a:pt x="36" y="33"/>
                  <a:pt x="36" y="33"/>
                </a:cubicBezTo>
                <a:cubicBezTo>
                  <a:pt x="30" y="33"/>
                  <a:pt x="25" y="38"/>
                  <a:pt x="25" y="43"/>
                </a:cubicBezTo>
                <a:cubicBezTo>
                  <a:pt x="25" y="61"/>
                  <a:pt x="25" y="61"/>
                  <a:pt x="25" y="61"/>
                </a:cubicBezTo>
                <a:cubicBezTo>
                  <a:pt x="12" y="61"/>
                  <a:pt x="12" y="61"/>
                  <a:pt x="12" y="61"/>
                </a:cubicBezTo>
                <a:cubicBezTo>
                  <a:pt x="12" y="26"/>
                  <a:pt x="12" y="26"/>
                  <a:pt x="12" y="26"/>
                </a:cubicBezTo>
                <a:cubicBezTo>
                  <a:pt x="5" y="32"/>
                  <a:pt x="5" y="32"/>
                  <a:pt x="5" y="32"/>
                </a:cubicBezTo>
                <a:cubicBezTo>
                  <a:pt x="0" y="26"/>
                  <a:pt x="0" y="26"/>
                  <a:pt x="0" y="26"/>
                </a:cubicBezTo>
                <a:cubicBezTo>
                  <a:pt x="32" y="2"/>
                  <a:pt x="32" y="2"/>
                  <a:pt x="32" y="2"/>
                </a:cubicBezTo>
                <a:cubicBezTo>
                  <a:pt x="34" y="0"/>
                  <a:pt x="34" y="0"/>
                  <a:pt x="34" y="0"/>
                </a:cubicBezTo>
                <a:cubicBezTo>
                  <a:pt x="37" y="2"/>
                  <a:pt x="37" y="2"/>
                  <a:pt x="37" y="2"/>
                </a:cubicBezTo>
                <a:cubicBezTo>
                  <a:pt x="69" y="25"/>
                  <a:pt x="69" y="25"/>
                  <a:pt x="69" y="25"/>
                </a:cubicBezTo>
                <a:cubicBezTo>
                  <a:pt x="65" y="30"/>
                  <a:pt x="65" y="30"/>
                  <a:pt x="65" y="30"/>
                </a:cubicBezTo>
                <a:lnTo>
                  <a:pt x="58" y="2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11" name="Freeform 98">
            <a:extLst>
              <a:ext uri="{FF2B5EF4-FFF2-40B4-BE49-F238E27FC236}">
                <a16:creationId xmlns="" xmlns:a16="http://schemas.microsoft.com/office/drawing/2014/main" id="{F2A9E725-3DBD-4596-A6D1-38A2C71121DD}"/>
              </a:ext>
            </a:extLst>
          </p:cNvPr>
          <p:cNvSpPr>
            <a:spLocks noEditPoints="1"/>
          </p:cNvSpPr>
          <p:nvPr/>
        </p:nvSpPr>
        <p:spPr bwMode="auto">
          <a:xfrm>
            <a:off x="5275337" y="1055960"/>
            <a:ext cx="612775" cy="593725"/>
          </a:xfrm>
          <a:custGeom>
            <a:avLst/>
            <a:gdLst>
              <a:gd name="T0" fmla="*/ 2147483646 w 60"/>
              <a:gd name="T1" fmla="*/ 2147483646 h 58"/>
              <a:gd name="T2" fmla="*/ 2147483646 w 60"/>
              <a:gd name="T3" fmla="*/ 2147483646 h 58"/>
              <a:gd name="T4" fmla="*/ 2147483646 w 60"/>
              <a:gd name="T5" fmla="*/ 2147483646 h 58"/>
              <a:gd name="T6" fmla="*/ 2147483646 w 60"/>
              <a:gd name="T7" fmla="*/ 2147483646 h 58"/>
              <a:gd name="T8" fmla="*/ 2147483646 w 60"/>
              <a:gd name="T9" fmla="*/ 2147483646 h 58"/>
              <a:gd name="T10" fmla="*/ 2147483646 w 60"/>
              <a:gd name="T11" fmla="*/ 0 h 58"/>
              <a:gd name="T12" fmla="*/ 0 w 60"/>
              <a:gd name="T13" fmla="*/ 0 h 58"/>
              <a:gd name="T14" fmla="*/ 0 w 60"/>
              <a:gd name="T15" fmla="*/ 2147483646 h 58"/>
              <a:gd name="T16" fmla="*/ 2147483646 w 60"/>
              <a:gd name="T17" fmla="*/ 2147483646 h 58"/>
              <a:gd name="T18" fmla="*/ 2147483646 w 60"/>
              <a:gd name="T19" fmla="*/ 2147483646 h 58"/>
              <a:gd name="T20" fmla="*/ 2147483646 w 60"/>
              <a:gd name="T21" fmla="*/ 2147483646 h 58"/>
              <a:gd name="T22" fmla="*/ 2147483646 w 60"/>
              <a:gd name="T23" fmla="*/ 2147483646 h 58"/>
              <a:gd name="T24" fmla="*/ 2147483646 w 60"/>
              <a:gd name="T25" fmla="*/ 2147483646 h 58"/>
              <a:gd name="T26" fmla="*/ 2147483646 w 60"/>
              <a:gd name="T27" fmla="*/ 2147483646 h 58"/>
              <a:gd name="T28" fmla="*/ 2147483646 w 60"/>
              <a:gd name="T29" fmla="*/ 2147483646 h 58"/>
              <a:gd name="T30" fmla="*/ 2147483646 w 60"/>
              <a:gd name="T31" fmla="*/ 2147483646 h 58"/>
              <a:gd name="T32" fmla="*/ 2147483646 w 60"/>
              <a:gd name="T33" fmla="*/ 2147483646 h 58"/>
              <a:gd name="T34" fmla="*/ 2147483646 w 60"/>
              <a:gd name="T35" fmla="*/ 2147483646 h 58"/>
              <a:gd name="T36" fmla="*/ 2147483646 w 60"/>
              <a:gd name="T37" fmla="*/ 2147483646 h 58"/>
              <a:gd name="T38" fmla="*/ 2147483646 w 60"/>
              <a:gd name="T39" fmla="*/ 2147483646 h 58"/>
              <a:gd name="T40" fmla="*/ 2147483646 w 60"/>
              <a:gd name="T41" fmla="*/ 2147483646 h 58"/>
              <a:gd name="T42" fmla="*/ 2147483646 w 60"/>
              <a:gd name="T43" fmla="*/ 2147483646 h 58"/>
              <a:gd name="T44" fmla="*/ 2147483646 w 60"/>
              <a:gd name="T45" fmla="*/ 2147483646 h 58"/>
              <a:gd name="T46" fmla="*/ 2147483646 w 60"/>
              <a:gd name="T47" fmla="*/ 2147483646 h 58"/>
              <a:gd name="T48" fmla="*/ 2147483646 w 60"/>
              <a:gd name="T49" fmla="*/ 2147483646 h 58"/>
              <a:gd name="T50" fmla="*/ 2147483646 w 60"/>
              <a:gd name="T51" fmla="*/ 2147483646 h 58"/>
              <a:gd name="T52" fmla="*/ 2147483646 w 60"/>
              <a:gd name="T53" fmla="*/ 2147483646 h 58"/>
              <a:gd name="T54" fmla="*/ 2147483646 w 60"/>
              <a:gd name="T55" fmla="*/ 2147483646 h 58"/>
              <a:gd name="T56" fmla="*/ 2147483646 w 60"/>
              <a:gd name="T57" fmla="*/ 2147483646 h 58"/>
              <a:gd name="T58" fmla="*/ 2147483646 w 60"/>
              <a:gd name="T59" fmla="*/ 2147483646 h 58"/>
              <a:gd name="T60" fmla="*/ 2147483646 w 60"/>
              <a:gd name="T61" fmla="*/ 2147483646 h 58"/>
              <a:gd name="T62" fmla="*/ 2147483646 w 60"/>
              <a:gd name="T63" fmla="*/ 2147483646 h 5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0" h="58">
                <a:moveTo>
                  <a:pt x="43" y="44"/>
                </a:moveTo>
                <a:cubicBezTo>
                  <a:pt x="48" y="58"/>
                  <a:pt x="48" y="58"/>
                  <a:pt x="48" y="58"/>
                </a:cubicBezTo>
                <a:cubicBezTo>
                  <a:pt x="54" y="58"/>
                  <a:pt x="54" y="58"/>
                  <a:pt x="54" y="58"/>
                </a:cubicBezTo>
                <a:cubicBezTo>
                  <a:pt x="52" y="44"/>
                  <a:pt x="52" y="44"/>
                  <a:pt x="52" y="44"/>
                </a:cubicBezTo>
                <a:cubicBezTo>
                  <a:pt x="60" y="44"/>
                  <a:pt x="60" y="44"/>
                  <a:pt x="60" y="44"/>
                </a:cubicBezTo>
                <a:cubicBezTo>
                  <a:pt x="60" y="0"/>
                  <a:pt x="60" y="0"/>
                  <a:pt x="60" y="0"/>
                </a:cubicBezTo>
                <a:cubicBezTo>
                  <a:pt x="0" y="0"/>
                  <a:pt x="0" y="0"/>
                  <a:pt x="0" y="0"/>
                </a:cubicBezTo>
                <a:cubicBezTo>
                  <a:pt x="0" y="44"/>
                  <a:pt x="0" y="44"/>
                  <a:pt x="0" y="44"/>
                </a:cubicBezTo>
                <a:cubicBezTo>
                  <a:pt x="7" y="44"/>
                  <a:pt x="7" y="44"/>
                  <a:pt x="7" y="44"/>
                </a:cubicBezTo>
                <a:cubicBezTo>
                  <a:pt x="5" y="58"/>
                  <a:pt x="5" y="58"/>
                  <a:pt x="5" y="58"/>
                </a:cubicBezTo>
                <a:cubicBezTo>
                  <a:pt x="11" y="58"/>
                  <a:pt x="11" y="58"/>
                  <a:pt x="11" y="58"/>
                </a:cubicBezTo>
                <a:cubicBezTo>
                  <a:pt x="16" y="44"/>
                  <a:pt x="16" y="44"/>
                  <a:pt x="16" y="44"/>
                </a:cubicBezTo>
                <a:cubicBezTo>
                  <a:pt x="43" y="44"/>
                  <a:pt x="43" y="44"/>
                  <a:pt x="43" y="44"/>
                </a:cubicBezTo>
                <a:close/>
                <a:moveTo>
                  <a:pt x="11" y="7"/>
                </a:moveTo>
                <a:cubicBezTo>
                  <a:pt x="39" y="7"/>
                  <a:pt x="39" y="7"/>
                  <a:pt x="39" y="7"/>
                </a:cubicBezTo>
                <a:cubicBezTo>
                  <a:pt x="42" y="7"/>
                  <a:pt x="45" y="9"/>
                  <a:pt x="45" y="12"/>
                </a:cubicBezTo>
                <a:cubicBezTo>
                  <a:pt x="45" y="30"/>
                  <a:pt x="45" y="30"/>
                  <a:pt x="45" y="30"/>
                </a:cubicBezTo>
                <a:cubicBezTo>
                  <a:pt x="45" y="33"/>
                  <a:pt x="42" y="35"/>
                  <a:pt x="39" y="35"/>
                </a:cubicBezTo>
                <a:cubicBezTo>
                  <a:pt x="11" y="35"/>
                  <a:pt x="11" y="35"/>
                  <a:pt x="11" y="35"/>
                </a:cubicBezTo>
                <a:cubicBezTo>
                  <a:pt x="8" y="35"/>
                  <a:pt x="6" y="33"/>
                  <a:pt x="6" y="30"/>
                </a:cubicBezTo>
                <a:cubicBezTo>
                  <a:pt x="6" y="12"/>
                  <a:pt x="6" y="12"/>
                  <a:pt x="6" y="12"/>
                </a:cubicBezTo>
                <a:cubicBezTo>
                  <a:pt x="6" y="9"/>
                  <a:pt x="8" y="7"/>
                  <a:pt x="11" y="7"/>
                </a:cubicBezTo>
                <a:close/>
                <a:moveTo>
                  <a:pt x="52" y="23"/>
                </a:moveTo>
                <a:cubicBezTo>
                  <a:pt x="54" y="23"/>
                  <a:pt x="56" y="25"/>
                  <a:pt x="56" y="27"/>
                </a:cubicBezTo>
                <a:cubicBezTo>
                  <a:pt x="56" y="29"/>
                  <a:pt x="54" y="30"/>
                  <a:pt x="52" y="30"/>
                </a:cubicBezTo>
                <a:cubicBezTo>
                  <a:pt x="50" y="30"/>
                  <a:pt x="49" y="29"/>
                  <a:pt x="49" y="27"/>
                </a:cubicBezTo>
                <a:cubicBezTo>
                  <a:pt x="49" y="25"/>
                  <a:pt x="50" y="23"/>
                  <a:pt x="52" y="23"/>
                </a:cubicBezTo>
                <a:close/>
                <a:moveTo>
                  <a:pt x="52" y="12"/>
                </a:moveTo>
                <a:cubicBezTo>
                  <a:pt x="54" y="12"/>
                  <a:pt x="56" y="14"/>
                  <a:pt x="56" y="16"/>
                </a:cubicBezTo>
                <a:cubicBezTo>
                  <a:pt x="56" y="18"/>
                  <a:pt x="54" y="19"/>
                  <a:pt x="52" y="19"/>
                </a:cubicBezTo>
                <a:cubicBezTo>
                  <a:pt x="50" y="19"/>
                  <a:pt x="49" y="18"/>
                  <a:pt x="49" y="16"/>
                </a:cubicBezTo>
                <a:cubicBezTo>
                  <a:pt x="49" y="14"/>
                  <a:pt x="50" y="12"/>
                  <a:pt x="52" y="1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12" name="Freeform 99">
            <a:extLst>
              <a:ext uri="{FF2B5EF4-FFF2-40B4-BE49-F238E27FC236}">
                <a16:creationId xmlns="" xmlns:a16="http://schemas.microsoft.com/office/drawing/2014/main" id="{4E1D96B0-4058-4DB5-BCC3-DC8A6F345DB6}"/>
              </a:ext>
            </a:extLst>
          </p:cNvPr>
          <p:cNvSpPr>
            <a:spLocks noEditPoints="1"/>
          </p:cNvSpPr>
          <p:nvPr/>
        </p:nvSpPr>
        <p:spPr bwMode="auto">
          <a:xfrm>
            <a:off x="6267524" y="1065485"/>
            <a:ext cx="727075" cy="534988"/>
          </a:xfrm>
          <a:custGeom>
            <a:avLst/>
            <a:gdLst>
              <a:gd name="T0" fmla="*/ 2147483646 w 71"/>
              <a:gd name="T1" fmla="*/ 0 h 52"/>
              <a:gd name="T2" fmla="*/ 2147483646 w 71"/>
              <a:gd name="T3" fmla="*/ 2147483646 h 52"/>
              <a:gd name="T4" fmla="*/ 2147483646 w 71"/>
              <a:gd name="T5" fmla="*/ 2147483646 h 52"/>
              <a:gd name="T6" fmla="*/ 0 w 71"/>
              <a:gd name="T7" fmla="*/ 2147483646 h 52"/>
              <a:gd name="T8" fmla="*/ 2147483646 w 71"/>
              <a:gd name="T9" fmla="*/ 2147483646 h 52"/>
              <a:gd name="T10" fmla="*/ 2147483646 w 71"/>
              <a:gd name="T11" fmla="*/ 2147483646 h 52"/>
              <a:gd name="T12" fmla="*/ 2147483646 w 71"/>
              <a:gd name="T13" fmla="*/ 0 h 52"/>
              <a:gd name="T14" fmla="*/ 2147483646 w 71"/>
              <a:gd name="T15" fmla="*/ 2147483646 h 52"/>
              <a:gd name="T16" fmla="*/ 2147483646 w 71"/>
              <a:gd name="T17" fmla="*/ 2147483646 h 52"/>
              <a:gd name="T18" fmla="*/ 2147483646 w 71"/>
              <a:gd name="T19" fmla="*/ 2147483646 h 52"/>
              <a:gd name="T20" fmla="*/ 2147483646 w 71"/>
              <a:gd name="T21" fmla="*/ 2147483646 h 52"/>
              <a:gd name="T22" fmla="*/ 2147483646 w 71"/>
              <a:gd name="T23" fmla="*/ 2147483646 h 52"/>
              <a:gd name="T24" fmla="*/ 2147483646 w 71"/>
              <a:gd name="T25" fmla="*/ 2147483646 h 52"/>
              <a:gd name="T26" fmla="*/ 2147483646 w 71"/>
              <a:gd name="T27" fmla="*/ 2147483646 h 52"/>
              <a:gd name="T28" fmla="*/ 2147483646 w 71"/>
              <a:gd name="T29" fmla="*/ 2147483646 h 52"/>
              <a:gd name="T30" fmla="*/ 2147483646 w 71"/>
              <a:gd name="T31" fmla="*/ 2147483646 h 52"/>
              <a:gd name="T32" fmla="*/ 2147483646 w 71"/>
              <a:gd name="T33" fmla="*/ 2147483646 h 52"/>
              <a:gd name="T34" fmla="*/ 2147483646 w 71"/>
              <a:gd name="T35" fmla="*/ 2147483646 h 52"/>
              <a:gd name="T36" fmla="*/ 2147483646 w 71"/>
              <a:gd name="T37" fmla="*/ 2147483646 h 52"/>
              <a:gd name="T38" fmla="*/ 2147483646 w 71"/>
              <a:gd name="T39" fmla="*/ 2147483646 h 52"/>
              <a:gd name="T40" fmla="*/ 2147483646 w 71"/>
              <a:gd name="T41" fmla="*/ 2147483646 h 52"/>
              <a:gd name="T42" fmla="*/ 2147483646 w 71"/>
              <a:gd name="T43" fmla="*/ 2147483646 h 52"/>
              <a:gd name="T44" fmla="*/ 2147483646 w 71"/>
              <a:gd name="T45" fmla="*/ 2147483646 h 52"/>
              <a:gd name="T46" fmla="*/ 2147483646 w 71"/>
              <a:gd name="T47" fmla="*/ 2147483646 h 52"/>
              <a:gd name="T48" fmla="*/ 2147483646 w 71"/>
              <a:gd name="T49" fmla="*/ 2147483646 h 52"/>
              <a:gd name="T50" fmla="*/ 2147483646 w 71"/>
              <a:gd name="T51" fmla="*/ 2147483646 h 52"/>
              <a:gd name="T52" fmla="*/ 2147483646 w 71"/>
              <a:gd name="T53" fmla="*/ 2147483646 h 52"/>
              <a:gd name="T54" fmla="*/ 2147483646 w 71"/>
              <a:gd name="T55" fmla="*/ 2147483646 h 52"/>
              <a:gd name="T56" fmla="*/ 2147483646 w 71"/>
              <a:gd name="T57" fmla="*/ 2147483646 h 52"/>
              <a:gd name="T58" fmla="*/ 2147483646 w 71"/>
              <a:gd name="T59" fmla="*/ 2147483646 h 52"/>
              <a:gd name="T60" fmla="*/ 2147483646 w 71"/>
              <a:gd name="T61" fmla="*/ 2147483646 h 52"/>
              <a:gd name="T62" fmla="*/ 2147483646 w 71"/>
              <a:gd name="T63" fmla="*/ 2147483646 h 52"/>
              <a:gd name="T64" fmla="*/ 2147483646 w 71"/>
              <a:gd name="T65" fmla="*/ 2147483646 h 52"/>
              <a:gd name="T66" fmla="*/ 2147483646 w 71"/>
              <a:gd name="T67" fmla="*/ 2147483646 h 52"/>
              <a:gd name="T68" fmla="*/ 2147483646 w 71"/>
              <a:gd name="T69" fmla="*/ 2147483646 h 52"/>
              <a:gd name="T70" fmla="*/ 2147483646 w 71"/>
              <a:gd name="T71" fmla="*/ 2147483646 h 52"/>
              <a:gd name="T72" fmla="*/ 2147483646 w 71"/>
              <a:gd name="T73" fmla="*/ 2147483646 h 52"/>
              <a:gd name="T74" fmla="*/ 2147483646 w 71"/>
              <a:gd name="T75" fmla="*/ 2147483646 h 5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71" h="52">
                <a:moveTo>
                  <a:pt x="11" y="0"/>
                </a:moveTo>
                <a:cubicBezTo>
                  <a:pt x="60" y="0"/>
                  <a:pt x="60" y="0"/>
                  <a:pt x="60" y="0"/>
                </a:cubicBezTo>
                <a:cubicBezTo>
                  <a:pt x="63" y="0"/>
                  <a:pt x="65" y="3"/>
                  <a:pt x="65" y="5"/>
                </a:cubicBezTo>
                <a:cubicBezTo>
                  <a:pt x="65" y="35"/>
                  <a:pt x="65" y="35"/>
                  <a:pt x="65" y="35"/>
                </a:cubicBezTo>
                <a:cubicBezTo>
                  <a:pt x="65" y="37"/>
                  <a:pt x="64" y="39"/>
                  <a:pt x="61" y="40"/>
                </a:cubicBezTo>
                <a:cubicBezTo>
                  <a:pt x="71" y="47"/>
                  <a:pt x="71" y="47"/>
                  <a:pt x="71" y="47"/>
                </a:cubicBezTo>
                <a:cubicBezTo>
                  <a:pt x="71" y="52"/>
                  <a:pt x="71" y="52"/>
                  <a:pt x="71" y="52"/>
                </a:cubicBezTo>
                <a:cubicBezTo>
                  <a:pt x="0" y="52"/>
                  <a:pt x="0" y="52"/>
                  <a:pt x="0" y="52"/>
                </a:cubicBezTo>
                <a:cubicBezTo>
                  <a:pt x="0" y="47"/>
                  <a:pt x="0" y="47"/>
                  <a:pt x="0" y="47"/>
                </a:cubicBezTo>
                <a:cubicBezTo>
                  <a:pt x="10" y="40"/>
                  <a:pt x="10" y="40"/>
                  <a:pt x="10" y="40"/>
                </a:cubicBezTo>
                <a:cubicBezTo>
                  <a:pt x="10" y="40"/>
                  <a:pt x="10" y="40"/>
                  <a:pt x="10" y="40"/>
                </a:cubicBezTo>
                <a:cubicBezTo>
                  <a:pt x="8" y="39"/>
                  <a:pt x="6" y="37"/>
                  <a:pt x="6" y="35"/>
                </a:cubicBezTo>
                <a:cubicBezTo>
                  <a:pt x="6" y="5"/>
                  <a:pt x="6" y="5"/>
                  <a:pt x="6" y="5"/>
                </a:cubicBezTo>
                <a:cubicBezTo>
                  <a:pt x="6" y="3"/>
                  <a:pt x="8" y="0"/>
                  <a:pt x="11" y="0"/>
                </a:cubicBezTo>
                <a:close/>
                <a:moveTo>
                  <a:pt x="28" y="17"/>
                </a:moveTo>
                <a:cubicBezTo>
                  <a:pt x="27" y="17"/>
                  <a:pt x="27" y="18"/>
                  <a:pt x="27" y="18"/>
                </a:cubicBezTo>
                <a:cubicBezTo>
                  <a:pt x="27" y="20"/>
                  <a:pt x="27" y="20"/>
                  <a:pt x="27" y="20"/>
                </a:cubicBezTo>
                <a:cubicBezTo>
                  <a:pt x="27" y="20"/>
                  <a:pt x="27" y="21"/>
                  <a:pt x="28" y="21"/>
                </a:cubicBezTo>
                <a:cubicBezTo>
                  <a:pt x="44" y="21"/>
                  <a:pt x="44" y="21"/>
                  <a:pt x="44" y="21"/>
                </a:cubicBezTo>
                <a:cubicBezTo>
                  <a:pt x="44" y="21"/>
                  <a:pt x="45" y="20"/>
                  <a:pt x="45" y="20"/>
                </a:cubicBezTo>
                <a:cubicBezTo>
                  <a:pt x="45" y="18"/>
                  <a:pt x="45" y="18"/>
                  <a:pt x="45" y="18"/>
                </a:cubicBezTo>
                <a:cubicBezTo>
                  <a:pt x="45" y="18"/>
                  <a:pt x="44" y="17"/>
                  <a:pt x="44" y="17"/>
                </a:cubicBezTo>
                <a:cubicBezTo>
                  <a:pt x="43" y="17"/>
                  <a:pt x="43" y="17"/>
                  <a:pt x="43" y="17"/>
                </a:cubicBezTo>
                <a:cubicBezTo>
                  <a:pt x="43" y="15"/>
                  <a:pt x="43" y="15"/>
                  <a:pt x="43" y="15"/>
                </a:cubicBezTo>
                <a:cubicBezTo>
                  <a:pt x="43" y="13"/>
                  <a:pt x="42" y="11"/>
                  <a:pt x="41" y="10"/>
                </a:cubicBezTo>
                <a:cubicBezTo>
                  <a:pt x="40" y="9"/>
                  <a:pt x="38" y="8"/>
                  <a:pt x="36" y="8"/>
                </a:cubicBezTo>
                <a:cubicBezTo>
                  <a:pt x="36" y="8"/>
                  <a:pt x="36" y="8"/>
                  <a:pt x="36" y="8"/>
                </a:cubicBezTo>
                <a:cubicBezTo>
                  <a:pt x="34" y="8"/>
                  <a:pt x="32" y="9"/>
                  <a:pt x="31" y="10"/>
                </a:cubicBezTo>
                <a:cubicBezTo>
                  <a:pt x="30" y="11"/>
                  <a:pt x="29" y="13"/>
                  <a:pt x="29" y="15"/>
                </a:cubicBezTo>
                <a:cubicBezTo>
                  <a:pt x="29" y="17"/>
                  <a:pt x="29" y="17"/>
                  <a:pt x="29" y="17"/>
                </a:cubicBezTo>
                <a:cubicBezTo>
                  <a:pt x="28" y="17"/>
                  <a:pt x="28" y="17"/>
                  <a:pt x="28" y="17"/>
                </a:cubicBezTo>
                <a:close/>
                <a:moveTo>
                  <a:pt x="32" y="17"/>
                </a:moveTo>
                <a:cubicBezTo>
                  <a:pt x="40" y="17"/>
                  <a:pt x="40" y="17"/>
                  <a:pt x="40" y="17"/>
                </a:cubicBezTo>
                <a:cubicBezTo>
                  <a:pt x="40" y="15"/>
                  <a:pt x="40" y="15"/>
                  <a:pt x="40" y="15"/>
                </a:cubicBezTo>
                <a:cubicBezTo>
                  <a:pt x="40" y="14"/>
                  <a:pt x="39" y="13"/>
                  <a:pt x="39" y="12"/>
                </a:cubicBezTo>
                <a:cubicBezTo>
                  <a:pt x="38" y="12"/>
                  <a:pt x="37" y="11"/>
                  <a:pt x="36" y="11"/>
                </a:cubicBezTo>
                <a:cubicBezTo>
                  <a:pt x="36" y="11"/>
                  <a:pt x="36" y="11"/>
                  <a:pt x="36" y="11"/>
                </a:cubicBezTo>
                <a:cubicBezTo>
                  <a:pt x="35" y="11"/>
                  <a:pt x="34" y="12"/>
                  <a:pt x="33" y="12"/>
                </a:cubicBezTo>
                <a:cubicBezTo>
                  <a:pt x="32" y="13"/>
                  <a:pt x="32" y="14"/>
                  <a:pt x="32" y="15"/>
                </a:cubicBezTo>
                <a:cubicBezTo>
                  <a:pt x="32" y="17"/>
                  <a:pt x="32" y="17"/>
                  <a:pt x="32" y="17"/>
                </a:cubicBezTo>
                <a:close/>
                <a:moveTo>
                  <a:pt x="28" y="29"/>
                </a:moveTo>
                <a:cubicBezTo>
                  <a:pt x="27" y="29"/>
                  <a:pt x="27" y="30"/>
                  <a:pt x="27" y="30"/>
                </a:cubicBezTo>
                <a:cubicBezTo>
                  <a:pt x="27" y="32"/>
                  <a:pt x="27" y="32"/>
                  <a:pt x="27" y="32"/>
                </a:cubicBezTo>
                <a:cubicBezTo>
                  <a:pt x="27" y="32"/>
                  <a:pt x="27" y="32"/>
                  <a:pt x="28" y="32"/>
                </a:cubicBezTo>
                <a:cubicBezTo>
                  <a:pt x="44" y="32"/>
                  <a:pt x="44" y="32"/>
                  <a:pt x="44" y="32"/>
                </a:cubicBezTo>
                <a:cubicBezTo>
                  <a:pt x="44" y="32"/>
                  <a:pt x="45" y="32"/>
                  <a:pt x="45" y="32"/>
                </a:cubicBezTo>
                <a:cubicBezTo>
                  <a:pt x="45" y="30"/>
                  <a:pt x="45" y="30"/>
                  <a:pt x="45" y="30"/>
                </a:cubicBezTo>
                <a:cubicBezTo>
                  <a:pt x="45" y="30"/>
                  <a:pt x="44" y="29"/>
                  <a:pt x="44" y="29"/>
                </a:cubicBezTo>
                <a:cubicBezTo>
                  <a:pt x="28" y="29"/>
                  <a:pt x="28" y="29"/>
                  <a:pt x="28" y="29"/>
                </a:cubicBezTo>
                <a:close/>
                <a:moveTo>
                  <a:pt x="28" y="25"/>
                </a:moveTo>
                <a:cubicBezTo>
                  <a:pt x="27" y="25"/>
                  <a:pt x="27" y="25"/>
                  <a:pt x="27" y="26"/>
                </a:cubicBezTo>
                <a:cubicBezTo>
                  <a:pt x="27" y="28"/>
                  <a:pt x="27" y="28"/>
                  <a:pt x="27" y="28"/>
                </a:cubicBezTo>
                <a:cubicBezTo>
                  <a:pt x="27" y="28"/>
                  <a:pt x="27" y="28"/>
                  <a:pt x="28" y="28"/>
                </a:cubicBezTo>
                <a:cubicBezTo>
                  <a:pt x="44" y="28"/>
                  <a:pt x="44" y="28"/>
                  <a:pt x="44" y="28"/>
                </a:cubicBezTo>
                <a:cubicBezTo>
                  <a:pt x="44" y="28"/>
                  <a:pt x="45" y="28"/>
                  <a:pt x="45" y="28"/>
                </a:cubicBezTo>
                <a:cubicBezTo>
                  <a:pt x="45" y="26"/>
                  <a:pt x="45" y="26"/>
                  <a:pt x="45" y="26"/>
                </a:cubicBezTo>
                <a:cubicBezTo>
                  <a:pt x="45" y="25"/>
                  <a:pt x="44" y="25"/>
                  <a:pt x="44" y="25"/>
                </a:cubicBezTo>
                <a:cubicBezTo>
                  <a:pt x="28" y="25"/>
                  <a:pt x="28" y="25"/>
                  <a:pt x="28" y="25"/>
                </a:cubicBezTo>
                <a:close/>
                <a:moveTo>
                  <a:pt x="28" y="21"/>
                </a:moveTo>
                <a:cubicBezTo>
                  <a:pt x="27" y="21"/>
                  <a:pt x="27" y="22"/>
                  <a:pt x="27" y="22"/>
                </a:cubicBezTo>
                <a:cubicBezTo>
                  <a:pt x="27" y="24"/>
                  <a:pt x="27" y="24"/>
                  <a:pt x="27" y="24"/>
                </a:cubicBezTo>
                <a:cubicBezTo>
                  <a:pt x="27" y="24"/>
                  <a:pt x="27" y="24"/>
                  <a:pt x="28" y="24"/>
                </a:cubicBezTo>
                <a:cubicBezTo>
                  <a:pt x="44" y="24"/>
                  <a:pt x="44" y="24"/>
                  <a:pt x="44" y="24"/>
                </a:cubicBezTo>
                <a:cubicBezTo>
                  <a:pt x="44" y="24"/>
                  <a:pt x="45" y="24"/>
                  <a:pt x="45" y="24"/>
                </a:cubicBezTo>
                <a:cubicBezTo>
                  <a:pt x="45" y="22"/>
                  <a:pt x="45" y="22"/>
                  <a:pt x="45" y="22"/>
                </a:cubicBezTo>
                <a:cubicBezTo>
                  <a:pt x="45" y="22"/>
                  <a:pt x="44" y="21"/>
                  <a:pt x="44" y="21"/>
                </a:cubicBezTo>
                <a:cubicBezTo>
                  <a:pt x="28" y="21"/>
                  <a:pt x="28" y="21"/>
                  <a:pt x="28" y="21"/>
                </a:cubicBezTo>
                <a:close/>
                <a:moveTo>
                  <a:pt x="32" y="44"/>
                </a:moveTo>
                <a:cubicBezTo>
                  <a:pt x="30" y="48"/>
                  <a:pt x="30" y="48"/>
                  <a:pt x="30" y="48"/>
                </a:cubicBezTo>
                <a:cubicBezTo>
                  <a:pt x="42" y="48"/>
                  <a:pt x="42" y="48"/>
                  <a:pt x="42" y="48"/>
                </a:cubicBezTo>
                <a:cubicBezTo>
                  <a:pt x="39" y="44"/>
                  <a:pt x="39" y="44"/>
                  <a:pt x="39" y="44"/>
                </a:cubicBezTo>
                <a:cubicBezTo>
                  <a:pt x="32" y="44"/>
                  <a:pt x="32" y="44"/>
                  <a:pt x="32" y="44"/>
                </a:cubicBezTo>
                <a:close/>
                <a:moveTo>
                  <a:pt x="11" y="6"/>
                </a:moveTo>
                <a:cubicBezTo>
                  <a:pt x="11" y="36"/>
                  <a:pt x="11" y="36"/>
                  <a:pt x="11" y="36"/>
                </a:cubicBezTo>
                <a:cubicBezTo>
                  <a:pt x="60" y="36"/>
                  <a:pt x="60" y="36"/>
                  <a:pt x="60" y="36"/>
                </a:cubicBezTo>
                <a:cubicBezTo>
                  <a:pt x="60" y="6"/>
                  <a:pt x="60" y="6"/>
                  <a:pt x="60" y="6"/>
                </a:cubicBezTo>
                <a:lnTo>
                  <a:pt x="11"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13" name="Freeform 100">
            <a:extLst>
              <a:ext uri="{FF2B5EF4-FFF2-40B4-BE49-F238E27FC236}">
                <a16:creationId xmlns="" xmlns:a16="http://schemas.microsoft.com/office/drawing/2014/main" id="{17ACEE39-FBFF-4BFE-BB5C-96D207080CC9}"/>
              </a:ext>
            </a:extLst>
          </p:cNvPr>
          <p:cNvSpPr>
            <a:spLocks noEditPoints="1"/>
          </p:cNvSpPr>
          <p:nvPr/>
        </p:nvSpPr>
        <p:spPr bwMode="auto">
          <a:xfrm>
            <a:off x="7343849" y="995635"/>
            <a:ext cx="747713" cy="633413"/>
          </a:xfrm>
          <a:custGeom>
            <a:avLst/>
            <a:gdLst>
              <a:gd name="T0" fmla="*/ 2147483646 w 73"/>
              <a:gd name="T1" fmla="*/ 0 h 62"/>
              <a:gd name="T2" fmla="*/ 2147483646 w 73"/>
              <a:gd name="T3" fmla="*/ 0 h 62"/>
              <a:gd name="T4" fmla="*/ 2147483646 w 73"/>
              <a:gd name="T5" fmla="*/ 2147483646 h 62"/>
              <a:gd name="T6" fmla="*/ 2147483646 w 73"/>
              <a:gd name="T7" fmla="*/ 2147483646 h 62"/>
              <a:gd name="T8" fmla="*/ 2147483646 w 73"/>
              <a:gd name="T9" fmla="*/ 2147483646 h 62"/>
              <a:gd name="T10" fmla="*/ 2147483646 w 73"/>
              <a:gd name="T11" fmla="*/ 2147483646 h 62"/>
              <a:gd name="T12" fmla="*/ 2147483646 w 73"/>
              <a:gd name="T13" fmla="*/ 2147483646 h 62"/>
              <a:gd name="T14" fmla="*/ 2147483646 w 73"/>
              <a:gd name="T15" fmla="*/ 2147483646 h 62"/>
              <a:gd name="T16" fmla="*/ 2147483646 w 73"/>
              <a:gd name="T17" fmla="*/ 2147483646 h 62"/>
              <a:gd name="T18" fmla="*/ 0 w 73"/>
              <a:gd name="T19" fmla="*/ 2147483646 h 62"/>
              <a:gd name="T20" fmla="*/ 0 w 73"/>
              <a:gd name="T21" fmla="*/ 2147483646 h 62"/>
              <a:gd name="T22" fmla="*/ 2147483646 w 73"/>
              <a:gd name="T23" fmla="*/ 0 h 62"/>
              <a:gd name="T24" fmla="*/ 2147483646 w 73"/>
              <a:gd name="T25" fmla="*/ 2147483646 h 62"/>
              <a:gd name="T26" fmla="*/ 2147483646 w 73"/>
              <a:gd name="T27" fmla="*/ 2147483646 h 62"/>
              <a:gd name="T28" fmla="*/ 2147483646 w 73"/>
              <a:gd name="T29" fmla="*/ 2147483646 h 62"/>
              <a:gd name="T30" fmla="*/ 2147483646 w 73"/>
              <a:gd name="T31" fmla="*/ 2147483646 h 62"/>
              <a:gd name="T32" fmla="*/ 2147483646 w 73"/>
              <a:gd name="T33" fmla="*/ 2147483646 h 62"/>
              <a:gd name="T34" fmla="*/ 2147483646 w 73"/>
              <a:gd name="T35" fmla="*/ 2147483646 h 62"/>
              <a:gd name="T36" fmla="*/ 2147483646 w 73"/>
              <a:gd name="T37" fmla="*/ 2147483646 h 62"/>
              <a:gd name="T38" fmla="*/ 2147483646 w 73"/>
              <a:gd name="T39" fmla="*/ 2147483646 h 62"/>
              <a:gd name="T40" fmla="*/ 2147483646 w 73"/>
              <a:gd name="T41" fmla="*/ 2147483646 h 62"/>
              <a:gd name="T42" fmla="*/ 2147483646 w 73"/>
              <a:gd name="T43" fmla="*/ 2147483646 h 62"/>
              <a:gd name="T44" fmla="*/ 2147483646 w 73"/>
              <a:gd name="T45" fmla="*/ 2147483646 h 62"/>
              <a:gd name="T46" fmla="*/ 2147483646 w 73"/>
              <a:gd name="T47" fmla="*/ 2147483646 h 62"/>
              <a:gd name="T48" fmla="*/ 2147483646 w 73"/>
              <a:gd name="T49" fmla="*/ 2147483646 h 62"/>
              <a:gd name="T50" fmla="*/ 2147483646 w 73"/>
              <a:gd name="T51" fmla="*/ 2147483646 h 62"/>
              <a:gd name="T52" fmla="*/ 2147483646 w 73"/>
              <a:gd name="T53" fmla="*/ 2147483646 h 6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73" h="62">
                <a:moveTo>
                  <a:pt x="14" y="0"/>
                </a:moveTo>
                <a:cubicBezTo>
                  <a:pt x="58" y="0"/>
                  <a:pt x="58" y="0"/>
                  <a:pt x="58" y="0"/>
                </a:cubicBezTo>
                <a:cubicBezTo>
                  <a:pt x="66" y="0"/>
                  <a:pt x="73" y="6"/>
                  <a:pt x="73" y="14"/>
                </a:cubicBezTo>
                <a:cubicBezTo>
                  <a:pt x="73" y="35"/>
                  <a:pt x="73" y="35"/>
                  <a:pt x="73" y="35"/>
                </a:cubicBezTo>
                <a:cubicBezTo>
                  <a:pt x="73" y="42"/>
                  <a:pt x="66" y="49"/>
                  <a:pt x="58" y="49"/>
                </a:cubicBezTo>
                <a:cubicBezTo>
                  <a:pt x="56" y="49"/>
                  <a:pt x="56" y="49"/>
                  <a:pt x="56" y="49"/>
                </a:cubicBezTo>
                <a:cubicBezTo>
                  <a:pt x="57" y="62"/>
                  <a:pt x="57" y="62"/>
                  <a:pt x="57" y="62"/>
                </a:cubicBezTo>
                <a:cubicBezTo>
                  <a:pt x="46" y="49"/>
                  <a:pt x="46" y="49"/>
                  <a:pt x="46" y="49"/>
                </a:cubicBezTo>
                <a:cubicBezTo>
                  <a:pt x="14" y="49"/>
                  <a:pt x="14" y="49"/>
                  <a:pt x="14" y="49"/>
                </a:cubicBezTo>
                <a:cubicBezTo>
                  <a:pt x="6" y="49"/>
                  <a:pt x="0" y="42"/>
                  <a:pt x="0" y="35"/>
                </a:cubicBezTo>
                <a:cubicBezTo>
                  <a:pt x="0" y="14"/>
                  <a:pt x="0" y="14"/>
                  <a:pt x="0" y="14"/>
                </a:cubicBezTo>
                <a:cubicBezTo>
                  <a:pt x="0" y="6"/>
                  <a:pt x="6" y="0"/>
                  <a:pt x="14" y="0"/>
                </a:cubicBezTo>
                <a:close/>
                <a:moveTo>
                  <a:pt x="17" y="19"/>
                </a:moveTo>
                <a:cubicBezTo>
                  <a:pt x="15" y="19"/>
                  <a:pt x="12" y="21"/>
                  <a:pt x="12" y="24"/>
                </a:cubicBezTo>
                <a:cubicBezTo>
                  <a:pt x="12" y="27"/>
                  <a:pt x="15" y="29"/>
                  <a:pt x="17" y="29"/>
                </a:cubicBezTo>
                <a:cubicBezTo>
                  <a:pt x="20" y="29"/>
                  <a:pt x="22" y="27"/>
                  <a:pt x="22" y="24"/>
                </a:cubicBezTo>
                <a:cubicBezTo>
                  <a:pt x="22" y="21"/>
                  <a:pt x="20" y="19"/>
                  <a:pt x="17" y="19"/>
                </a:cubicBezTo>
                <a:close/>
                <a:moveTo>
                  <a:pt x="55" y="19"/>
                </a:moveTo>
                <a:cubicBezTo>
                  <a:pt x="52" y="19"/>
                  <a:pt x="50" y="21"/>
                  <a:pt x="50" y="24"/>
                </a:cubicBezTo>
                <a:cubicBezTo>
                  <a:pt x="50" y="27"/>
                  <a:pt x="52" y="29"/>
                  <a:pt x="55" y="29"/>
                </a:cubicBezTo>
                <a:cubicBezTo>
                  <a:pt x="58" y="29"/>
                  <a:pt x="60" y="27"/>
                  <a:pt x="60" y="24"/>
                </a:cubicBezTo>
                <a:cubicBezTo>
                  <a:pt x="60" y="21"/>
                  <a:pt x="58" y="19"/>
                  <a:pt x="55" y="19"/>
                </a:cubicBezTo>
                <a:close/>
                <a:moveTo>
                  <a:pt x="36" y="19"/>
                </a:moveTo>
                <a:cubicBezTo>
                  <a:pt x="33" y="19"/>
                  <a:pt x="31" y="21"/>
                  <a:pt x="31" y="24"/>
                </a:cubicBezTo>
                <a:cubicBezTo>
                  <a:pt x="31" y="27"/>
                  <a:pt x="33" y="29"/>
                  <a:pt x="36" y="29"/>
                </a:cubicBezTo>
                <a:cubicBezTo>
                  <a:pt x="38" y="29"/>
                  <a:pt x="41" y="27"/>
                  <a:pt x="41" y="24"/>
                </a:cubicBezTo>
                <a:cubicBezTo>
                  <a:pt x="41" y="21"/>
                  <a:pt x="38" y="19"/>
                  <a:pt x="36" y="1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14" name="Freeform 101">
            <a:extLst>
              <a:ext uri="{FF2B5EF4-FFF2-40B4-BE49-F238E27FC236}">
                <a16:creationId xmlns="" xmlns:a16="http://schemas.microsoft.com/office/drawing/2014/main" id="{32A4C1F7-93DD-4BFE-B03C-380884DB6F56}"/>
              </a:ext>
            </a:extLst>
          </p:cNvPr>
          <p:cNvSpPr>
            <a:spLocks/>
          </p:cNvSpPr>
          <p:nvPr/>
        </p:nvSpPr>
        <p:spPr bwMode="auto">
          <a:xfrm>
            <a:off x="9537774" y="3032398"/>
            <a:ext cx="603250" cy="749300"/>
          </a:xfrm>
          <a:custGeom>
            <a:avLst/>
            <a:gdLst>
              <a:gd name="T0" fmla="*/ 0 w 59"/>
              <a:gd name="T1" fmla="*/ 2147483646 h 73"/>
              <a:gd name="T2" fmla="*/ 2147483646 w 59"/>
              <a:gd name="T3" fmla="*/ 0 h 73"/>
              <a:gd name="T4" fmla="*/ 2147483646 w 59"/>
              <a:gd name="T5" fmla="*/ 2147483646 h 73"/>
              <a:gd name="T6" fmla="*/ 2147483646 w 59"/>
              <a:gd name="T7" fmla="*/ 2147483646 h 73"/>
              <a:gd name="T8" fmla="*/ 2147483646 w 59"/>
              <a:gd name="T9" fmla="*/ 2147483646 h 73"/>
              <a:gd name="T10" fmla="*/ 2147483646 w 59"/>
              <a:gd name="T11" fmla="*/ 2147483646 h 73"/>
              <a:gd name="T12" fmla="*/ 0 w 59"/>
              <a:gd name="T13" fmla="*/ 2147483646 h 7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9" h="73">
                <a:moveTo>
                  <a:pt x="0" y="21"/>
                </a:moveTo>
                <a:cubicBezTo>
                  <a:pt x="2" y="10"/>
                  <a:pt x="42" y="13"/>
                  <a:pt x="48" y="0"/>
                </a:cubicBezTo>
                <a:cubicBezTo>
                  <a:pt x="52" y="8"/>
                  <a:pt x="55" y="16"/>
                  <a:pt x="59" y="25"/>
                </a:cubicBezTo>
                <a:cubicBezTo>
                  <a:pt x="47" y="40"/>
                  <a:pt x="29" y="33"/>
                  <a:pt x="18" y="42"/>
                </a:cubicBezTo>
                <a:cubicBezTo>
                  <a:pt x="30" y="70"/>
                  <a:pt x="30" y="70"/>
                  <a:pt x="30" y="70"/>
                </a:cubicBezTo>
                <a:cubicBezTo>
                  <a:pt x="23" y="73"/>
                  <a:pt x="23" y="73"/>
                  <a:pt x="23" y="73"/>
                </a:cubicBez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15" name="Freeform 103">
            <a:extLst>
              <a:ext uri="{FF2B5EF4-FFF2-40B4-BE49-F238E27FC236}">
                <a16:creationId xmlns="" xmlns:a16="http://schemas.microsoft.com/office/drawing/2014/main" id="{2C032F1F-C155-4218-A185-F7F9BBC445DB}"/>
              </a:ext>
            </a:extLst>
          </p:cNvPr>
          <p:cNvSpPr>
            <a:spLocks noEditPoints="1"/>
          </p:cNvSpPr>
          <p:nvPr/>
        </p:nvSpPr>
        <p:spPr bwMode="auto">
          <a:xfrm>
            <a:off x="8358262" y="3032398"/>
            <a:ext cx="777875" cy="706437"/>
          </a:xfrm>
          <a:custGeom>
            <a:avLst/>
            <a:gdLst>
              <a:gd name="T0" fmla="*/ 2147483646 w 76"/>
              <a:gd name="T1" fmla="*/ 2147483646 h 69"/>
              <a:gd name="T2" fmla="*/ 2147483646 w 76"/>
              <a:gd name="T3" fmla="*/ 2147483646 h 69"/>
              <a:gd name="T4" fmla="*/ 2147483646 w 76"/>
              <a:gd name="T5" fmla="*/ 2147483646 h 69"/>
              <a:gd name="T6" fmla="*/ 2147483646 w 76"/>
              <a:gd name="T7" fmla="*/ 2147483646 h 69"/>
              <a:gd name="T8" fmla="*/ 2147483646 w 76"/>
              <a:gd name="T9" fmla="*/ 2147483646 h 69"/>
              <a:gd name="T10" fmla="*/ 2147483646 w 76"/>
              <a:gd name="T11" fmla="*/ 2147483646 h 69"/>
              <a:gd name="T12" fmla="*/ 2147483646 w 76"/>
              <a:gd name="T13" fmla="*/ 2147483646 h 69"/>
              <a:gd name="T14" fmla="*/ 2147483646 w 76"/>
              <a:gd name="T15" fmla="*/ 2147483646 h 69"/>
              <a:gd name="T16" fmla="*/ 2147483646 w 76"/>
              <a:gd name="T17" fmla="*/ 2147483646 h 69"/>
              <a:gd name="T18" fmla="*/ 2147483646 w 76"/>
              <a:gd name="T19" fmla="*/ 2147483646 h 69"/>
              <a:gd name="T20" fmla="*/ 2147483646 w 76"/>
              <a:gd name="T21" fmla="*/ 2147483646 h 69"/>
              <a:gd name="T22" fmla="*/ 2147483646 w 76"/>
              <a:gd name="T23" fmla="*/ 2147483646 h 69"/>
              <a:gd name="T24" fmla="*/ 2147483646 w 76"/>
              <a:gd name="T25" fmla="*/ 2147483646 h 69"/>
              <a:gd name="T26" fmla="*/ 2147483646 w 76"/>
              <a:gd name="T27" fmla="*/ 2147483646 h 69"/>
              <a:gd name="T28" fmla="*/ 2147483646 w 76"/>
              <a:gd name="T29" fmla="*/ 2147483646 h 69"/>
              <a:gd name="T30" fmla="*/ 2147483646 w 76"/>
              <a:gd name="T31" fmla="*/ 2147483646 h 69"/>
              <a:gd name="T32" fmla="*/ 2147483646 w 76"/>
              <a:gd name="T33" fmla="*/ 2147483646 h 69"/>
              <a:gd name="T34" fmla="*/ 2147483646 w 76"/>
              <a:gd name="T35" fmla="*/ 2147483646 h 69"/>
              <a:gd name="T36" fmla="*/ 2147483646 w 76"/>
              <a:gd name="T37" fmla="*/ 2147483646 h 69"/>
              <a:gd name="T38" fmla="*/ 2147483646 w 76"/>
              <a:gd name="T39" fmla="*/ 2147483646 h 69"/>
              <a:gd name="T40" fmla="*/ 2147483646 w 76"/>
              <a:gd name="T41" fmla="*/ 2147483646 h 69"/>
              <a:gd name="T42" fmla="*/ 2147483646 w 76"/>
              <a:gd name="T43" fmla="*/ 2147483646 h 69"/>
              <a:gd name="T44" fmla="*/ 2147483646 w 76"/>
              <a:gd name="T45" fmla="*/ 2147483646 h 69"/>
              <a:gd name="T46" fmla="*/ 2147483646 w 76"/>
              <a:gd name="T47" fmla="*/ 2147483646 h 69"/>
              <a:gd name="T48" fmla="*/ 2147483646 w 76"/>
              <a:gd name="T49" fmla="*/ 2147483646 h 69"/>
              <a:gd name="T50" fmla="*/ 2147483646 w 76"/>
              <a:gd name="T51" fmla="*/ 2147483646 h 69"/>
              <a:gd name="T52" fmla="*/ 2147483646 w 76"/>
              <a:gd name="T53" fmla="*/ 2147483646 h 69"/>
              <a:gd name="T54" fmla="*/ 2147483646 w 76"/>
              <a:gd name="T55" fmla="*/ 2147483646 h 69"/>
              <a:gd name="T56" fmla="*/ 2147483646 w 76"/>
              <a:gd name="T57" fmla="*/ 2147483646 h 69"/>
              <a:gd name="T58" fmla="*/ 2147483646 w 76"/>
              <a:gd name="T59" fmla="*/ 2147483646 h 69"/>
              <a:gd name="T60" fmla="*/ 2147483646 w 76"/>
              <a:gd name="T61" fmla="*/ 2147483646 h 69"/>
              <a:gd name="T62" fmla="*/ 2147483646 w 76"/>
              <a:gd name="T63" fmla="*/ 2147483646 h 69"/>
              <a:gd name="T64" fmla="*/ 2147483646 w 76"/>
              <a:gd name="T65" fmla="*/ 2147483646 h 69"/>
              <a:gd name="T66" fmla="*/ 2147483646 w 76"/>
              <a:gd name="T67" fmla="*/ 2147483646 h 69"/>
              <a:gd name="T68" fmla="*/ 2147483646 w 76"/>
              <a:gd name="T69" fmla="*/ 2147483646 h 69"/>
              <a:gd name="T70" fmla="*/ 2147483646 w 76"/>
              <a:gd name="T71" fmla="*/ 2147483646 h 69"/>
              <a:gd name="T72" fmla="*/ 2147483646 w 76"/>
              <a:gd name="T73" fmla="*/ 2147483646 h 69"/>
              <a:gd name="T74" fmla="*/ 2147483646 w 76"/>
              <a:gd name="T75" fmla="*/ 2147483646 h 69"/>
              <a:gd name="T76" fmla="*/ 2147483646 w 76"/>
              <a:gd name="T77" fmla="*/ 2147483646 h 69"/>
              <a:gd name="T78" fmla="*/ 2147483646 w 76"/>
              <a:gd name="T79" fmla="*/ 2147483646 h 69"/>
              <a:gd name="T80" fmla="*/ 2147483646 w 76"/>
              <a:gd name="T81" fmla="*/ 2147483646 h 69"/>
              <a:gd name="T82" fmla="*/ 2147483646 w 76"/>
              <a:gd name="T83" fmla="*/ 2147483646 h 69"/>
              <a:gd name="T84" fmla="*/ 2147483646 w 76"/>
              <a:gd name="T85" fmla="*/ 2147483646 h 69"/>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76" h="69">
                <a:moveTo>
                  <a:pt x="2" y="36"/>
                </a:moveTo>
                <a:cubicBezTo>
                  <a:pt x="0" y="19"/>
                  <a:pt x="12" y="4"/>
                  <a:pt x="28" y="2"/>
                </a:cubicBezTo>
                <a:cubicBezTo>
                  <a:pt x="40" y="0"/>
                  <a:pt x="51" y="5"/>
                  <a:pt x="57" y="14"/>
                </a:cubicBezTo>
                <a:cubicBezTo>
                  <a:pt x="52" y="17"/>
                  <a:pt x="46" y="21"/>
                  <a:pt x="44" y="26"/>
                </a:cubicBezTo>
                <a:cubicBezTo>
                  <a:pt x="43" y="27"/>
                  <a:pt x="43" y="29"/>
                  <a:pt x="43" y="30"/>
                </a:cubicBezTo>
                <a:cubicBezTo>
                  <a:pt x="42" y="30"/>
                  <a:pt x="41" y="29"/>
                  <a:pt x="40" y="29"/>
                </a:cubicBezTo>
                <a:cubicBezTo>
                  <a:pt x="38" y="23"/>
                  <a:pt x="30" y="21"/>
                  <a:pt x="26" y="26"/>
                </a:cubicBezTo>
                <a:cubicBezTo>
                  <a:pt x="21" y="32"/>
                  <a:pt x="26" y="41"/>
                  <a:pt x="33" y="40"/>
                </a:cubicBezTo>
                <a:cubicBezTo>
                  <a:pt x="34" y="40"/>
                  <a:pt x="34" y="40"/>
                  <a:pt x="34" y="40"/>
                </a:cubicBezTo>
                <a:cubicBezTo>
                  <a:pt x="34" y="40"/>
                  <a:pt x="34" y="41"/>
                  <a:pt x="34" y="41"/>
                </a:cubicBezTo>
                <a:cubicBezTo>
                  <a:pt x="34" y="42"/>
                  <a:pt x="31" y="45"/>
                  <a:pt x="31" y="46"/>
                </a:cubicBezTo>
                <a:cubicBezTo>
                  <a:pt x="28" y="51"/>
                  <a:pt x="27" y="56"/>
                  <a:pt x="27" y="61"/>
                </a:cubicBezTo>
                <a:cubicBezTo>
                  <a:pt x="15" y="59"/>
                  <a:pt x="4" y="49"/>
                  <a:pt x="2" y="36"/>
                </a:cubicBezTo>
                <a:close/>
                <a:moveTo>
                  <a:pt x="37" y="49"/>
                </a:moveTo>
                <a:cubicBezTo>
                  <a:pt x="32" y="57"/>
                  <a:pt x="33" y="64"/>
                  <a:pt x="38" y="69"/>
                </a:cubicBezTo>
                <a:cubicBezTo>
                  <a:pt x="50" y="62"/>
                  <a:pt x="62" y="63"/>
                  <a:pt x="73" y="69"/>
                </a:cubicBezTo>
                <a:cubicBezTo>
                  <a:pt x="75" y="66"/>
                  <a:pt x="76" y="62"/>
                  <a:pt x="76" y="56"/>
                </a:cubicBezTo>
                <a:cubicBezTo>
                  <a:pt x="76" y="53"/>
                  <a:pt x="74" y="49"/>
                  <a:pt x="72" y="45"/>
                </a:cubicBezTo>
                <a:cubicBezTo>
                  <a:pt x="63" y="31"/>
                  <a:pt x="72" y="25"/>
                  <a:pt x="72" y="25"/>
                </a:cubicBezTo>
                <a:cubicBezTo>
                  <a:pt x="72" y="25"/>
                  <a:pt x="65" y="27"/>
                  <a:pt x="63" y="31"/>
                </a:cubicBezTo>
                <a:cubicBezTo>
                  <a:pt x="61" y="35"/>
                  <a:pt x="64" y="42"/>
                  <a:pt x="60" y="37"/>
                </a:cubicBezTo>
                <a:cubicBezTo>
                  <a:pt x="55" y="31"/>
                  <a:pt x="58" y="22"/>
                  <a:pt x="61" y="19"/>
                </a:cubicBezTo>
                <a:cubicBezTo>
                  <a:pt x="61" y="19"/>
                  <a:pt x="53" y="23"/>
                  <a:pt x="51" y="28"/>
                </a:cubicBezTo>
                <a:cubicBezTo>
                  <a:pt x="49" y="32"/>
                  <a:pt x="50" y="36"/>
                  <a:pt x="52" y="41"/>
                </a:cubicBezTo>
                <a:cubicBezTo>
                  <a:pt x="53" y="44"/>
                  <a:pt x="56" y="48"/>
                  <a:pt x="52" y="49"/>
                </a:cubicBezTo>
                <a:cubicBezTo>
                  <a:pt x="51" y="50"/>
                  <a:pt x="50" y="48"/>
                  <a:pt x="51" y="44"/>
                </a:cubicBezTo>
                <a:cubicBezTo>
                  <a:pt x="52" y="38"/>
                  <a:pt x="37" y="33"/>
                  <a:pt x="37" y="33"/>
                </a:cubicBezTo>
                <a:cubicBezTo>
                  <a:pt x="45" y="41"/>
                  <a:pt x="41" y="43"/>
                  <a:pt x="37" y="49"/>
                </a:cubicBezTo>
                <a:close/>
                <a:moveTo>
                  <a:pt x="22" y="42"/>
                </a:moveTo>
                <a:cubicBezTo>
                  <a:pt x="13" y="51"/>
                  <a:pt x="13" y="51"/>
                  <a:pt x="13" y="51"/>
                </a:cubicBezTo>
                <a:cubicBezTo>
                  <a:pt x="14" y="52"/>
                  <a:pt x="16" y="53"/>
                  <a:pt x="17" y="54"/>
                </a:cubicBezTo>
                <a:cubicBezTo>
                  <a:pt x="25" y="43"/>
                  <a:pt x="25" y="43"/>
                  <a:pt x="25" y="43"/>
                </a:cubicBezTo>
                <a:cubicBezTo>
                  <a:pt x="24" y="43"/>
                  <a:pt x="23" y="42"/>
                  <a:pt x="22" y="42"/>
                </a:cubicBezTo>
                <a:close/>
                <a:moveTo>
                  <a:pt x="29" y="18"/>
                </a:moveTo>
                <a:cubicBezTo>
                  <a:pt x="24" y="5"/>
                  <a:pt x="24" y="5"/>
                  <a:pt x="24" y="5"/>
                </a:cubicBezTo>
                <a:cubicBezTo>
                  <a:pt x="21" y="6"/>
                  <a:pt x="18" y="8"/>
                  <a:pt x="16" y="10"/>
                </a:cubicBezTo>
                <a:cubicBezTo>
                  <a:pt x="24" y="20"/>
                  <a:pt x="24" y="20"/>
                  <a:pt x="24" y="20"/>
                </a:cubicBezTo>
                <a:cubicBezTo>
                  <a:pt x="26" y="19"/>
                  <a:pt x="27" y="18"/>
                  <a:pt x="29" y="18"/>
                </a:cubicBezTo>
                <a:close/>
                <a:moveTo>
                  <a:pt x="18" y="33"/>
                </a:moveTo>
                <a:cubicBezTo>
                  <a:pt x="5" y="37"/>
                  <a:pt x="5" y="37"/>
                  <a:pt x="5" y="37"/>
                </a:cubicBezTo>
                <a:cubicBezTo>
                  <a:pt x="6" y="41"/>
                  <a:pt x="8" y="46"/>
                  <a:pt x="11" y="49"/>
                </a:cubicBezTo>
                <a:cubicBezTo>
                  <a:pt x="22" y="41"/>
                  <a:pt x="22" y="41"/>
                  <a:pt x="22" y="41"/>
                </a:cubicBezTo>
                <a:cubicBezTo>
                  <a:pt x="20" y="39"/>
                  <a:pt x="18" y="36"/>
                  <a:pt x="18" y="3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16" name="Freeform 104">
            <a:extLst>
              <a:ext uri="{FF2B5EF4-FFF2-40B4-BE49-F238E27FC236}">
                <a16:creationId xmlns="" xmlns:a16="http://schemas.microsoft.com/office/drawing/2014/main" id="{846F9965-C19B-4120-A4A2-0DCF85B14BC5}"/>
              </a:ext>
            </a:extLst>
          </p:cNvPr>
          <p:cNvSpPr>
            <a:spLocks noEditPoints="1"/>
          </p:cNvSpPr>
          <p:nvPr/>
        </p:nvSpPr>
        <p:spPr bwMode="auto">
          <a:xfrm>
            <a:off x="8470974" y="1024210"/>
            <a:ext cx="615950" cy="625475"/>
          </a:xfrm>
          <a:custGeom>
            <a:avLst/>
            <a:gdLst>
              <a:gd name="T0" fmla="*/ 2147483646 w 60"/>
              <a:gd name="T1" fmla="*/ 2147483646 h 61"/>
              <a:gd name="T2" fmla="*/ 2147483646 w 60"/>
              <a:gd name="T3" fmla="*/ 2147483646 h 61"/>
              <a:gd name="T4" fmla="*/ 2147483646 w 60"/>
              <a:gd name="T5" fmla="*/ 2147483646 h 61"/>
              <a:gd name="T6" fmla="*/ 2147483646 w 60"/>
              <a:gd name="T7" fmla="*/ 2147483646 h 61"/>
              <a:gd name="T8" fmla="*/ 2147483646 w 60"/>
              <a:gd name="T9" fmla="*/ 2147483646 h 61"/>
              <a:gd name="T10" fmla="*/ 2147483646 w 60"/>
              <a:gd name="T11" fmla="*/ 2147483646 h 61"/>
              <a:gd name="T12" fmla="*/ 2147483646 w 60"/>
              <a:gd name="T13" fmla="*/ 2147483646 h 61"/>
              <a:gd name="T14" fmla="*/ 2147483646 w 60"/>
              <a:gd name="T15" fmla="*/ 2147483646 h 61"/>
              <a:gd name="T16" fmla="*/ 2147483646 w 60"/>
              <a:gd name="T17" fmla="*/ 2147483646 h 61"/>
              <a:gd name="T18" fmla="*/ 2147483646 w 60"/>
              <a:gd name="T19" fmla="*/ 2147483646 h 61"/>
              <a:gd name="T20" fmla="*/ 2147483646 w 60"/>
              <a:gd name="T21" fmla="*/ 2147483646 h 61"/>
              <a:gd name="T22" fmla="*/ 2147483646 w 60"/>
              <a:gd name="T23" fmla="*/ 2147483646 h 61"/>
              <a:gd name="T24" fmla="*/ 2147483646 w 60"/>
              <a:gd name="T25" fmla="*/ 2147483646 h 61"/>
              <a:gd name="T26" fmla="*/ 2147483646 w 60"/>
              <a:gd name="T27" fmla="*/ 2147483646 h 61"/>
              <a:gd name="T28" fmla="*/ 2147483646 w 60"/>
              <a:gd name="T29" fmla="*/ 2147483646 h 61"/>
              <a:gd name="T30" fmla="*/ 2147483646 w 60"/>
              <a:gd name="T31" fmla="*/ 2147483646 h 61"/>
              <a:gd name="T32" fmla="*/ 2147483646 w 60"/>
              <a:gd name="T33" fmla="*/ 2147483646 h 61"/>
              <a:gd name="T34" fmla="*/ 2147483646 w 60"/>
              <a:gd name="T35" fmla="*/ 2147483646 h 61"/>
              <a:gd name="T36" fmla="*/ 2147483646 w 60"/>
              <a:gd name="T37" fmla="*/ 2147483646 h 61"/>
              <a:gd name="T38" fmla="*/ 2147483646 w 60"/>
              <a:gd name="T39" fmla="*/ 2147483646 h 61"/>
              <a:gd name="T40" fmla="*/ 2147483646 w 60"/>
              <a:gd name="T41" fmla="*/ 2147483646 h 61"/>
              <a:gd name="T42" fmla="*/ 2147483646 w 60"/>
              <a:gd name="T43" fmla="*/ 2147483646 h 61"/>
              <a:gd name="T44" fmla="*/ 2147483646 w 60"/>
              <a:gd name="T45" fmla="*/ 2147483646 h 61"/>
              <a:gd name="T46" fmla="*/ 2147483646 w 60"/>
              <a:gd name="T47" fmla="*/ 2147483646 h 61"/>
              <a:gd name="T48" fmla="*/ 2147483646 w 60"/>
              <a:gd name="T49" fmla="*/ 2147483646 h 61"/>
              <a:gd name="T50" fmla="*/ 2147483646 w 60"/>
              <a:gd name="T51" fmla="*/ 2147483646 h 61"/>
              <a:gd name="T52" fmla="*/ 2147483646 w 60"/>
              <a:gd name="T53" fmla="*/ 2147483646 h 61"/>
              <a:gd name="T54" fmla="*/ 2147483646 w 60"/>
              <a:gd name="T55" fmla="*/ 2147483646 h 61"/>
              <a:gd name="T56" fmla="*/ 2147483646 w 60"/>
              <a:gd name="T57" fmla="*/ 2147483646 h 61"/>
              <a:gd name="T58" fmla="*/ 0 w 60"/>
              <a:gd name="T59" fmla="*/ 2147483646 h 61"/>
              <a:gd name="T60" fmla="*/ 2147483646 w 60"/>
              <a:gd name="T61" fmla="*/ 2147483646 h 61"/>
              <a:gd name="T62" fmla="*/ 2147483646 w 60"/>
              <a:gd name="T63" fmla="*/ 2147483646 h 61"/>
              <a:gd name="T64" fmla="*/ 2147483646 w 60"/>
              <a:gd name="T65" fmla="*/ 2147483646 h 61"/>
              <a:gd name="T66" fmla="*/ 2147483646 w 60"/>
              <a:gd name="T67" fmla="*/ 2147483646 h 61"/>
              <a:gd name="T68" fmla="*/ 2147483646 w 60"/>
              <a:gd name="T69" fmla="*/ 2147483646 h 61"/>
              <a:gd name="T70" fmla="*/ 2147483646 w 60"/>
              <a:gd name="T71" fmla="*/ 2147483646 h 61"/>
              <a:gd name="T72" fmla="*/ 2147483646 w 60"/>
              <a:gd name="T73" fmla="*/ 2147483646 h 61"/>
              <a:gd name="T74" fmla="*/ 2147483646 w 60"/>
              <a:gd name="T75" fmla="*/ 2147483646 h 61"/>
              <a:gd name="T76" fmla="*/ 2147483646 w 60"/>
              <a:gd name="T77" fmla="*/ 2147483646 h 61"/>
              <a:gd name="T78" fmla="*/ 2147483646 w 60"/>
              <a:gd name="T79" fmla="*/ 2147483646 h 61"/>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60" h="61">
                <a:moveTo>
                  <a:pt x="30" y="0"/>
                </a:moveTo>
                <a:cubicBezTo>
                  <a:pt x="35" y="0"/>
                  <a:pt x="38" y="3"/>
                  <a:pt x="38" y="8"/>
                </a:cubicBezTo>
                <a:cubicBezTo>
                  <a:pt x="38" y="12"/>
                  <a:pt x="35" y="16"/>
                  <a:pt x="30" y="16"/>
                </a:cubicBezTo>
                <a:cubicBezTo>
                  <a:pt x="26" y="16"/>
                  <a:pt x="22" y="12"/>
                  <a:pt x="22" y="8"/>
                </a:cubicBezTo>
                <a:cubicBezTo>
                  <a:pt x="22" y="3"/>
                  <a:pt x="26" y="0"/>
                  <a:pt x="30" y="0"/>
                </a:cubicBezTo>
                <a:close/>
                <a:moveTo>
                  <a:pt x="45" y="41"/>
                </a:moveTo>
                <a:cubicBezTo>
                  <a:pt x="45" y="58"/>
                  <a:pt x="45" y="58"/>
                  <a:pt x="45" y="58"/>
                </a:cubicBezTo>
                <a:cubicBezTo>
                  <a:pt x="50" y="58"/>
                  <a:pt x="50" y="58"/>
                  <a:pt x="50" y="58"/>
                </a:cubicBezTo>
                <a:cubicBezTo>
                  <a:pt x="50" y="44"/>
                  <a:pt x="50" y="44"/>
                  <a:pt x="50" y="44"/>
                </a:cubicBezTo>
                <a:cubicBezTo>
                  <a:pt x="51" y="44"/>
                  <a:pt x="51" y="44"/>
                  <a:pt x="51" y="44"/>
                </a:cubicBezTo>
                <a:cubicBezTo>
                  <a:pt x="51" y="58"/>
                  <a:pt x="51" y="58"/>
                  <a:pt x="51" y="58"/>
                </a:cubicBezTo>
                <a:cubicBezTo>
                  <a:pt x="55" y="58"/>
                  <a:pt x="55" y="58"/>
                  <a:pt x="55" y="58"/>
                </a:cubicBezTo>
                <a:cubicBezTo>
                  <a:pt x="55" y="41"/>
                  <a:pt x="55" y="41"/>
                  <a:pt x="55" y="41"/>
                </a:cubicBezTo>
                <a:cubicBezTo>
                  <a:pt x="55" y="38"/>
                  <a:pt x="55" y="38"/>
                  <a:pt x="55" y="38"/>
                </a:cubicBezTo>
                <a:cubicBezTo>
                  <a:pt x="55" y="29"/>
                  <a:pt x="55" y="29"/>
                  <a:pt x="55" y="29"/>
                </a:cubicBezTo>
                <a:cubicBezTo>
                  <a:pt x="56" y="29"/>
                  <a:pt x="56" y="29"/>
                  <a:pt x="56" y="29"/>
                </a:cubicBezTo>
                <a:cubicBezTo>
                  <a:pt x="56" y="38"/>
                  <a:pt x="56" y="38"/>
                  <a:pt x="56" y="38"/>
                </a:cubicBezTo>
                <a:cubicBezTo>
                  <a:pt x="60" y="38"/>
                  <a:pt x="60" y="38"/>
                  <a:pt x="60" y="38"/>
                </a:cubicBezTo>
                <a:cubicBezTo>
                  <a:pt x="60" y="25"/>
                  <a:pt x="60" y="25"/>
                  <a:pt x="60" y="25"/>
                </a:cubicBezTo>
                <a:cubicBezTo>
                  <a:pt x="60" y="23"/>
                  <a:pt x="58" y="21"/>
                  <a:pt x="56" y="21"/>
                </a:cubicBezTo>
                <a:cubicBezTo>
                  <a:pt x="47" y="21"/>
                  <a:pt x="47" y="21"/>
                  <a:pt x="47" y="21"/>
                </a:cubicBezTo>
                <a:cubicBezTo>
                  <a:pt x="47" y="22"/>
                  <a:pt x="47" y="22"/>
                  <a:pt x="47" y="23"/>
                </a:cubicBezTo>
                <a:cubicBezTo>
                  <a:pt x="47" y="41"/>
                  <a:pt x="47" y="41"/>
                  <a:pt x="47" y="41"/>
                </a:cubicBezTo>
                <a:cubicBezTo>
                  <a:pt x="45" y="41"/>
                  <a:pt x="45" y="41"/>
                  <a:pt x="45" y="41"/>
                </a:cubicBezTo>
                <a:close/>
                <a:moveTo>
                  <a:pt x="37" y="37"/>
                </a:moveTo>
                <a:cubicBezTo>
                  <a:pt x="37" y="26"/>
                  <a:pt x="37" y="26"/>
                  <a:pt x="37" y="26"/>
                </a:cubicBezTo>
                <a:cubicBezTo>
                  <a:pt x="36" y="26"/>
                  <a:pt x="36" y="26"/>
                  <a:pt x="36" y="26"/>
                </a:cubicBezTo>
                <a:cubicBezTo>
                  <a:pt x="36" y="37"/>
                  <a:pt x="36" y="37"/>
                  <a:pt x="36" y="37"/>
                </a:cubicBezTo>
                <a:cubicBezTo>
                  <a:pt x="36" y="40"/>
                  <a:pt x="36" y="40"/>
                  <a:pt x="36" y="40"/>
                </a:cubicBezTo>
                <a:cubicBezTo>
                  <a:pt x="36" y="61"/>
                  <a:pt x="36" y="61"/>
                  <a:pt x="36" y="61"/>
                </a:cubicBezTo>
                <a:cubicBezTo>
                  <a:pt x="31" y="61"/>
                  <a:pt x="31" y="61"/>
                  <a:pt x="31" y="61"/>
                </a:cubicBezTo>
                <a:cubicBezTo>
                  <a:pt x="31" y="44"/>
                  <a:pt x="31" y="44"/>
                  <a:pt x="31" y="44"/>
                </a:cubicBezTo>
                <a:cubicBezTo>
                  <a:pt x="30" y="44"/>
                  <a:pt x="30" y="44"/>
                  <a:pt x="30" y="44"/>
                </a:cubicBezTo>
                <a:cubicBezTo>
                  <a:pt x="30" y="61"/>
                  <a:pt x="30" y="61"/>
                  <a:pt x="30" y="61"/>
                </a:cubicBezTo>
                <a:cubicBezTo>
                  <a:pt x="24" y="61"/>
                  <a:pt x="24" y="61"/>
                  <a:pt x="24" y="61"/>
                </a:cubicBezTo>
                <a:cubicBezTo>
                  <a:pt x="24" y="40"/>
                  <a:pt x="24" y="40"/>
                  <a:pt x="24" y="40"/>
                </a:cubicBezTo>
                <a:cubicBezTo>
                  <a:pt x="24" y="37"/>
                  <a:pt x="24" y="37"/>
                  <a:pt x="24" y="37"/>
                </a:cubicBezTo>
                <a:cubicBezTo>
                  <a:pt x="24" y="26"/>
                  <a:pt x="24" y="26"/>
                  <a:pt x="24" y="26"/>
                </a:cubicBezTo>
                <a:cubicBezTo>
                  <a:pt x="23" y="26"/>
                  <a:pt x="23" y="26"/>
                  <a:pt x="23" y="26"/>
                </a:cubicBezTo>
                <a:cubicBezTo>
                  <a:pt x="23" y="37"/>
                  <a:pt x="23" y="37"/>
                  <a:pt x="23" y="37"/>
                </a:cubicBezTo>
                <a:cubicBezTo>
                  <a:pt x="18" y="37"/>
                  <a:pt x="18" y="37"/>
                  <a:pt x="18" y="37"/>
                </a:cubicBezTo>
                <a:cubicBezTo>
                  <a:pt x="18" y="22"/>
                  <a:pt x="18" y="22"/>
                  <a:pt x="18" y="22"/>
                </a:cubicBezTo>
                <a:cubicBezTo>
                  <a:pt x="18" y="19"/>
                  <a:pt x="20" y="17"/>
                  <a:pt x="23" y="17"/>
                </a:cubicBezTo>
                <a:cubicBezTo>
                  <a:pt x="38" y="17"/>
                  <a:pt x="22" y="17"/>
                  <a:pt x="37" y="17"/>
                </a:cubicBezTo>
                <a:cubicBezTo>
                  <a:pt x="40" y="17"/>
                  <a:pt x="43" y="19"/>
                  <a:pt x="43" y="22"/>
                </a:cubicBezTo>
                <a:cubicBezTo>
                  <a:pt x="43" y="37"/>
                  <a:pt x="43" y="37"/>
                  <a:pt x="43" y="37"/>
                </a:cubicBezTo>
                <a:cubicBezTo>
                  <a:pt x="42" y="37"/>
                  <a:pt x="40" y="37"/>
                  <a:pt x="37" y="37"/>
                </a:cubicBezTo>
                <a:close/>
                <a:moveTo>
                  <a:pt x="15" y="41"/>
                </a:moveTo>
                <a:cubicBezTo>
                  <a:pt x="15" y="58"/>
                  <a:pt x="15" y="58"/>
                  <a:pt x="15" y="58"/>
                </a:cubicBezTo>
                <a:cubicBezTo>
                  <a:pt x="10" y="58"/>
                  <a:pt x="10" y="58"/>
                  <a:pt x="10" y="58"/>
                </a:cubicBezTo>
                <a:cubicBezTo>
                  <a:pt x="10" y="44"/>
                  <a:pt x="10" y="44"/>
                  <a:pt x="10" y="44"/>
                </a:cubicBezTo>
                <a:cubicBezTo>
                  <a:pt x="9" y="44"/>
                  <a:pt x="9" y="44"/>
                  <a:pt x="9" y="44"/>
                </a:cubicBezTo>
                <a:cubicBezTo>
                  <a:pt x="9" y="58"/>
                  <a:pt x="9" y="58"/>
                  <a:pt x="9" y="58"/>
                </a:cubicBezTo>
                <a:cubicBezTo>
                  <a:pt x="5" y="58"/>
                  <a:pt x="5" y="58"/>
                  <a:pt x="5" y="58"/>
                </a:cubicBezTo>
                <a:cubicBezTo>
                  <a:pt x="5" y="41"/>
                  <a:pt x="5" y="41"/>
                  <a:pt x="5" y="41"/>
                </a:cubicBezTo>
                <a:cubicBezTo>
                  <a:pt x="5" y="38"/>
                  <a:pt x="5" y="38"/>
                  <a:pt x="5" y="38"/>
                </a:cubicBezTo>
                <a:cubicBezTo>
                  <a:pt x="5" y="29"/>
                  <a:pt x="5" y="29"/>
                  <a:pt x="5" y="29"/>
                </a:cubicBezTo>
                <a:cubicBezTo>
                  <a:pt x="4" y="29"/>
                  <a:pt x="4" y="29"/>
                  <a:pt x="4" y="29"/>
                </a:cubicBezTo>
                <a:cubicBezTo>
                  <a:pt x="4" y="38"/>
                  <a:pt x="4" y="38"/>
                  <a:pt x="4" y="38"/>
                </a:cubicBezTo>
                <a:cubicBezTo>
                  <a:pt x="0" y="38"/>
                  <a:pt x="0" y="38"/>
                  <a:pt x="0" y="38"/>
                </a:cubicBezTo>
                <a:cubicBezTo>
                  <a:pt x="0" y="25"/>
                  <a:pt x="0" y="25"/>
                  <a:pt x="0" y="25"/>
                </a:cubicBezTo>
                <a:cubicBezTo>
                  <a:pt x="0" y="23"/>
                  <a:pt x="2" y="21"/>
                  <a:pt x="4" y="21"/>
                </a:cubicBezTo>
                <a:cubicBezTo>
                  <a:pt x="13" y="21"/>
                  <a:pt x="13" y="21"/>
                  <a:pt x="13" y="21"/>
                </a:cubicBezTo>
                <a:cubicBezTo>
                  <a:pt x="13" y="22"/>
                  <a:pt x="13" y="22"/>
                  <a:pt x="13" y="23"/>
                </a:cubicBezTo>
                <a:cubicBezTo>
                  <a:pt x="13" y="41"/>
                  <a:pt x="13" y="41"/>
                  <a:pt x="13" y="41"/>
                </a:cubicBezTo>
                <a:cubicBezTo>
                  <a:pt x="15" y="41"/>
                  <a:pt x="15" y="41"/>
                  <a:pt x="15" y="41"/>
                </a:cubicBezTo>
                <a:close/>
                <a:moveTo>
                  <a:pt x="10" y="7"/>
                </a:moveTo>
                <a:cubicBezTo>
                  <a:pt x="14" y="7"/>
                  <a:pt x="16" y="10"/>
                  <a:pt x="16" y="14"/>
                </a:cubicBezTo>
                <a:cubicBezTo>
                  <a:pt x="16" y="15"/>
                  <a:pt x="16" y="16"/>
                  <a:pt x="15" y="18"/>
                </a:cubicBezTo>
                <a:cubicBezTo>
                  <a:pt x="15" y="18"/>
                  <a:pt x="15" y="18"/>
                  <a:pt x="15" y="18"/>
                </a:cubicBezTo>
                <a:cubicBezTo>
                  <a:pt x="13" y="19"/>
                  <a:pt x="12" y="20"/>
                  <a:pt x="10" y="20"/>
                </a:cubicBezTo>
                <a:cubicBezTo>
                  <a:pt x="6" y="20"/>
                  <a:pt x="3" y="17"/>
                  <a:pt x="3" y="14"/>
                </a:cubicBezTo>
                <a:cubicBezTo>
                  <a:pt x="3" y="10"/>
                  <a:pt x="6" y="7"/>
                  <a:pt x="10" y="7"/>
                </a:cubicBezTo>
                <a:close/>
                <a:moveTo>
                  <a:pt x="50" y="7"/>
                </a:moveTo>
                <a:cubicBezTo>
                  <a:pt x="46" y="7"/>
                  <a:pt x="43" y="10"/>
                  <a:pt x="43" y="14"/>
                </a:cubicBezTo>
                <a:cubicBezTo>
                  <a:pt x="43" y="15"/>
                  <a:pt x="44" y="16"/>
                  <a:pt x="45" y="18"/>
                </a:cubicBezTo>
                <a:cubicBezTo>
                  <a:pt x="45" y="18"/>
                  <a:pt x="45" y="18"/>
                  <a:pt x="45" y="18"/>
                </a:cubicBezTo>
                <a:cubicBezTo>
                  <a:pt x="47" y="19"/>
                  <a:pt x="48" y="20"/>
                  <a:pt x="50" y="20"/>
                </a:cubicBezTo>
                <a:cubicBezTo>
                  <a:pt x="54" y="20"/>
                  <a:pt x="57" y="17"/>
                  <a:pt x="57" y="14"/>
                </a:cubicBezTo>
                <a:cubicBezTo>
                  <a:pt x="57" y="10"/>
                  <a:pt x="54" y="7"/>
                  <a:pt x="50"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17" name="Freeform 105">
            <a:extLst>
              <a:ext uri="{FF2B5EF4-FFF2-40B4-BE49-F238E27FC236}">
                <a16:creationId xmlns="" xmlns:a16="http://schemas.microsoft.com/office/drawing/2014/main" id="{641734D7-7EC4-42FF-AC11-BF3AE842FBF1}"/>
              </a:ext>
            </a:extLst>
          </p:cNvPr>
          <p:cNvSpPr>
            <a:spLocks noEditPoints="1"/>
          </p:cNvSpPr>
          <p:nvPr/>
        </p:nvSpPr>
        <p:spPr bwMode="auto">
          <a:xfrm>
            <a:off x="4219649" y="3032398"/>
            <a:ext cx="520700" cy="717550"/>
          </a:xfrm>
          <a:custGeom>
            <a:avLst/>
            <a:gdLst>
              <a:gd name="T0" fmla="*/ 2147483646 w 51"/>
              <a:gd name="T1" fmla="*/ 2147483646 h 70"/>
              <a:gd name="T2" fmla="*/ 2147483646 w 51"/>
              <a:gd name="T3" fmla="*/ 2147483646 h 70"/>
              <a:gd name="T4" fmla="*/ 2147483646 w 51"/>
              <a:gd name="T5" fmla="*/ 2147483646 h 70"/>
              <a:gd name="T6" fmla="*/ 2147483646 w 51"/>
              <a:gd name="T7" fmla="*/ 2147483646 h 70"/>
              <a:gd name="T8" fmla="*/ 2147483646 w 51"/>
              <a:gd name="T9" fmla="*/ 2147483646 h 70"/>
              <a:gd name="T10" fmla="*/ 2147483646 w 51"/>
              <a:gd name="T11" fmla="*/ 2147483646 h 70"/>
              <a:gd name="T12" fmla="*/ 2147483646 w 51"/>
              <a:gd name="T13" fmla="*/ 2147483646 h 70"/>
              <a:gd name="T14" fmla="*/ 2147483646 w 51"/>
              <a:gd name="T15" fmla="*/ 2147483646 h 70"/>
              <a:gd name="T16" fmla="*/ 2147483646 w 51"/>
              <a:gd name="T17" fmla="*/ 2147483646 h 70"/>
              <a:gd name="T18" fmla="*/ 2147483646 w 51"/>
              <a:gd name="T19" fmla="*/ 2147483646 h 70"/>
              <a:gd name="T20" fmla="*/ 2147483646 w 51"/>
              <a:gd name="T21" fmla="*/ 2147483646 h 70"/>
              <a:gd name="T22" fmla="*/ 2147483646 w 51"/>
              <a:gd name="T23" fmla="*/ 2147483646 h 70"/>
              <a:gd name="T24" fmla="*/ 0 w 51"/>
              <a:gd name="T25" fmla="*/ 2147483646 h 70"/>
              <a:gd name="T26" fmla="*/ 0 w 51"/>
              <a:gd name="T27" fmla="*/ 2147483646 h 70"/>
              <a:gd name="T28" fmla="*/ 2147483646 w 51"/>
              <a:gd name="T29" fmla="*/ 2147483646 h 70"/>
              <a:gd name="T30" fmla="*/ 2147483646 w 51"/>
              <a:gd name="T31" fmla="*/ 2147483646 h 70"/>
              <a:gd name="T32" fmla="*/ 2147483646 w 51"/>
              <a:gd name="T33" fmla="*/ 2147483646 h 70"/>
              <a:gd name="T34" fmla="*/ 2147483646 w 51"/>
              <a:gd name="T35" fmla="*/ 2147483646 h 70"/>
              <a:gd name="T36" fmla="*/ 2147483646 w 51"/>
              <a:gd name="T37" fmla="*/ 2147483646 h 70"/>
              <a:gd name="T38" fmla="*/ 2147483646 w 51"/>
              <a:gd name="T39" fmla="*/ 2147483646 h 70"/>
              <a:gd name="T40" fmla="*/ 2147483646 w 51"/>
              <a:gd name="T41" fmla="*/ 2147483646 h 70"/>
              <a:gd name="T42" fmla="*/ 2147483646 w 51"/>
              <a:gd name="T43" fmla="*/ 2147483646 h 70"/>
              <a:gd name="T44" fmla="*/ 2147483646 w 51"/>
              <a:gd name="T45" fmla="*/ 0 h 70"/>
              <a:gd name="T46" fmla="*/ 2147483646 w 51"/>
              <a:gd name="T47" fmla="*/ 2147483646 h 70"/>
              <a:gd name="T48" fmla="*/ 2147483646 w 51"/>
              <a:gd name="T49" fmla="*/ 2147483646 h 70"/>
              <a:gd name="T50" fmla="*/ 2147483646 w 51"/>
              <a:gd name="T51" fmla="*/ 0 h 70"/>
              <a:gd name="T52" fmla="*/ 2147483646 w 51"/>
              <a:gd name="T53" fmla="*/ 2147483646 h 70"/>
              <a:gd name="T54" fmla="*/ 2147483646 w 51"/>
              <a:gd name="T55" fmla="*/ 2147483646 h 70"/>
              <a:gd name="T56" fmla="*/ 2147483646 w 51"/>
              <a:gd name="T57" fmla="*/ 2147483646 h 70"/>
              <a:gd name="T58" fmla="*/ 2147483646 w 51"/>
              <a:gd name="T59" fmla="*/ 2147483646 h 70"/>
              <a:gd name="T60" fmla="*/ 2147483646 w 51"/>
              <a:gd name="T61" fmla="*/ 2147483646 h 70"/>
              <a:gd name="T62" fmla="*/ 2147483646 w 51"/>
              <a:gd name="T63" fmla="*/ 2147483646 h 70"/>
              <a:gd name="T64" fmla="*/ 2147483646 w 51"/>
              <a:gd name="T65" fmla="*/ 2147483646 h 70"/>
              <a:gd name="T66" fmla="*/ 2147483646 w 51"/>
              <a:gd name="T67" fmla="*/ 2147483646 h 70"/>
              <a:gd name="T68" fmla="*/ 2147483646 w 51"/>
              <a:gd name="T69" fmla="*/ 2147483646 h 70"/>
              <a:gd name="T70" fmla="*/ 2147483646 w 51"/>
              <a:gd name="T71" fmla="*/ 2147483646 h 70"/>
              <a:gd name="T72" fmla="*/ 2147483646 w 51"/>
              <a:gd name="T73" fmla="*/ 2147483646 h 70"/>
              <a:gd name="T74" fmla="*/ 2147483646 w 51"/>
              <a:gd name="T75" fmla="*/ 2147483646 h 70"/>
              <a:gd name="T76" fmla="*/ 2147483646 w 51"/>
              <a:gd name="T77" fmla="*/ 2147483646 h 70"/>
              <a:gd name="T78" fmla="*/ 2147483646 w 51"/>
              <a:gd name="T79" fmla="*/ 2147483646 h 70"/>
              <a:gd name="T80" fmla="*/ 2147483646 w 51"/>
              <a:gd name="T81" fmla="*/ 2147483646 h 70"/>
              <a:gd name="T82" fmla="*/ 2147483646 w 51"/>
              <a:gd name="T83" fmla="*/ 2147483646 h 70"/>
              <a:gd name="T84" fmla="*/ 2147483646 w 51"/>
              <a:gd name="T85" fmla="*/ 2147483646 h 70"/>
              <a:gd name="T86" fmla="*/ 2147483646 w 51"/>
              <a:gd name="T87" fmla="*/ 2147483646 h 70"/>
              <a:gd name="T88" fmla="*/ 2147483646 w 51"/>
              <a:gd name="T89" fmla="*/ 2147483646 h 70"/>
              <a:gd name="T90" fmla="*/ 2147483646 w 51"/>
              <a:gd name="T91" fmla="*/ 2147483646 h 70"/>
              <a:gd name="T92" fmla="*/ 2147483646 w 51"/>
              <a:gd name="T93" fmla="*/ 2147483646 h 70"/>
              <a:gd name="T94" fmla="*/ 2147483646 w 51"/>
              <a:gd name="T95" fmla="*/ 2147483646 h 70"/>
              <a:gd name="T96" fmla="*/ 2147483646 w 51"/>
              <a:gd name="T97" fmla="*/ 2147483646 h 70"/>
              <a:gd name="T98" fmla="*/ 2147483646 w 51"/>
              <a:gd name="T99" fmla="*/ 2147483646 h 70"/>
              <a:gd name="T100" fmla="*/ 2147483646 w 51"/>
              <a:gd name="T101" fmla="*/ 2147483646 h 70"/>
              <a:gd name="T102" fmla="*/ 2147483646 w 51"/>
              <a:gd name="T103" fmla="*/ 2147483646 h 70"/>
              <a:gd name="T104" fmla="*/ 2147483646 w 51"/>
              <a:gd name="T105" fmla="*/ 2147483646 h 70"/>
              <a:gd name="T106" fmla="*/ 2147483646 w 51"/>
              <a:gd name="T107" fmla="*/ 2147483646 h 70"/>
              <a:gd name="T108" fmla="*/ 2147483646 w 51"/>
              <a:gd name="T109" fmla="*/ 2147483646 h 70"/>
              <a:gd name="T110" fmla="*/ 2147483646 w 51"/>
              <a:gd name="T111" fmla="*/ 2147483646 h 70"/>
              <a:gd name="T112" fmla="*/ 2147483646 w 51"/>
              <a:gd name="T113" fmla="*/ 2147483646 h 70"/>
              <a:gd name="T114" fmla="*/ 2147483646 w 51"/>
              <a:gd name="T115" fmla="*/ 2147483646 h 70"/>
              <a:gd name="T116" fmla="*/ 2147483646 w 51"/>
              <a:gd name="T117" fmla="*/ 2147483646 h 70"/>
              <a:gd name="T118" fmla="*/ 2147483646 w 51"/>
              <a:gd name="T119" fmla="*/ 2147483646 h 70"/>
              <a:gd name="T120" fmla="*/ 2147483646 w 51"/>
              <a:gd name="T121" fmla="*/ 2147483646 h 70"/>
              <a:gd name="T122" fmla="*/ 2147483646 w 51"/>
              <a:gd name="T123" fmla="*/ 2147483646 h 70"/>
              <a:gd name="T124" fmla="*/ 2147483646 w 51"/>
              <a:gd name="T125" fmla="*/ 0 h 7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51" h="70">
                <a:moveTo>
                  <a:pt x="51" y="18"/>
                </a:moveTo>
                <a:cubicBezTo>
                  <a:pt x="51" y="33"/>
                  <a:pt x="51" y="33"/>
                  <a:pt x="51" y="33"/>
                </a:cubicBezTo>
                <a:cubicBezTo>
                  <a:pt x="51" y="40"/>
                  <a:pt x="48" y="47"/>
                  <a:pt x="44" y="52"/>
                </a:cubicBezTo>
                <a:cubicBezTo>
                  <a:pt x="40" y="55"/>
                  <a:pt x="34" y="58"/>
                  <a:pt x="29" y="59"/>
                </a:cubicBezTo>
                <a:cubicBezTo>
                  <a:pt x="29" y="64"/>
                  <a:pt x="29" y="64"/>
                  <a:pt x="29" y="64"/>
                </a:cubicBezTo>
                <a:cubicBezTo>
                  <a:pt x="42" y="64"/>
                  <a:pt x="42" y="64"/>
                  <a:pt x="42" y="64"/>
                </a:cubicBezTo>
                <a:cubicBezTo>
                  <a:pt x="42" y="70"/>
                  <a:pt x="42" y="70"/>
                  <a:pt x="42" y="70"/>
                </a:cubicBezTo>
                <a:cubicBezTo>
                  <a:pt x="10" y="70"/>
                  <a:pt x="10" y="70"/>
                  <a:pt x="10" y="70"/>
                </a:cubicBezTo>
                <a:cubicBezTo>
                  <a:pt x="10" y="64"/>
                  <a:pt x="10" y="64"/>
                  <a:pt x="10" y="64"/>
                </a:cubicBezTo>
                <a:cubicBezTo>
                  <a:pt x="22" y="64"/>
                  <a:pt x="22" y="64"/>
                  <a:pt x="22" y="64"/>
                </a:cubicBezTo>
                <a:cubicBezTo>
                  <a:pt x="22" y="59"/>
                  <a:pt x="22" y="59"/>
                  <a:pt x="22" y="59"/>
                </a:cubicBezTo>
                <a:cubicBezTo>
                  <a:pt x="16" y="58"/>
                  <a:pt x="11" y="55"/>
                  <a:pt x="7" y="52"/>
                </a:cubicBezTo>
                <a:cubicBezTo>
                  <a:pt x="3" y="47"/>
                  <a:pt x="0" y="40"/>
                  <a:pt x="0" y="33"/>
                </a:cubicBezTo>
                <a:cubicBezTo>
                  <a:pt x="0" y="18"/>
                  <a:pt x="0" y="18"/>
                  <a:pt x="0" y="18"/>
                </a:cubicBezTo>
                <a:cubicBezTo>
                  <a:pt x="6" y="18"/>
                  <a:pt x="6" y="18"/>
                  <a:pt x="6" y="18"/>
                </a:cubicBezTo>
                <a:cubicBezTo>
                  <a:pt x="6" y="33"/>
                  <a:pt x="6" y="33"/>
                  <a:pt x="6" y="33"/>
                </a:cubicBezTo>
                <a:cubicBezTo>
                  <a:pt x="6" y="39"/>
                  <a:pt x="8" y="43"/>
                  <a:pt x="12" y="47"/>
                </a:cubicBezTo>
                <a:cubicBezTo>
                  <a:pt x="15" y="50"/>
                  <a:pt x="20" y="53"/>
                  <a:pt x="26" y="53"/>
                </a:cubicBezTo>
                <a:cubicBezTo>
                  <a:pt x="31" y="53"/>
                  <a:pt x="36" y="50"/>
                  <a:pt x="39" y="47"/>
                </a:cubicBezTo>
                <a:cubicBezTo>
                  <a:pt x="43" y="43"/>
                  <a:pt x="45" y="39"/>
                  <a:pt x="45" y="33"/>
                </a:cubicBezTo>
                <a:cubicBezTo>
                  <a:pt x="45" y="18"/>
                  <a:pt x="45" y="18"/>
                  <a:pt x="45" y="18"/>
                </a:cubicBezTo>
                <a:cubicBezTo>
                  <a:pt x="51" y="18"/>
                  <a:pt x="51" y="18"/>
                  <a:pt x="51" y="18"/>
                </a:cubicBezTo>
                <a:close/>
                <a:moveTo>
                  <a:pt x="27" y="0"/>
                </a:moveTo>
                <a:cubicBezTo>
                  <a:pt x="27" y="8"/>
                  <a:pt x="27" y="8"/>
                  <a:pt x="27" y="8"/>
                </a:cubicBezTo>
                <a:cubicBezTo>
                  <a:pt x="24" y="8"/>
                  <a:pt x="24" y="8"/>
                  <a:pt x="24" y="8"/>
                </a:cubicBezTo>
                <a:cubicBezTo>
                  <a:pt x="24" y="0"/>
                  <a:pt x="24" y="0"/>
                  <a:pt x="24" y="0"/>
                </a:cubicBezTo>
                <a:cubicBezTo>
                  <a:pt x="22" y="0"/>
                  <a:pt x="21" y="1"/>
                  <a:pt x="20" y="1"/>
                </a:cubicBezTo>
                <a:cubicBezTo>
                  <a:pt x="20" y="8"/>
                  <a:pt x="20" y="8"/>
                  <a:pt x="20" y="8"/>
                </a:cubicBezTo>
                <a:cubicBezTo>
                  <a:pt x="16" y="8"/>
                  <a:pt x="16" y="8"/>
                  <a:pt x="16" y="8"/>
                </a:cubicBezTo>
                <a:cubicBezTo>
                  <a:pt x="16" y="3"/>
                  <a:pt x="16" y="3"/>
                  <a:pt x="16" y="3"/>
                </a:cubicBezTo>
                <a:cubicBezTo>
                  <a:pt x="13" y="6"/>
                  <a:pt x="11" y="10"/>
                  <a:pt x="11" y="15"/>
                </a:cubicBezTo>
                <a:cubicBezTo>
                  <a:pt x="11" y="16"/>
                  <a:pt x="11" y="16"/>
                  <a:pt x="11" y="16"/>
                </a:cubicBezTo>
                <a:cubicBezTo>
                  <a:pt x="15" y="16"/>
                  <a:pt x="15" y="16"/>
                  <a:pt x="15" y="16"/>
                </a:cubicBezTo>
                <a:cubicBezTo>
                  <a:pt x="15" y="19"/>
                  <a:pt x="15" y="19"/>
                  <a:pt x="15" y="19"/>
                </a:cubicBezTo>
                <a:cubicBezTo>
                  <a:pt x="11" y="19"/>
                  <a:pt x="11" y="19"/>
                  <a:pt x="11" y="19"/>
                </a:cubicBezTo>
                <a:cubicBezTo>
                  <a:pt x="11" y="23"/>
                  <a:pt x="11" y="23"/>
                  <a:pt x="11" y="23"/>
                </a:cubicBezTo>
                <a:cubicBezTo>
                  <a:pt x="15" y="23"/>
                  <a:pt x="15" y="23"/>
                  <a:pt x="15" y="23"/>
                </a:cubicBezTo>
                <a:cubicBezTo>
                  <a:pt x="15" y="26"/>
                  <a:pt x="15" y="26"/>
                  <a:pt x="15" y="26"/>
                </a:cubicBezTo>
                <a:cubicBezTo>
                  <a:pt x="11" y="26"/>
                  <a:pt x="11" y="26"/>
                  <a:pt x="11" y="26"/>
                </a:cubicBezTo>
                <a:cubicBezTo>
                  <a:pt x="11" y="30"/>
                  <a:pt x="11" y="30"/>
                  <a:pt x="11" y="30"/>
                </a:cubicBezTo>
                <a:cubicBezTo>
                  <a:pt x="15" y="30"/>
                  <a:pt x="15" y="30"/>
                  <a:pt x="15" y="30"/>
                </a:cubicBezTo>
                <a:cubicBezTo>
                  <a:pt x="15" y="34"/>
                  <a:pt x="15" y="34"/>
                  <a:pt x="15" y="34"/>
                </a:cubicBezTo>
                <a:cubicBezTo>
                  <a:pt x="11" y="34"/>
                  <a:pt x="11" y="34"/>
                  <a:pt x="11" y="34"/>
                </a:cubicBezTo>
                <a:cubicBezTo>
                  <a:pt x="11" y="42"/>
                  <a:pt x="18" y="48"/>
                  <a:pt x="26" y="48"/>
                </a:cubicBezTo>
                <a:cubicBezTo>
                  <a:pt x="26" y="48"/>
                  <a:pt x="26" y="48"/>
                  <a:pt x="26" y="48"/>
                </a:cubicBezTo>
                <a:cubicBezTo>
                  <a:pt x="33" y="48"/>
                  <a:pt x="40" y="42"/>
                  <a:pt x="40" y="34"/>
                </a:cubicBezTo>
                <a:cubicBezTo>
                  <a:pt x="36" y="34"/>
                  <a:pt x="36" y="34"/>
                  <a:pt x="36" y="34"/>
                </a:cubicBezTo>
                <a:cubicBezTo>
                  <a:pt x="36" y="30"/>
                  <a:pt x="36" y="30"/>
                  <a:pt x="36" y="30"/>
                </a:cubicBezTo>
                <a:cubicBezTo>
                  <a:pt x="40" y="30"/>
                  <a:pt x="40" y="30"/>
                  <a:pt x="40" y="30"/>
                </a:cubicBezTo>
                <a:cubicBezTo>
                  <a:pt x="40" y="26"/>
                  <a:pt x="40" y="26"/>
                  <a:pt x="40" y="26"/>
                </a:cubicBezTo>
                <a:cubicBezTo>
                  <a:pt x="36" y="26"/>
                  <a:pt x="36" y="26"/>
                  <a:pt x="36" y="26"/>
                </a:cubicBezTo>
                <a:cubicBezTo>
                  <a:pt x="36" y="23"/>
                  <a:pt x="36" y="23"/>
                  <a:pt x="36" y="23"/>
                </a:cubicBezTo>
                <a:cubicBezTo>
                  <a:pt x="40" y="23"/>
                  <a:pt x="40" y="23"/>
                  <a:pt x="40" y="23"/>
                </a:cubicBezTo>
                <a:cubicBezTo>
                  <a:pt x="40" y="19"/>
                  <a:pt x="40" y="19"/>
                  <a:pt x="40" y="19"/>
                </a:cubicBezTo>
                <a:cubicBezTo>
                  <a:pt x="36" y="19"/>
                  <a:pt x="36" y="19"/>
                  <a:pt x="36" y="19"/>
                </a:cubicBezTo>
                <a:cubicBezTo>
                  <a:pt x="36" y="16"/>
                  <a:pt x="36" y="16"/>
                  <a:pt x="36" y="16"/>
                </a:cubicBezTo>
                <a:cubicBezTo>
                  <a:pt x="40" y="16"/>
                  <a:pt x="40" y="16"/>
                  <a:pt x="40" y="16"/>
                </a:cubicBezTo>
                <a:cubicBezTo>
                  <a:pt x="40" y="15"/>
                  <a:pt x="40" y="15"/>
                  <a:pt x="40" y="15"/>
                </a:cubicBezTo>
                <a:cubicBezTo>
                  <a:pt x="40" y="10"/>
                  <a:pt x="38" y="6"/>
                  <a:pt x="35" y="3"/>
                </a:cubicBezTo>
                <a:cubicBezTo>
                  <a:pt x="35" y="8"/>
                  <a:pt x="35" y="8"/>
                  <a:pt x="35" y="8"/>
                </a:cubicBezTo>
                <a:cubicBezTo>
                  <a:pt x="31" y="8"/>
                  <a:pt x="31" y="8"/>
                  <a:pt x="31" y="8"/>
                </a:cubicBezTo>
                <a:cubicBezTo>
                  <a:pt x="31" y="1"/>
                  <a:pt x="31" y="1"/>
                  <a:pt x="31" y="1"/>
                </a:cubicBezTo>
                <a:cubicBezTo>
                  <a:pt x="30" y="1"/>
                  <a:pt x="29" y="0"/>
                  <a:pt x="27"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Tree>
    <p:extLst>
      <p:ext uri="{BB962C8B-B14F-4D97-AF65-F5344CB8AC3E}">
        <p14:creationId xmlns:p14="http://schemas.microsoft.com/office/powerpoint/2010/main" val="1368298090"/>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5">
            <a:extLst>
              <a:ext uri="{FF2B5EF4-FFF2-40B4-BE49-F238E27FC236}">
                <a16:creationId xmlns="" xmlns:a16="http://schemas.microsoft.com/office/drawing/2014/main" id="{EFD7D683-EE9B-4E3E-B066-129B59FD3E83}"/>
              </a:ext>
            </a:extLst>
          </p:cNvPr>
          <p:cNvSpPr>
            <a:spLocks noEditPoints="1"/>
          </p:cNvSpPr>
          <p:nvPr/>
        </p:nvSpPr>
        <p:spPr bwMode="auto">
          <a:xfrm>
            <a:off x="10605591" y="5264993"/>
            <a:ext cx="628650" cy="739775"/>
          </a:xfrm>
          <a:custGeom>
            <a:avLst/>
            <a:gdLst>
              <a:gd name="T0" fmla="*/ 2147483646 w 62"/>
              <a:gd name="T1" fmla="*/ 2147483646 h 73"/>
              <a:gd name="T2" fmla="*/ 2147483646 w 62"/>
              <a:gd name="T3" fmla="*/ 2147483646 h 73"/>
              <a:gd name="T4" fmla="*/ 2147483646 w 62"/>
              <a:gd name="T5" fmla="*/ 2147483646 h 73"/>
              <a:gd name="T6" fmla="*/ 2147483646 w 62"/>
              <a:gd name="T7" fmla="*/ 2147483646 h 73"/>
              <a:gd name="T8" fmla="*/ 2147483646 w 62"/>
              <a:gd name="T9" fmla="*/ 2147483646 h 73"/>
              <a:gd name="T10" fmla="*/ 2147483646 w 62"/>
              <a:gd name="T11" fmla="*/ 2147483646 h 73"/>
              <a:gd name="T12" fmla="*/ 2147483646 w 62"/>
              <a:gd name="T13" fmla="*/ 2147483646 h 73"/>
              <a:gd name="T14" fmla="*/ 2147483646 w 62"/>
              <a:gd name="T15" fmla="*/ 2147483646 h 73"/>
              <a:gd name="T16" fmla="*/ 2147483646 w 62"/>
              <a:gd name="T17" fmla="*/ 2147483646 h 73"/>
              <a:gd name="T18" fmla="*/ 2147483646 w 62"/>
              <a:gd name="T19" fmla="*/ 2147483646 h 73"/>
              <a:gd name="T20" fmla="*/ 2147483646 w 62"/>
              <a:gd name="T21" fmla="*/ 2147483646 h 73"/>
              <a:gd name="T22" fmla="*/ 2147483646 w 62"/>
              <a:gd name="T23" fmla="*/ 2147483646 h 73"/>
              <a:gd name="T24" fmla="*/ 2147483646 w 62"/>
              <a:gd name="T25" fmla="*/ 2147483646 h 73"/>
              <a:gd name="T26" fmla="*/ 2147483646 w 62"/>
              <a:gd name="T27" fmla="*/ 2147483646 h 73"/>
              <a:gd name="T28" fmla="*/ 2147483646 w 62"/>
              <a:gd name="T29" fmla="*/ 2147483646 h 73"/>
              <a:gd name="T30" fmla="*/ 2147483646 w 62"/>
              <a:gd name="T31" fmla="*/ 2147483646 h 73"/>
              <a:gd name="T32" fmla="*/ 2147483646 w 62"/>
              <a:gd name="T33" fmla="*/ 2147483646 h 73"/>
              <a:gd name="T34" fmla="*/ 2147483646 w 62"/>
              <a:gd name="T35" fmla="*/ 2147483646 h 73"/>
              <a:gd name="T36" fmla="*/ 2147483646 w 62"/>
              <a:gd name="T37" fmla="*/ 2147483646 h 73"/>
              <a:gd name="T38" fmla="*/ 2147483646 w 62"/>
              <a:gd name="T39" fmla="*/ 2147483646 h 73"/>
              <a:gd name="T40" fmla="*/ 2147483646 w 62"/>
              <a:gd name="T41" fmla="*/ 2147483646 h 73"/>
              <a:gd name="T42" fmla="*/ 2147483646 w 62"/>
              <a:gd name="T43" fmla="*/ 2147483646 h 73"/>
              <a:gd name="T44" fmla="*/ 2147483646 w 62"/>
              <a:gd name="T45" fmla="*/ 2147483646 h 73"/>
              <a:gd name="T46" fmla="*/ 2147483646 w 62"/>
              <a:gd name="T47" fmla="*/ 2147483646 h 73"/>
              <a:gd name="T48" fmla="*/ 2147483646 w 62"/>
              <a:gd name="T49" fmla="*/ 2147483646 h 73"/>
              <a:gd name="T50" fmla="*/ 2147483646 w 62"/>
              <a:gd name="T51" fmla="*/ 2147483646 h 73"/>
              <a:gd name="T52" fmla="*/ 2147483646 w 62"/>
              <a:gd name="T53" fmla="*/ 2147483646 h 73"/>
              <a:gd name="T54" fmla="*/ 2147483646 w 62"/>
              <a:gd name="T55" fmla="*/ 2147483646 h 73"/>
              <a:gd name="T56" fmla="*/ 2147483646 w 62"/>
              <a:gd name="T57" fmla="*/ 2147483646 h 73"/>
              <a:gd name="T58" fmla="*/ 2147483646 w 62"/>
              <a:gd name="T59" fmla="*/ 2147483646 h 73"/>
              <a:gd name="T60" fmla="*/ 2147483646 w 62"/>
              <a:gd name="T61" fmla="*/ 2147483646 h 73"/>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62" h="73">
                <a:moveTo>
                  <a:pt x="8" y="35"/>
                </a:moveTo>
                <a:cubicBezTo>
                  <a:pt x="53" y="35"/>
                  <a:pt x="53" y="35"/>
                  <a:pt x="53" y="35"/>
                </a:cubicBezTo>
                <a:cubicBezTo>
                  <a:pt x="53" y="73"/>
                  <a:pt x="53" y="73"/>
                  <a:pt x="53" y="73"/>
                </a:cubicBezTo>
                <a:cubicBezTo>
                  <a:pt x="46" y="73"/>
                  <a:pt x="46" y="73"/>
                  <a:pt x="46" y="73"/>
                </a:cubicBezTo>
                <a:cubicBezTo>
                  <a:pt x="46" y="46"/>
                  <a:pt x="46" y="46"/>
                  <a:pt x="46" y="46"/>
                </a:cubicBezTo>
                <a:cubicBezTo>
                  <a:pt x="46" y="45"/>
                  <a:pt x="45" y="45"/>
                  <a:pt x="45" y="45"/>
                </a:cubicBezTo>
                <a:cubicBezTo>
                  <a:pt x="34" y="45"/>
                  <a:pt x="34" y="45"/>
                  <a:pt x="34" y="45"/>
                </a:cubicBezTo>
                <a:cubicBezTo>
                  <a:pt x="34" y="45"/>
                  <a:pt x="33" y="45"/>
                  <a:pt x="33" y="46"/>
                </a:cubicBezTo>
                <a:cubicBezTo>
                  <a:pt x="33" y="73"/>
                  <a:pt x="33" y="73"/>
                  <a:pt x="33" y="73"/>
                </a:cubicBezTo>
                <a:cubicBezTo>
                  <a:pt x="8" y="73"/>
                  <a:pt x="8" y="73"/>
                  <a:pt x="8" y="73"/>
                </a:cubicBezTo>
                <a:cubicBezTo>
                  <a:pt x="8" y="35"/>
                  <a:pt x="8" y="35"/>
                  <a:pt x="8" y="35"/>
                </a:cubicBezTo>
                <a:close/>
                <a:moveTo>
                  <a:pt x="34" y="2"/>
                </a:moveTo>
                <a:cubicBezTo>
                  <a:pt x="38" y="6"/>
                  <a:pt x="43" y="10"/>
                  <a:pt x="47" y="15"/>
                </a:cubicBezTo>
                <a:cubicBezTo>
                  <a:pt x="51" y="19"/>
                  <a:pt x="56" y="23"/>
                  <a:pt x="60" y="27"/>
                </a:cubicBezTo>
                <a:cubicBezTo>
                  <a:pt x="62" y="29"/>
                  <a:pt x="60" y="30"/>
                  <a:pt x="57" y="30"/>
                </a:cubicBezTo>
                <a:cubicBezTo>
                  <a:pt x="49" y="30"/>
                  <a:pt x="40" y="30"/>
                  <a:pt x="31" y="30"/>
                </a:cubicBezTo>
                <a:cubicBezTo>
                  <a:pt x="22" y="30"/>
                  <a:pt x="12" y="30"/>
                  <a:pt x="3" y="30"/>
                </a:cubicBezTo>
                <a:cubicBezTo>
                  <a:pt x="1" y="30"/>
                  <a:pt x="0" y="29"/>
                  <a:pt x="2" y="27"/>
                </a:cubicBezTo>
                <a:cubicBezTo>
                  <a:pt x="6" y="23"/>
                  <a:pt x="10" y="19"/>
                  <a:pt x="14" y="15"/>
                </a:cubicBezTo>
                <a:cubicBezTo>
                  <a:pt x="19" y="10"/>
                  <a:pt x="23" y="6"/>
                  <a:pt x="28" y="2"/>
                </a:cubicBezTo>
                <a:cubicBezTo>
                  <a:pt x="30" y="0"/>
                  <a:pt x="32" y="0"/>
                  <a:pt x="34" y="2"/>
                </a:cubicBezTo>
                <a:close/>
                <a:moveTo>
                  <a:pt x="15" y="45"/>
                </a:moveTo>
                <a:cubicBezTo>
                  <a:pt x="15" y="57"/>
                  <a:pt x="15" y="57"/>
                  <a:pt x="15" y="57"/>
                </a:cubicBezTo>
                <a:cubicBezTo>
                  <a:pt x="20" y="57"/>
                  <a:pt x="20" y="57"/>
                  <a:pt x="20" y="57"/>
                </a:cubicBezTo>
                <a:cubicBezTo>
                  <a:pt x="20" y="45"/>
                  <a:pt x="20" y="45"/>
                  <a:pt x="20" y="45"/>
                </a:cubicBezTo>
                <a:cubicBezTo>
                  <a:pt x="15" y="45"/>
                  <a:pt x="15" y="45"/>
                  <a:pt x="15" y="45"/>
                </a:cubicBezTo>
                <a:close/>
                <a:moveTo>
                  <a:pt x="22" y="45"/>
                </a:moveTo>
                <a:cubicBezTo>
                  <a:pt x="22" y="57"/>
                  <a:pt x="22" y="57"/>
                  <a:pt x="22" y="57"/>
                </a:cubicBezTo>
                <a:cubicBezTo>
                  <a:pt x="27" y="57"/>
                  <a:pt x="27" y="57"/>
                  <a:pt x="27" y="57"/>
                </a:cubicBezTo>
                <a:cubicBezTo>
                  <a:pt x="27" y="45"/>
                  <a:pt x="27" y="45"/>
                  <a:pt x="27" y="45"/>
                </a:cubicBezTo>
                <a:lnTo>
                  <a:pt x="22"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3" name="Freeform 6">
            <a:extLst>
              <a:ext uri="{FF2B5EF4-FFF2-40B4-BE49-F238E27FC236}">
                <a16:creationId xmlns="" xmlns:a16="http://schemas.microsoft.com/office/drawing/2014/main" id="{77BBDFC2-518C-4012-9DA3-0DE3B54B7317}"/>
              </a:ext>
            </a:extLst>
          </p:cNvPr>
          <p:cNvSpPr>
            <a:spLocks noEditPoints="1"/>
          </p:cNvSpPr>
          <p:nvPr/>
        </p:nvSpPr>
        <p:spPr bwMode="auto">
          <a:xfrm>
            <a:off x="3063379" y="5407868"/>
            <a:ext cx="717550" cy="647700"/>
          </a:xfrm>
          <a:custGeom>
            <a:avLst/>
            <a:gdLst>
              <a:gd name="T0" fmla="*/ 0 w 71"/>
              <a:gd name="T1" fmla="*/ 2147483646 h 64"/>
              <a:gd name="T2" fmla="*/ 2147483646 w 71"/>
              <a:gd name="T3" fmla="*/ 2147483646 h 64"/>
              <a:gd name="T4" fmla="*/ 2147483646 w 71"/>
              <a:gd name="T5" fmla="*/ 2147483646 h 64"/>
              <a:gd name="T6" fmla="*/ 2147483646 w 71"/>
              <a:gd name="T7" fmla="*/ 2147483646 h 64"/>
              <a:gd name="T8" fmla="*/ 2147483646 w 71"/>
              <a:gd name="T9" fmla="*/ 2147483646 h 64"/>
              <a:gd name="T10" fmla="*/ 2147483646 w 71"/>
              <a:gd name="T11" fmla="*/ 2147483646 h 64"/>
              <a:gd name="T12" fmla="*/ 2147483646 w 71"/>
              <a:gd name="T13" fmla="*/ 2147483646 h 64"/>
              <a:gd name="T14" fmla="*/ 2147483646 w 71"/>
              <a:gd name="T15" fmla="*/ 2147483646 h 64"/>
              <a:gd name="T16" fmla="*/ 2147483646 w 71"/>
              <a:gd name="T17" fmla="*/ 2147483646 h 64"/>
              <a:gd name="T18" fmla="*/ 2147483646 w 71"/>
              <a:gd name="T19" fmla="*/ 2147483646 h 64"/>
              <a:gd name="T20" fmla="*/ 2147483646 w 71"/>
              <a:gd name="T21" fmla="*/ 2147483646 h 64"/>
              <a:gd name="T22" fmla="*/ 2147483646 w 71"/>
              <a:gd name="T23" fmla="*/ 2147483646 h 64"/>
              <a:gd name="T24" fmla="*/ 0 w 71"/>
              <a:gd name="T25" fmla="*/ 2147483646 h 64"/>
              <a:gd name="T26" fmla="*/ 2147483646 w 71"/>
              <a:gd name="T27" fmla="*/ 2147483646 h 64"/>
              <a:gd name="T28" fmla="*/ 2147483646 w 71"/>
              <a:gd name="T29" fmla="*/ 2147483646 h 64"/>
              <a:gd name="T30" fmla="*/ 2147483646 w 71"/>
              <a:gd name="T31" fmla="*/ 2147483646 h 64"/>
              <a:gd name="T32" fmla="*/ 2147483646 w 71"/>
              <a:gd name="T33" fmla="*/ 2147483646 h 64"/>
              <a:gd name="T34" fmla="*/ 2147483646 w 71"/>
              <a:gd name="T35" fmla="*/ 2147483646 h 64"/>
              <a:gd name="T36" fmla="*/ 2147483646 w 71"/>
              <a:gd name="T37" fmla="*/ 2147483646 h 64"/>
              <a:gd name="T38" fmla="*/ 2147483646 w 71"/>
              <a:gd name="T39" fmla="*/ 2147483646 h 64"/>
              <a:gd name="T40" fmla="*/ 2147483646 w 71"/>
              <a:gd name="T41" fmla="*/ 2147483646 h 64"/>
              <a:gd name="T42" fmla="*/ 2147483646 w 71"/>
              <a:gd name="T43" fmla="*/ 2147483646 h 64"/>
              <a:gd name="T44" fmla="*/ 2147483646 w 71"/>
              <a:gd name="T45" fmla="*/ 2147483646 h 64"/>
              <a:gd name="T46" fmla="*/ 2147483646 w 71"/>
              <a:gd name="T47" fmla="*/ 2147483646 h 64"/>
              <a:gd name="T48" fmla="*/ 2147483646 w 71"/>
              <a:gd name="T49" fmla="*/ 2147483646 h 64"/>
              <a:gd name="T50" fmla="*/ 2147483646 w 71"/>
              <a:gd name="T51" fmla="*/ 2147483646 h 64"/>
              <a:gd name="T52" fmla="*/ 2147483646 w 71"/>
              <a:gd name="T53" fmla="*/ 2147483646 h 64"/>
              <a:gd name="T54" fmla="*/ 2147483646 w 71"/>
              <a:gd name="T55" fmla="*/ 2147483646 h 64"/>
              <a:gd name="T56" fmla="*/ 2147483646 w 71"/>
              <a:gd name="T57" fmla="*/ 2147483646 h 64"/>
              <a:gd name="T58" fmla="*/ 2147483646 w 71"/>
              <a:gd name="T59" fmla="*/ 2147483646 h 64"/>
              <a:gd name="T60" fmla="*/ 2147483646 w 71"/>
              <a:gd name="T61" fmla="*/ 2147483646 h 64"/>
              <a:gd name="T62" fmla="*/ 2147483646 w 71"/>
              <a:gd name="T63" fmla="*/ 2147483646 h 64"/>
              <a:gd name="T64" fmla="*/ 2147483646 w 71"/>
              <a:gd name="T65" fmla="*/ 2147483646 h 64"/>
              <a:gd name="T66" fmla="*/ 2147483646 w 71"/>
              <a:gd name="T67" fmla="*/ 2147483646 h 64"/>
              <a:gd name="T68" fmla="*/ 2147483646 w 71"/>
              <a:gd name="T69" fmla="*/ 2147483646 h 64"/>
              <a:gd name="T70" fmla="*/ 2147483646 w 71"/>
              <a:gd name="T71" fmla="*/ 2147483646 h 64"/>
              <a:gd name="T72" fmla="*/ 2147483646 w 71"/>
              <a:gd name="T73" fmla="*/ 2147483646 h 64"/>
              <a:gd name="T74" fmla="*/ 2147483646 w 71"/>
              <a:gd name="T75" fmla="*/ 2147483646 h 64"/>
              <a:gd name="T76" fmla="*/ 2147483646 w 71"/>
              <a:gd name="T77" fmla="*/ 2147483646 h 6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71" h="64">
                <a:moveTo>
                  <a:pt x="0" y="41"/>
                </a:moveTo>
                <a:cubicBezTo>
                  <a:pt x="26" y="25"/>
                  <a:pt x="25" y="0"/>
                  <a:pt x="45" y="2"/>
                </a:cubicBezTo>
                <a:cubicBezTo>
                  <a:pt x="56" y="3"/>
                  <a:pt x="62" y="12"/>
                  <a:pt x="62" y="23"/>
                </a:cubicBezTo>
                <a:cubicBezTo>
                  <a:pt x="70" y="22"/>
                  <a:pt x="70" y="22"/>
                  <a:pt x="70" y="22"/>
                </a:cubicBezTo>
                <a:cubicBezTo>
                  <a:pt x="67" y="26"/>
                  <a:pt x="67" y="26"/>
                  <a:pt x="67" y="26"/>
                </a:cubicBezTo>
                <a:cubicBezTo>
                  <a:pt x="71" y="30"/>
                  <a:pt x="71" y="30"/>
                  <a:pt x="71" y="30"/>
                </a:cubicBezTo>
                <a:cubicBezTo>
                  <a:pt x="62" y="30"/>
                  <a:pt x="62" y="30"/>
                  <a:pt x="62" y="30"/>
                </a:cubicBezTo>
                <a:cubicBezTo>
                  <a:pt x="62" y="35"/>
                  <a:pt x="60" y="39"/>
                  <a:pt x="57" y="42"/>
                </a:cubicBezTo>
                <a:cubicBezTo>
                  <a:pt x="51" y="48"/>
                  <a:pt x="42" y="51"/>
                  <a:pt x="33" y="51"/>
                </a:cubicBezTo>
                <a:cubicBezTo>
                  <a:pt x="33" y="64"/>
                  <a:pt x="33" y="64"/>
                  <a:pt x="33" y="64"/>
                </a:cubicBezTo>
                <a:cubicBezTo>
                  <a:pt x="29" y="64"/>
                  <a:pt x="29" y="64"/>
                  <a:pt x="29" y="64"/>
                </a:cubicBezTo>
                <a:cubicBezTo>
                  <a:pt x="25" y="51"/>
                  <a:pt x="25" y="51"/>
                  <a:pt x="25" y="51"/>
                </a:cubicBezTo>
                <a:cubicBezTo>
                  <a:pt x="17" y="50"/>
                  <a:pt x="8" y="46"/>
                  <a:pt x="0" y="41"/>
                </a:cubicBezTo>
                <a:close/>
                <a:moveTo>
                  <a:pt x="53" y="16"/>
                </a:moveTo>
                <a:cubicBezTo>
                  <a:pt x="53" y="16"/>
                  <a:pt x="52" y="17"/>
                  <a:pt x="52" y="18"/>
                </a:cubicBezTo>
                <a:cubicBezTo>
                  <a:pt x="52" y="19"/>
                  <a:pt x="53" y="19"/>
                  <a:pt x="53" y="19"/>
                </a:cubicBezTo>
                <a:cubicBezTo>
                  <a:pt x="54" y="19"/>
                  <a:pt x="55" y="19"/>
                  <a:pt x="55" y="18"/>
                </a:cubicBezTo>
                <a:cubicBezTo>
                  <a:pt x="55" y="17"/>
                  <a:pt x="54" y="16"/>
                  <a:pt x="53" y="16"/>
                </a:cubicBezTo>
                <a:close/>
                <a:moveTo>
                  <a:pt x="43" y="53"/>
                </a:moveTo>
                <a:cubicBezTo>
                  <a:pt x="41" y="54"/>
                  <a:pt x="39" y="54"/>
                  <a:pt x="37" y="54"/>
                </a:cubicBezTo>
                <a:cubicBezTo>
                  <a:pt x="39" y="63"/>
                  <a:pt x="39" y="63"/>
                  <a:pt x="39" y="63"/>
                </a:cubicBezTo>
                <a:cubicBezTo>
                  <a:pt x="43" y="63"/>
                  <a:pt x="43" y="63"/>
                  <a:pt x="43" y="63"/>
                </a:cubicBezTo>
                <a:cubicBezTo>
                  <a:pt x="43" y="53"/>
                  <a:pt x="43" y="53"/>
                  <a:pt x="43" y="53"/>
                </a:cubicBezTo>
                <a:close/>
                <a:moveTo>
                  <a:pt x="39" y="16"/>
                </a:moveTo>
                <a:cubicBezTo>
                  <a:pt x="36" y="17"/>
                  <a:pt x="36" y="17"/>
                  <a:pt x="36" y="17"/>
                </a:cubicBezTo>
                <a:cubicBezTo>
                  <a:pt x="39" y="21"/>
                  <a:pt x="41" y="25"/>
                  <a:pt x="41" y="28"/>
                </a:cubicBezTo>
                <a:cubicBezTo>
                  <a:pt x="41" y="30"/>
                  <a:pt x="40" y="32"/>
                  <a:pt x="39" y="34"/>
                </a:cubicBezTo>
                <a:cubicBezTo>
                  <a:pt x="37" y="35"/>
                  <a:pt x="35" y="36"/>
                  <a:pt x="32" y="37"/>
                </a:cubicBezTo>
                <a:cubicBezTo>
                  <a:pt x="26" y="39"/>
                  <a:pt x="19" y="38"/>
                  <a:pt x="14" y="37"/>
                </a:cubicBezTo>
                <a:cubicBezTo>
                  <a:pt x="13" y="40"/>
                  <a:pt x="13" y="40"/>
                  <a:pt x="13" y="40"/>
                </a:cubicBezTo>
                <a:cubicBezTo>
                  <a:pt x="19" y="41"/>
                  <a:pt x="27" y="42"/>
                  <a:pt x="33" y="40"/>
                </a:cubicBezTo>
                <a:cubicBezTo>
                  <a:pt x="36" y="39"/>
                  <a:pt x="39" y="38"/>
                  <a:pt x="41" y="36"/>
                </a:cubicBezTo>
                <a:cubicBezTo>
                  <a:pt x="43" y="34"/>
                  <a:pt x="44" y="31"/>
                  <a:pt x="44" y="27"/>
                </a:cubicBezTo>
                <a:cubicBezTo>
                  <a:pt x="44" y="24"/>
                  <a:pt x="42" y="20"/>
                  <a:pt x="39" y="16"/>
                </a:cubicBezTo>
                <a:close/>
                <a:moveTo>
                  <a:pt x="53" y="15"/>
                </a:moveTo>
                <a:cubicBezTo>
                  <a:pt x="52" y="15"/>
                  <a:pt x="50" y="16"/>
                  <a:pt x="50" y="18"/>
                </a:cubicBezTo>
                <a:cubicBezTo>
                  <a:pt x="50" y="20"/>
                  <a:pt x="52" y="21"/>
                  <a:pt x="53" y="21"/>
                </a:cubicBezTo>
                <a:cubicBezTo>
                  <a:pt x="55" y="21"/>
                  <a:pt x="56" y="20"/>
                  <a:pt x="56" y="18"/>
                </a:cubicBezTo>
                <a:cubicBezTo>
                  <a:pt x="56" y="16"/>
                  <a:pt x="55" y="15"/>
                  <a:pt x="53" y="15"/>
                </a:cubicBezTo>
                <a:close/>
              </a:path>
            </a:pathLst>
          </a:custGeom>
          <a:solidFill>
            <a:srgbClr val="000000"/>
          </a:solidFill>
          <a:ln w="11113" cap="flat">
            <a:solidFill>
              <a:srgbClr val="231F20"/>
            </a:solidFill>
            <a:prstDash val="solid"/>
            <a:miter lim="800000"/>
            <a:headEnd/>
            <a:tailEnd/>
          </a:ln>
        </p:spPr>
        <p:txBody>
          <a:bodyPr/>
          <a:lstStyle/>
          <a:p>
            <a:pPr>
              <a:defRPr/>
            </a:pPr>
            <a:endParaRPr lang="zh-CN" altLang="en-US">
              <a:ea typeface="+mn-ea"/>
              <a:cs typeface="+mn-ea"/>
            </a:endParaRPr>
          </a:p>
        </p:txBody>
      </p:sp>
      <p:sp>
        <p:nvSpPr>
          <p:cNvPr id="4" name="Freeform 7">
            <a:extLst>
              <a:ext uri="{FF2B5EF4-FFF2-40B4-BE49-F238E27FC236}">
                <a16:creationId xmlns="" xmlns:a16="http://schemas.microsoft.com/office/drawing/2014/main" id="{162BC076-4FE8-410E-B147-BCC0E7A374F1}"/>
              </a:ext>
            </a:extLst>
          </p:cNvPr>
          <p:cNvSpPr>
            <a:spLocks noEditPoints="1"/>
          </p:cNvSpPr>
          <p:nvPr/>
        </p:nvSpPr>
        <p:spPr bwMode="auto">
          <a:xfrm>
            <a:off x="1744166" y="5234831"/>
            <a:ext cx="1236663" cy="779462"/>
          </a:xfrm>
          <a:custGeom>
            <a:avLst/>
            <a:gdLst>
              <a:gd name="T0" fmla="*/ 2147483646 w 122"/>
              <a:gd name="T1" fmla="*/ 2147483646 h 77"/>
              <a:gd name="T2" fmla="*/ 2147483646 w 122"/>
              <a:gd name="T3" fmla="*/ 2147483646 h 77"/>
              <a:gd name="T4" fmla="*/ 2147483646 w 122"/>
              <a:gd name="T5" fmla="*/ 2147483646 h 77"/>
              <a:gd name="T6" fmla="*/ 2147483646 w 122"/>
              <a:gd name="T7" fmla="*/ 2147483646 h 77"/>
              <a:gd name="T8" fmla="*/ 2147483646 w 122"/>
              <a:gd name="T9" fmla="*/ 2147483646 h 77"/>
              <a:gd name="T10" fmla="*/ 2147483646 w 122"/>
              <a:gd name="T11" fmla="*/ 2147483646 h 77"/>
              <a:gd name="T12" fmla="*/ 2147483646 w 122"/>
              <a:gd name="T13" fmla="*/ 2147483646 h 7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2" h="77">
                <a:moveTo>
                  <a:pt x="61" y="77"/>
                </a:moveTo>
                <a:cubicBezTo>
                  <a:pt x="0" y="47"/>
                  <a:pt x="43" y="0"/>
                  <a:pt x="61" y="28"/>
                </a:cubicBezTo>
                <a:cubicBezTo>
                  <a:pt x="78" y="0"/>
                  <a:pt x="122" y="47"/>
                  <a:pt x="61" y="77"/>
                </a:cubicBezTo>
                <a:close/>
                <a:moveTo>
                  <a:pt x="52" y="25"/>
                </a:moveTo>
                <a:cubicBezTo>
                  <a:pt x="52" y="25"/>
                  <a:pt x="41" y="25"/>
                  <a:pt x="37" y="33"/>
                </a:cubicBezTo>
                <a:cubicBezTo>
                  <a:pt x="34" y="42"/>
                  <a:pt x="40" y="53"/>
                  <a:pt x="40" y="52"/>
                </a:cubicBezTo>
                <a:lnTo>
                  <a:pt x="52"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5" name="Freeform 8">
            <a:extLst>
              <a:ext uri="{FF2B5EF4-FFF2-40B4-BE49-F238E27FC236}">
                <a16:creationId xmlns="" xmlns:a16="http://schemas.microsoft.com/office/drawing/2014/main" id="{937D8B87-A290-4FC3-97C9-2BE9F66702BC}"/>
              </a:ext>
            </a:extLst>
          </p:cNvPr>
          <p:cNvSpPr>
            <a:spLocks noEditPoints="1"/>
          </p:cNvSpPr>
          <p:nvPr/>
        </p:nvSpPr>
        <p:spPr bwMode="auto">
          <a:xfrm>
            <a:off x="993279" y="5415806"/>
            <a:ext cx="587375" cy="588962"/>
          </a:xfrm>
          <a:custGeom>
            <a:avLst/>
            <a:gdLst>
              <a:gd name="T0" fmla="*/ 2147483646 w 58"/>
              <a:gd name="T1" fmla="*/ 2147483646 h 58"/>
              <a:gd name="T2" fmla="*/ 2147483646 w 58"/>
              <a:gd name="T3" fmla="*/ 2147483646 h 58"/>
              <a:gd name="T4" fmla="*/ 2147483646 w 58"/>
              <a:gd name="T5" fmla="*/ 2147483646 h 58"/>
              <a:gd name="T6" fmla="*/ 2147483646 w 58"/>
              <a:gd name="T7" fmla="*/ 2147483646 h 58"/>
              <a:gd name="T8" fmla="*/ 2147483646 w 58"/>
              <a:gd name="T9" fmla="*/ 2147483646 h 58"/>
              <a:gd name="T10" fmla="*/ 2147483646 w 58"/>
              <a:gd name="T11" fmla="*/ 2147483646 h 58"/>
              <a:gd name="T12" fmla="*/ 2147483646 w 58"/>
              <a:gd name="T13" fmla="*/ 2147483646 h 58"/>
              <a:gd name="T14" fmla="*/ 2147483646 w 58"/>
              <a:gd name="T15" fmla="*/ 2147483646 h 58"/>
              <a:gd name="T16" fmla="*/ 2147483646 w 58"/>
              <a:gd name="T17" fmla="*/ 2147483646 h 58"/>
              <a:gd name="T18" fmla="*/ 2147483646 w 58"/>
              <a:gd name="T19" fmla="*/ 2147483646 h 58"/>
              <a:gd name="T20" fmla="*/ 2147483646 w 58"/>
              <a:gd name="T21" fmla="*/ 2147483646 h 58"/>
              <a:gd name="T22" fmla="*/ 2147483646 w 58"/>
              <a:gd name="T23" fmla="*/ 0 h 58"/>
              <a:gd name="T24" fmla="*/ 2147483646 w 58"/>
              <a:gd name="T25" fmla="*/ 2147483646 h 58"/>
              <a:gd name="T26" fmla="*/ 0 w 58"/>
              <a:gd name="T27" fmla="*/ 2147483646 h 58"/>
              <a:gd name="T28" fmla="*/ 0 w 58"/>
              <a:gd name="T29" fmla="*/ 2147483646 h 58"/>
              <a:gd name="T30" fmla="*/ 2147483646 w 58"/>
              <a:gd name="T31" fmla="*/ 2147483646 h 58"/>
              <a:gd name="T32" fmla="*/ 2147483646 w 58"/>
              <a:gd name="T33" fmla="*/ 2147483646 h 58"/>
              <a:gd name="T34" fmla="*/ 2147483646 w 58"/>
              <a:gd name="T35" fmla="*/ 2147483646 h 58"/>
              <a:gd name="T36" fmla="*/ 2147483646 w 58"/>
              <a:gd name="T37" fmla="*/ 2147483646 h 58"/>
              <a:gd name="T38" fmla="*/ 2147483646 w 58"/>
              <a:gd name="T39" fmla="*/ 2147483646 h 58"/>
              <a:gd name="T40" fmla="*/ 2147483646 w 58"/>
              <a:gd name="T41" fmla="*/ 2147483646 h 58"/>
              <a:gd name="T42" fmla="*/ 2147483646 w 58"/>
              <a:gd name="T43" fmla="*/ 2147483646 h 58"/>
              <a:gd name="T44" fmla="*/ 2147483646 w 58"/>
              <a:gd name="T45" fmla="*/ 0 h 58"/>
              <a:gd name="T46" fmla="*/ 2147483646 w 58"/>
              <a:gd name="T47" fmla="*/ 0 h 58"/>
              <a:gd name="T48" fmla="*/ 2147483646 w 58"/>
              <a:gd name="T49" fmla="*/ 2147483646 h 58"/>
              <a:gd name="T50" fmla="*/ 2147483646 w 58"/>
              <a:gd name="T51" fmla="*/ 2147483646 h 58"/>
              <a:gd name="T52" fmla="*/ 2147483646 w 58"/>
              <a:gd name="T53" fmla="*/ 2147483646 h 58"/>
              <a:gd name="T54" fmla="*/ 2147483646 w 58"/>
              <a:gd name="T55" fmla="*/ 2147483646 h 58"/>
              <a:gd name="T56" fmla="*/ 2147483646 w 58"/>
              <a:gd name="T57" fmla="*/ 2147483646 h 58"/>
              <a:gd name="T58" fmla="*/ 2147483646 w 58"/>
              <a:gd name="T59" fmla="*/ 2147483646 h 58"/>
              <a:gd name="T60" fmla="*/ 2147483646 w 58"/>
              <a:gd name="T61" fmla="*/ 2147483646 h 58"/>
              <a:gd name="T62" fmla="*/ 2147483646 w 58"/>
              <a:gd name="T63" fmla="*/ 2147483646 h 58"/>
              <a:gd name="T64" fmla="*/ 2147483646 w 58"/>
              <a:gd name="T65" fmla="*/ 2147483646 h 58"/>
              <a:gd name="T66" fmla="*/ 2147483646 w 58"/>
              <a:gd name="T67" fmla="*/ 2147483646 h 58"/>
              <a:gd name="T68" fmla="*/ 2147483646 w 58"/>
              <a:gd name="T69" fmla="*/ 2147483646 h 58"/>
              <a:gd name="T70" fmla="*/ 2147483646 w 58"/>
              <a:gd name="T71" fmla="*/ 2147483646 h 58"/>
              <a:gd name="T72" fmla="*/ 2147483646 w 58"/>
              <a:gd name="T73" fmla="*/ 2147483646 h 58"/>
              <a:gd name="T74" fmla="*/ 2147483646 w 58"/>
              <a:gd name="T75" fmla="*/ 2147483646 h 58"/>
              <a:gd name="T76" fmla="*/ 2147483646 w 58"/>
              <a:gd name="T77" fmla="*/ 2147483646 h 58"/>
              <a:gd name="T78" fmla="*/ 2147483646 w 58"/>
              <a:gd name="T79" fmla="*/ 2147483646 h 58"/>
              <a:gd name="T80" fmla="*/ 2147483646 w 58"/>
              <a:gd name="T81" fmla="*/ 2147483646 h 58"/>
              <a:gd name="T82" fmla="*/ 2147483646 w 58"/>
              <a:gd name="T83" fmla="*/ 2147483646 h 58"/>
              <a:gd name="T84" fmla="*/ 2147483646 w 58"/>
              <a:gd name="T85" fmla="*/ 2147483646 h 58"/>
              <a:gd name="T86" fmla="*/ 2147483646 w 58"/>
              <a:gd name="T87" fmla="*/ 2147483646 h 58"/>
              <a:gd name="T88" fmla="*/ 2147483646 w 58"/>
              <a:gd name="T89" fmla="*/ 2147483646 h 58"/>
              <a:gd name="T90" fmla="*/ 2147483646 w 58"/>
              <a:gd name="T91" fmla="*/ 2147483646 h 58"/>
              <a:gd name="T92" fmla="*/ 2147483646 w 58"/>
              <a:gd name="T93" fmla="*/ 2147483646 h 58"/>
              <a:gd name="T94" fmla="*/ 2147483646 w 58"/>
              <a:gd name="T95" fmla="*/ 2147483646 h 58"/>
              <a:gd name="T96" fmla="*/ 2147483646 w 58"/>
              <a:gd name="T97" fmla="*/ 2147483646 h 58"/>
              <a:gd name="T98" fmla="*/ 2147483646 w 58"/>
              <a:gd name="T99" fmla="*/ 2147483646 h 58"/>
              <a:gd name="T100" fmla="*/ 2147483646 w 58"/>
              <a:gd name="T101" fmla="*/ 2147483646 h 58"/>
              <a:gd name="T102" fmla="*/ 2147483646 w 58"/>
              <a:gd name="T103" fmla="*/ 2147483646 h 58"/>
              <a:gd name="T104" fmla="*/ 2147483646 w 58"/>
              <a:gd name="T105" fmla="*/ 2147483646 h 58"/>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58" h="58">
                <a:moveTo>
                  <a:pt x="16" y="23"/>
                </a:moveTo>
                <a:cubicBezTo>
                  <a:pt x="17" y="23"/>
                  <a:pt x="18" y="23"/>
                  <a:pt x="19" y="23"/>
                </a:cubicBezTo>
                <a:cubicBezTo>
                  <a:pt x="24" y="24"/>
                  <a:pt x="28" y="26"/>
                  <a:pt x="31" y="29"/>
                </a:cubicBezTo>
                <a:cubicBezTo>
                  <a:pt x="34" y="32"/>
                  <a:pt x="35" y="36"/>
                  <a:pt x="35" y="41"/>
                </a:cubicBezTo>
                <a:cubicBezTo>
                  <a:pt x="35" y="42"/>
                  <a:pt x="35" y="43"/>
                  <a:pt x="35" y="44"/>
                </a:cubicBezTo>
                <a:cubicBezTo>
                  <a:pt x="30" y="44"/>
                  <a:pt x="30" y="44"/>
                  <a:pt x="30" y="44"/>
                </a:cubicBezTo>
                <a:cubicBezTo>
                  <a:pt x="30" y="43"/>
                  <a:pt x="30" y="42"/>
                  <a:pt x="30" y="41"/>
                </a:cubicBezTo>
                <a:cubicBezTo>
                  <a:pt x="30" y="38"/>
                  <a:pt x="29" y="35"/>
                  <a:pt x="27" y="33"/>
                </a:cubicBezTo>
                <a:cubicBezTo>
                  <a:pt x="25" y="30"/>
                  <a:pt x="22" y="29"/>
                  <a:pt x="18" y="29"/>
                </a:cubicBezTo>
                <a:cubicBezTo>
                  <a:pt x="17" y="29"/>
                  <a:pt x="17" y="29"/>
                  <a:pt x="16" y="29"/>
                </a:cubicBezTo>
                <a:cubicBezTo>
                  <a:pt x="16" y="23"/>
                  <a:pt x="16" y="23"/>
                  <a:pt x="16" y="23"/>
                </a:cubicBezTo>
                <a:close/>
                <a:moveTo>
                  <a:pt x="11" y="0"/>
                </a:moveTo>
                <a:cubicBezTo>
                  <a:pt x="8" y="0"/>
                  <a:pt x="5" y="1"/>
                  <a:pt x="3" y="3"/>
                </a:cubicBezTo>
                <a:cubicBezTo>
                  <a:pt x="1" y="5"/>
                  <a:pt x="0" y="8"/>
                  <a:pt x="0" y="11"/>
                </a:cubicBezTo>
                <a:cubicBezTo>
                  <a:pt x="0" y="47"/>
                  <a:pt x="0" y="47"/>
                  <a:pt x="0" y="47"/>
                </a:cubicBezTo>
                <a:cubicBezTo>
                  <a:pt x="0" y="50"/>
                  <a:pt x="1" y="53"/>
                  <a:pt x="3" y="55"/>
                </a:cubicBezTo>
                <a:cubicBezTo>
                  <a:pt x="5" y="57"/>
                  <a:pt x="8" y="58"/>
                  <a:pt x="11" y="58"/>
                </a:cubicBezTo>
                <a:cubicBezTo>
                  <a:pt x="47" y="58"/>
                  <a:pt x="47" y="58"/>
                  <a:pt x="47" y="58"/>
                </a:cubicBezTo>
                <a:cubicBezTo>
                  <a:pt x="50" y="58"/>
                  <a:pt x="53" y="57"/>
                  <a:pt x="55" y="55"/>
                </a:cubicBezTo>
                <a:cubicBezTo>
                  <a:pt x="56" y="53"/>
                  <a:pt x="58" y="50"/>
                  <a:pt x="58" y="47"/>
                </a:cubicBezTo>
                <a:cubicBezTo>
                  <a:pt x="58" y="11"/>
                  <a:pt x="58" y="11"/>
                  <a:pt x="58" y="11"/>
                </a:cubicBezTo>
                <a:cubicBezTo>
                  <a:pt x="58" y="8"/>
                  <a:pt x="56" y="5"/>
                  <a:pt x="55" y="3"/>
                </a:cubicBezTo>
                <a:cubicBezTo>
                  <a:pt x="53" y="1"/>
                  <a:pt x="50" y="0"/>
                  <a:pt x="47" y="0"/>
                </a:cubicBezTo>
                <a:cubicBezTo>
                  <a:pt x="11" y="0"/>
                  <a:pt x="11" y="0"/>
                  <a:pt x="11" y="0"/>
                </a:cubicBezTo>
                <a:close/>
                <a:moveTo>
                  <a:pt x="47" y="7"/>
                </a:moveTo>
                <a:cubicBezTo>
                  <a:pt x="11" y="7"/>
                  <a:pt x="11" y="7"/>
                  <a:pt x="11" y="7"/>
                </a:cubicBezTo>
                <a:cubicBezTo>
                  <a:pt x="10" y="7"/>
                  <a:pt x="9" y="7"/>
                  <a:pt x="8" y="8"/>
                </a:cubicBezTo>
                <a:cubicBezTo>
                  <a:pt x="7" y="9"/>
                  <a:pt x="7" y="10"/>
                  <a:pt x="7" y="11"/>
                </a:cubicBezTo>
                <a:cubicBezTo>
                  <a:pt x="7" y="47"/>
                  <a:pt x="7" y="47"/>
                  <a:pt x="7" y="47"/>
                </a:cubicBezTo>
                <a:cubicBezTo>
                  <a:pt x="7" y="48"/>
                  <a:pt x="7" y="49"/>
                  <a:pt x="8" y="50"/>
                </a:cubicBezTo>
                <a:cubicBezTo>
                  <a:pt x="9" y="51"/>
                  <a:pt x="10" y="51"/>
                  <a:pt x="11" y="51"/>
                </a:cubicBezTo>
                <a:cubicBezTo>
                  <a:pt x="47" y="51"/>
                  <a:pt x="47" y="51"/>
                  <a:pt x="47" y="51"/>
                </a:cubicBezTo>
                <a:cubicBezTo>
                  <a:pt x="48" y="51"/>
                  <a:pt x="49" y="51"/>
                  <a:pt x="50" y="50"/>
                </a:cubicBezTo>
                <a:cubicBezTo>
                  <a:pt x="51" y="49"/>
                  <a:pt x="51" y="48"/>
                  <a:pt x="51" y="47"/>
                </a:cubicBezTo>
                <a:cubicBezTo>
                  <a:pt x="51" y="11"/>
                  <a:pt x="51" y="11"/>
                  <a:pt x="51" y="11"/>
                </a:cubicBezTo>
                <a:cubicBezTo>
                  <a:pt x="51" y="10"/>
                  <a:pt x="51" y="9"/>
                  <a:pt x="50" y="8"/>
                </a:cubicBezTo>
                <a:cubicBezTo>
                  <a:pt x="49" y="7"/>
                  <a:pt x="48" y="7"/>
                  <a:pt x="47" y="7"/>
                </a:cubicBezTo>
                <a:close/>
                <a:moveTo>
                  <a:pt x="18" y="36"/>
                </a:moveTo>
                <a:cubicBezTo>
                  <a:pt x="16" y="36"/>
                  <a:pt x="13" y="38"/>
                  <a:pt x="13" y="41"/>
                </a:cubicBezTo>
                <a:cubicBezTo>
                  <a:pt x="13" y="43"/>
                  <a:pt x="16" y="46"/>
                  <a:pt x="18" y="46"/>
                </a:cubicBezTo>
                <a:cubicBezTo>
                  <a:pt x="21" y="46"/>
                  <a:pt x="23" y="43"/>
                  <a:pt x="23" y="41"/>
                </a:cubicBezTo>
                <a:cubicBezTo>
                  <a:pt x="23" y="38"/>
                  <a:pt x="21" y="36"/>
                  <a:pt x="18" y="36"/>
                </a:cubicBezTo>
                <a:close/>
                <a:moveTo>
                  <a:pt x="16" y="12"/>
                </a:moveTo>
                <a:cubicBezTo>
                  <a:pt x="16" y="17"/>
                  <a:pt x="16" y="17"/>
                  <a:pt x="16" y="17"/>
                </a:cubicBezTo>
                <a:cubicBezTo>
                  <a:pt x="17" y="17"/>
                  <a:pt x="18" y="17"/>
                  <a:pt x="19" y="17"/>
                </a:cubicBezTo>
                <a:cubicBezTo>
                  <a:pt x="24" y="18"/>
                  <a:pt x="29" y="20"/>
                  <a:pt x="33" y="24"/>
                </a:cubicBezTo>
                <a:cubicBezTo>
                  <a:pt x="37" y="27"/>
                  <a:pt x="40" y="33"/>
                  <a:pt x="41" y="39"/>
                </a:cubicBezTo>
                <a:cubicBezTo>
                  <a:pt x="41" y="41"/>
                  <a:pt x="41" y="42"/>
                  <a:pt x="41" y="44"/>
                </a:cubicBezTo>
                <a:cubicBezTo>
                  <a:pt x="46" y="44"/>
                  <a:pt x="46" y="44"/>
                  <a:pt x="46" y="44"/>
                </a:cubicBezTo>
                <a:cubicBezTo>
                  <a:pt x="46" y="42"/>
                  <a:pt x="46" y="40"/>
                  <a:pt x="46" y="39"/>
                </a:cubicBezTo>
                <a:cubicBezTo>
                  <a:pt x="45" y="31"/>
                  <a:pt x="42" y="24"/>
                  <a:pt x="37" y="20"/>
                </a:cubicBezTo>
                <a:cubicBezTo>
                  <a:pt x="32" y="15"/>
                  <a:pt x="26" y="12"/>
                  <a:pt x="19" y="12"/>
                </a:cubicBezTo>
                <a:cubicBezTo>
                  <a:pt x="18" y="12"/>
                  <a:pt x="17" y="12"/>
                  <a:pt x="16" y="1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6" name="Freeform 9">
            <a:extLst>
              <a:ext uri="{FF2B5EF4-FFF2-40B4-BE49-F238E27FC236}">
                <a16:creationId xmlns="" xmlns:a16="http://schemas.microsoft.com/office/drawing/2014/main" id="{10AFE4F8-DE82-48CF-9F58-63661F0FE5E2}"/>
              </a:ext>
            </a:extLst>
          </p:cNvPr>
          <p:cNvSpPr>
            <a:spLocks noEditPoints="1"/>
          </p:cNvSpPr>
          <p:nvPr/>
        </p:nvSpPr>
        <p:spPr bwMode="auto">
          <a:xfrm>
            <a:off x="7421066" y="2143968"/>
            <a:ext cx="558800" cy="636588"/>
          </a:xfrm>
          <a:custGeom>
            <a:avLst/>
            <a:gdLst>
              <a:gd name="T0" fmla="*/ 2147483646 w 55"/>
              <a:gd name="T1" fmla="*/ 2147483646 h 63"/>
              <a:gd name="T2" fmla="*/ 2147483646 w 55"/>
              <a:gd name="T3" fmla="*/ 2147483646 h 63"/>
              <a:gd name="T4" fmla="*/ 2147483646 w 55"/>
              <a:gd name="T5" fmla="*/ 2147483646 h 63"/>
              <a:gd name="T6" fmla="*/ 2147483646 w 55"/>
              <a:gd name="T7" fmla="*/ 2147483646 h 63"/>
              <a:gd name="T8" fmla="*/ 2147483646 w 55"/>
              <a:gd name="T9" fmla="*/ 2147483646 h 63"/>
              <a:gd name="T10" fmla="*/ 2147483646 w 55"/>
              <a:gd name="T11" fmla="*/ 0 h 63"/>
              <a:gd name="T12" fmla="*/ 2147483646 w 55"/>
              <a:gd name="T13" fmla="*/ 0 h 63"/>
              <a:gd name="T14" fmla="*/ 2147483646 w 55"/>
              <a:gd name="T15" fmla="*/ 0 h 63"/>
              <a:gd name="T16" fmla="*/ 2147483646 w 55"/>
              <a:gd name="T17" fmla="*/ 0 h 63"/>
              <a:gd name="T18" fmla="*/ 2147483646 w 55"/>
              <a:gd name="T19" fmla="*/ 2147483646 h 63"/>
              <a:gd name="T20" fmla="*/ 2147483646 w 55"/>
              <a:gd name="T21" fmla="*/ 2147483646 h 63"/>
              <a:gd name="T22" fmla="*/ 2147483646 w 55"/>
              <a:gd name="T23" fmla="*/ 2147483646 h 63"/>
              <a:gd name="T24" fmla="*/ 2147483646 w 55"/>
              <a:gd name="T25" fmla="*/ 2147483646 h 63"/>
              <a:gd name="T26" fmla="*/ 2147483646 w 55"/>
              <a:gd name="T27" fmla="*/ 2147483646 h 63"/>
              <a:gd name="T28" fmla="*/ 2147483646 w 55"/>
              <a:gd name="T29" fmla="*/ 2147483646 h 63"/>
              <a:gd name="T30" fmla="*/ 2147483646 w 55"/>
              <a:gd name="T31" fmla="*/ 2147483646 h 63"/>
              <a:gd name="T32" fmla="*/ 2147483646 w 55"/>
              <a:gd name="T33" fmla="*/ 2147483646 h 63"/>
              <a:gd name="T34" fmla="*/ 2147483646 w 55"/>
              <a:gd name="T35" fmla="*/ 2147483646 h 63"/>
              <a:gd name="T36" fmla="*/ 2147483646 w 55"/>
              <a:gd name="T37" fmla="*/ 2147483646 h 63"/>
              <a:gd name="T38" fmla="*/ 2147483646 w 55"/>
              <a:gd name="T39" fmla="*/ 2147483646 h 63"/>
              <a:gd name="T40" fmla="*/ 2147483646 w 55"/>
              <a:gd name="T41" fmla="*/ 2147483646 h 63"/>
              <a:gd name="T42" fmla="*/ 2147483646 w 55"/>
              <a:gd name="T43" fmla="*/ 2147483646 h 63"/>
              <a:gd name="T44" fmla="*/ 2147483646 w 55"/>
              <a:gd name="T45" fmla="*/ 2147483646 h 63"/>
              <a:gd name="T46" fmla="*/ 2147483646 w 55"/>
              <a:gd name="T47" fmla="*/ 2147483646 h 63"/>
              <a:gd name="T48" fmla="*/ 2147483646 w 55"/>
              <a:gd name="T49" fmla="*/ 2147483646 h 63"/>
              <a:gd name="T50" fmla="*/ 2147483646 w 55"/>
              <a:gd name="T51" fmla="*/ 2147483646 h 63"/>
              <a:gd name="T52" fmla="*/ 2147483646 w 55"/>
              <a:gd name="T53" fmla="*/ 2147483646 h 63"/>
              <a:gd name="T54" fmla="*/ 2147483646 w 55"/>
              <a:gd name="T55" fmla="*/ 2147483646 h 63"/>
              <a:gd name="T56" fmla="*/ 2147483646 w 55"/>
              <a:gd name="T57" fmla="*/ 2147483646 h 63"/>
              <a:gd name="T58" fmla="*/ 2147483646 w 55"/>
              <a:gd name="T59" fmla="*/ 2147483646 h 63"/>
              <a:gd name="T60" fmla="*/ 2147483646 w 55"/>
              <a:gd name="T61" fmla="*/ 0 h 63"/>
              <a:gd name="T62" fmla="*/ 2147483646 w 55"/>
              <a:gd name="T63" fmla="*/ 0 h 63"/>
              <a:gd name="T64" fmla="*/ 2147483646 w 55"/>
              <a:gd name="T65" fmla="*/ 0 h 63"/>
              <a:gd name="T66" fmla="*/ 2147483646 w 55"/>
              <a:gd name="T67" fmla="*/ 0 h 63"/>
              <a:gd name="T68" fmla="*/ 2147483646 w 55"/>
              <a:gd name="T69" fmla="*/ 2147483646 h 63"/>
              <a:gd name="T70" fmla="*/ 2147483646 w 55"/>
              <a:gd name="T71" fmla="*/ 2147483646 h 63"/>
              <a:gd name="T72" fmla="*/ 2147483646 w 55"/>
              <a:gd name="T73" fmla="*/ 2147483646 h 63"/>
              <a:gd name="T74" fmla="*/ 2147483646 w 55"/>
              <a:gd name="T75" fmla="*/ 2147483646 h 63"/>
              <a:gd name="T76" fmla="*/ 2147483646 w 55"/>
              <a:gd name="T77" fmla="*/ 2147483646 h 63"/>
              <a:gd name="T78" fmla="*/ 2147483646 w 55"/>
              <a:gd name="T79" fmla="*/ 2147483646 h 63"/>
              <a:gd name="T80" fmla="*/ 2147483646 w 55"/>
              <a:gd name="T81" fmla="*/ 2147483646 h 63"/>
              <a:gd name="T82" fmla="*/ 2147483646 w 55"/>
              <a:gd name="T83" fmla="*/ 2147483646 h 63"/>
              <a:gd name="T84" fmla="*/ 2147483646 w 55"/>
              <a:gd name="T85" fmla="*/ 2147483646 h 63"/>
              <a:gd name="T86" fmla="*/ 2147483646 w 55"/>
              <a:gd name="T87" fmla="*/ 2147483646 h 6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5" h="63">
                <a:moveTo>
                  <a:pt x="34" y="33"/>
                </a:moveTo>
                <a:cubicBezTo>
                  <a:pt x="35" y="34"/>
                  <a:pt x="37" y="35"/>
                  <a:pt x="38" y="35"/>
                </a:cubicBezTo>
                <a:cubicBezTo>
                  <a:pt x="40" y="35"/>
                  <a:pt x="42" y="34"/>
                  <a:pt x="44" y="31"/>
                </a:cubicBezTo>
                <a:cubicBezTo>
                  <a:pt x="47" y="27"/>
                  <a:pt x="48" y="18"/>
                  <a:pt x="44" y="6"/>
                </a:cubicBezTo>
                <a:cubicBezTo>
                  <a:pt x="33" y="6"/>
                  <a:pt x="33" y="6"/>
                  <a:pt x="33" y="6"/>
                </a:cubicBezTo>
                <a:cubicBezTo>
                  <a:pt x="33" y="4"/>
                  <a:pt x="32" y="2"/>
                  <a:pt x="31" y="0"/>
                </a:cubicBezTo>
                <a:cubicBezTo>
                  <a:pt x="31" y="0"/>
                  <a:pt x="31" y="0"/>
                  <a:pt x="31" y="0"/>
                </a:cubicBezTo>
                <a:cubicBezTo>
                  <a:pt x="46" y="0"/>
                  <a:pt x="46" y="0"/>
                  <a:pt x="46" y="0"/>
                </a:cubicBezTo>
                <a:cubicBezTo>
                  <a:pt x="48" y="0"/>
                  <a:pt x="48" y="0"/>
                  <a:pt x="48" y="0"/>
                </a:cubicBezTo>
                <a:cubicBezTo>
                  <a:pt x="49" y="2"/>
                  <a:pt x="49" y="2"/>
                  <a:pt x="49" y="2"/>
                </a:cubicBezTo>
                <a:cubicBezTo>
                  <a:pt x="55" y="18"/>
                  <a:pt x="53" y="29"/>
                  <a:pt x="49" y="35"/>
                </a:cubicBezTo>
                <a:cubicBezTo>
                  <a:pt x="47" y="38"/>
                  <a:pt x="45" y="40"/>
                  <a:pt x="42" y="41"/>
                </a:cubicBezTo>
                <a:cubicBezTo>
                  <a:pt x="42" y="56"/>
                  <a:pt x="42" y="56"/>
                  <a:pt x="42" y="56"/>
                </a:cubicBezTo>
                <a:cubicBezTo>
                  <a:pt x="52" y="58"/>
                  <a:pt x="52" y="58"/>
                  <a:pt x="52" y="58"/>
                </a:cubicBezTo>
                <a:cubicBezTo>
                  <a:pt x="52" y="63"/>
                  <a:pt x="52" y="63"/>
                  <a:pt x="52" y="63"/>
                </a:cubicBezTo>
                <a:cubicBezTo>
                  <a:pt x="35" y="63"/>
                  <a:pt x="35" y="63"/>
                  <a:pt x="35" y="63"/>
                </a:cubicBezTo>
                <a:cubicBezTo>
                  <a:pt x="35" y="54"/>
                  <a:pt x="35" y="54"/>
                  <a:pt x="35" y="54"/>
                </a:cubicBezTo>
                <a:cubicBezTo>
                  <a:pt x="35" y="54"/>
                  <a:pt x="35" y="54"/>
                  <a:pt x="35" y="54"/>
                </a:cubicBezTo>
                <a:cubicBezTo>
                  <a:pt x="35" y="41"/>
                  <a:pt x="35" y="41"/>
                  <a:pt x="35" y="41"/>
                </a:cubicBezTo>
                <a:cubicBezTo>
                  <a:pt x="34" y="40"/>
                  <a:pt x="32" y="39"/>
                  <a:pt x="31" y="38"/>
                </a:cubicBezTo>
                <a:cubicBezTo>
                  <a:pt x="31" y="38"/>
                  <a:pt x="31" y="38"/>
                  <a:pt x="31" y="38"/>
                </a:cubicBezTo>
                <a:cubicBezTo>
                  <a:pt x="32" y="36"/>
                  <a:pt x="33" y="34"/>
                  <a:pt x="34" y="33"/>
                </a:cubicBezTo>
                <a:close/>
                <a:moveTo>
                  <a:pt x="8" y="19"/>
                </a:moveTo>
                <a:cubicBezTo>
                  <a:pt x="24" y="19"/>
                  <a:pt x="24" y="19"/>
                  <a:pt x="24" y="19"/>
                </a:cubicBezTo>
                <a:cubicBezTo>
                  <a:pt x="24" y="15"/>
                  <a:pt x="23" y="11"/>
                  <a:pt x="21" y="6"/>
                </a:cubicBezTo>
                <a:cubicBezTo>
                  <a:pt x="11" y="6"/>
                  <a:pt x="11" y="6"/>
                  <a:pt x="11" y="6"/>
                </a:cubicBezTo>
                <a:cubicBezTo>
                  <a:pt x="9" y="11"/>
                  <a:pt x="8" y="15"/>
                  <a:pt x="8" y="19"/>
                </a:cubicBezTo>
                <a:close/>
                <a:moveTo>
                  <a:pt x="20" y="41"/>
                </a:moveTo>
                <a:cubicBezTo>
                  <a:pt x="22" y="40"/>
                  <a:pt x="25" y="38"/>
                  <a:pt x="27" y="35"/>
                </a:cubicBezTo>
                <a:cubicBezTo>
                  <a:pt x="31" y="29"/>
                  <a:pt x="32" y="18"/>
                  <a:pt x="26" y="2"/>
                </a:cubicBezTo>
                <a:cubicBezTo>
                  <a:pt x="26" y="0"/>
                  <a:pt x="26" y="0"/>
                  <a:pt x="26" y="0"/>
                </a:cubicBezTo>
                <a:cubicBezTo>
                  <a:pt x="23" y="0"/>
                  <a:pt x="23" y="0"/>
                  <a:pt x="23" y="0"/>
                </a:cubicBezTo>
                <a:cubicBezTo>
                  <a:pt x="9" y="0"/>
                  <a:pt x="9" y="0"/>
                  <a:pt x="9" y="0"/>
                </a:cubicBezTo>
                <a:cubicBezTo>
                  <a:pt x="6" y="0"/>
                  <a:pt x="6" y="0"/>
                  <a:pt x="6" y="0"/>
                </a:cubicBezTo>
                <a:cubicBezTo>
                  <a:pt x="6" y="2"/>
                  <a:pt x="6" y="2"/>
                  <a:pt x="6" y="2"/>
                </a:cubicBezTo>
                <a:cubicBezTo>
                  <a:pt x="0" y="18"/>
                  <a:pt x="1" y="29"/>
                  <a:pt x="5" y="35"/>
                </a:cubicBezTo>
                <a:cubicBezTo>
                  <a:pt x="7" y="38"/>
                  <a:pt x="10" y="40"/>
                  <a:pt x="13" y="41"/>
                </a:cubicBezTo>
                <a:cubicBezTo>
                  <a:pt x="13" y="56"/>
                  <a:pt x="13" y="56"/>
                  <a:pt x="13" y="56"/>
                </a:cubicBezTo>
                <a:cubicBezTo>
                  <a:pt x="3" y="58"/>
                  <a:pt x="3" y="58"/>
                  <a:pt x="3" y="58"/>
                </a:cubicBezTo>
                <a:cubicBezTo>
                  <a:pt x="3" y="63"/>
                  <a:pt x="3" y="63"/>
                  <a:pt x="3" y="63"/>
                </a:cubicBezTo>
                <a:cubicBezTo>
                  <a:pt x="30" y="63"/>
                  <a:pt x="30" y="63"/>
                  <a:pt x="30" y="63"/>
                </a:cubicBezTo>
                <a:cubicBezTo>
                  <a:pt x="30" y="58"/>
                  <a:pt x="30" y="58"/>
                  <a:pt x="30" y="58"/>
                </a:cubicBezTo>
                <a:cubicBezTo>
                  <a:pt x="20" y="56"/>
                  <a:pt x="20" y="56"/>
                  <a:pt x="20" y="56"/>
                </a:cubicBezTo>
                <a:lnTo>
                  <a:pt x="2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7" name="Freeform 10">
            <a:extLst>
              <a:ext uri="{FF2B5EF4-FFF2-40B4-BE49-F238E27FC236}">
                <a16:creationId xmlns="" xmlns:a16="http://schemas.microsoft.com/office/drawing/2014/main" id="{493ED2F8-BF1C-493A-AE8F-AEFE4B109084}"/>
              </a:ext>
            </a:extLst>
          </p:cNvPr>
          <p:cNvSpPr>
            <a:spLocks noEditPoints="1"/>
          </p:cNvSpPr>
          <p:nvPr/>
        </p:nvSpPr>
        <p:spPr bwMode="auto">
          <a:xfrm>
            <a:off x="8314829" y="3247281"/>
            <a:ext cx="820737" cy="658812"/>
          </a:xfrm>
          <a:custGeom>
            <a:avLst/>
            <a:gdLst>
              <a:gd name="T0" fmla="*/ 2147483646 w 81"/>
              <a:gd name="T1" fmla="*/ 2147483646 h 65"/>
              <a:gd name="T2" fmla="*/ 2147483646 w 81"/>
              <a:gd name="T3" fmla="*/ 2147483646 h 65"/>
              <a:gd name="T4" fmla="*/ 2147483646 w 81"/>
              <a:gd name="T5" fmla="*/ 2147483646 h 65"/>
              <a:gd name="T6" fmla="*/ 2147483646 w 81"/>
              <a:gd name="T7" fmla="*/ 2147483646 h 65"/>
              <a:gd name="T8" fmla="*/ 2147483646 w 81"/>
              <a:gd name="T9" fmla="*/ 2147483646 h 65"/>
              <a:gd name="T10" fmla="*/ 2147483646 w 81"/>
              <a:gd name="T11" fmla="*/ 2147483646 h 65"/>
              <a:gd name="T12" fmla="*/ 2147483646 w 81"/>
              <a:gd name="T13" fmla="*/ 2147483646 h 65"/>
              <a:gd name="T14" fmla="*/ 2147483646 w 81"/>
              <a:gd name="T15" fmla="*/ 2147483646 h 65"/>
              <a:gd name="T16" fmla="*/ 2147483646 w 81"/>
              <a:gd name="T17" fmla="*/ 2147483646 h 65"/>
              <a:gd name="T18" fmla="*/ 2147483646 w 81"/>
              <a:gd name="T19" fmla="*/ 0 h 65"/>
              <a:gd name="T20" fmla="*/ 2147483646 w 81"/>
              <a:gd name="T21" fmla="*/ 2147483646 h 65"/>
              <a:gd name="T22" fmla="*/ 2147483646 w 81"/>
              <a:gd name="T23" fmla="*/ 2147483646 h 65"/>
              <a:gd name="T24" fmla="*/ 2147483646 w 81"/>
              <a:gd name="T25" fmla="*/ 2147483646 h 65"/>
              <a:gd name="T26" fmla="*/ 2147483646 w 81"/>
              <a:gd name="T27" fmla="*/ 2147483646 h 65"/>
              <a:gd name="T28" fmla="*/ 2147483646 w 81"/>
              <a:gd name="T29" fmla="*/ 2147483646 h 65"/>
              <a:gd name="T30" fmla="*/ 2147483646 w 81"/>
              <a:gd name="T31" fmla="*/ 2147483646 h 65"/>
              <a:gd name="T32" fmla="*/ 2147483646 w 81"/>
              <a:gd name="T33" fmla="*/ 2147483646 h 65"/>
              <a:gd name="T34" fmla="*/ 2147483646 w 81"/>
              <a:gd name="T35" fmla="*/ 2147483646 h 65"/>
              <a:gd name="T36" fmla="*/ 2147483646 w 81"/>
              <a:gd name="T37" fmla="*/ 2147483646 h 65"/>
              <a:gd name="T38" fmla="*/ 2147483646 w 81"/>
              <a:gd name="T39" fmla="*/ 2147483646 h 65"/>
              <a:gd name="T40" fmla="*/ 2147483646 w 81"/>
              <a:gd name="T41" fmla="*/ 2147483646 h 65"/>
              <a:gd name="T42" fmla="*/ 2147483646 w 81"/>
              <a:gd name="T43" fmla="*/ 2147483646 h 65"/>
              <a:gd name="T44" fmla="*/ 2147483646 w 81"/>
              <a:gd name="T45" fmla="*/ 2147483646 h 65"/>
              <a:gd name="T46" fmla="*/ 2147483646 w 81"/>
              <a:gd name="T47" fmla="*/ 2147483646 h 65"/>
              <a:gd name="T48" fmla="*/ 2147483646 w 81"/>
              <a:gd name="T49" fmla="*/ 2147483646 h 65"/>
              <a:gd name="T50" fmla="*/ 2147483646 w 81"/>
              <a:gd name="T51" fmla="*/ 2147483646 h 65"/>
              <a:gd name="T52" fmla="*/ 2147483646 w 81"/>
              <a:gd name="T53" fmla="*/ 2147483646 h 65"/>
              <a:gd name="T54" fmla="*/ 2147483646 w 81"/>
              <a:gd name="T55" fmla="*/ 2147483646 h 65"/>
              <a:gd name="T56" fmla="*/ 2147483646 w 81"/>
              <a:gd name="T57" fmla="*/ 2147483646 h 65"/>
              <a:gd name="T58" fmla="*/ 2147483646 w 81"/>
              <a:gd name="T59" fmla="*/ 2147483646 h 65"/>
              <a:gd name="T60" fmla="*/ 2147483646 w 81"/>
              <a:gd name="T61" fmla="*/ 2147483646 h 65"/>
              <a:gd name="T62" fmla="*/ 2147483646 w 81"/>
              <a:gd name="T63" fmla="*/ 2147483646 h 65"/>
              <a:gd name="T64" fmla="*/ 2147483646 w 81"/>
              <a:gd name="T65" fmla="*/ 2147483646 h 65"/>
              <a:gd name="T66" fmla="*/ 2147483646 w 81"/>
              <a:gd name="T67" fmla="*/ 2147483646 h 65"/>
              <a:gd name="T68" fmla="*/ 2147483646 w 81"/>
              <a:gd name="T69" fmla="*/ 2147483646 h 65"/>
              <a:gd name="T70" fmla="*/ 2147483646 w 81"/>
              <a:gd name="T71" fmla="*/ 2147483646 h 65"/>
              <a:gd name="T72" fmla="*/ 2147483646 w 81"/>
              <a:gd name="T73" fmla="*/ 2147483646 h 65"/>
              <a:gd name="T74" fmla="*/ 2147483646 w 81"/>
              <a:gd name="T75" fmla="*/ 2147483646 h 65"/>
              <a:gd name="T76" fmla="*/ 2147483646 w 81"/>
              <a:gd name="T77" fmla="*/ 2147483646 h 65"/>
              <a:gd name="T78" fmla="*/ 2147483646 w 81"/>
              <a:gd name="T79" fmla="*/ 2147483646 h 65"/>
              <a:gd name="T80" fmla="*/ 2147483646 w 81"/>
              <a:gd name="T81" fmla="*/ 2147483646 h 65"/>
              <a:gd name="T82" fmla="*/ 2147483646 w 81"/>
              <a:gd name="T83" fmla="*/ 2147483646 h 65"/>
              <a:gd name="T84" fmla="*/ 2147483646 w 81"/>
              <a:gd name="T85" fmla="*/ 2147483646 h 65"/>
              <a:gd name="T86" fmla="*/ 2147483646 w 81"/>
              <a:gd name="T87" fmla="*/ 2147483646 h 65"/>
              <a:gd name="T88" fmla="*/ 2147483646 w 81"/>
              <a:gd name="T89" fmla="*/ 2147483646 h 65"/>
              <a:gd name="T90" fmla="*/ 2147483646 w 81"/>
              <a:gd name="T91" fmla="*/ 2147483646 h 65"/>
              <a:gd name="T92" fmla="*/ 2147483646 w 81"/>
              <a:gd name="T93" fmla="*/ 2147483646 h 65"/>
              <a:gd name="T94" fmla="*/ 2147483646 w 81"/>
              <a:gd name="T95" fmla="*/ 2147483646 h 65"/>
              <a:gd name="T96" fmla="*/ 2147483646 w 81"/>
              <a:gd name="T97" fmla="*/ 2147483646 h 65"/>
              <a:gd name="T98" fmla="*/ 2147483646 w 81"/>
              <a:gd name="T99" fmla="*/ 2147483646 h 65"/>
              <a:gd name="T100" fmla="*/ 2147483646 w 81"/>
              <a:gd name="T101" fmla="*/ 2147483646 h 65"/>
              <a:gd name="T102" fmla="*/ 2147483646 w 81"/>
              <a:gd name="T103" fmla="*/ 2147483646 h 65"/>
              <a:gd name="T104" fmla="*/ 2147483646 w 81"/>
              <a:gd name="T105" fmla="*/ 2147483646 h 65"/>
              <a:gd name="T106" fmla="*/ 2147483646 w 81"/>
              <a:gd name="T107" fmla="*/ 2147483646 h 65"/>
              <a:gd name="T108" fmla="*/ 2147483646 w 81"/>
              <a:gd name="T109" fmla="*/ 2147483646 h 65"/>
              <a:gd name="T110" fmla="*/ 2147483646 w 81"/>
              <a:gd name="T111" fmla="*/ 2147483646 h 65"/>
              <a:gd name="T112" fmla="*/ 2147483646 w 81"/>
              <a:gd name="T113" fmla="*/ 2147483646 h 65"/>
              <a:gd name="T114" fmla="*/ 2147483646 w 81"/>
              <a:gd name="T115" fmla="*/ 2147483646 h 65"/>
              <a:gd name="T116" fmla="*/ 2147483646 w 81"/>
              <a:gd name="T117" fmla="*/ 2147483646 h 65"/>
              <a:gd name="T118" fmla="*/ 2147483646 w 81"/>
              <a:gd name="T119" fmla="*/ 2147483646 h 65"/>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81" h="65">
                <a:moveTo>
                  <a:pt x="34" y="5"/>
                </a:moveTo>
                <a:cubicBezTo>
                  <a:pt x="72" y="5"/>
                  <a:pt x="72" y="5"/>
                  <a:pt x="72" y="5"/>
                </a:cubicBezTo>
                <a:cubicBezTo>
                  <a:pt x="77" y="5"/>
                  <a:pt x="81" y="9"/>
                  <a:pt x="81" y="14"/>
                </a:cubicBezTo>
                <a:cubicBezTo>
                  <a:pt x="81" y="41"/>
                  <a:pt x="81" y="41"/>
                  <a:pt x="81" y="41"/>
                </a:cubicBezTo>
                <a:cubicBezTo>
                  <a:pt x="81" y="46"/>
                  <a:pt x="77" y="50"/>
                  <a:pt x="72" y="50"/>
                </a:cubicBezTo>
                <a:cubicBezTo>
                  <a:pt x="34" y="50"/>
                  <a:pt x="34" y="50"/>
                  <a:pt x="34" y="50"/>
                </a:cubicBezTo>
                <a:cubicBezTo>
                  <a:pt x="34" y="50"/>
                  <a:pt x="34" y="49"/>
                  <a:pt x="34" y="49"/>
                </a:cubicBezTo>
                <a:cubicBezTo>
                  <a:pt x="34" y="5"/>
                  <a:pt x="34" y="5"/>
                  <a:pt x="34" y="5"/>
                </a:cubicBezTo>
                <a:close/>
                <a:moveTo>
                  <a:pt x="13" y="37"/>
                </a:moveTo>
                <a:cubicBezTo>
                  <a:pt x="4" y="50"/>
                  <a:pt x="6" y="57"/>
                  <a:pt x="10" y="60"/>
                </a:cubicBezTo>
                <a:cubicBezTo>
                  <a:pt x="12" y="61"/>
                  <a:pt x="15" y="62"/>
                  <a:pt x="17" y="62"/>
                </a:cubicBezTo>
                <a:cubicBezTo>
                  <a:pt x="19" y="62"/>
                  <a:pt x="22" y="61"/>
                  <a:pt x="23" y="60"/>
                </a:cubicBezTo>
                <a:cubicBezTo>
                  <a:pt x="23" y="59"/>
                  <a:pt x="23" y="58"/>
                  <a:pt x="22" y="56"/>
                </a:cubicBezTo>
                <a:cubicBezTo>
                  <a:pt x="22" y="56"/>
                  <a:pt x="22" y="56"/>
                  <a:pt x="22" y="56"/>
                </a:cubicBezTo>
                <a:cubicBezTo>
                  <a:pt x="22" y="55"/>
                  <a:pt x="22" y="55"/>
                  <a:pt x="22" y="55"/>
                </a:cubicBezTo>
                <a:cubicBezTo>
                  <a:pt x="22" y="53"/>
                  <a:pt x="22" y="53"/>
                  <a:pt x="22" y="53"/>
                </a:cubicBezTo>
                <a:cubicBezTo>
                  <a:pt x="19" y="53"/>
                  <a:pt x="19" y="53"/>
                  <a:pt x="19" y="53"/>
                </a:cubicBezTo>
                <a:cubicBezTo>
                  <a:pt x="17" y="53"/>
                  <a:pt x="15" y="51"/>
                  <a:pt x="15" y="49"/>
                </a:cubicBezTo>
                <a:cubicBezTo>
                  <a:pt x="15" y="4"/>
                  <a:pt x="15" y="4"/>
                  <a:pt x="15" y="4"/>
                </a:cubicBezTo>
                <a:cubicBezTo>
                  <a:pt x="15" y="2"/>
                  <a:pt x="17" y="0"/>
                  <a:pt x="19" y="0"/>
                </a:cubicBezTo>
                <a:cubicBezTo>
                  <a:pt x="27" y="0"/>
                  <a:pt x="27" y="0"/>
                  <a:pt x="27" y="0"/>
                </a:cubicBezTo>
                <a:cubicBezTo>
                  <a:pt x="29" y="0"/>
                  <a:pt x="31" y="2"/>
                  <a:pt x="31" y="4"/>
                </a:cubicBezTo>
                <a:cubicBezTo>
                  <a:pt x="31" y="49"/>
                  <a:pt x="31" y="49"/>
                  <a:pt x="31" y="49"/>
                </a:cubicBezTo>
                <a:cubicBezTo>
                  <a:pt x="31" y="51"/>
                  <a:pt x="29" y="53"/>
                  <a:pt x="27" y="53"/>
                </a:cubicBezTo>
                <a:cubicBezTo>
                  <a:pt x="25" y="53"/>
                  <a:pt x="25" y="53"/>
                  <a:pt x="25" y="53"/>
                </a:cubicBezTo>
                <a:cubicBezTo>
                  <a:pt x="25" y="55"/>
                  <a:pt x="25" y="55"/>
                  <a:pt x="25" y="55"/>
                </a:cubicBezTo>
                <a:cubicBezTo>
                  <a:pt x="28" y="57"/>
                  <a:pt x="27" y="60"/>
                  <a:pt x="25" y="62"/>
                </a:cubicBezTo>
                <a:cubicBezTo>
                  <a:pt x="24" y="64"/>
                  <a:pt x="21" y="65"/>
                  <a:pt x="17" y="65"/>
                </a:cubicBezTo>
                <a:cubicBezTo>
                  <a:pt x="14" y="65"/>
                  <a:pt x="11" y="65"/>
                  <a:pt x="8" y="63"/>
                </a:cubicBezTo>
                <a:cubicBezTo>
                  <a:pt x="2" y="59"/>
                  <a:pt x="0" y="51"/>
                  <a:pt x="10" y="35"/>
                </a:cubicBezTo>
                <a:cubicBezTo>
                  <a:pt x="13" y="37"/>
                  <a:pt x="13" y="37"/>
                  <a:pt x="13" y="37"/>
                </a:cubicBezTo>
                <a:close/>
                <a:moveTo>
                  <a:pt x="41" y="12"/>
                </a:moveTo>
                <a:cubicBezTo>
                  <a:pt x="41" y="20"/>
                  <a:pt x="41" y="20"/>
                  <a:pt x="41" y="20"/>
                </a:cubicBezTo>
                <a:cubicBezTo>
                  <a:pt x="68" y="20"/>
                  <a:pt x="68" y="20"/>
                  <a:pt x="68" y="20"/>
                </a:cubicBezTo>
                <a:cubicBezTo>
                  <a:pt x="68" y="12"/>
                  <a:pt x="68" y="12"/>
                  <a:pt x="68" y="12"/>
                </a:cubicBezTo>
                <a:cubicBezTo>
                  <a:pt x="41" y="12"/>
                  <a:pt x="41" y="12"/>
                  <a:pt x="41" y="12"/>
                </a:cubicBezTo>
                <a:close/>
                <a:moveTo>
                  <a:pt x="70" y="35"/>
                </a:moveTo>
                <a:cubicBezTo>
                  <a:pt x="70" y="42"/>
                  <a:pt x="70" y="42"/>
                  <a:pt x="70" y="42"/>
                </a:cubicBezTo>
                <a:cubicBezTo>
                  <a:pt x="76" y="42"/>
                  <a:pt x="76" y="42"/>
                  <a:pt x="76" y="42"/>
                </a:cubicBezTo>
                <a:cubicBezTo>
                  <a:pt x="76" y="35"/>
                  <a:pt x="76" y="35"/>
                  <a:pt x="76" y="35"/>
                </a:cubicBezTo>
                <a:cubicBezTo>
                  <a:pt x="70" y="35"/>
                  <a:pt x="70" y="35"/>
                  <a:pt x="70" y="35"/>
                </a:cubicBezTo>
                <a:close/>
                <a:moveTo>
                  <a:pt x="72" y="30"/>
                </a:moveTo>
                <a:cubicBezTo>
                  <a:pt x="72" y="32"/>
                  <a:pt x="72" y="32"/>
                  <a:pt x="72" y="32"/>
                </a:cubicBezTo>
                <a:cubicBezTo>
                  <a:pt x="75" y="32"/>
                  <a:pt x="75" y="32"/>
                  <a:pt x="75" y="32"/>
                </a:cubicBezTo>
                <a:cubicBezTo>
                  <a:pt x="75" y="30"/>
                  <a:pt x="75" y="30"/>
                  <a:pt x="75" y="30"/>
                </a:cubicBezTo>
                <a:cubicBezTo>
                  <a:pt x="72" y="30"/>
                  <a:pt x="72" y="30"/>
                  <a:pt x="72" y="30"/>
                </a:cubicBezTo>
                <a:close/>
                <a:moveTo>
                  <a:pt x="72" y="25"/>
                </a:moveTo>
                <a:cubicBezTo>
                  <a:pt x="72" y="26"/>
                  <a:pt x="72" y="26"/>
                  <a:pt x="72" y="26"/>
                </a:cubicBezTo>
                <a:cubicBezTo>
                  <a:pt x="75" y="26"/>
                  <a:pt x="75" y="26"/>
                  <a:pt x="75" y="26"/>
                </a:cubicBezTo>
                <a:cubicBezTo>
                  <a:pt x="75" y="25"/>
                  <a:pt x="75" y="25"/>
                  <a:pt x="75" y="25"/>
                </a:cubicBezTo>
                <a:cubicBezTo>
                  <a:pt x="72" y="25"/>
                  <a:pt x="72" y="25"/>
                  <a:pt x="72" y="25"/>
                </a:cubicBezTo>
                <a:close/>
                <a:moveTo>
                  <a:pt x="72" y="19"/>
                </a:moveTo>
                <a:cubicBezTo>
                  <a:pt x="72" y="21"/>
                  <a:pt x="72" y="21"/>
                  <a:pt x="72" y="21"/>
                </a:cubicBezTo>
                <a:cubicBezTo>
                  <a:pt x="75" y="21"/>
                  <a:pt x="75" y="21"/>
                  <a:pt x="75" y="21"/>
                </a:cubicBezTo>
                <a:cubicBezTo>
                  <a:pt x="75" y="19"/>
                  <a:pt x="75" y="19"/>
                  <a:pt x="75" y="19"/>
                </a:cubicBezTo>
                <a:cubicBezTo>
                  <a:pt x="72" y="19"/>
                  <a:pt x="72" y="19"/>
                  <a:pt x="72" y="19"/>
                </a:cubicBezTo>
                <a:close/>
                <a:moveTo>
                  <a:pt x="72" y="14"/>
                </a:moveTo>
                <a:cubicBezTo>
                  <a:pt x="72" y="15"/>
                  <a:pt x="72" y="15"/>
                  <a:pt x="72" y="15"/>
                </a:cubicBezTo>
                <a:cubicBezTo>
                  <a:pt x="75" y="15"/>
                  <a:pt x="75" y="15"/>
                  <a:pt x="75" y="15"/>
                </a:cubicBezTo>
                <a:cubicBezTo>
                  <a:pt x="75" y="14"/>
                  <a:pt x="75" y="14"/>
                  <a:pt x="75" y="14"/>
                </a:cubicBezTo>
                <a:cubicBezTo>
                  <a:pt x="72" y="14"/>
                  <a:pt x="72" y="14"/>
                  <a:pt x="72" y="14"/>
                </a:cubicBezTo>
                <a:close/>
                <a:moveTo>
                  <a:pt x="63" y="38"/>
                </a:moveTo>
                <a:cubicBezTo>
                  <a:pt x="63" y="40"/>
                  <a:pt x="63" y="40"/>
                  <a:pt x="63" y="40"/>
                </a:cubicBezTo>
                <a:cubicBezTo>
                  <a:pt x="67" y="40"/>
                  <a:pt x="67" y="40"/>
                  <a:pt x="67" y="40"/>
                </a:cubicBezTo>
                <a:cubicBezTo>
                  <a:pt x="67" y="38"/>
                  <a:pt x="67" y="38"/>
                  <a:pt x="67" y="38"/>
                </a:cubicBezTo>
                <a:cubicBezTo>
                  <a:pt x="63" y="38"/>
                  <a:pt x="63" y="38"/>
                  <a:pt x="63" y="38"/>
                </a:cubicBezTo>
                <a:close/>
                <a:moveTo>
                  <a:pt x="63" y="31"/>
                </a:moveTo>
                <a:cubicBezTo>
                  <a:pt x="63" y="33"/>
                  <a:pt x="63" y="33"/>
                  <a:pt x="63" y="33"/>
                </a:cubicBezTo>
                <a:cubicBezTo>
                  <a:pt x="67" y="33"/>
                  <a:pt x="67" y="33"/>
                  <a:pt x="67" y="33"/>
                </a:cubicBezTo>
                <a:cubicBezTo>
                  <a:pt x="67" y="31"/>
                  <a:pt x="67" y="31"/>
                  <a:pt x="67" y="31"/>
                </a:cubicBezTo>
                <a:cubicBezTo>
                  <a:pt x="63" y="31"/>
                  <a:pt x="63" y="31"/>
                  <a:pt x="63" y="31"/>
                </a:cubicBezTo>
                <a:close/>
                <a:moveTo>
                  <a:pt x="63" y="24"/>
                </a:moveTo>
                <a:cubicBezTo>
                  <a:pt x="63" y="26"/>
                  <a:pt x="63" y="26"/>
                  <a:pt x="63" y="26"/>
                </a:cubicBezTo>
                <a:cubicBezTo>
                  <a:pt x="67" y="26"/>
                  <a:pt x="67" y="26"/>
                  <a:pt x="67" y="26"/>
                </a:cubicBezTo>
                <a:cubicBezTo>
                  <a:pt x="67" y="24"/>
                  <a:pt x="67" y="24"/>
                  <a:pt x="67" y="24"/>
                </a:cubicBezTo>
                <a:cubicBezTo>
                  <a:pt x="63" y="24"/>
                  <a:pt x="63" y="24"/>
                  <a:pt x="63" y="24"/>
                </a:cubicBezTo>
                <a:close/>
                <a:moveTo>
                  <a:pt x="58" y="37"/>
                </a:moveTo>
                <a:cubicBezTo>
                  <a:pt x="57" y="37"/>
                  <a:pt x="56" y="38"/>
                  <a:pt x="56" y="39"/>
                </a:cubicBezTo>
                <a:cubicBezTo>
                  <a:pt x="56" y="40"/>
                  <a:pt x="57" y="41"/>
                  <a:pt x="58" y="41"/>
                </a:cubicBezTo>
                <a:cubicBezTo>
                  <a:pt x="60" y="41"/>
                  <a:pt x="61" y="40"/>
                  <a:pt x="61" y="39"/>
                </a:cubicBezTo>
                <a:cubicBezTo>
                  <a:pt x="61" y="38"/>
                  <a:pt x="60" y="37"/>
                  <a:pt x="58" y="37"/>
                </a:cubicBezTo>
                <a:close/>
                <a:moveTo>
                  <a:pt x="51" y="37"/>
                </a:moveTo>
                <a:cubicBezTo>
                  <a:pt x="50" y="37"/>
                  <a:pt x="49" y="38"/>
                  <a:pt x="49" y="39"/>
                </a:cubicBezTo>
                <a:cubicBezTo>
                  <a:pt x="49" y="40"/>
                  <a:pt x="50" y="41"/>
                  <a:pt x="51" y="41"/>
                </a:cubicBezTo>
                <a:cubicBezTo>
                  <a:pt x="52" y="41"/>
                  <a:pt x="53" y="40"/>
                  <a:pt x="53" y="39"/>
                </a:cubicBezTo>
                <a:cubicBezTo>
                  <a:pt x="53" y="38"/>
                  <a:pt x="52" y="37"/>
                  <a:pt x="51" y="37"/>
                </a:cubicBezTo>
                <a:close/>
                <a:moveTo>
                  <a:pt x="44" y="37"/>
                </a:moveTo>
                <a:cubicBezTo>
                  <a:pt x="43" y="37"/>
                  <a:pt x="42" y="38"/>
                  <a:pt x="42" y="39"/>
                </a:cubicBezTo>
                <a:cubicBezTo>
                  <a:pt x="42" y="40"/>
                  <a:pt x="43" y="41"/>
                  <a:pt x="44" y="41"/>
                </a:cubicBezTo>
                <a:cubicBezTo>
                  <a:pt x="45" y="41"/>
                  <a:pt x="46" y="40"/>
                  <a:pt x="46" y="39"/>
                </a:cubicBezTo>
                <a:cubicBezTo>
                  <a:pt x="46" y="38"/>
                  <a:pt x="45" y="37"/>
                  <a:pt x="44" y="37"/>
                </a:cubicBezTo>
                <a:close/>
                <a:moveTo>
                  <a:pt x="58" y="30"/>
                </a:moveTo>
                <a:cubicBezTo>
                  <a:pt x="57" y="30"/>
                  <a:pt x="56" y="31"/>
                  <a:pt x="56" y="32"/>
                </a:cubicBezTo>
                <a:cubicBezTo>
                  <a:pt x="56" y="33"/>
                  <a:pt x="57" y="34"/>
                  <a:pt x="58" y="34"/>
                </a:cubicBezTo>
                <a:cubicBezTo>
                  <a:pt x="60" y="34"/>
                  <a:pt x="61" y="33"/>
                  <a:pt x="61" y="32"/>
                </a:cubicBezTo>
                <a:cubicBezTo>
                  <a:pt x="61" y="31"/>
                  <a:pt x="60" y="30"/>
                  <a:pt x="58" y="30"/>
                </a:cubicBezTo>
                <a:close/>
                <a:moveTo>
                  <a:pt x="51" y="30"/>
                </a:moveTo>
                <a:cubicBezTo>
                  <a:pt x="50" y="30"/>
                  <a:pt x="49" y="31"/>
                  <a:pt x="49" y="32"/>
                </a:cubicBezTo>
                <a:cubicBezTo>
                  <a:pt x="49" y="33"/>
                  <a:pt x="50" y="34"/>
                  <a:pt x="51" y="34"/>
                </a:cubicBezTo>
                <a:cubicBezTo>
                  <a:pt x="52" y="34"/>
                  <a:pt x="53" y="33"/>
                  <a:pt x="53" y="32"/>
                </a:cubicBezTo>
                <a:cubicBezTo>
                  <a:pt x="53" y="31"/>
                  <a:pt x="52" y="30"/>
                  <a:pt x="51" y="30"/>
                </a:cubicBezTo>
                <a:close/>
                <a:moveTo>
                  <a:pt x="44" y="30"/>
                </a:moveTo>
                <a:cubicBezTo>
                  <a:pt x="43" y="30"/>
                  <a:pt x="42" y="31"/>
                  <a:pt x="42" y="32"/>
                </a:cubicBezTo>
                <a:cubicBezTo>
                  <a:pt x="42" y="33"/>
                  <a:pt x="43" y="34"/>
                  <a:pt x="44" y="34"/>
                </a:cubicBezTo>
                <a:cubicBezTo>
                  <a:pt x="45" y="34"/>
                  <a:pt x="46" y="33"/>
                  <a:pt x="46" y="32"/>
                </a:cubicBezTo>
                <a:cubicBezTo>
                  <a:pt x="46" y="31"/>
                  <a:pt x="45" y="30"/>
                  <a:pt x="44" y="30"/>
                </a:cubicBezTo>
                <a:close/>
                <a:moveTo>
                  <a:pt x="58" y="23"/>
                </a:moveTo>
                <a:cubicBezTo>
                  <a:pt x="57" y="23"/>
                  <a:pt x="56" y="24"/>
                  <a:pt x="56" y="25"/>
                </a:cubicBezTo>
                <a:cubicBezTo>
                  <a:pt x="56" y="26"/>
                  <a:pt x="57" y="27"/>
                  <a:pt x="58" y="27"/>
                </a:cubicBezTo>
                <a:cubicBezTo>
                  <a:pt x="60" y="27"/>
                  <a:pt x="61" y="26"/>
                  <a:pt x="61" y="25"/>
                </a:cubicBezTo>
                <a:cubicBezTo>
                  <a:pt x="61" y="24"/>
                  <a:pt x="60" y="23"/>
                  <a:pt x="58" y="23"/>
                </a:cubicBezTo>
                <a:close/>
                <a:moveTo>
                  <a:pt x="51" y="23"/>
                </a:moveTo>
                <a:cubicBezTo>
                  <a:pt x="50" y="23"/>
                  <a:pt x="49" y="24"/>
                  <a:pt x="49" y="25"/>
                </a:cubicBezTo>
                <a:cubicBezTo>
                  <a:pt x="49" y="26"/>
                  <a:pt x="50" y="27"/>
                  <a:pt x="51" y="27"/>
                </a:cubicBezTo>
                <a:cubicBezTo>
                  <a:pt x="52" y="27"/>
                  <a:pt x="53" y="26"/>
                  <a:pt x="53" y="25"/>
                </a:cubicBezTo>
                <a:cubicBezTo>
                  <a:pt x="53" y="24"/>
                  <a:pt x="52" y="23"/>
                  <a:pt x="51" y="23"/>
                </a:cubicBezTo>
                <a:close/>
                <a:moveTo>
                  <a:pt x="44" y="23"/>
                </a:moveTo>
                <a:cubicBezTo>
                  <a:pt x="43" y="23"/>
                  <a:pt x="42" y="24"/>
                  <a:pt x="42" y="25"/>
                </a:cubicBezTo>
                <a:cubicBezTo>
                  <a:pt x="42" y="26"/>
                  <a:pt x="43" y="27"/>
                  <a:pt x="44" y="27"/>
                </a:cubicBezTo>
                <a:cubicBezTo>
                  <a:pt x="45" y="27"/>
                  <a:pt x="46" y="26"/>
                  <a:pt x="46" y="25"/>
                </a:cubicBezTo>
                <a:cubicBezTo>
                  <a:pt x="46" y="24"/>
                  <a:pt x="45" y="23"/>
                  <a:pt x="44" y="2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8" name="Freeform 11">
            <a:extLst>
              <a:ext uri="{FF2B5EF4-FFF2-40B4-BE49-F238E27FC236}">
                <a16:creationId xmlns="" xmlns:a16="http://schemas.microsoft.com/office/drawing/2014/main" id="{01629B76-2786-4F91-A003-AD420B63B03A}"/>
              </a:ext>
            </a:extLst>
          </p:cNvPr>
          <p:cNvSpPr>
            <a:spLocks noEditPoints="1"/>
          </p:cNvSpPr>
          <p:nvPr/>
        </p:nvSpPr>
        <p:spPr bwMode="auto">
          <a:xfrm>
            <a:off x="9449891" y="3279031"/>
            <a:ext cx="730250" cy="566737"/>
          </a:xfrm>
          <a:custGeom>
            <a:avLst/>
            <a:gdLst>
              <a:gd name="T0" fmla="*/ 2147483646 w 72"/>
              <a:gd name="T1" fmla="*/ 2147483646 h 56"/>
              <a:gd name="T2" fmla="*/ 2147483646 w 72"/>
              <a:gd name="T3" fmla="*/ 2147483646 h 56"/>
              <a:gd name="T4" fmla="*/ 2147483646 w 72"/>
              <a:gd name="T5" fmla="*/ 2147483646 h 56"/>
              <a:gd name="T6" fmla="*/ 2147483646 w 72"/>
              <a:gd name="T7" fmla="*/ 2147483646 h 56"/>
              <a:gd name="T8" fmla="*/ 2147483646 w 72"/>
              <a:gd name="T9" fmla="*/ 2147483646 h 56"/>
              <a:gd name="T10" fmla="*/ 2147483646 w 72"/>
              <a:gd name="T11" fmla="*/ 2147483646 h 56"/>
              <a:gd name="T12" fmla="*/ 2147483646 w 72"/>
              <a:gd name="T13" fmla="*/ 2147483646 h 56"/>
              <a:gd name="T14" fmla="*/ 2147483646 w 72"/>
              <a:gd name="T15" fmla="*/ 2147483646 h 56"/>
              <a:gd name="T16" fmla="*/ 2147483646 w 72"/>
              <a:gd name="T17" fmla="*/ 2147483646 h 56"/>
              <a:gd name="T18" fmla="*/ 2147483646 w 72"/>
              <a:gd name="T19" fmla="*/ 2147483646 h 56"/>
              <a:gd name="T20" fmla="*/ 2147483646 w 72"/>
              <a:gd name="T21" fmla="*/ 2147483646 h 56"/>
              <a:gd name="T22" fmla="*/ 2147483646 w 72"/>
              <a:gd name="T23" fmla="*/ 2147483646 h 56"/>
              <a:gd name="T24" fmla="*/ 2147483646 w 72"/>
              <a:gd name="T25" fmla="*/ 2147483646 h 56"/>
              <a:gd name="T26" fmla="*/ 2147483646 w 72"/>
              <a:gd name="T27" fmla="*/ 2147483646 h 56"/>
              <a:gd name="T28" fmla="*/ 2147483646 w 72"/>
              <a:gd name="T29" fmla="*/ 2147483646 h 56"/>
              <a:gd name="T30" fmla="*/ 2147483646 w 72"/>
              <a:gd name="T31" fmla="*/ 2147483646 h 56"/>
              <a:gd name="T32" fmla="*/ 2147483646 w 72"/>
              <a:gd name="T33" fmla="*/ 2147483646 h 56"/>
              <a:gd name="T34" fmla="*/ 2147483646 w 72"/>
              <a:gd name="T35" fmla="*/ 2147483646 h 56"/>
              <a:gd name="T36" fmla="*/ 2147483646 w 72"/>
              <a:gd name="T37" fmla="*/ 2147483646 h 56"/>
              <a:gd name="T38" fmla="*/ 2147483646 w 72"/>
              <a:gd name="T39" fmla="*/ 2147483646 h 56"/>
              <a:gd name="T40" fmla="*/ 2147483646 w 72"/>
              <a:gd name="T41" fmla="*/ 2147483646 h 56"/>
              <a:gd name="T42" fmla="*/ 2147483646 w 72"/>
              <a:gd name="T43" fmla="*/ 2147483646 h 56"/>
              <a:gd name="T44" fmla="*/ 2147483646 w 72"/>
              <a:gd name="T45" fmla="*/ 2147483646 h 56"/>
              <a:gd name="T46" fmla="*/ 2147483646 w 72"/>
              <a:gd name="T47" fmla="*/ 2147483646 h 56"/>
              <a:gd name="T48" fmla="*/ 2147483646 w 72"/>
              <a:gd name="T49" fmla="*/ 2147483646 h 56"/>
              <a:gd name="T50" fmla="*/ 2147483646 w 72"/>
              <a:gd name="T51" fmla="*/ 2147483646 h 56"/>
              <a:gd name="T52" fmla="*/ 2147483646 w 72"/>
              <a:gd name="T53" fmla="*/ 0 h 56"/>
              <a:gd name="T54" fmla="*/ 2147483646 w 72"/>
              <a:gd name="T55" fmla="*/ 2147483646 h 56"/>
              <a:gd name="T56" fmla="*/ 2147483646 w 72"/>
              <a:gd name="T57" fmla="*/ 2147483646 h 56"/>
              <a:gd name="T58" fmla="*/ 2147483646 w 72"/>
              <a:gd name="T59" fmla="*/ 2147483646 h 56"/>
              <a:gd name="T60" fmla="*/ 2147483646 w 72"/>
              <a:gd name="T61" fmla="*/ 2147483646 h 56"/>
              <a:gd name="T62" fmla="*/ 2147483646 w 72"/>
              <a:gd name="T63" fmla="*/ 2147483646 h 56"/>
              <a:gd name="T64" fmla="*/ 2147483646 w 72"/>
              <a:gd name="T65" fmla="*/ 2147483646 h 56"/>
              <a:gd name="T66" fmla="*/ 2147483646 w 72"/>
              <a:gd name="T67" fmla="*/ 2147483646 h 56"/>
              <a:gd name="T68" fmla="*/ 2147483646 w 72"/>
              <a:gd name="T69" fmla="*/ 2147483646 h 56"/>
              <a:gd name="T70" fmla="*/ 2147483646 w 72"/>
              <a:gd name="T71" fmla="*/ 2147483646 h 56"/>
              <a:gd name="T72" fmla="*/ 2147483646 w 72"/>
              <a:gd name="T73" fmla="*/ 2147483646 h 56"/>
              <a:gd name="T74" fmla="*/ 2147483646 w 72"/>
              <a:gd name="T75" fmla="*/ 2147483646 h 56"/>
              <a:gd name="T76" fmla="*/ 2147483646 w 72"/>
              <a:gd name="T77" fmla="*/ 2147483646 h 56"/>
              <a:gd name="T78" fmla="*/ 2147483646 w 72"/>
              <a:gd name="T79" fmla="*/ 2147483646 h 56"/>
              <a:gd name="T80" fmla="*/ 2147483646 w 72"/>
              <a:gd name="T81" fmla="*/ 2147483646 h 56"/>
              <a:gd name="T82" fmla="*/ 2147483646 w 72"/>
              <a:gd name="T83" fmla="*/ 2147483646 h 56"/>
              <a:gd name="T84" fmla="*/ 2147483646 w 72"/>
              <a:gd name="T85" fmla="*/ 2147483646 h 56"/>
              <a:gd name="T86" fmla="*/ 2147483646 w 72"/>
              <a:gd name="T87" fmla="*/ 2147483646 h 56"/>
              <a:gd name="T88" fmla="*/ 2147483646 w 72"/>
              <a:gd name="T89" fmla="*/ 2147483646 h 56"/>
              <a:gd name="T90" fmla="*/ 2147483646 w 72"/>
              <a:gd name="T91" fmla="*/ 2147483646 h 56"/>
              <a:gd name="T92" fmla="*/ 2147483646 w 72"/>
              <a:gd name="T93" fmla="*/ 2147483646 h 56"/>
              <a:gd name="T94" fmla="*/ 2147483646 w 72"/>
              <a:gd name="T95" fmla="*/ 2147483646 h 56"/>
              <a:gd name="T96" fmla="*/ 2147483646 w 72"/>
              <a:gd name="T97" fmla="*/ 2147483646 h 56"/>
              <a:gd name="T98" fmla="*/ 2147483646 w 72"/>
              <a:gd name="T99" fmla="*/ 2147483646 h 5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72" h="56">
                <a:moveTo>
                  <a:pt x="72" y="35"/>
                </a:moveTo>
                <a:cubicBezTo>
                  <a:pt x="31" y="43"/>
                  <a:pt x="31" y="43"/>
                  <a:pt x="31" y="43"/>
                </a:cubicBezTo>
                <a:cubicBezTo>
                  <a:pt x="30" y="47"/>
                  <a:pt x="30" y="50"/>
                  <a:pt x="31" y="53"/>
                </a:cubicBezTo>
                <a:cubicBezTo>
                  <a:pt x="71" y="44"/>
                  <a:pt x="71" y="44"/>
                  <a:pt x="71" y="44"/>
                </a:cubicBezTo>
                <a:cubicBezTo>
                  <a:pt x="72" y="47"/>
                  <a:pt x="72" y="47"/>
                  <a:pt x="72" y="47"/>
                </a:cubicBezTo>
                <a:cubicBezTo>
                  <a:pt x="30" y="56"/>
                  <a:pt x="30" y="56"/>
                  <a:pt x="30" y="56"/>
                </a:cubicBezTo>
                <a:cubicBezTo>
                  <a:pt x="29" y="56"/>
                  <a:pt x="29" y="56"/>
                  <a:pt x="29" y="56"/>
                </a:cubicBezTo>
                <a:cubicBezTo>
                  <a:pt x="2" y="39"/>
                  <a:pt x="2" y="39"/>
                  <a:pt x="2" y="39"/>
                </a:cubicBezTo>
                <a:cubicBezTo>
                  <a:pt x="1" y="36"/>
                  <a:pt x="0" y="32"/>
                  <a:pt x="2" y="29"/>
                </a:cubicBezTo>
                <a:cubicBezTo>
                  <a:pt x="5" y="28"/>
                  <a:pt x="5" y="28"/>
                  <a:pt x="5" y="28"/>
                </a:cubicBezTo>
                <a:cubicBezTo>
                  <a:pt x="5" y="29"/>
                  <a:pt x="5" y="29"/>
                  <a:pt x="5" y="29"/>
                </a:cubicBezTo>
                <a:cubicBezTo>
                  <a:pt x="40" y="37"/>
                  <a:pt x="40" y="37"/>
                  <a:pt x="40" y="37"/>
                </a:cubicBezTo>
                <a:cubicBezTo>
                  <a:pt x="40" y="36"/>
                  <a:pt x="40" y="34"/>
                  <a:pt x="40" y="33"/>
                </a:cubicBezTo>
                <a:cubicBezTo>
                  <a:pt x="40" y="32"/>
                  <a:pt x="40" y="30"/>
                  <a:pt x="40" y="29"/>
                </a:cubicBezTo>
                <a:cubicBezTo>
                  <a:pt x="5" y="22"/>
                  <a:pt x="5" y="22"/>
                  <a:pt x="5" y="22"/>
                </a:cubicBezTo>
                <a:cubicBezTo>
                  <a:pt x="5" y="19"/>
                  <a:pt x="5" y="19"/>
                  <a:pt x="5" y="19"/>
                </a:cubicBezTo>
                <a:cubicBezTo>
                  <a:pt x="5" y="19"/>
                  <a:pt x="5" y="19"/>
                  <a:pt x="5" y="19"/>
                </a:cubicBezTo>
                <a:cubicBezTo>
                  <a:pt x="5" y="19"/>
                  <a:pt x="5" y="19"/>
                  <a:pt x="5" y="19"/>
                </a:cubicBezTo>
                <a:cubicBezTo>
                  <a:pt x="5" y="19"/>
                  <a:pt x="5" y="19"/>
                  <a:pt x="5" y="19"/>
                </a:cubicBezTo>
                <a:cubicBezTo>
                  <a:pt x="7" y="18"/>
                  <a:pt x="7" y="18"/>
                  <a:pt x="7" y="18"/>
                </a:cubicBezTo>
                <a:cubicBezTo>
                  <a:pt x="7" y="16"/>
                  <a:pt x="7" y="16"/>
                  <a:pt x="7" y="16"/>
                </a:cubicBezTo>
                <a:cubicBezTo>
                  <a:pt x="40" y="24"/>
                  <a:pt x="40" y="24"/>
                  <a:pt x="40" y="24"/>
                </a:cubicBezTo>
                <a:cubicBezTo>
                  <a:pt x="40" y="23"/>
                  <a:pt x="40" y="22"/>
                  <a:pt x="40" y="21"/>
                </a:cubicBezTo>
                <a:cubicBezTo>
                  <a:pt x="40" y="19"/>
                  <a:pt x="40" y="18"/>
                  <a:pt x="40" y="17"/>
                </a:cubicBezTo>
                <a:cubicBezTo>
                  <a:pt x="7" y="9"/>
                  <a:pt x="7" y="9"/>
                  <a:pt x="7" y="9"/>
                </a:cubicBezTo>
                <a:cubicBezTo>
                  <a:pt x="7" y="6"/>
                  <a:pt x="7" y="6"/>
                  <a:pt x="7" y="6"/>
                </a:cubicBezTo>
                <a:cubicBezTo>
                  <a:pt x="33" y="0"/>
                  <a:pt x="33" y="0"/>
                  <a:pt x="33" y="0"/>
                </a:cubicBezTo>
                <a:cubicBezTo>
                  <a:pt x="63" y="6"/>
                  <a:pt x="63" y="6"/>
                  <a:pt x="63" y="6"/>
                </a:cubicBezTo>
                <a:cubicBezTo>
                  <a:pt x="64" y="9"/>
                  <a:pt x="64" y="11"/>
                  <a:pt x="63" y="14"/>
                </a:cubicBezTo>
                <a:cubicBezTo>
                  <a:pt x="60" y="15"/>
                  <a:pt x="60" y="15"/>
                  <a:pt x="60" y="15"/>
                </a:cubicBezTo>
                <a:cubicBezTo>
                  <a:pt x="64" y="16"/>
                  <a:pt x="64" y="16"/>
                  <a:pt x="64" y="16"/>
                </a:cubicBezTo>
                <a:cubicBezTo>
                  <a:pt x="66" y="19"/>
                  <a:pt x="66" y="22"/>
                  <a:pt x="64" y="25"/>
                </a:cubicBezTo>
                <a:cubicBezTo>
                  <a:pt x="58" y="29"/>
                  <a:pt x="58" y="29"/>
                  <a:pt x="58" y="29"/>
                </a:cubicBezTo>
                <a:cubicBezTo>
                  <a:pt x="72" y="33"/>
                  <a:pt x="72" y="33"/>
                  <a:pt x="72" y="33"/>
                </a:cubicBezTo>
                <a:cubicBezTo>
                  <a:pt x="72" y="35"/>
                  <a:pt x="72" y="35"/>
                  <a:pt x="72" y="35"/>
                </a:cubicBezTo>
                <a:close/>
                <a:moveTo>
                  <a:pt x="33" y="50"/>
                </a:moveTo>
                <a:cubicBezTo>
                  <a:pt x="33" y="50"/>
                  <a:pt x="33" y="50"/>
                  <a:pt x="33" y="50"/>
                </a:cubicBezTo>
                <a:cubicBezTo>
                  <a:pt x="70" y="43"/>
                  <a:pt x="70" y="43"/>
                  <a:pt x="70" y="43"/>
                </a:cubicBezTo>
                <a:cubicBezTo>
                  <a:pt x="70" y="42"/>
                  <a:pt x="70" y="42"/>
                  <a:pt x="70" y="42"/>
                </a:cubicBezTo>
                <a:cubicBezTo>
                  <a:pt x="33" y="50"/>
                  <a:pt x="33" y="50"/>
                  <a:pt x="33" y="50"/>
                </a:cubicBezTo>
                <a:close/>
                <a:moveTo>
                  <a:pt x="33" y="47"/>
                </a:moveTo>
                <a:cubicBezTo>
                  <a:pt x="33" y="48"/>
                  <a:pt x="33" y="48"/>
                  <a:pt x="33" y="48"/>
                </a:cubicBezTo>
                <a:cubicBezTo>
                  <a:pt x="70" y="40"/>
                  <a:pt x="70" y="40"/>
                  <a:pt x="70" y="40"/>
                </a:cubicBezTo>
                <a:cubicBezTo>
                  <a:pt x="70" y="39"/>
                  <a:pt x="70" y="39"/>
                  <a:pt x="70" y="39"/>
                </a:cubicBezTo>
                <a:cubicBezTo>
                  <a:pt x="33" y="47"/>
                  <a:pt x="33" y="47"/>
                  <a:pt x="33" y="47"/>
                </a:cubicBezTo>
                <a:close/>
                <a:moveTo>
                  <a:pt x="32" y="45"/>
                </a:moveTo>
                <a:cubicBezTo>
                  <a:pt x="33" y="46"/>
                  <a:pt x="33" y="46"/>
                  <a:pt x="33" y="46"/>
                </a:cubicBezTo>
                <a:cubicBezTo>
                  <a:pt x="70" y="38"/>
                  <a:pt x="70" y="38"/>
                  <a:pt x="70" y="38"/>
                </a:cubicBezTo>
                <a:cubicBezTo>
                  <a:pt x="70" y="37"/>
                  <a:pt x="70" y="37"/>
                  <a:pt x="70" y="37"/>
                </a:cubicBezTo>
                <a:lnTo>
                  <a:pt x="32" y="4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9" name="Freeform 28">
            <a:extLst>
              <a:ext uri="{FF2B5EF4-FFF2-40B4-BE49-F238E27FC236}">
                <a16:creationId xmlns="" xmlns:a16="http://schemas.microsoft.com/office/drawing/2014/main" id="{94ACFD0E-3EF4-48AA-9538-741F5A949AF1}"/>
              </a:ext>
            </a:extLst>
          </p:cNvPr>
          <p:cNvSpPr>
            <a:spLocks noEditPoints="1"/>
          </p:cNvSpPr>
          <p:nvPr/>
        </p:nvSpPr>
        <p:spPr bwMode="auto">
          <a:xfrm>
            <a:off x="6265366" y="1200993"/>
            <a:ext cx="650875" cy="446088"/>
          </a:xfrm>
          <a:custGeom>
            <a:avLst/>
            <a:gdLst>
              <a:gd name="T0" fmla="*/ 2147483646 w 64"/>
              <a:gd name="T1" fmla="*/ 0 h 44"/>
              <a:gd name="T2" fmla="*/ 2147483646 w 64"/>
              <a:gd name="T3" fmla="*/ 0 h 44"/>
              <a:gd name="T4" fmla="*/ 2147483646 w 64"/>
              <a:gd name="T5" fmla="*/ 2147483646 h 44"/>
              <a:gd name="T6" fmla="*/ 2147483646 w 64"/>
              <a:gd name="T7" fmla="*/ 2147483646 h 44"/>
              <a:gd name="T8" fmla="*/ 2147483646 w 64"/>
              <a:gd name="T9" fmla="*/ 2147483646 h 44"/>
              <a:gd name="T10" fmla="*/ 2147483646 w 64"/>
              <a:gd name="T11" fmla="*/ 2147483646 h 44"/>
              <a:gd name="T12" fmla="*/ 2147483646 w 64"/>
              <a:gd name="T13" fmla="*/ 2147483646 h 44"/>
              <a:gd name="T14" fmla="*/ 2147483646 w 64"/>
              <a:gd name="T15" fmla="*/ 2147483646 h 44"/>
              <a:gd name="T16" fmla="*/ 2147483646 w 64"/>
              <a:gd name="T17" fmla="*/ 2147483646 h 44"/>
              <a:gd name="T18" fmla="*/ 0 w 64"/>
              <a:gd name="T19" fmla="*/ 2147483646 h 44"/>
              <a:gd name="T20" fmla="*/ 0 w 64"/>
              <a:gd name="T21" fmla="*/ 2147483646 h 44"/>
              <a:gd name="T22" fmla="*/ 2147483646 w 64"/>
              <a:gd name="T23" fmla="*/ 0 h 44"/>
              <a:gd name="T24" fmla="*/ 2147483646 w 64"/>
              <a:gd name="T25" fmla="*/ 2147483646 h 44"/>
              <a:gd name="T26" fmla="*/ 2147483646 w 64"/>
              <a:gd name="T27" fmla="*/ 2147483646 h 44"/>
              <a:gd name="T28" fmla="*/ 2147483646 w 64"/>
              <a:gd name="T29" fmla="*/ 2147483646 h 44"/>
              <a:gd name="T30" fmla="*/ 2147483646 w 64"/>
              <a:gd name="T31" fmla="*/ 2147483646 h 44"/>
              <a:gd name="T32" fmla="*/ 2147483646 w 64"/>
              <a:gd name="T33" fmla="*/ 2147483646 h 44"/>
              <a:gd name="T34" fmla="*/ 2147483646 w 64"/>
              <a:gd name="T35" fmla="*/ 2147483646 h 44"/>
              <a:gd name="T36" fmla="*/ 2147483646 w 64"/>
              <a:gd name="T37" fmla="*/ 2147483646 h 44"/>
              <a:gd name="T38" fmla="*/ 2147483646 w 64"/>
              <a:gd name="T39" fmla="*/ 2147483646 h 44"/>
              <a:gd name="T40" fmla="*/ 2147483646 w 64"/>
              <a:gd name="T41" fmla="*/ 2147483646 h 44"/>
              <a:gd name="T42" fmla="*/ 2147483646 w 64"/>
              <a:gd name="T43" fmla="*/ 2147483646 h 44"/>
              <a:gd name="T44" fmla="*/ 2147483646 w 64"/>
              <a:gd name="T45" fmla="*/ 2147483646 h 44"/>
              <a:gd name="T46" fmla="*/ 2147483646 w 64"/>
              <a:gd name="T47" fmla="*/ 2147483646 h 44"/>
              <a:gd name="T48" fmla="*/ 2147483646 w 64"/>
              <a:gd name="T49" fmla="*/ 2147483646 h 44"/>
              <a:gd name="T50" fmla="*/ 2147483646 w 64"/>
              <a:gd name="T51" fmla="*/ 2147483646 h 4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64" h="44">
                <a:moveTo>
                  <a:pt x="8" y="0"/>
                </a:moveTo>
                <a:cubicBezTo>
                  <a:pt x="39" y="0"/>
                  <a:pt x="39" y="0"/>
                  <a:pt x="39" y="0"/>
                </a:cubicBezTo>
                <a:cubicBezTo>
                  <a:pt x="43" y="0"/>
                  <a:pt x="47" y="3"/>
                  <a:pt x="47" y="8"/>
                </a:cubicBezTo>
                <a:cubicBezTo>
                  <a:pt x="47" y="22"/>
                  <a:pt x="47" y="22"/>
                  <a:pt x="47" y="22"/>
                </a:cubicBezTo>
                <a:cubicBezTo>
                  <a:pt x="47" y="27"/>
                  <a:pt x="43" y="30"/>
                  <a:pt x="39" y="30"/>
                </a:cubicBezTo>
                <a:cubicBezTo>
                  <a:pt x="16" y="30"/>
                  <a:pt x="16" y="30"/>
                  <a:pt x="16" y="30"/>
                </a:cubicBezTo>
                <a:cubicBezTo>
                  <a:pt x="9" y="37"/>
                  <a:pt x="9" y="37"/>
                  <a:pt x="9" y="37"/>
                </a:cubicBezTo>
                <a:cubicBezTo>
                  <a:pt x="9" y="30"/>
                  <a:pt x="9" y="30"/>
                  <a:pt x="9" y="30"/>
                </a:cubicBezTo>
                <a:cubicBezTo>
                  <a:pt x="8" y="30"/>
                  <a:pt x="8" y="30"/>
                  <a:pt x="8" y="30"/>
                </a:cubicBezTo>
                <a:cubicBezTo>
                  <a:pt x="4" y="30"/>
                  <a:pt x="0" y="27"/>
                  <a:pt x="0" y="22"/>
                </a:cubicBezTo>
                <a:cubicBezTo>
                  <a:pt x="0" y="8"/>
                  <a:pt x="0" y="8"/>
                  <a:pt x="0" y="8"/>
                </a:cubicBezTo>
                <a:cubicBezTo>
                  <a:pt x="0" y="3"/>
                  <a:pt x="4" y="0"/>
                  <a:pt x="8" y="0"/>
                </a:cubicBezTo>
                <a:close/>
                <a:moveTo>
                  <a:pt x="56" y="7"/>
                </a:moveTo>
                <a:cubicBezTo>
                  <a:pt x="50" y="7"/>
                  <a:pt x="50" y="7"/>
                  <a:pt x="50" y="7"/>
                </a:cubicBezTo>
                <a:cubicBezTo>
                  <a:pt x="50" y="8"/>
                  <a:pt x="50" y="8"/>
                  <a:pt x="50" y="9"/>
                </a:cubicBezTo>
                <a:cubicBezTo>
                  <a:pt x="50" y="24"/>
                  <a:pt x="50" y="24"/>
                  <a:pt x="50" y="24"/>
                </a:cubicBezTo>
                <a:cubicBezTo>
                  <a:pt x="50" y="30"/>
                  <a:pt x="45" y="35"/>
                  <a:pt x="39" y="35"/>
                </a:cubicBezTo>
                <a:cubicBezTo>
                  <a:pt x="19" y="35"/>
                  <a:pt x="19" y="35"/>
                  <a:pt x="19" y="35"/>
                </a:cubicBezTo>
                <a:cubicBezTo>
                  <a:pt x="21" y="37"/>
                  <a:pt x="23" y="38"/>
                  <a:pt x="26" y="38"/>
                </a:cubicBezTo>
                <a:cubicBezTo>
                  <a:pt x="49" y="38"/>
                  <a:pt x="49" y="38"/>
                  <a:pt x="49" y="38"/>
                </a:cubicBezTo>
                <a:cubicBezTo>
                  <a:pt x="55" y="44"/>
                  <a:pt x="55" y="44"/>
                  <a:pt x="55" y="44"/>
                </a:cubicBezTo>
                <a:cubicBezTo>
                  <a:pt x="55" y="38"/>
                  <a:pt x="55" y="38"/>
                  <a:pt x="55" y="38"/>
                </a:cubicBezTo>
                <a:cubicBezTo>
                  <a:pt x="56" y="38"/>
                  <a:pt x="56" y="38"/>
                  <a:pt x="56" y="38"/>
                </a:cubicBezTo>
                <a:cubicBezTo>
                  <a:pt x="61" y="38"/>
                  <a:pt x="64" y="34"/>
                  <a:pt x="64" y="30"/>
                </a:cubicBezTo>
                <a:cubicBezTo>
                  <a:pt x="64" y="15"/>
                  <a:pt x="64" y="15"/>
                  <a:pt x="64" y="15"/>
                </a:cubicBezTo>
                <a:cubicBezTo>
                  <a:pt x="64" y="11"/>
                  <a:pt x="61" y="7"/>
                  <a:pt x="56" y="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0" name="Freeform 29">
            <a:extLst>
              <a:ext uri="{FF2B5EF4-FFF2-40B4-BE49-F238E27FC236}">
                <a16:creationId xmlns="" xmlns:a16="http://schemas.microsoft.com/office/drawing/2014/main" id="{B75002AC-A29E-4031-8B54-1EB30D72656F}"/>
              </a:ext>
            </a:extLst>
          </p:cNvPr>
          <p:cNvSpPr>
            <a:spLocks noEditPoints="1"/>
          </p:cNvSpPr>
          <p:nvPr/>
        </p:nvSpPr>
        <p:spPr bwMode="auto">
          <a:xfrm>
            <a:off x="7309941" y="1159718"/>
            <a:ext cx="709613" cy="566738"/>
          </a:xfrm>
          <a:custGeom>
            <a:avLst/>
            <a:gdLst>
              <a:gd name="T0" fmla="*/ 2147483646 w 70"/>
              <a:gd name="T1" fmla="*/ 2147483646 h 56"/>
              <a:gd name="T2" fmla="*/ 2147483646 w 70"/>
              <a:gd name="T3" fmla="*/ 2147483646 h 56"/>
              <a:gd name="T4" fmla="*/ 2147483646 w 70"/>
              <a:gd name="T5" fmla="*/ 2147483646 h 56"/>
              <a:gd name="T6" fmla="*/ 2147483646 w 70"/>
              <a:gd name="T7" fmla="*/ 2147483646 h 56"/>
              <a:gd name="T8" fmla="*/ 2147483646 w 70"/>
              <a:gd name="T9" fmla="*/ 2147483646 h 56"/>
              <a:gd name="T10" fmla="*/ 2147483646 w 70"/>
              <a:gd name="T11" fmla="*/ 2147483646 h 56"/>
              <a:gd name="T12" fmla="*/ 2147483646 w 70"/>
              <a:gd name="T13" fmla="*/ 2147483646 h 56"/>
              <a:gd name="T14" fmla="*/ 2147483646 w 70"/>
              <a:gd name="T15" fmla="*/ 2147483646 h 56"/>
              <a:gd name="T16" fmla="*/ 2147483646 w 70"/>
              <a:gd name="T17" fmla="*/ 2147483646 h 56"/>
              <a:gd name="T18" fmla="*/ 2147483646 w 70"/>
              <a:gd name="T19" fmla="*/ 2147483646 h 56"/>
              <a:gd name="T20" fmla="*/ 0 w 70"/>
              <a:gd name="T21" fmla="*/ 2147483646 h 56"/>
              <a:gd name="T22" fmla="*/ 2147483646 w 70"/>
              <a:gd name="T23" fmla="*/ 2147483646 h 56"/>
              <a:gd name="T24" fmla="*/ 2147483646 w 70"/>
              <a:gd name="T25" fmla="*/ 2147483646 h 56"/>
              <a:gd name="T26" fmla="*/ 2147483646 w 70"/>
              <a:gd name="T27" fmla="*/ 2147483646 h 56"/>
              <a:gd name="T28" fmla="*/ 2147483646 w 70"/>
              <a:gd name="T29" fmla="*/ 2147483646 h 56"/>
              <a:gd name="T30" fmla="*/ 2147483646 w 70"/>
              <a:gd name="T31" fmla="*/ 2147483646 h 56"/>
              <a:gd name="T32" fmla="*/ 2147483646 w 70"/>
              <a:gd name="T33" fmla="*/ 2147483646 h 56"/>
              <a:gd name="T34" fmla="*/ 2147483646 w 70"/>
              <a:gd name="T35" fmla="*/ 2147483646 h 56"/>
              <a:gd name="T36" fmla="*/ 2147483646 w 70"/>
              <a:gd name="T37" fmla="*/ 2147483646 h 56"/>
              <a:gd name="T38" fmla="*/ 2147483646 w 70"/>
              <a:gd name="T39" fmla="*/ 2147483646 h 56"/>
              <a:gd name="T40" fmla="*/ 2147483646 w 70"/>
              <a:gd name="T41" fmla="*/ 2147483646 h 56"/>
              <a:gd name="T42" fmla="*/ 2147483646 w 70"/>
              <a:gd name="T43" fmla="*/ 2147483646 h 56"/>
              <a:gd name="T44" fmla="*/ 2147483646 w 70"/>
              <a:gd name="T45" fmla="*/ 2147483646 h 56"/>
              <a:gd name="T46" fmla="*/ 2147483646 w 70"/>
              <a:gd name="T47" fmla="*/ 2147483646 h 56"/>
              <a:gd name="T48" fmla="*/ 2147483646 w 70"/>
              <a:gd name="T49" fmla="*/ 0 h 56"/>
              <a:gd name="T50" fmla="*/ 2147483646 w 70"/>
              <a:gd name="T51" fmla="*/ 0 h 56"/>
              <a:gd name="T52" fmla="*/ 2147483646 w 70"/>
              <a:gd name="T53" fmla="*/ 2147483646 h 56"/>
              <a:gd name="T54" fmla="*/ 2147483646 w 70"/>
              <a:gd name="T55" fmla="*/ 2147483646 h 56"/>
              <a:gd name="T56" fmla="*/ 2147483646 w 70"/>
              <a:gd name="T57" fmla="*/ 2147483646 h 56"/>
              <a:gd name="T58" fmla="*/ 2147483646 w 70"/>
              <a:gd name="T59" fmla="*/ 2147483646 h 56"/>
              <a:gd name="T60" fmla="*/ 2147483646 w 70"/>
              <a:gd name="T61" fmla="*/ 2147483646 h 56"/>
              <a:gd name="T62" fmla="*/ 2147483646 w 70"/>
              <a:gd name="T63" fmla="*/ 2147483646 h 56"/>
              <a:gd name="T64" fmla="*/ 2147483646 w 70"/>
              <a:gd name="T65" fmla="*/ 0 h 56"/>
              <a:gd name="T66" fmla="*/ 2147483646 w 70"/>
              <a:gd name="T67" fmla="*/ 2147483646 h 56"/>
              <a:gd name="T68" fmla="*/ 2147483646 w 70"/>
              <a:gd name="T69" fmla="*/ 2147483646 h 56"/>
              <a:gd name="T70" fmla="*/ 2147483646 w 70"/>
              <a:gd name="T71" fmla="*/ 2147483646 h 56"/>
              <a:gd name="T72" fmla="*/ 2147483646 w 70"/>
              <a:gd name="T73" fmla="*/ 2147483646 h 56"/>
              <a:gd name="T74" fmla="*/ 2147483646 w 70"/>
              <a:gd name="T75" fmla="*/ 2147483646 h 56"/>
              <a:gd name="T76" fmla="*/ 2147483646 w 70"/>
              <a:gd name="T77" fmla="*/ 2147483646 h 56"/>
              <a:gd name="T78" fmla="*/ 2147483646 w 70"/>
              <a:gd name="T79" fmla="*/ 2147483646 h 56"/>
              <a:gd name="T80" fmla="*/ 2147483646 w 70"/>
              <a:gd name="T81" fmla="*/ 2147483646 h 56"/>
              <a:gd name="T82" fmla="*/ 2147483646 w 70"/>
              <a:gd name="T83" fmla="*/ 2147483646 h 56"/>
              <a:gd name="T84" fmla="*/ 2147483646 w 70"/>
              <a:gd name="T85" fmla="*/ 2147483646 h 56"/>
              <a:gd name="T86" fmla="*/ 2147483646 w 70"/>
              <a:gd name="T87" fmla="*/ 2147483646 h 56"/>
              <a:gd name="T88" fmla="*/ 2147483646 w 70"/>
              <a:gd name="T89" fmla="*/ 2147483646 h 56"/>
              <a:gd name="T90" fmla="*/ 2147483646 w 70"/>
              <a:gd name="T91" fmla="*/ 2147483646 h 56"/>
              <a:gd name="T92" fmla="*/ 2147483646 w 70"/>
              <a:gd name="T93" fmla="*/ 2147483646 h 56"/>
              <a:gd name="T94" fmla="*/ 2147483646 w 70"/>
              <a:gd name="T95" fmla="*/ 2147483646 h 56"/>
              <a:gd name="T96" fmla="*/ 2147483646 w 70"/>
              <a:gd name="T97" fmla="*/ 2147483646 h 5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70" h="56">
                <a:moveTo>
                  <a:pt x="19" y="12"/>
                </a:moveTo>
                <a:cubicBezTo>
                  <a:pt x="65" y="12"/>
                  <a:pt x="65" y="12"/>
                  <a:pt x="65" y="12"/>
                </a:cubicBezTo>
                <a:cubicBezTo>
                  <a:pt x="66" y="12"/>
                  <a:pt x="66" y="12"/>
                  <a:pt x="67" y="12"/>
                </a:cubicBezTo>
                <a:cubicBezTo>
                  <a:pt x="42" y="31"/>
                  <a:pt x="42" y="31"/>
                  <a:pt x="42" y="31"/>
                </a:cubicBezTo>
                <a:cubicBezTo>
                  <a:pt x="17" y="12"/>
                  <a:pt x="17" y="12"/>
                  <a:pt x="17" y="12"/>
                </a:cubicBezTo>
                <a:cubicBezTo>
                  <a:pt x="17" y="12"/>
                  <a:pt x="18" y="12"/>
                  <a:pt x="19" y="12"/>
                </a:cubicBezTo>
                <a:close/>
                <a:moveTo>
                  <a:pt x="10" y="27"/>
                </a:moveTo>
                <a:cubicBezTo>
                  <a:pt x="12" y="31"/>
                  <a:pt x="12" y="31"/>
                  <a:pt x="12" y="31"/>
                </a:cubicBezTo>
                <a:cubicBezTo>
                  <a:pt x="14" y="31"/>
                  <a:pt x="14" y="31"/>
                  <a:pt x="14" y="31"/>
                </a:cubicBezTo>
                <a:cubicBezTo>
                  <a:pt x="14" y="38"/>
                  <a:pt x="14" y="38"/>
                  <a:pt x="14" y="38"/>
                </a:cubicBezTo>
                <a:cubicBezTo>
                  <a:pt x="0" y="38"/>
                  <a:pt x="0" y="38"/>
                  <a:pt x="0" y="38"/>
                </a:cubicBezTo>
                <a:cubicBezTo>
                  <a:pt x="2" y="42"/>
                  <a:pt x="2" y="42"/>
                  <a:pt x="2" y="42"/>
                </a:cubicBezTo>
                <a:cubicBezTo>
                  <a:pt x="14" y="42"/>
                  <a:pt x="14" y="42"/>
                  <a:pt x="14" y="42"/>
                </a:cubicBezTo>
                <a:cubicBezTo>
                  <a:pt x="14" y="43"/>
                  <a:pt x="14" y="43"/>
                  <a:pt x="15" y="44"/>
                </a:cubicBezTo>
                <a:cubicBezTo>
                  <a:pt x="33" y="30"/>
                  <a:pt x="33" y="30"/>
                  <a:pt x="33" y="30"/>
                </a:cubicBezTo>
                <a:cubicBezTo>
                  <a:pt x="14" y="16"/>
                  <a:pt x="14" y="16"/>
                  <a:pt x="14" y="16"/>
                </a:cubicBezTo>
                <a:cubicBezTo>
                  <a:pt x="14" y="16"/>
                  <a:pt x="14" y="16"/>
                  <a:pt x="14" y="16"/>
                </a:cubicBezTo>
                <a:cubicBezTo>
                  <a:pt x="14" y="27"/>
                  <a:pt x="14" y="27"/>
                  <a:pt x="14" y="27"/>
                </a:cubicBezTo>
                <a:cubicBezTo>
                  <a:pt x="10" y="27"/>
                  <a:pt x="10" y="27"/>
                  <a:pt x="10" y="27"/>
                </a:cubicBezTo>
                <a:close/>
                <a:moveTo>
                  <a:pt x="9" y="51"/>
                </a:moveTo>
                <a:cubicBezTo>
                  <a:pt x="41" y="51"/>
                  <a:pt x="41" y="51"/>
                  <a:pt x="41" y="51"/>
                </a:cubicBezTo>
                <a:cubicBezTo>
                  <a:pt x="42" y="56"/>
                  <a:pt x="42" y="56"/>
                  <a:pt x="42" y="56"/>
                </a:cubicBezTo>
                <a:cubicBezTo>
                  <a:pt x="10" y="56"/>
                  <a:pt x="10" y="56"/>
                  <a:pt x="10" y="56"/>
                </a:cubicBezTo>
                <a:cubicBezTo>
                  <a:pt x="9" y="51"/>
                  <a:pt x="9" y="51"/>
                  <a:pt x="9" y="51"/>
                </a:cubicBezTo>
                <a:close/>
                <a:moveTo>
                  <a:pt x="23" y="0"/>
                </a:moveTo>
                <a:cubicBezTo>
                  <a:pt x="54" y="0"/>
                  <a:pt x="54" y="0"/>
                  <a:pt x="54" y="0"/>
                </a:cubicBezTo>
                <a:cubicBezTo>
                  <a:pt x="55" y="4"/>
                  <a:pt x="55" y="4"/>
                  <a:pt x="55" y="4"/>
                </a:cubicBezTo>
                <a:cubicBezTo>
                  <a:pt x="41" y="4"/>
                  <a:pt x="41" y="4"/>
                  <a:pt x="41" y="4"/>
                </a:cubicBezTo>
                <a:cubicBezTo>
                  <a:pt x="42" y="8"/>
                  <a:pt x="42" y="8"/>
                  <a:pt x="42" y="8"/>
                </a:cubicBezTo>
                <a:cubicBezTo>
                  <a:pt x="6" y="8"/>
                  <a:pt x="6" y="8"/>
                  <a:pt x="6" y="8"/>
                </a:cubicBezTo>
                <a:cubicBezTo>
                  <a:pt x="5" y="3"/>
                  <a:pt x="5" y="3"/>
                  <a:pt x="5" y="3"/>
                </a:cubicBezTo>
                <a:cubicBezTo>
                  <a:pt x="24" y="3"/>
                  <a:pt x="24" y="3"/>
                  <a:pt x="24" y="3"/>
                </a:cubicBezTo>
                <a:cubicBezTo>
                  <a:pt x="23" y="0"/>
                  <a:pt x="23" y="0"/>
                  <a:pt x="23" y="0"/>
                </a:cubicBezTo>
                <a:close/>
                <a:moveTo>
                  <a:pt x="70" y="15"/>
                </a:moveTo>
                <a:cubicBezTo>
                  <a:pt x="51" y="30"/>
                  <a:pt x="51" y="30"/>
                  <a:pt x="51" y="30"/>
                </a:cubicBezTo>
                <a:cubicBezTo>
                  <a:pt x="69" y="44"/>
                  <a:pt x="69" y="44"/>
                  <a:pt x="69" y="44"/>
                </a:cubicBezTo>
                <a:cubicBezTo>
                  <a:pt x="70" y="43"/>
                  <a:pt x="70" y="43"/>
                  <a:pt x="70" y="42"/>
                </a:cubicBezTo>
                <a:cubicBezTo>
                  <a:pt x="70" y="16"/>
                  <a:pt x="70" y="16"/>
                  <a:pt x="70" y="16"/>
                </a:cubicBezTo>
                <a:cubicBezTo>
                  <a:pt x="70" y="16"/>
                  <a:pt x="70" y="16"/>
                  <a:pt x="70" y="15"/>
                </a:cubicBezTo>
                <a:close/>
                <a:moveTo>
                  <a:pt x="66" y="47"/>
                </a:moveTo>
                <a:cubicBezTo>
                  <a:pt x="66" y="47"/>
                  <a:pt x="65" y="47"/>
                  <a:pt x="65" y="47"/>
                </a:cubicBezTo>
                <a:cubicBezTo>
                  <a:pt x="19" y="47"/>
                  <a:pt x="19" y="47"/>
                  <a:pt x="19" y="47"/>
                </a:cubicBezTo>
                <a:cubicBezTo>
                  <a:pt x="19" y="47"/>
                  <a:pt x="18" y="47"/>
                  <a:pt x="18" y="47"/>
                </a:cubicBezTo>
                <a:cubicBezTo>
                  <a:pt x="37" y="33"/>
                  <a:pt x="37" y="33"/>
                  <a:pt x="37" y="33"/>
                </a:cubicBezTo>
                <a:cubicBezTo>
                  <a:pt x="41" y="36"/>
                  <a:pt x="41" y="36"/>
                  <a:pt x="41" y="36"/>
                </a:cubicBezTo>
                <a:cubicBezTo>
                  <a:pt x="42" y="37"/>
                  <a:pt x="42" y="37"/>
                  <a:pt x="42" y="37"/>
                </a:cubicBezTo>
                <a:cubicBezTo>
                  <a:pt x="43" y="36"/>
                  <a:pt x="43" y="36"/>
                  <a:pt x="43" y="36"/>
                </a:cubicBezTo>
                <a:cubicBezTo>
                  <a:pt x="47" y="33"/>
                  <a:pt x="47" y="33"/>
                  <a:pt x="47" y="33"/>
                </a:cubicBezTo>
                <a:lnTo>
                  <a:pt x="66" y="4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1" name="Freeform 30">
            <a:extLst>
              <a:ext uri="{FF2B5EF4-FFF2-40B4-BE49-F238E27FC236}">
                <a16:creationId xmlns="" xmlns:a16="http://schemas.microsoft.com/office/drawing/2014/main" id="{C0853955-540A-4E23-803C-48EE334C749F}"/>
              </a:ext>
            </a:extLst>
          </p:cNvPr>
          <p:cNvSpPr>
            <a:spLocks noEditPoints="1"/>
          </p:cNvSpPr>
          <p:nvPr/>
        </p:nvSpPr>
        <p:spPr bwMode="auto">
          <a:xfrm>
            <a:off x="5241429" y="1069231"/>
            <a:ext cx="609600" cy="677862"/>
          </a:xfrm>
          <a:custGeom>
            <a:avLst/>
            <a:gdLst>
              <a:gd name="T0" fmla="*/ 2147483646 w 60"/>
              <a:gd name="T1" fmla="*/ 0 h 67"/>
              <a:gd name="T2" fmla="*/ 2147483646 w 60"/>
              <a:gd name="T3" fmla="*/ 2147483646 h 67"/>
              <a:gd name="T4" fmla="*/ 2147483646 w 60"/>
              <a:gd name="T5" fmla="*/ 2147483646 h 67"/>
              <a:gd name="T6" fmla="*/ 2147483646 w 60"/>
              <a:gd name="T7" fmla="*/ 2147483646 h 67"/>
              <a:gd name="T8" fmla="*/ 2147483646 w 60"/>
              <a:gd name="T9" fmla="*/ 2147483646 h 67"/>
              <a:gd name="T10" fmla="*/ 2147483646 w 60"/>
              <a:gd name="T11" fmla="*/ 2147483646 h 67"/>
              <a:gd name="T12" fmla="*/ 2147483646 w 60"/>
              <a:gd name="T13" fmla="*/ 2147483646 h 67"/>
              <a:gd name="T14" fmla="*/ 2147483646 w 60"/>
              <a:gd name="T15" fmla="*/ 2147483646 h 67"/>
              <a:gd name="T16" fmla="*/ 2147483646 w 60"/>
              <a:gd name="T17" fmla="*/ 2147483646 h 67"/>
              <a:gd name="T18" fmla="*/ 2147483646 w 60"/>
              <a:gd name="T19" fmla="*/ 2147483646 h 67"/>
              <a:gd name="T20" fmla="*/ 0 w 60"/>
              <a:gd name="T21" fmla="*/ 2147483646 h 67"/>
              <a:gd name="T22" fmla="*/ 2147483646 w 60"/>
              <a:gd name="T23" fmla="*/ 2147483646 h 67"/>
              <a:gd name="T24" fmla="*/ 2147483646 w 60"/>
              <a:gd name="T25" fmla="*/ 2147483646 h 67"/>
              <a:gd name="T26" fmla="*/ 2147483646 w 60"/>
              <a:gd name="T27" fmla="*/ 2147483646 h 67"/>
              <a:gd name="T28" fmla="*/ 2147483646 w 60"/>
              <a:gd name="T29" fmla="*/ 2147483646 h 67"/>
              <a:gd name="T30" fmla="*/ 2147483646 w 60"/>
              <a:gd name="T31" fmla="*/ 2147483646 h 67"/>
              <a:gd name="T32" fmla="*/ 2147483646 w 60"/>
              <a:gd name="T33" fmla="*/ 2147483646 h 67"/>
              <a:gd name="T34" fmla="*/ 2147483646 w 60"/>
              <a:gd name="T35" fmla="*/ 2147483646 h 67"/>
              <a:gd name="T36" fmla="*/ 2147483646 w 60"/>
              <a:gd name="T37" fmla="*/ 2147483646 h 67"/>
              <a:gd name="T38" fmla="*/ 2147483646 w 60"/>
              <a:gd name="T39" fmla="*/ 2147483646 h 67"/>
              <a:gd name="T40" fmla="*/ 2147483646 w 60"/>
              <a:gd name="T41" fmla="*/ 2147483646 h 67"/>
              <a:gd name="T42" fmla="*/ 2147483646 w 60"/>
              <a:gd name="T43" fmla="*/ 2147483646 h 67"/>
              <a:gd name="T44" fmla="*/ 2147483646 w 60"/>
              <a:gd name="T45" fmla="*/ 2147483646 h 67"/>
              <a:gd name="T46" fmla="*/ 2147483646 w 60"/>
              <a:gd name="T47" fmla="*/ 2147483646 h 67"/>
              <a:gd name="T48" fmla="*/ 2147483646 w 60"/>
              <a:gd name="T49" fmla="*/ 2147483646 h 67"/>
              <a:gd name="T50" fmla="*/ 2147483646 w 60"/>
              <a:gd name="T51" fmla="*/ 2147483646 h 67"/>
              <a:gd name="T52" fmla="*/ 2147483646 w 60"/>
              <a:gd name="T53" fmla="*/ 2147483646 h 67"/>
              <a:gd name="T54" fmla="*/ 2147483646 w 60"/>
              <a:gd name="T55" fmla="*/ 2147483646 h 67"/>
              <a:gd name="T56" fmla="*/ 2147483646 w 60"/>
              <a:gd name="T57" fmla="*/ 2147483646 h 67"/>
              <a:gd name="T58" fmla="*/ 2147483646 w 60"/>
              <a:gd name="T59" fmla="*/ 2147483646 h 67"/>
              <a:gd name="T60" fmla="*/ 2147483646 w 60"/>
              <a:gd name="T61" fmla="*/ 2147483646 h 67"/>
              <a:gd name="T62" fmla="*/ 2147483646 w 60"/>
              <a:gd name="T63" fmla="*/ 2147483646 h 67"/>
              <a:gd name="T64" fmla="*/ 2147483646 w 60"/>
              <a:gd name="T65" fmla="*/ 2147483646 h 67"/>
              <a:gd name="T66" fmla="*/ 2147483646 w 60"/>
              <a:gd name="T67" fmla="*/ 2147483646 h 67"/>
              <a:gd name="T68" fmla="*/ 2147483646 w 60"/>
              <a:gd name="T69" fmla="*/ 2147483646 h 67"/>
              <a:gd name="T70" fmla="*/ 2147483646 w 60"/>
              <a:gd name="T71" fmla="*/ 2147483646 h 67"/>
              <a:gd name="T72" fmla="*/ 2147483646 w 60"/>
              <a:gd name="T73" fmla="*/ 2147483646 h 67"/>
              <a:gd name="T74" fmla="*/ 2147483646 w 60"/>
              <a:gd name="T75" fmla="*/ 2147483646 h 67"/>
              <a:gd name="T76" fmla="*/ 2147483646 w 60"/>
              <a:gd name="T77" fmla="*/ 2147483646 h 67"/>
              <a:gd name="T78" fmla="*/ 2147483646 w 60"/>
              <a:gd name="T79" fmla="*/ 2147483646 h 67"/>
              <a:gd name="T80" fmla="*/ 2147483646 w 60"/>
              <a:gd name="T81" fmla="*/ 2147483646 h 67"/>
              <a:gd name="T82" fmla="*/ 2147483646 w 60"/>
              <a:gd name="T83" fmla="*/ 2147483646 h 67"/>
              <a:gd name="T84" fmla="*/ 2147483646 w 60"/>
              <a:gd name="T85" fmla="*/ 2147483646 h 67"/>
              <a:gd name="T86" fmla="*/ 2147483646 w 60"/>
              <a:gd name="T87" fmla="*/ 2147483646 h 67"/>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0" h="67">
                <a:moveTo>
                  <a:pt x="28" y="0"/>
                </a:moveTo>
                <a:cubicBezTo>
                  <a:pt x="32" y="0"/>
                  <a:pt x="32" y="0"/>
                  <a:pt x="32" y="0"/>
                </a:cubicBezTo>
                <a:cubicBezTo>
                  <a:pt x="32" y="10"/>
                  <a:pt x="32" y="10"/>
                  <a:pt x="32" y="10"/>
                </a:cubicBezTo>
                <a:cubicBezTo>
                  <a:pt x="28" y="10"/>
                  <a:pt x="28" y="10"/>
                  <a:pt x="28" y="10"/>
                </a:cubicBezTo>
                <a:cubicBezTo>
                  <a:pt x="28" y="0"/>
                  <a:pt x="28" y="0"/>
                  <a:pt x="28" y="0"/>
                </a:cubicBezTo>
                <a:close/>
                <a:moveTo>
                  <a:pt x="60" y="28"/>
                </a:moveTo>
                <a:cubicBezTo>
                  <a:pt x="60" y="32"/>
                  <a:pt x="60" y="32"/>
                  <a:pt x="60" y="32"/>
                </a:cubicBezTo>
                <a:cubicBezTo>
                  <a:pt x="50" y="32"/>
                  <a:pt x="50" y="32"/>
                  <a:pt x="50" y="32"/>
                </a:cubicBezTo>
                <a:cubicBezTo>
                  <a:pt x="50" y="28"/>
                  <a:pt x="50" y="28"/>
                  <a:pt x="50" y="28"/>
                </a:cubicBezTo>
                <a:cubicBezTo>
                  <a:pt x="60" y="28"/>
                  <a:pt x="60" y="28"/>
                  <a:pt x="60" y="28"/>
                </a:cubicBezTo>
                <a:close/>
                <a:moveTo>
                  <a:pt x="55" y="14"/>
                </a:moveTo>
                <a:cubicBezTo>
                  <a:pt x="57" y="17"/>
                  <a:pt x="57" y="17"/>
                  <a:pt x="57" y="17"/>
                </a:cubicBezTo>
                <a:cubicBezTo>
                  <a:pt x="49" y="22"/>
                  <a:pt x="49" y="22"/>
                  <a:pt x="49" y="22"/>
                </a:cubicBezTo>
                <a:cubicBezTo>
                  <a:pt x="47" y="19"/>
                  <a:pt x="47" y="19"/>
                  <a:pt x="47" y="19"/>
                </a:cubicBezTo>
                <a:cubicBezTo>
                  <a:pt x="55" y="14"/>
                  <a:pt x="55" y="14"/>
                  <a:pt x="55" y="14"/>
                </a:cubicBezTo>
                <a:close/>
                <a:moveTo>
                  <a:pt x="44" y="3"/>
                </a:moveTo>
                <a:cubicBezTo>
                  <a:pt x="39" y="12"/>
                  <a:pt x="39" y="12"/>
                  <a:pt x="39" y="12"/>
                </a:cubicBezTo>
                <a:cubicBezTo>
                  <a:pt x="42" y="14"/>
                  <a:pt x="42" y="14"/>
                  <a:pt x="42" y="14"/>
                </a:cubicBezTo>
                <a:cubicBezTo>
                  <a:pt x="47" y="5"/>
                  <a:pt x="47" y="5"/>
                  <a:pt x="47" y="5"/>
                </a:cubicBezTo>
                <a:cubicBezTo>
                  <a:pt x="44" y="3"/>
                  <a:pt x="44" y="3"/>
                  <a:pt x="44" y="3"/>
                </a:cubicBezTo>
                <a:close/>
                <a:moveTo>
                  <a:pt x="0" y="32"/>
                </a:moveTo>
                <a:cubicBezTo>
                  <a:pt x="0" y="28"/>
                  <a:pt x="0" y="28"/>
                  <a:pt x="0" y="28"/>
                </a:cubicBezTo>
                <a:cubicBezTo>
                  <a:pt x="10" y="28"/>
                  <a:pt x="10" y="28"/>
                  <a:pt x="10" y="28"/>
                </a:cubicBezTo>
                <a:cubicBezTo>
                  <a:pt x="10" y="32"/>
                  <a:pt x="10" y="32"/>
                  <a:pt x="10" y="32"/>
                </a:cubicBezTo>
                <a:cubicBezTo>
                  <a:pt x="0" y="32"/>
                  <a:pt x="0" y="32"/>
                  <a:pt x="0" y="32"/>
                </a:cubicBezTo>
                <a:close/>
                <a:moveTo>
                  <a:pt x="3" y="17"/>
                </a:moveTo>
                <a:cubicBezTo>
                  <a:pt x="5" y="14"/>
                  <a:pt x="5" y="14"/>
                  <a:pt x="5" y="14"/>
                </a:cubicBezTo>
                <a:cubicBezTo>
                  <a:pt x="14" y="18"/>
                  <a:pt x="14" y="18"/>
                  <a:pt x="14" y="18"/>
                </a:cubicBezTo>
                <a:cubicBezTo>
                  <a:pt x="12" y="22"/>
                  <a:pt x="12" y="22"/>
                  <a:pt x="12" y="22"/>
                </a:cubicBezTo>
                <a:cubicBezTo>
                  <a:pt x="3" y="17"/>
                  <a:pt x="3" y="17"/>
                  <a:pt x="3" y="17"/>
                </a:cubicBezTo>
                <a:close/>
                <a:moveTo>
                  <a:pt x="14" y="5"/>
                </a:moveTo>
                <a:cubicBezTo>
                  <a:pt x="19" y="14"/>
                  <a:pt x="19" y="14"/>
                  <a:pt x="19" y="14"/>
                </a:cubicBezTo>
                <a:cubicBezTo>
                  <a:pt x="22" y="12"/>
                  <a:pt x="22" y="12"/>
                  <a:pt x="22" y="12"/>
                </a:cubicBezTo>
                <a:cubicBezTo>
                  <a:pt x="17" y="3"/>
                  <a:pt x="17" y="3"/>
                  <a:pt x="17" y="3"/>
                </a:cubicBezTo>
                <a:cubicBezTo>
                  <a:pt x="14" y="5"/>
                  <a:pt x="14" y="5"/>
                  <a:pt x="14" y="5"/>
                </a:cubicBezTo>
                <a:close/>
                <a:moveTo>
                  <a:pt x="30" y="15"/>
                </a:moveTo>
                <a:cubicBezTo>
                  <a:pt x="34" y="15"/>
                  <a:pt x="39" y="17"/>
                  <a:pt x="42" y="19"/>
                </a:cubicBezTo>
                <a:cubicBezTo>
                  <a:pt x="44" y="22"/>
                  <a:pt x="46" y="26"/>
                  <a:pt x="46" y="31"/>
                </a:cubicBezTo>
                <a:cubicBezTo>
                  <a:pt x="46" y="34"/>
                  <a:pt x="45" y="36"/>
                  <a:pt x="44" y="39"/>
                </a:cubicBezTo>
                <a:cubicBezTo>
                  <a:pt x="43" y="41"/>
                  <a:pt x="41" y="43"/>
                  <a:pt x="39" y="44"/>
                </a:cubicBezTo>
                <a:cubicBezTo>
                  <a:pt x="39" y="46"/>
                  <a:pt x="39" y="46"/>
                  <a:pt x="39" y="46"/>
                </a:cubicBezTo>
                <a:cubicBezTo>
                  <a:pt x="39" y="46"/>
                  <a:pt x="39" y="46"/>
                  <a:pt x="39" y="46"/>
                </a:cubicBezTo>
                <a:cubicBezTo>
                  <a:pt x="41" y="46"/>
                  <a:pt x="41" y="46"/>
                  <a:pt x="41" y="46"/>
                </a:cubicBezTo>
                <a:cubicBezTo>
                  <a:pt x="41" y="47"/>
                  <a:pt x="41" y="47"/>
                  <a:pt x="41" y="47"/>
                </a:cubicBezTo>
                <a:cubicBezTo>
                  <a:pt x="41" y="48"/>
                  <a:pt x="42" y="49"/>
                  <a:pt x="42" y="50"/>
                </a:cubicBezTo>
                <a:cubicBezTo>
                  <a:pt x="42" y="50"/>
                  <a:pt x="41" y="51"/>
                  <a:pt x="41" y="52"/>
                </a:cubicBezTo>
                <a:cubicBezTo>
                  <a:pt x="41" y="52"/>
                  <a:pt x="41" y="52"/>
                  <a:pt x="41" y="52"/>
                </a:cubicBezTo>
                <a:cubicBezTo>
                  <a:pt x="41" y="53"/>
                  <a:pt x="41" y="53"/>
                  <a:pt x="41" y="53"/>
                </a:cubicBezTo>
                <a:cubicBezTo>
                  <a:pt x="41" y="54"/>
                  <a:pt x="42" y="55"/>
                  <a:pt x="42" y="55"/>
                </a:cubicBezTo>
                <a:cubicBezTo>
                  <a:pt x="42" y="56"/>
                  <a:pt x="41" y="57"/>
                  <a:pt x="41" y="58"/>
                </a:cubicBezTo>
                <a:cubicBezTo>
                  <a:pt x="41" y="59"/>
                  <a:pt x="41" y="59"/>
                  <a:pt x="41" y="59"/>
                </a:cubicBezTo>
                <a:cubicBezTo>
                  <a:pt x="40" y="59"/>
                  <a:pt x="40" y="59"/>
                  <a:pt x="40" y="59"/>
                </a:cubicBezTo>
                <a:cubicBezTo>
                  <a:pt x="22" y="61"/>
                  <a:pt x="22" y="61"/>
                  <a:pt x="22" y="61"/>
                </a:cubicBezTo>
                <a:cubicBezTo>
                  <a:pt x="20" y="61"/>
                  <a:pt x="20" y="61"/>
                  <a:pt x="20" y="61"/>
                </a:cubicBezTo>
                <a:cubicBezTo>
                  <a:pt x="20" y="60"/>
                  <a:pt x="20" y="60"/>
                  <a:pt x="20" y="60"/>
                </a:cubicBezTo>
                <a:cubicBezTo>
                  <a:pt x="20" y="59"/>
                  <a:pt x="19" y="58"/>
                  <a:pt x="19" y="57"/>
                </a:cubicBezTo>
                <a:cubicBezTo>
                  <a:pt x="19" y="56"/>
                  <a:pt x="19" y="55"/>
                  <a:pt x="20" y="54"/>
                </a:cubicBezTo>
                <a:cubicBezTo>
                  <a:pt x="20" y="54"/>
                  <a:pt x="20" y="54"/>
                  <a:pt x="20" y="54"/>
                </a:cubicBezTo>
                <a:cubicBezTo>
                  <a:pt x="20" y="54"/>
                  <a:pt x="20" y="54"/>
                  <a:pt x="20" y="54"/>
                </a:cubicBezTo>
                <a:cubicBezTo>
                  <a:pt x="20" y="53"/>
                  <a:pt x="19" y="52"/>
                  <a:pt x="19" y="51"/>
                </a:cubicBezTo>
                <a:cubicBezTo>
                  <a:pt x="19" y="50"/>
                  <a:pt x="19" y="49"/>
                  <a:pt x="20" y="48"/>
                </a:cubicBezTo>
                <a:cubicBezTo>
                  <a:pt x="20" y="47"/>
                  <a:pt x="20" y="47"/>
                  <a:pt x="20" y="47"/>
                </a:cubicBezTo>
                <a:cubicBezTo>
                  <a:pt x="21" y="47"/>
                  <a:pt x="21" y="47"/>
                  <a:pt x="21" y="47"/>
                </a:cubicBezTo>
                <a:cubicBezTo>
                  <a:pt x="22" y="47"/>
                  <a:pt x="22" y="47"/>
                  <a:pt x="22" y="47"/>
                </a:cubicBezTo>
                <a:cubicBezTo>
                  <a:pt x="22" y="44"/>
                  <a:pt x="22" y="44"/>
                  <a:pt x="22" y="44"/>
                </a:cubicBezTo>
                <a:cubicBezTo>
                  <a:pt x="20" y="43"/>
                  <a:pt x="18" y="41"/>
                  <a:pt x="17" y="39"/>
                </a:cubicBezTo>
                <a:cubicBezTo>
                  <a:pt x="15" y="37"/>
                  <a:pt x="14" y="34"/>
                  <a:pt x="14" y="31"/>
                </a:cubicBezTo>
                <a:cubicBezTo>
                  <a:pt x="14" y="26"/>
                  <a:pt x="16" y="22"/>
                  <a:pt x="19" y="19"/>
                </a:cubicBezTo>
                <a:cubicBezTo>
                  <a:pt x="22" y="17"/>
                  <a:pt x="26" y="15"/>
                  <a:pt x="30" y="15"/>
                </a:cubicBezTo>
                <a:close/>
                <a:moveTo>
                  <a:pt x="35" y="62"/>
                </a:moveTo>
                <a:cubicBezTo>
                  <a:pt x="35" y="62"/>
                  <a:pt x="35" y="62"/>
                  <a:pt x="35" y="62"/>
                </a:cubicBezTo>
                <a:cubicBezTo>
                  <a:pt x="35" y="65"/>
                  <a:pt x="33" y="67"/>
                  <a:pt x="30" y="67"/>
                </a:cubicBezTo>
                <a:cubicBezTo>
                  <a:pt x="28" y="67"/>
                  <a:pt x="26" y="65"/>
                  <a:pt x="26" y="63"/>
                </a:cubicBezTo>
                <a:cubicBezTo>
                  <a:pt x="35" y="62"/>
                  <a:pt x="35" y="62"/>
                  <a:pt x="35" y="62"/>
                </a:cubicBezTo>
                <a:close/>
                <a:moveTo>
                  <a:pt x="38" y="55"/>
                </a:moveTo>
                <a:cubicBezTo>
                  <a:pt x="23" y="57"/>
                  <a:pt x="23" y="57"/>
                  <a:pt x="23" y="57"/>
                </a:cubicBezTo>
                <a:cubicBezTo>
                  <a:pt x="23" y="57"/>
                  <a:pt x="23" y="57"/>
                  <a:pt x="23" y="57"/>
                </a:cubicBezTo>
                <a:cubicBezTo>
                  <a:pt x="23" y="57"/>
                  <a:pt x="23" y="57"/>
                  <a:pt x="23" y="57"/>
                </a:cubicBezTo>
                <a:cubicBezTo>
                  <a:pt x="38" y="56"/>
                  <a:pt x="38" y="56"/>
                  <a:pt x="38" y="56"/>
                </a:cubicBezTo>
                <a:cubicBezTo>
                  <a:pt x="38" y="56"/>
                  <a:pt x="38" y="56"/>
                  <a:pt x="38" y="55"/>
                </a:cubicBezTo>
                <a:cubicBezTo>
                  <a:pt x="38" y="55"/>
                  <a:pt x="38" y="55"/>
                  <a:pt x="38" y="55"/>
                </a:cubicBezTo>
                <a:close/>
                <a:moveTo>
                  <a:pt x="38" y="49"/>
                </a:moveTo>
                <a:cubicBezTo>
                  <a:pt x="23" y="51"/>
                  <a:pt x="23" y="51"/>
                  <a:pt x="23" y="51"/>
                </a:cubicBezTo>
                <a:cubicBezTo>
                  <a:pt x="23" y="51"/>
                  <a:pt x="23" y="51"/>
                  <a:pt x="23" y="51"/>
                </a:cubicBezTo>
                <a:cubicBezTo>
                  <a:pt x="23" y="51"/>
                  <a:pt x="23" y="51"/>
                  <a:pt x="23" y="51"/>
                </a:cubicBezTo>
                <a:cubicBezTo>
                  <a:pt x="38" y="50"/>
                  <a:pt x="38" y="50"/>
                  <a:pt x="38" y="50"/>
                </a:cubicBezTo>
                <a:cubicBezTo>
                  <a:pt x="38" y="50"/>
                  <a:pt x="38" y="50"/>
                  <a:pt x="38" y="50"/>
                </a:cubicBezTo>
                <a:cubicBezTo>
                  <a:pt x="38" y="49"/>
                  <a:pt x="38" y="49"/>
                  <a:pt x="38" y="4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2" name="Freeform 31">
            <a:extLst>
              <a:ext uri="{FF2B5EF4-FFF2-40B4-BE49-F238E27FC236}">
                <a16:creationId xmlns="" xmlns:a16="http://schemas.microsoft.com/office/drawing/2014/main" id="{71FA31B5-5D67-437F-A9FA-C2B92130E956}"/>
              </a:ext>
            </a:extLst>
          </p:cNvPr>
          <p:cNvSpPr>
            <a:spLocks noEditPoints="1"/>
          </p:cNvSpPr>
          <p:nvPr/>
        </p:nvSpPr>
        <p:spPr bwMode="auto">
          <a:xfrm>
            <a:off x="3091954" y="1089868"/>
            <a:ext cx="538162" cy="688975"/>
          </a:xfrm>
          <a:custGeom>
            <a:avLst/>
            <a:gdLst>
              <a:gd name="T0" fmla="*/ 2147483646 w 53"/>
              <a:gd name="T1" fmla="*/ 2147483646 h 68"/>
              <a:gd name="T2" fmla="*/ 2147483646 w 53"/>
              <a:gd name="T3" fmla="*/ 2147483646 h 68"/>
              <a:gd name="T4" fmla="*/ 2147483646 w 53"/>
              <a:gd name="T5" fmla="*/ 2147483646 h 68"/>
              <a:gd name="T6" fmla="*/ 2147483646 w 53"/>
              <a:gd name="T7" fmla="*/ 2147483646 h 68"/>
              <a:gd name="T8" fmla="*/ 2147483646 w 53"/>
              <a:gd name="T9" fmla="*/ 2147483646 h 68"/>
              <a:gd name="T10" fmla="*/ 2147483646 w 53"/>
              <a:gd name="T11" fmla="*/ 2147483646 h 68"/>
              <a:gd name="T12" fmla="*/ 2147483646 w 53"/>
              <a:gd name="T13" fmla="*/ 2147483646 h 68"/>
              <a:gd name="T14" fmla="*/ 2147483646 w 53"/>
              <a:gd name="T15" fmla="*/ 2147483646 h 68"/>
              <a:gd name="T16" fmla="*/ 2147483646 w 53"/>
              <a:gd name="T17" fmla="*/ 2147483646 h 68"/>
              <a:gd name="T18" fmla="*/ 2147483646 w 53"/>
              <a:gd name="T19" fmla="*/ 2147483646 h 68"/>
              <a:gd name="T20" fmla="*/ 2147483646 w 53"/>
              <a:gd name="T21" fmla="*/ 2147483646 h 68"/>
              <a:gd name="T22" fmla="*/ 2147483646 w 53"/>
              <a:gd name="T23" fmla="*/ 2147483646 h 68"/>
              <a:gd name="T24" fmla="*/ 2147483646 w 53"/>
              <a:gd name="T25" fmla="*/ 2147483646 h 68"/>
              <a:gd name="T26" fmla="*/ 2147483646 w 53"/>
              <a:gd name="T27" fmla="*/ 2147483646 h 68"/>
              <a:gd name="T28" fmla="*/ 2147483646 w 53"/>
              <a:gd name="T29" fmla="*/ 2147483646 h 68"/>
              <a:gd name="T30" fmla="*/ 2147483646 w 53"/>
              <a:gd name="T31" fmla="*/ 2147483646 h 68"/>
              <a:gd name="T32" fmla="*/ 2147483646 w 53"/>
              <a:gd name="T33" fmla="*/ 2147483646 h 68"/>
              <a:gd name="T34" fmla="*/ 2147483646 w 53"/>
              <a:gd name="T35" fmla="*/ 2147483646 h 68"/>
              <a:gd name="T36" fmla="*/ 2147483646 w 53"/>
              <a:gd name="T37" fmla="*/ 2147483646 h 68"/>
              <a:gd name="T38" fmla="*/ 2147483646 w 53"/>
              <a:gd name="T39" fmla="*/ 2147483646 h 68"/>
              <a:gd name="T40" fmla="*/ 2147483646 w 53"/>
              <a:gd name="T41" fmla="*/ 2147483646 h 68"/>
              <a:gd name="T42" fmla="*/ 2147483646 w 53"/>
              <a:gd name="T43" fmla="*/ 2147483646 h 68"/>
              <a:gd name="T44" fmla="*/ 2147483646 w 53"/>
              <a:gd name="T45" fmla="*/ 2147483646 h 68"/>
              <a:gd name="T46" fmla="*/ 0 w 53"/>
              <a:gd name="T47" fmla="*/ 2147483646 h 68"/>
              <a:gd name="T48" fmla="*/ 2147483646 w 53"/>
              <a:gd name="T49" fmla="*/ 2147483646 h 68"/>
              <a:gd name="T50" fmla="*/ 2147483646 w 53"/>
              <a:gd name="T51" fmla="*/ 2147483646 h 68"/>
              <a:gd name="T52" fmla="*/ 2147483646 w 53"/>
              <a:gd name="T53" fmla="*/ 2147483646 h 68"/>
              <a:gd name="T54" fmla="*/ 2147483646 w 53"/>
              <a:gd name="T55" fmla="*/ 2147483646 h 68"/>
              <a:gd name="T56" fmla="*/ 2147483646 w 53"/>
              <a:gd name="T57" fmla="*/ 2147483646 h 68"/>
              <a:gd name="T58" fmla="*/ 2147483646 w 53"/>
              <a:gd name="T59" fmla="*/ 2147483646 h 68"/>
              <a:gd name="T60" fmla="*/ 2147483646 w 53"/>
              <a:gd name="T61" fmla="*/ 2147483646 h 68"/>
              <a:gd name="T62" fmla="*/ 2147483646 w 53"/>
              <a:gd name="T63" fmla="*/ 2147483646 h 68"/>
              <a:gd name="T64" fmla="*/ 2147483646 w 53"/>
              <a:gd name="T65" fmla="*/ 2147483646 h 68"/>
              <a:gd name="T66" fmla="*/ 2147483646 w 53"/>
              <a:gd name="T67" fmla="*/ 2147483646 h 6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3" h="68">
                <a:moveTo>
                  <a:pt x="9" y="3"/>
                </a:moveTo>
                <a:cubicBezTo>
                  <a:pt x="20" y="0"/>
                  <a:pt x="32" y="0"/>
                  <a:pt x="44" y="3"/>
                </a:cubicBezTo>
                <a:cubicBezTo>
                  <a:pt x="43" y="14"/>
                  <a:pt x="42" y="23"/>
                  <a:pt x="39" y="31"/>
                </a:cubicBezTo>
                <a:cubicBezTo>
                  <a:pt x="31" y="31"/>
                  <a:pt x="31" y="31"/>
                  <a:pt x="31" y="31"/>
                </a:cubicBezTo>
                <a:cubicBezTo>
                  <a:pt x="31" y="38"/>
                  <a:pt x="31" y="38"/>
                  <a:pt x="31" y="38"/>
                </a:cubicBezTo>
                <a:cubicBezTo>
                  <a:pt x="23" y="38"/>
                  <a:pt x="23" y="38"/>
                  <a:pt x="23" y="38"/>
                </a:cubicBezTo>
                <a:cubicBezTo>
                  <a:pt x="23" y="31"/>
                  <a:pt x="23" y="31"/>
                  <a:pt x="23" y="31"/>
                </a:cubicBezTo>
                <a:cubicBezTo>
                  <a:pt x="14" y="31"/>
                  <a:pt x="14" y="31"/>
                  <a:pt x="14" y="31"/>
                </a:cubicBezTo>
                <a:cubicBezTo>
                  <a:pt x="12" y="23"/>
                  <a:pt x="10" y="15"/>
                  <a:pt x="9" y="3"/>
                </a:cubicBezTo>
                <a:close/>
                <a:moveTo>
                  <a:pt x="27" y="62"/>
                </a:moveTo>
                <a:cubicBezTo>
                  <a:pt x="29" y="62"/>
                  <a:pt x="30" y="64"/>
                  <a:pt x="30" y="65"/>
                </a:cubicBezTo>
                <a:cubicBezTo>
                  <a:pt x="30" y="67"/>
                  <a:pt x="28" y="68"/>
                  <a:pt x="27" y="68"/>
                </a:cubicBezTo>
                <a:cubicBezTo>
                  <a:pt x="25" y="68"/>
                  <a:pt x="24" y="67"/>
                  <a:pt x="24" y="65"/>
                </a:cubicBezTo>
                <a:cubicBezTo>
                  <a:pt x="24" y="64"/>
                  <a:pt x="25" y="62"/>
                  <a:pt x="27" y="62"/>
                </a:cubicBezTo>
                <a:cubicBezTo>
                  <a:pt x="27" y="62"/>
                  <a:pt x="27" y="62"/>
                  <a:pt x="27" y="62"/>
                </a:cubicBezTo>
                <a:cubicBezTo>
                  <a:pt x="22" y="62"/>
                  <a:pt x="18" y="63"/>
                  <a:pt x="14" y="64"/>
                </a:cubicBezTo>
                <a:cubicBezTo>
                  <a:pt x="15" y="64"/>
                  <a:pt x="15" y="65"/>
                  <a:pt x="15" y="65"/>
                </a:cubicBezTo>
                <a:cubicBezTo>
                  <a:pt x="15" y="67"/>
                  <a:pt x="13" y="68"/>
                  <a:pt x="12" y="68"/>
                </a:cubicBezTo>
                <a:cubicBezTo>
                  <a:pt x="10" y="68"/>
                  <a:pt x="9" y="67"/>
                  <a:pt x="9" y="65"/>
                </a:cubicBezTo>
                <a:cubicBezTo>
                  <a:pt x="9" y="64"/>
                  <a:pt x="9" y="63"/>
                  <a:pt x="10" y="63"/>
                </a:cubicBezTo>
                <a:cubicBezTo>
                  <a:pt x="10" y="61"/>
                  <a:pt x="10" y="61"/>
                  <a:pt x="10" y="61"/>
                </a:cubicBezTo>
                <a:cubicBezTo>
                  <a:pt x="14" y="60"/>
                  <a:pt x="19" y="58"/>
                  <a:pt x="24" y="58"/>
                </a:cubicBezTo>
                <a:cubicBezTo>
                  <a:pt x="24" y="48"/>
                  <a:pt x="24" y="48"/>
                  <a:pt x="24" y="48"/>
                </a:cubicBezTo>
                <a:cubicBezTo>
                  <a:pt x="20" y="48"/>
                  <a:pt x="16" y="47"/>
                  <a:pt x="13" y="46"/>
                </a:cubicBezTo>
                <a:cubicBezTo>
                  <a:pt x="13" y="44"/>
                  <a:pt x="13" y="43"/>
                  <a:pt x="13" y="41"/>
                </a:cubicBezTo>
                <a:cubicBezTo>
                  <a:pt x="22" y="41"/>
                  <a:pt x="31" y="41"/>
                  <a:pt x="40" y="41"/>
                </a:cubicBezTo>
                <a:cubicBezTo>
                  <a:pt x="40" y="43"/>
                  <a:pt x="40" y="44"/>
                  <a:pt x="40" y="46"/>
                </a:cubicBezTo>
                <a:cubicBezTo>
                  <a:pt x="37" y="47"/>
                  <a:pt x="33" y="48"/>
                  <a:pt x="29" y="48"/>
                </a:cubicBezTo>
                <a:cubicBezTo>
                  <a:pt x="29" y="58"/>
                  <a:pt x="29" y="58"/>
                  <a:pt x="29" y="58"/>
                </a:cubicBezTo>
                <a:cubicBezTo>
                  <a:pt x="34" y="58"/>
                  <a:pt x="39" y="59"/>
                  <a:pt x="45" y="61"/>
                </a:cubicBezTo>
                <a:cubicBezTo>
                  <a:pt x="44" y="63"/>
                  <a:pt x="44" y="63"/>
                  <a:pt x="44" y="63"/>
                </a:cubicBezTo>
                <a:cubicBezTo>
                  <a:pt x="45" y="63"/>
                  <a:pt x="46" y="64"/>
                  <a:pt x="46" y="65"/>
                </a:cubicBezTo>
                <a:cubicBezTo>
                  <a:pt x="46" y="67"/>
                  <a:pt x="44" y="68"/>
                  <a:pt x="43" y="68"/>
                </a:cubicBezTo>
                <a:cubicBezTo>
                  <a:pt x="41" y="68"/>
                  <a:pt x="40" y="67"/>
                  <a:pt x="40" y="65"/>
                </a:cubicBezTo>
                <a:cubicBezTo>
                  <a:pt x="40" y="65"/>
                  <a:pt x="40" y="65"/>
                  <a:pt x="40" y="64"/>
                </a:cubicBezTo>
                <a:cubicBezTo>
                  <a:pt x="35" y="63"/>
                  <a:pt x="31" y="62"/>
                  <a:pt x="27" y="62"/>
                </a:cubicBezTo>
                <a:close/>
                <a:moveTo>
                  <a:pt x="46" y="32"/>
                </a:moveTo>
                <a:cubicBezTo>
                  <a:pt x="46" y="35"/>
                  <a:pt x="46" y="37"/>
                  <a:pt x="45" y="38"/>
                </a:cubicBezTo>
                <a:cubicBezTo>
                  <a:pt x="44" y="40"/>
                  <a:pt x="43" y="42"/>
                  <a:pt x="42" y="43"/>
                </a:cubicBezTo>
                <a:cubicBezTo>
                  <a:pt x="44" y="45"/>
                  <a:pt x="44" y="45"/>
                  <a:pt x="44" y="45"/>
                </a:cubicBezTo>
                <a:cubicBezTo>
                  <a:pt x="46" y="44"/>
                  <a:pt x="47" y="42"/>
                  <a:pt x="48" y="40"/>
                </a:cubicBezTo>
                <a:cubicBezTo>
                  <a:pt x="49" y="38"/>
                  <a:pt x="49" y="35"/>
                  <a:pt x="50" y="32"/>
                </a:cubicBezTo>
                <a:cubicBezTo>
                  <a:pt x="51" y="32"/>
                  <a:pt x="53" y="31"/>
                  <a:pt x="53" y="29"/>
                </a:cubicBezTo>
                <a:cubicBezTo>
                  <a:pt x="44" y="29"/>
                  <a:pt x="44" y="29"/>
                  <a:pt x="44" y="29"/>
                </a:cubicBezTo>
                <a:cubicBezTo>
                  <a:pt x="44" y="31"/>
                  <a:pt x="45" y="32"/>
                  <a:pt x="46" y="32"/>
                </a:cubicBezTo>
                <a:close/>
                <a:moveTo>
                  <a:pt x="6" y="32"/>
                </a:moveTo>
                <a:cubicBezTo>
                  <a:pt x="8" y="32"/>
                  <a:pt x="9" y="31"/>
                  <a:pt x="9" y="29"/>
                </a:cubicBezTo>
                <a:cubicBezTo>
                  <a:pt x="0" y="29"/>
                  <a:pt x="0" y="29"/>
                  <a:pt x="0" y="29"/>
                </a:cubicBezTo>
                <a:cubicBezTo>
                  <a:pt x="0" y="31"/>
                  <a:pt x="1" y="32"/>
                  <a:pt x="3" y="32"/>
                </a:cubicBezTo>
                <a:cubicBezTo>
                  <a:pt x="3" y="35"/>
                  <a:pt x="4" y="38"/>
                  <a:pt x="5" y="40"/>
                </a:cubicBezTo>
                <a:cubicBezTo>
                  <a:pt x="6" y="42"/>
                  <a:pt x="7" y="44"/>
                  <a:pt x="8" y="45"/>
                </a:cubicBezTo>
                <a:cubicBezTo>
                  <a:pt x="11" y="43"/>
                  <a:pt x="11" y="43"/>
                  <a:pt x="11" y="43"/>
                </a:cubicBezTo>
                <a:cubicBezTo>
                  <a:pt x="9" y="42"/>
                  <a:pt x="8" y="40"/>
                  <a:pt x="8" y="38"/>
                </a:cubicBezTo>
                <a:cubicBezTo>
                  <a:pt x="7" y="37"/>
                  <a:pt x="6" y="35"/>
                  <a:pt x="6" y="32"/>
                </a:cubicBezTo>
                <a:close/>
                <a:moveTo>
                  <a:pt x="16" y="8"/>
                </a:moveTo>
                <a:cubicBezTo>
                  <a:pt x="16" y="10"/>
                  <a:pt x="16" y="10"/>
                  <a:pt x="16" y="10"/>
                </a:cubicBezTo>
                <a:cubicBezTo>
                  <a:pt x="38" y="10"/>
                  <a:pt x="38" y="10"/>
                  <a:pt x="38" y="10"/>
                </a:cubicBezTo>
                <a:cubicBezTo>
                  <a:pt x="38" y="8"/>
                  <a:pt x="38" y="8"/>
                  <a:pt x="38" y="8"/>
                </a:cubicBezTo>
                <a:cubicBezTo>
                  <a:pt x="16" y="8"/>
                  <a:pt x="16" y="8"/>
                  <a:pt x="16" y="8"/>
                </a:cubicBezTo>
                <a:close/>
                <a:moveTo>
                  <a:pt x="19" y="21"/>
                </a:moveTo>
                <a:cubicBezTo>
                  <a:pt x="19" y="24"/>
                  <a:pt x="19" y="24"/>
                  <a:pt x="19" y="24"/>
                </a:cubicBezTo>
                <a:cubicBezTo>
                  <a:pt x="35" y="24"/>
                  <a:pt x="35" y="24"/>
                  <a:pt x="35" y="24"/>
                </a:cubicBezTo>
                <a:cubicBezTo>
                  <a:pt x="35" y="21"/>
                  <a:pt x="35" y="21"/>
                  <a:pt x="35" y="21"/>
                </a:cubicBezTo>
                <a:cubicBezTo>
                  <a:pt x="19" y="21"/>
                  <a:pt x="19" y="21"/>
                  <a:pt x="19" y="21"/>
                </a:cubicBezTo>
                <a:close/>
                <a:moveTo>
                  <a:pt x="18" y="14"/>
                </a:moveTo>
                <a:cubicBezTo>
                  <a:pt x="18" y="17"/>
                  <a:pt x="18" y="17"/>
                  <a:pt x="18" y="17"/>
                </a:cubicBezTo>
                <a:cubicBezTo>
                  <a:pt x="36" y="17"/>
                  <a:pt x="36" y="17"/>
                  <a:pt x="36" y="17"/>
                </a:cubicBezTo>
                <a:cubicBezTo>
                  <a:pt x="36" y="14"/>
                  <a:pt x="36" y="14"/>
                  <a:pt x="36" y="14"/>
                </a:cubicBezTo>
                <a:lnTo>
                  <a:pt x="18"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3" name="Freeform 32">
            <a:extLst>
              <a:ext uri="{FF2B5EF4-FFF2-40B4-BE49-F238E27FC236}">
                <a16:creationId xmlns="" xmlns:a16="http://schemas.microsoft.com/office/drawing/2014/main" id="{B9D9899D-2C47-42CC-BF2F-E1A527E4937D}"/>
              </a:ext>
            </a:extLst>
          </p:cNvPr>
          <p:cNvSpPr>
            <a:spLocks noEditPoints="1"/>
          </p:cNvSpPr>
          <p:nvPr/>
        </p:nvSpPr>
        <p:spPr bwMode="auto">
          <a:xfrm>
            <a:off x="4125416" y="1139081"/>
            <a:ext cx="709613" cy="538162"/>
          </a:xfrm>
          <a:custGeom>
            <a:avLst/>
            <a:gdLst>
              <a:gd name="T0" fmla="*/ 2147483646 w 70"/>
              <a:gd name="T1" fmla="*/ 2147483646 h 53"/>
              <a:gd name="T2" fmla="*/ 2147483646 w 70"/>
              <a:gd name="T3" fmla="*/ 2147483646 h 53"/>
              <a:gd name="T4" fmla="*/ 2147483646 w 70"/>
              <a:gd name="T5" fmla="*/ 2147483646 h 53"/>
              <a:gd name="T6" fmla="*/ 2147483646 w 70"/>
              <a:gd name="T7" fmla="*/ 2147483646 h 53"/>
              <a:gd name="T8" fmla="*/ 2147483646 w 70"/>
              <a:gd name="T9" fmla="*/ 2147483646 h 53"/>
              <a:gd name="T10" fmla="*/ 2147483646 w 70"/>
              <a:gd name="T11" fmla="*/ 2147483646 h 53"/>
              <a:gd name="T12" fmla="*/ 2147483646 w 70"/>
              <a:gd name="T13" fmla="*/ 2147483646 h 53"/>
              <a:gd name="T14" fmla="*/ 2147483646 w 70"/>
              <a:gd name="T15" fmla="*/ 2147483646 h 53"/>
              <a:gd name="T16" fmla="*/ 2147483646 w 70"/>
              <a:gd name="T17" fmla="*/ 2147483646 h 53"/>
              <a:gd name="T18" fmla="*/ 2147483646 w 70"/>
              <a:gd name="T19" fmla="*/ 2147483646 h 53"/>
              <a:gd name="T20" fmla="*/ 2147483646 w 70"/>
              <a:gd name="T21" fmla="*/ 2147483646 h 53"/>
              <a:gd name="T22" fmla="*/ 2147483646 w 70"/>
              <a:gd name="T23" fmla="*/ 2147483646 h 53"/>
              <a:gd name="T24" fmla="*/ 2147483646 w 70"/>
              <a:gd name="T25" fmla="*/ 2147483646 h 53"/>
              <a:gd name="T26" fmla="*/ 2147483646 w 70"/>
              <a:gd name="T27" fmla="*/ 2147483646 h 53"/>
              <a:gd name="T28" fmla="*/ 2147483646 w 70"/>
              <a:gd name="T29" fmla="*/ 2147483646 h 53"/>
              <a:gd name="T30" fmla="*/ 2147483646 w 70"/>
              <a:gd name="T31" fmla="*/ 2147483646 h 53"/>
              <a:gd name="T32" fmla="*/ 2147483646 w 70"/>
              <a:gd name="T33" fmla="*/ 2147483646 h 53"/>
              <a:gd name="T34" fmla="*/ 2147483646 w 70"/>
              <a:gd name="T35" fmla="*/ 2147483646 h 53"/>
              <a:gd name="T36" fmla="*/ 2147483646 w 70"/>
              <a:gd name="T37" fmla="*/ 2147483646 h 53"/>
              <a:gd name="T38" fmla="*/ 2147483646 w 70"/>
              <a:gd name="T39" fmla="*/ 2147483646 h 53"/>
              <a:gd name="T40" fmla="*/ 2147483646 w 70"/>
              <a:gd name="T41" fmla="*/ 2147483646 h 53"/>
              <a:gd name="T42" fmla="*/ 2147483646 w 70"/>
              <a:gd name="T43" fmla="*/ 2147483646 h 53"/>
              <a:gd name="T44" fmla="*/ 2147483646 w 70"/>
              <a:gd name="T45" fmla="*/ 2147483646 h 53"/>
              <a:gd name="T46" fmla="*/ 2147483646 w 70"/>
              <a:gd name="T47" fmla="*/ 2147483646 h 53"/>
              <a:gd name="T48" fmla="*/ 2147483646 w 70"/>
              <a:gd name="T49" fmla="*/ 2147483646 h 53"/>
              <a:gd name="T50" fmla="*/ 2147483646 w 70"/>
              <a:gd name="T51" fmla="*/ 2147483646 h 53"/>
              <a:gd name="T52" fmla="*/ 0 w 70"/>
              <a:gd name="T53" fmla="*/ 2147483646 h 53"/>
              <a:gd name="T54" fmla="*/ 0 w 70"/>
              <a:gd name="T55" fmla="*/ 2147483646 h 53"/>
              <a:gd name="T56" fmla="*/ 2147483646 w 70"/>
              <a:gd name="T57" fmla="*/ 2147483646 h 53"/>
              <a:gd name="T58" fmla="*/ 2147483646 w 70"/>
              <a:gd name="T59" fmla="*/ 2147483646 h 53"/>
              <a:gd name="T60" fmla="*/ 2147483646 w 70"/>
              <a:gd name="T61" fmla="*/ 2147483646 h 53"/>
              <a:gd name="T62" fmla="*/ 2147483646 w 70"/>
              <a:gd name="T63" fmla="*/ 2147483646 h 53"/>
              <a:gd name="T64" fmla="*/ 2147483646 w 70"/>
              <a:gd name="T65" fmla="*/ 2147483646 h 53"/>
              <a:gd name="T66" fmla="*/ 2147483646 w 70"/>
              <a:gd name="T67" fmla="*/ 2147483646 h 53"/>
              <a:gd name="T68" fmla="*/ 2147483646 w 70"/>
              <a:gd name="T69" fmla="*/ 2147483646 h 53"/>
              <a:gd name="T70" fmla="*/ 2147483646 w 70"/>
              <a:gd name="T71" fmla="*/ 2147483646 h 53"/>
              <a:gd name="T72" fmla="*/ 2147483646 w 70"/>
              <a:gd name="T73" fmla="*/ 2147483646 h 53"/>
              <a:gd name="T74" fmla="*/ 2147483646 w 70"/>
              <a:gd name="T75" fmla="*/ 2147483646 h 53"/>
              <a:gd name="T76" fmla="*/ 2147483646 w 70"/>
              <a:gd name="T77" fmla="*/ 2147483646 h 53"/>
              <a:gd name="T78" fmla="*/ 2147483646 w 70"/>
              <a:gd name="T79" fmla="*/ 2147483646 h 53"/>
              <a:gd name="T80" fmla="*/ 2147483646 w 70"/>
              <a:gd name="T81" fmla="*/ 2147483646 h 53"/>
              <a:gd name="T82" fmla="*/ 2147483646 w 70"/>
              <a:gd name="T83" fmla="*/ 2147483646 h 53"/>
              <a:gd name="T84" fmla="*/ 2147483646 w 70"/>
              <a:gd name="T85" fmla="*/ 2147483646 h 5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70" h="53">
                <a:moveTo>
                  <a:pt x="44" y="15"/>
                </a:moveTo>
                <a:cubicBezTo>
                  <a:pt x="45" y="15"/>
                  <a:pt x="45" y="15"/>
                  <a:pt x="46" y="15"/>
                </a:cubicBezTo>
                <a:cubicBezTo>
                  <a:pt x="47" y="15"/>
                  <a:pt x="47" y="15"/>
                  <a:pt x="48" y="15"/>
                </a:cubicBezTo>
                <a:cubicBezTo>
                  <a:pt x="51" y="21"/>
                  <a:pt x="51" y="21"/>
                  <a:pt x="51" y="21"/>
                </a:cubicBezTo>
                <a:cubicBezTo>
                  <a:pt x="52" y="17"/>
                  <a:pt x="52" y="17"/>
                  <a:pt x="52" y="17"/>
                </a:cubicBezTo>
                <a:cubicBezTo>
                  <a:pt x="51" y="17"/>
                  <a:pt x="51" y="17"/>
                  <a:pt x="51" y="17"/>
                </a:cubicBezTo>
                <a:cubicBezTo>
                  <a:pt x="51" y="16"/>
                  <a:pt x="51" y="16"/>
                  <a:pt x="51" y="16"/>
                </a:cubicBezTo>
                <a:cubicBezTo>
                  <a:pt x="53" y="16"/>
                  <a:pt x="53" y="16"/>
                  <a:pt x="53" y="16"/>
                </a:cubicBezTo>
                <a:cubicBezTo>
                  <a:pt x="53" y="17"/>
                  <a:pt x="53" y="17"/>
                  <a:pt x="53" y="17"/>
                </a:cubicBezTo>
                <a:cubicBezTo>
                  <a:pt x="53" y="17"/>
                  <a:pt x="53" y="17"/>
                  <a:pt x="53" y="17"/>
                </a:cubicBezTo>
                <a:cubicBezTo>
                  <a:pt x="54" y="21"/>
                  <a:pt x="54" y="21"/>
                  <a:pt x="54" y="21"/>
                </a:cubicBezTo>
                <a:cubicBezTo>
                  <a:pt x="56" y="15"/>
                  <a:pt x="56" y="15"/>
                  <a:pt x="56" y="15"/>
                </a:cubicBezTo>
                <a:cubicBezTo>
                  <a:pt x="57" y="15"/>
                  <a:pt x="57" y="15"/>
                  <a:pt x="58" y="15"/>
                </a:cubicBezTo>
                <a:cubicBezTo>
                  <a:pt x="58" y="15"/>
                  <a:pt x="59" y="15"/>
                  <a:pt x="60" y="15"/>
                </a:cubicBezTo>
                <a:cubicBezTo>
                  <a:pt x="62" y="17"/>
                  <a:pt x="63" y="22"/>
                  <a:pt x="63" y="26"/>
                </a:cubicBezTo>
                <a:cubicBezTo>
                  <a:pt x="70" y="26"/>
                  <a:pt x="70" y="26"/>
                  <a:pt x="70" y="26"/>
                </a:cubicBezTo>
                <a:cubicBezTo>
                  <a:pt x="70" y="31"/>
                  <a:pt x="70" y="31"/>
                  <a:pt x="70" y="31"/>
                </a:cubicBezTo>
                <a:cubicBezTo>
                  <a:pt x="68" y="31"/>
                  <a:pt x="68" y="31"/>
                  <a:pt x="68" y="31"/>
                </a:cubicBezTo>
                <a:cubicBezTo>
                  <a:pt x="68" y="53"/>
                  <a:pt x="68" y="53"/>
                  <a:pt x="68" y="53"/>
                </a:cubicBezTo>
                <a:cubicBezTo>
                  <a:pt x="63" y="53"/>
                  <a:pt x="63" y="53"/>
                  <a:pt x="63" y="53"/>
                </a:cubicBezTo>
                <a:cubicBezTo>
                  <a:pt x="63" y="31"/>
                  <a:pt x="63" y="31"/>
                  <a:pt x="63" y="31"/>
                </a:cubicBezTo>
                <a:cubicBezTo>
                  <a:pt x="39" y="31"/>
                  <a:pt x="39" y="31"/>
                  <a:pt x="39" y="31"/>
                </a:cubicBezTo>
                <a:cubicBezTo>
                  <a:pt x="39" y="53"/>
                  <a:pt x="39" y="53"/>
                  <a:pt x="39" y="53"/>
                </a:cubicBezTo>
                <a:cubicBezTo>
                  <a:pt x="34" y="53"/>
                  <a:pt x="34" y="53"/>
                  <a:pt x="34" y="53"/>
                </a:cubicBezTo>
                <a:cubicBezTo>
                  <a:pt x="34" y="31"/>
                  <a:pt x="34" y="31"/>
                  <a:pt x="34" y="31"/>
                </a:cubicBezTo>
                <a:cubicBezTo>
                  <a:pt x="30" y="31"/>
                  <a:pt x="30" y="31"/>
                  <a:pt x="30" y="31"/>
                </a:cubicBezTo>
                <a:cubicBezTo>
                  <a:pt x="30" y="26"/>
                  <a:pt x="30" y="26"/>
                  <a:pt x="30" y="26"/>
                </a:cubicBezTo>
                <a:cubicBezTo>
                  <a:pt x="40" y="26"/>
                  <a:pt x="40" y="26"/>
                  <a:pt x="40" y="26"/>
                </a:cubicBezTo>
                <a:cubicBezTo>
                  <a:pt x="41" y="23"/>
                  <a:pt x="41" y="17"/>
                  <a:pt x="44" y="15"/>
                </a:cubicBezTo>
                <a:close/>
                <a:moveTo>
                  <a:pt x="13" y="19"/>
                </a:moveTo>
                <a:cubicBezTo>
                  <a:pt x="16" y="28"/>
                  <a:pt x="16" y="28"/>
                  <a:pt x="16" y="28"/>
                </a:cubicBezTo>
                <a:cubicBezTo>
                  <a:pt x="23" y="35"/>
                  <a:pt x="23" y="35"/>
                  <a:pt x="23" y="35"/>
                </a:cubicBezTo>
                <a:cubicBezTo>
                  <a:pt x="22" y="36"/>
                  <a:pt x="22" y="36"/>
                  <a:pt x="22" y="36"/>
                </a:cubicBezTo>
                <a:cubicBezTo>
                  <a:pt x="27" y="37"/>
                  <a:pt x="27" y="37"/>
                  <a:pt x="27" y="37"/>
                </a:cubicBezTo>
                <a:cubicBezTo>
                  <a:pt x="27" y="53"/>
                  <a:pt x="27" y="53"/>
                  <a:pt x="27" y="53"/>
                </a:cubicBezTo>
                <a:cubicBezTo>
                  <a:pt x="23" y="53"/>
                  <a:pt x="23" y="53"/>
                  <a:pt x="23" y="53"/>
                </a:cubicBezTo>
                <a:cubicBezTo>
                  <a:pt x="23" y="53"/>
                  <a:pt x="22" y="46"/>
                  <a:pt x="22" y="44"/>
                </a:cubicBezTo>
                <a:cubicBezTo>
                  <a:pt x="21" y="42"/>
                  <a:pt x="22" y="41"/>
                  <a:pt x="22" y="41"/>
                </a:cubicBezTo>
                <a:cubicBezTo>
                  <a:pt x="15" y="40"/>
                  <a:pt x="15" y="40"/>
                  <a:pt x="15" y="40"/>
                </a:cubicBezTo>
                <a:cubicBezTo>
                  <a:pt x="15" y="43"/>
                  <a:pt x="15" y="43"/>
                  <a:pt x="15" y="43"/>
                </a:cubicBezTo>
                <a:cubicBezTo>
                  <a:pt x="10" y="43"/>
                  <a:pt x="10" y="43"/>
                  <a:pt x="10" y="43"/>
                </a:cubicBezTo>
                <a:cubicBezTo>
                  <a:pt x="10" y="48"/>
                  <a:pt x="10" y="48"/>
                  <a:pt x="10" y="48"/>
                </a:cubicBezTo>
                <a:cubicBezTo>
                  <a:pt x="9" y="48"/>
                  <a:pt x="9" y="48"/>
                  <a:pt x="9" y="48"/>
                </a:cubicBezTo>
                <a:cubicBezTo>
                  <a:pt x="9" y="51"/>
                  <a:pt x="9" y="51"/>
                  <a:pt x="9" y="51"/>
                </a:cubicBezTo>
                <a:cubicBezTo>
                  <a:pt x="13" y="51"/>
                  <a:pt x="13" y="51"/>
                  <a:pt x="13" y="51"/>
                </a:cubicBezTo>
                <a:cubicBezTo>
                  <a:pt x="13" y="53"/>
                  <a:pt x="13" y="53"/>
                  <a:pt x="13" y="53"/>
                </a:cubicBezTo>
                <a:cubicBezTo>
                  <a:pt x="4" y="53"/>
                  <a:pt x="4" y="53"/>
                  <a:pt x="4" y="53"/>
                </a:cubicBezTo>
                <a:cubicBezTo>
                  <a:pt x="4" y="51"/>
                  <a:pt x="4" y="51"/>
                  <a:pt x="4" y="51"/>
                </a:cubicBezTo>
                <a:cubicBezTo>
                  <a:pt x="7" y="51"/>
                  <a:pt x="7" y="51"/>
                  <a:pt x="7" y="51"/>
                </a:cubicBezTo>
                <a:cubicBezTo>
                  <a:pt x="7" y="48"/>
                  <a:pt x="7" y="48"/>
                  <a:pt x="7" y="48"/>
                </a:cubicBezTo>
                <a:cubicBezTo>
                  <a:pt x="6" y="48"/>
                  <a:pt x="6" y="48"/>
                  <a:pt x="6" y="48"/>
                </a:cubicBezTo>
                <a:cubicBezTo>
                  <a:pt x="6" y="43"/>
                  <a:pt x="6" y="43"/>
                  <a:pt x="6" y="43"/>
                </a:cubicBezTo>
                <a:cubicBezTo>
                  <a:pt x="0" y="43"/>
                  <a:pt x="0" y="43"/>
                  <a:pt x="0" y="43"/>
                </a:cubicBezTo>
                <a:cubicBezTo>
                  <a:pt x="0" y="40"/>
                  <a:pt x="0" y="40"/>
                  <a:pt x="0" y="40"/>
                </a:cubicBezTo>
                <a:cubicBezTo>
                  <a:pt x="0" y="39"/>
                  <a:pt x="0" y="39"/>
                  <a:pt x="0" y="39"/>
                </a:cubicBezTo>
                <a:cubicBezTo>
                  <a:pt x="0" y="25"/>
                  <a:pt x="0" y="25"/>
                  <a:pt x="0" y="25"/>
                </a:cubicBezTo>
                <a:cubicBezTo>
                  <a:pt x="3" y="25"/>
                  <a:pt x="3" y="25"/>
                  <a:pt x="3" y="25"/>
                </a:cubicBezTo>
                <a:cubicBezTo>
                  <a:pt x="4" y="39"/>
                  <a:pt x="4" y="39"/>
                  <a:pt x="4" y="39"/>
                </a:cubicBezTo>
                <a:cubicBezTo>
                  <a:pt x="7" y="39"/>
                  <a:pt x="7" y="39"/>
                  <a:pt x="7" y="39"/>
                </a:cubicBezTo>
                <a:cubicBezTo>
                  <a:pt x="3" y="19"/>
                  <a:pt x="3" y="19"/>
                  <a:pt x="3" y="19"/>
                </a:cubicBezTo>
                <a:cubicBezTo>
                  <a:pt x="13" y="19"/>
                  <a:pt x="13" y="19"/>
                  <a:pt x="13" y="19"/>
                </a:cubicBezTo>
                <a:close/>
                <a:moveTo>
                  <a:pt x="18" y="35"/>
                </a:moveTo>
                <a:cubicBezTo>
                  <a:pt x="14" y="32"/>
                  <a:pt x="14" y="32"/>
                  <a:pt x="14" y="32"/>
                </a:cubicBezTo>
                <a:cubicBezTo>
                  <a:pt x="14" y="34"/>
                  <a:pt x="14" y="34"/>
                  <a:pt x="14" y="34"/>
                </a:cubicBezTo>
                <a:cubicBezTo>
                  <a:pt x="18" y="35"/>
                  <a:pt x="18" y="35"/>
                  <a:pt x="18" y="35"/>
                </a:cubicBezTo>
                <a:close/>
                <a:moveTo>
                  <a:pt x="8" y="2"/>
                </a:moveTo>
                <a:cubicBezTo>
                  <a:pt x="12" y="2"/>
                  <a:pt x="15" y="5"/>
                  <a:pt x="15" y="9"/>
                </a:cubicBezTo>
                <a:cubicBezTo>
                  <a:pt x="15" y="12"/>
                  <a:pt x="12" y="16"/>
                  <a:pt x="8" y="16"/>
                </a:cubicBezTo>
                <a:cubicBezTo>
                  <a:pt x="4" y="16"/>
                  <a:pt x="1" y="12"/>
                  <a:pt x="1" y="9"/>
                </a:cubicBezTo>
                <a:cubicBezTo>
                  <a:pt x="1" y="5"/>
                  <a:pt x="4" y="2"/>
                  <a:pt x="8" y="2"/>
                </a:cubicBezTo>
                <a:close/>
                <a:moveTo>
                  <a:pt x="47" y="10"/>
                </a:moveTo>
                <a:cubicBezTo>
                  <a:pt x="47" y="10"/>
                  <a:pt x="46" y="10"/>
                  <a:pt x="46" y="9"/>
                </a:cubicBezTo>
                <a:cubicBezTo>
                  <a:pt x="46" y="9"/>
                  <a:pt x="46" y="8"/>
                  <a:pt x="46" y="8"/>
                </a:cubicBezTo>
                <a:cubicBezTo>
                  <a:pt x="46" y="7"/>
                  <a:pt x="46" y="7"/>
                  <a:pt x="46" y="7"/>
                </a:cubicBezTo>
                <a:cubicBezTo>
                  <a:pt x="46" y="7"/>
                  <a:pt x="46" y="7"/>
                  <a:pt x="46" y="7"/>
                </a:cubicBezTo>
                <a:cubicBezTo>
                  <a:pt x="46" y="7"/>
                  <a:pt x="46" y="7"/>
                  <a:pt x="46" y="7"/>
                </a:cubicBezTo>
                <a:cubicBezTo>
                  <a:pt x="46" y="4"/>
                  <a:pt x="46" y="3"/>
                  <a:pt x="48" y="2"/>
                </a:cubicBezTo>
                <a:cubicBezTo>
                  <a:pt x="50" y="0"/>
                  <a:pt x="53" y="0"/>
                  <a:pt x="56" y="2"/>
                </a:cubicBezTo>
                <a:cubicBezTo>
                  <a:pt x="57" y="3"/>
                  <a:pt x="57" y="4"/>
                  <a:pt x="57" y="7"/>
                </a:cubicBezTo>
                <a:cubicBezTo>
                  <a:pt x="57" y="7"/>
                  <a:pt x="57" y="7"/>
                  <a:pt x="57" y="7"/>
                </a:cubicBezTo>
                <a:cubicBezTo>
                  <a:pt x="58" y="7"/>
                  <a:pt x="58" y="7"/>
                  <a:pt x="58" y="7"/>
                </a:cubicBezTo>
                <a:cubicBezTo>
                  <a:pt x="58" y="8"/>
                  <a:pt x="58" y="8"/>
                  <a:pt x="58" y="8"/>
                </a:cubicBezTo>
                <a:cubicBezTo>
                  <a:pt x="58" y="8"/>
                  <a:pt x="57" y="9"/>
                  <a:pt x="57" y="9"/>
                </a:cubicBezTo>
                <a:cubicBezTo>
                  <a:pt x="57" y="10"/>
                  <a:pt x="57" y="10"/>
                  <a:pt x="56" y="10"/>
                </a:cubicBezTo>
                <a:cubicBezTo>
                  <a:pt x="56" y="12"/>
                  <a:pt x="54" y="14"/>
                  <a:pt x="52" y="14"/>
                </a:cubicBezTo>
                <a:cubicBezTo>
                  <a:pt x="52" y="14"/>
                  <a:pt x="51" y="14"/>
                  <a:pt x="51" y="14"/>
                </a:cubicBezTo>
                <a:cubicBezTo>
                  <a:pt x="49" y="13"/>
                  <a:pt x="48" y="13"/>
                  <a:pt x="47" y="1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4" name="Freeform 33">
            <a:extLst>
              <a:ext uri="{FF2B5EF4-FFF2-40B4-BE49-F238E27FC236}">
                <a16:creationId xmlns="" xmlns:a16="http://schemas.microsoft.com/office/drawing/2014/main" id="{89EF339A-61BD-4401-BD70-A8995512C05A}"/>
              </a:ext>
            </a:extLst>
          </p:cNvPr>
          <p:cNvSpPr>
            <a:spLocks noEditPoints="1"/>
          </p:cNvSpPr>
          <p:nvPr/>
        </p:nvSpPr>
        <p:spPr bwMode="auto">
          <a:xfrm>
            <a:off x="9511804" y="1107331"/>
            <a:ext cx="598487" cy="650875"/>
          </a:xfrm>
          <a:custGeom>
            <a:avLst/>
            <a:gdLst>
              <a:gd name="T0" fmla="*/ 2147483646 w 59"/>
              <a:gd name="T1" fmla="*/ 0 h 64"/>
              <a:gd name="T2" fmla="*/ 2147483646 w 59"/>
              <a:gd name="T3" fmla="*/ 2147483646 h 64"/>
              <a:gd name="T4" fmla="*/ 2147483646 w 59"/>
              <a:gd name="T5" fmla="*/ 2147483646 h 64"/>
              <a:gd name="T6" fmla="*/ 2147483646 w 59"/>
              <a:gd name="T7" fmla="*/ 2147483646 h 64"/>
              <a:gd name="T8" fmla="*/ 2147483646 w 59"/>
              <a:gd name="T9" fmla="*/ 2147483646 h 64"/>
              <a:gd name="T10" fmla="*/ 2147483646 w 59"/>
              <a:gd name="T11" fmla="*/ 2147483646 h 64"/>
              <a:gd name="T12" fmla="*/ 2147483646 w 59"/>
              <a:gd name="T13" fmla="*/ 2147483646 h 64"/>
              <a:gd name="T14" fmla="*/ 0 w 59"/>
              <a:gd name="T15" fmla="*/ 2147483646 h 64"/>
              <a:gd name="T16" fmla="*/ 2147483646 w 59"/>
              <a:gd name="T17" fmla="*/ 0 h 64"/>
              <a:gd name="T18" fmla="*/ 2147483646 w 59"/>
              <a:gd name="T19" fmla="*/ 2147483646 h 64"/>
              <a:gd name="T20" fmla="*/ 2147483646 w 59"/>
              <a:gd name="T21" fmla="*/ 2147483646 h 64"/>
              <a:gd name="T22" fmla="*/ 2147483646 w 59"/>
              <a:gd name="T23" fmla="*/ 2147483646 h 64"/>
              <a:gd name="T24" fmla="*/ 2147483646 w 59"/>
              <a:gd name="T25" fmla="*/ 2147483646 h 64"/>
              <a:gd name="T26" fmla="*/ 2147483646 w 59"/>
              <a:gd name="T27" fmla="*/ 2147483646 h 64"/>
              <a:gd name="T28" fmla="*/ 2147483646 w 59"/>
              <a:gd name="T29" fmla="*/ 2147483646 h 64"/>
              <a:gd name="T30" fmla="*/ 2147483646 w 59"/>
              <a:gd name="T31" fmla="*/ 2147483646 h 64"/>
              <a:gd name="T32" fmla="*/ 2147483646 w 59"/>
              <a:gd name="T33" fmla="*/ 2147483646 h 64"/>
              <a:gd name="T34" fmla="*/ 2147483646 w 59"/>
              <a:gd name="T35" fmla="*/ 2147483646 h 64"/>
              <a:gd name="T36" fmla="*/ 2147483646 w 59"/>
              <a:gd name="T37" fmla="*/ 2147483646 h 64"/>
              <a:gd name="T38" fmla="*/ 2147483646 w 59"/>
              <a:gd name="T39" fmla="*/ 2147483646 h 64"/>
              <a:gd name="T40" fmla="*/ 2147483646 w 59"/>
              <a:gd name="T41" fmla="*/ 2147483646 h 64"/>
              <a:gd name="T42" fmla="*/ 2147483646 w 59"/>
              <a:gd name="T43" fmla="*/ 2147483646 h 64"/>
              <a:gd name="T44" fmla="*/ 2147483646 w 59"/>
              <a:gd name="T45" fmla="*/ 2147483646 h 64"/>
              <a:gd name="T46" fmla="*/ 2147483646 w 59"/>
              <a:gd name="T47" fmla="*/ 2147483646 h 64"/>
              <a:gd name="T48" fmla="*/ 2147483646 w 59"/>
              <a:gd name="T49" fmla="*/ 2147483646 h 64"/>
              <a:gd name="T50" fmla="*/ 2147483646 w 59"/>
              <a:gd name="T51" fmla="*/ 2147483646 h 64"/>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9" h="64">
                <a:moveTo>
                  <a:pt x="29" y="0"/>
                </a:moveTo>
                <a:cubicBezTo>
                  <a:pt x="46" y="0"/>
                  <a:pt x="59" y="13"/>
                  <a:pt x="59" y="29"/>
                </a:cubicBezTo>
                <a:cubicBezTo>
                  <a:pt x="59" y="38"/>
                  <a:pt x="55" y="46"/>
                  <a:pt x="49" y="51"/>
                </a:cubicBezTo>
                <a:cubicBezTo>
                  <a:pt x="53" y="46"/>
                  <a:pt x="56" y="40"/>
                  <a:pt x="56" y="34"/>
                </a:cubicBezTo>
                <a:cubicBezTo>
                  <a:pt x="56" y="19"/>
                  <a:pt x="44" y="7"/>
                  <a:pt x="29" y="7"/>
                </a:cubicBezTo>
                <a:cubicBezTo>
                  <a:pt x="15" y="7"/>
                  <a:pt x="3" y="19"/>
                  <a:pt x="3" y="34"/>
                </a:cubicBezTo>
                <a:cubicBezTo>
                  <a:pt x="3" y="40"/>
                  <a:pt x="5" y="46"/>
                  <a:pt x="9" y="51"/>
                </a:cubicBezTo>
                <a:cubicBezTo>
                  <a:pt x="3" y="46"/>
                  <a:pt x="0" y="38"/>
                  <a:pt x="0" y="29"/>
                </a:cubicBezTo>
                <a:cubicBezTo>
                  <a:pt x="0" y="13"/>
                  <a:pt x="13" y="0"/>
                  <a:pt x="29" y="0"/>
                </a:cubicBezTo>
                <a:close/>
                <a:moveTo>
                  <a:pt x="35" y="47"/>
                </a:moveTo>
                <a:cubicBezTo>
                  <a:pt x="39" y="45"/>
                  <a:pt x="41" y="41"/>
                  <a:pt x="41" y="37"/>
                </a:cubicBezTo>
                <a:cubicBezTo>
                  <a:pt x="41" y="31"/>
                  <a:pt x="36" y="25"/>
                  <a:pt x="29" y="25"/>
                </a:cubicBezTo>
                <a:cubicBezTo>
                  <a:pt x="23" y="25"/>
                  <a:pt x="17" y="31"/>
                  <a:pt x="17" y="37"/>
                </a:cubicBezTo>
                <a:cubicBezTo>
                  <a:pt x="17" y="41"/>
                  <a:pt x="20" y="45"/>
                  <a:pt x="23" y="47"/>
                </a:cubicBezTo>
                <a:cubicBezTo>
                  <a:pt x="23" y="64"/>
                  <a:pt x="23" y="64"/>
                  <a:pt x="23" y="64"/>
                </a:cubicBezTo>
                <a:cubicBezTo>
                  <a:pt x="35" y="64"/>
                  <a:pt x="35" y="64"/>
                  <a:pt x="35" y="64"/>
                </a:cubicBezTo>
                <a:cubicBezTo>
                  <a:pt x="35" y="47"/>
                  <a:pt x="35" y="47"/>
                  <a:pt x="35" y="47"/>
                </a:cubicBezTo>
                <a:close/>
                <a:moveTo>
                  <a:pt x="29" y="14"/>
                </a:moveTo>
                <a:cubicBezTo>
                  <a:pt x="18" y="14"/>
                  <a:pt x="9" y="23"/>
                  <a:pt x="9" y="34"/>
                </a:cubicBezTo>
                <a:cubicBezTo>
                  <a:pt x="9" y="41"/>
                  <a:pt x="12" y="47"/>
                  <a:pt x="18" y="51"/>
                </a:cubicBezTo>
                <a:cubicBezTo>
                  <a:pt x="14" y="48"/>
                  <a:pt x="11" y="43"/>
                  <a:pt x="11" y="37"/>
                </a:cubicBezTo>
                <a:cubicBezTo>
                  <a:pt x="11" y="27"/>
                  <a:pt x="19" y="20"/>
                  <a:pt x="29" y="20"/>
                </a:cubicBezTo>
                <a:cubicBezTo>
                  <a:pt x="39" y="20"/>
                  <a:pt x="47" y="27"/>
                  <a:pt x="47" y="37"/>
                </a:cubicBezTo>
                <a:cubicBezTo>
                  <a:pt x="47" y="43"/>
                  <a:pt x="45" y="48"/>
                  <a:pt x="41" y="51"/>
                </a:cubicBezTo>
                <a:cubicBezTo>
                  <a:pt x="46" y="47"/>
                  <a:pt x="50" y="41"/>
                  <a:pt x="50" y="34"/>
                </a:cubicBezTo>
                <a:cubicBezTo>
                  <a:pt x="50" y="23"/>
                  <a:pt x="40" y="14"/>
                  <a:pt x="29" y="1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5" name="Freeform 34">
            <a:extLst>
              <a:ext uri="{FF2B5EF4-FFF2-40B4-BE49-F238E27FC236}">
                <a16:creationId xmlns="" xmlns:a16="http://schemas.microsoft.com/office/drawing/2014/main" id="{EA153E59-3EB3-4273-85F2-7A974BD8EE44}"/>
              </a:ext>
            </a:extLst>
          </p:cNvPr>
          <p:cNvSpPr>
            <a:spLocks/>
          </p:cNvSpPr>
          <p:nvPr/>
        </p:nvSpPr>
        <p:spPr bwMode="auto">
          <a:xfrm>
            <a:off x="8475166" y="1139081"/>
            <a:ext cx="528638" cy="598487"/>
          </a:xfrm>
          <a:custGeom>
            <a:avLst/>
            <a:gdLst>
              <a:gd name="T0" fmla="*/ 2147483646 w 52"/>
              <a:gd name="T1" fmla="*/ 2147483646 h 59"/>
              <a:gd name="T2" fmla="*/ 2147483646 w 52"/>
              <a:gd name="T3" fmla="*/ 2147483646 h 59"/>
              <a:gd name="T4" fmla="*/ 2147483646 w 52"/>
              <a:gd name="T5" fmla="*/ 2147483646 h 59"/>
              <a:gd name="T6" fmla="*/ 2147483646 w 52"/>
              <a:gd name="T7" fmla="*/ 2147483646 h 59"/>
              <a:gd name="T8" fmla="*/ 2147483646 w 52"/>
              <a:gd name="T9" fmla="*/ 2147483646 h 59"/>
              <a:gd name="T10" fmla="*/ 2147483646 w 52"/>
              <a:gd name="T11" fmla="*/ 2147483646 h 59"/>
              <a:gd name="T12" fmla="*/ 2147483646 w 52"/>
              <a:gd name="T13" fmla="*/ 2147483646 h 59"/>
              <a:gd name="T14" fmla="*/ 2147483646 w 52"/>
              <a:gd name="T15" fmla="*/ 2147483646 h 59"/>
              <a:gd name="T16" fmla="*/ 2147483646 w 52"/>
              <a:gd name="T17" fmla="*/ 2147483646 h 59"/>
              <a:gd name="T18" fmla="*/ 2147483646 w 52"/>
              <a:gd name="T19" fmla="*/ 2147483646 h 59"/>
              <a:gd name="T20" fmla="*/ 2147483646 w 52"/>
              <a:gd name="T21" fmla="*/ 2147483646 h 59"/>
              <a:gd name="T22" fmla="*/ 2147483646 w 52"/>
              <a:gd name="T23" fmla="*/ 2147483646 h 59"/>
              <a:gd name="T24" fmla="*/ 2147483646 w 52"/>
              <a:gd name="T25" fmla="*/ 2147483646 h 59"/>
              <a:gd name="T26" fmla="*/ 2147483646 w 52"/>
              <a:gd name="T27" fmla="*/ 2147483646 h 59"/>
              <a:gd name="T28" fmla="*/ 2147483646 w 52"/>
              <a:gd name="T29" fmla="*/ 2147483646 h 59"/>
              <a:gd name="T30" fmla="*/ 2147483646 w 52"/>
              <a:gd name="T31" fmla="*/ 2147483646 h 59"/>
              <a:gd name="T32" fmla="*/ 2147483646 w 52"/>
              <a:gd name="T33" fmla="*/ 2147483646 h 59"/>
              <a:gd name="T34" fmla="*/ 2147483646 w 52"/>
              <a:gd name="T35" fmla="*/ 2147483646 h 59"/>
              <a:gd name="T36" fmla="*/ 2147483646 w 52"/>
              <a:gd name="T37" fmla="*/ 2147483646 h 59"/>
              <a:gd name="T38" fmla="*/ 2147483646 w 52"/>
              <a:gd name="T39" fmla="*/ 2147483646 h 59"/>
              <a:gd name="T40" fmla="*/ 2147483646 w 52"/>
              <a:gd name="T41" fmla="*/ 2147483646 h 59"/>
              <a:gd name="T42" fmla="*/ 2147483646 w 52"/>
              <a:gd name="T43" fmla="*/ 2147483646 h 5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2" h="59">
                <a:moveTo>
                  <a:pt x="23" y="51"/>
                </a:moveTo>
                <a:cubicBezTo>
                  <a:pt x="20" y="51"/>
                  <a:pt x="16" y="49"/>
                  <a:pt x="13" y="47"/>
                </a:cubicBezTo>
                <a:cubicBezTo>
                  <a:pt x="7" y="44"/>
                  <a:pt x="3" y="38"/>
                  <a:pt x="1" y="32"/>
                </a:cubicBezTo>
                <a:cubicBezTo>
                  <a:pt x="0" y="25"/>
                  <a:pt x="0" y="19"/>
                  <a:pt x="4" y="13"/>
                </a:cubicBezTo>
                <a:cubicBezTo>
                  <a:pt x="8" y="7"/>
                  <a:pt x="13" y="3"/>
                  <a:pt x="20" y="1"/>
                </a:cubicBezTo>
                <a:cubicBezTo>
                  <a:pt x="26" y="0"/>
                  <a:pt x="33" y="0"/>
                  <a:pt x="39" y="4"/>
                </a:cubicBezTo>
                <a:cubicBezTo>
                  <a:pt x="45" y="8"/>
                  <a:pt x="49" y="13"/>
                  <a:pt x="50" y="20"/>
                </a:cubicBezTo>
                <a:cubicBezTo>
                  <a:pt x="52" y="26"/>
                  <a:pt x="51" y="33"/>
                  <a:pt x="47" y="39"/>
                </a:cubicBezTo>
                <a:cubicBezTo>
                  <a:pt x="38" y="33"/>
                  <a:pt x="38" y="33"/>
                  <a:pt x="38" y="33"/>
                </a:cubicBezTo>
                <a:cubicBezTo>
                  <a:pt x="40" y="30"/>
                  <a:pt x="41" y="26"/>
                  <a:pt x="40" y="22"/>
                </a:cubicBezTo>
                <a:cubicBezTo>
                  <a:pt x="39" y="19"/>
                  <a:pt x="37" y="15"/>
                  <a:pt x="33" y="13"/>
                </a:cubicBezTo>
                <a:cubicBezTo>
                  <a:pt x="30" y="11"/>
                  <a:pt x="26" y="11"/>
                  <a:pt x="22" y="12"/>
                </a:cubicBezTo>
                <a:cubicBezTo>
                  <a:pt x="19" y="12"/>
                  <a:pt x="15" y="15"/>
                  <a:pt x="13" y="18"/>
                </a:cubicBezTo>
                <a:cubicBezTo>
                  <a:pt x="11" y="22"/>
                  <a:pt x="11" y="26"/>
                  <a:pt x="12" y="29"/>
                </a:cubicBezTo>
                <a:cubicBezTo>
                  <a:pt x="13" y="33"/>
                  <a:pt x="15" y="36"/>
                  <a:pt x="18" y="38"/>
                </a:cubicBezTo>
                <a:cubicBezTo>
                  <a:pt x="20" y="39"/>
                  <a:pt x="21" y="40"/>
                  <a:pt x="23" y="40"/>
                </a:cubicBezTo>
                <a:cubicBezTo>
                  <a:pt x="23" y="32"/>
                  <a:pt x="23" y="32"/>
                  <a:pt x="23" y="32"/>
                </a:cubicBezTo>
                <a:cubicBezTo>
                  <a:pt x="32" y="38"/>
                  <a:pt x="32" y="38"/>
                  <a:pt x="32" y="38"/>
                </a:cubicBezTo>
                <a:cubicBezTo>
                  <a:pt x="40" y="45"/>
                  <a:pt x="40" y="45"/>
                  <a:pt x="40" y="45"/>
                </a:cubicBezTo>
                <a:cubicBezTo>
                  <a:pt x="32" y="52"/>
                  <a:pt x="32" y="52"/>
                  <a:pt x="32" y="52"/>
                </a:cubicBezTo>
                <a:cubicBezTo>
                  <a:pt x="23" y="59"/>
                  <a:pt x="23" y="59"/>
                  <a:pt x="23" y="59"/>
                </a:cubicBezTo>
                <a:lnTo>
                  <a:pt x="23"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6" name="Freeform 35">
            <a:extLst>
              <a:ext uri="{FF2B5EF4-FFF2-40B4-BE49-F238E27FC236}">
                <a16:creationId xmlns="" xmlns:a16="http://schemas.microsoft.com/office/drawing/2014/main" id="{86AFAF8D-9D4A-41F6-86A0-E2166160DF13}"/>
              </a:ext>
            </a:extLst>
          </p:cNvPr>
          <p:cNvSpPr>
            <a:spLocks noEditPoints="1"/>
          </p:cNvSpPr>
          <p:nvPr/>
        </p:nvSpPr>
        <p:spPr bwMode="auto">
          <a:xfrm>
            <a:off x="10577016" y="1159718"/>
            <a:ext cx="577850" cy="536575"/>
          </a:xfrm>
          <a:custGeom>
            <a:avLst/>
            <a:gdLst>
              <a:gd name="T0" fmla="*/ 2147483646 w 57"/>
              <a:gd name="T1" fmla="*/ 2147483646 h 53"/>
              <a:gd name="T2" fmla="*/ 2147483646 w 57"/>
              <a:gd name="T3" fmla="*/ 2147483646 h 53"/>
              <a:gd name="T4" fmla="*/ 0 w 57"/>
              <a:gd name="T5" fmla="*/ 2147483646 h 53"/>
              <a:gd name="T6" fmla="*/ 2147483646 w 57"/>
              <a:gd name="T7" fmla="*/ 0 h 53"/>
              <a:gd name="T8" fmla="*/ 2147483646 w 57"/>
              <a:gd name="T9" fmla="*/ 2147483646 h 53"/>
              <a:gd name="T10" fmla="*/ 2147483646 w 57"/>
              <a:gd name="T11" fmla="*/ 2147483646 h 53"/>
              <a:gd name="T12" fmla="*/ 2147483646 w 57"/>
              <a:gd name="T13" fmla="*/ 0 h 53"/>
              <a:gd name="T14" fmla="*/ 2147483646 w 57"/>
              <a:gd name="T15" fmla="*/ 2147483646 h 53"/>
              <a:gd name="T16" fmla="*/ 2147483646 w 57"/>
              <a:gd name="T17" fmla="*/ 2147483646 h 53"/>
              <a:gd name="T18" fmla="*/ 2147483646 w 57"/>
              <a:gd name="T19" fmla="*/ 2147483646 h 53"/>
              <a:gd name="T20" fmla="*/ 2147483646 w 57"/>
              <a:gd name="T21" fmla="*/ 0 h 53"/>
              <a:gd name="T22" fmla="*/ 2147483646 w 57"/>
              <a:gd name="T23" fmla="*/ 2147483646 h 53"/>
              <a:gd name="T24" fmla="*/ 2147483646 w 57"/>
              <a:gd name="T25" fmla="*/ 2147483646 h 53"/>
              <a:gd name="T26" fmla="*/ 2147483646 w 57"/>
              <a:gd name="T27" fmla="*/ 0 h 53"/>
              <a:gd name="T28" fmla="*/ 2147483646 w 57"/>
              <a:gd name="T29" fmla="*/ 2147483646 h 53"/>
              <a:gd name="T30" fmla="*/ 2147483646 w 57"/>
              <a:gd name="T31" fmla="*/ 2147483646 h 53"/>
              <a:gd name="T32" fmla="*/ 2147483646 w 57"/>
              <a:gd name="T33" fmla="*/ 2147483646 h 53"/>
              <a:gd name="T34" fmla="*/ 2147483646 w 57"/>
              <a:gd name="T35" fmla="*/ 0 h 53"/>
              <a:gd name="T36" fmla="*/ 2147483646 w 57"/>
              <a:gd name="T37" fmla="*/ 2147483646 h 53"/>
              <a:gd name="T38" fmla="*/ 2147483646 w 57"/>
              <a:gd name="T39" fmla="*/ 2147483646 h 53"/>
              <a:gd name="T40" fmla="*/ 2147483646 w 57"/>
              <a:gd name="T41" fmla="*/ 2147483646 h 53"/>
              <a:gd name="T42" fmla="*/ 2147483646 w 57"/>
              <a:gd name="T43" fmla="*/ 2147483646 h 53"/>
              <a:gd name="T44" fmla="*/ 2147483646 w 57"/>
              <a:gd name="T45" fmla="*/ 2147483646 h 53"/>
              <a:gd name="T46" fmla="*/ 2147483646 w 57"/>
              <a:gd name="T47" fmla="*/ 2147483646 h 53"/>
              <a:gd name="T48" fmla="*/ 2147483646 w 57"/>
              <a:gd name="T49" fmla="*/ 2147483646 h 53"/>
              <a:gd name="T50" fmla="*/ 2147483646 w 57"/>
              <a:gd name="T51" fmla="*/ 2147483646 h 53"/>
              <a:gd name="T52" fmla="*/ 2147483646 w 57"/>
              <a:gd name="T53" fmla="*/ 2147483646 h 53"/>
              <a:gd name="T54" fmla="*/ 2147483646 w 57"/>
              <a:gd name="T55" fmla="*/ 2147483646 h 53"/>
              <a:gd name="T56" fmla="*/ 2147483646 w 57"/>
              <a:gd name="T57" fmla="*/ 2147483646 h 53"/>
              <a:gd name="T58" fmla="*/ 2147483646 w 57"/>
              <a:gd name="T59" fmla="*/ 2147483646 h 53"/>
              <a:gd name="T60" fmla="*/ 2147483646 w 57"/>
              <a:gd name="T61" fmla="*/ 2147483646 h 53"/>
              <a:gd name="T62" fmla="*/ 2147483646 w 57"/>
              <a:gd name="T63" fmla="*/ 2147483646 h 53"/>
              <a:gd name="T64" fmla="*/ 2147483646 w 57"/>
              <a:gd name="T65" fmla="*/ 2147483646 h 53"/>
              <a:gd name="T66" fmla="*/ 2147483646 w 57"/>
              <a:gd name="T67" fmla="*/ 2147483646 h 53"/>
              <a:gd name="T68" fmla="*/ 2147483646 w 57"/>
              <a:gd name="T69" fmla="*/ 2147483646 h 53"/>
              <a:gd name="T70" fmla="*/ 2147483646 w 57"/>
              <a:gd name="T71" fmla="*/ 2147483646 h 53"/>
              <a:gd name="T72" fmla="*/ 2147483646 w 57"/>
              <a:gd name="T73" fmla="*/ 2147483646 h 53"/>
              <a:gd name="T74" fmla="*/ 2147483646 w 57"/>
              <a:gd name="T75" fmla="*/ 2147483646 h 53"/>
              <a:gd name="T76" fmla="*/ 2147483646 w 57"/>
              <a:gd name="T77" fmla="*/ 2147483646 h 53"/>
              <a:gd name="T78" fmla="*/ 2147483646 w 57"/>
              <a:gd name="T79" fmla="*/ 2147483646 h 53"/>
              <a:gd name="T80" fmla="*/ 2147483646 w 57"/>
              <a:gd name="T81" fmla="*/ 2147483646 h 53"/>
              <a:gd name="T82" fmla="*/ 2147483646 w 57"/>
              <a:gd name="T83" fmla="*/ 2147483646 h 53"/>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57" h="53">
                <a:moveTo>
                  <a:pt x="57" y="4"/>
                </a:moveTo>
                <a:cubicBezTo>
                  <a:pt x="57" y="49"/>
                  <a:pt x="57" y="49"/>
                  <a:pt x="57" y="49"/>
                </a:cubicBezTo>
                <a:cubicBezTo>
                  <a:pt x="57" y="51"/>
                  <a:pt x="56" y="53"/>
                  <a:pt x="54" y="53"/>
                </a:cubicBezTo>
                <a:cubicBezTo>
                  <a:pt x="4" y="53"/>
                  <a:pt x="4" y="53"/>
                  <a:pt x="4" y="53"/>
                </a:cubicBezTo>
                <a:cubicBezTo>
                  <a:pt x="2" y="53"/>
                  <a:pt x="0" y="51"/>
                  <a:pt x="0" y="49"/>
                </a:cubicBezTo>
                <a:cubicBezTo>
                  <a:pt x="0" y="4"/>
                  <a:pt x="0" y="4"/>
                  <a:pt x="0" y="4"/>
                </a:cubicBezTo>
                <a:cubicBezTo>
                  <a:pt x="0" y="2"/>
                  <a:pt x="2" y="0"/>
                  <a:pt x="4" y="0"/>
                </a:cubicBezTo>
                <a:cubicBezTo>
                  <a:pt x="11" y="0"/>
                  <a:pt x="11" y="0"/>
                  <a:pt x="11" y="0"/>
                </a:cubicBezTo>
                <a:cubicBezTo>
                  <a:pt x="11" y="4"/>
                  <a:pt x="11" y="4"/>
                  <a:pt x="11" y="4"/>
                </a:cubicBezTo>
                <a:cubicBezTo>
                  <a:pt x="10" y="5"/>
                  <a:pt x="9" y="6"/>
                  <a:pt x="9" y="7"/>
                </a:cubicBezTo>
                <a:cubicBezTo>
                  <a:pt x="9" y="9"/>
                  <a:pt x="11" y="11"/>
                  <a:pt x="12" y="11"/>
                </a:cubicBezTo>
                <a:cubicBezTo>
                  <a:pt x="14" y="11"/>
                  <a:pt x="16" y="9"/>
                  <a:pt x="16" y="7"/>
                </a:cubicBezTo>
                <a:cubicBezTo>
                  <a:pt x="16" y="6"/>
                  <a:pt x="15" y="5"/>
                  <a:pt x="14" y="4"/>
                </a:cubicBezTo>
                <a:cubicBezTo>
                  <a:pt x="14" y="0"/>
                  <a:pt x="14" y="0"/>
                  <a:pt x="14" y="0"/>
                </a:cubicBezTo>
                <a:cubicBezTo>
                  <a:pt x="23" y="0"/>
                  <a:pt x="23" y="0"/>
                  <a:pt x="23" y="0"/>
                </a:cubicBezTo>
                <a:cubicBezTo>
                  <a:pt x="23" y="4"/>
                  <a:pt x="23" y="4"/>
                  <a:pt x="23" y="4"/>
                </a:cubicBezTo>
                <a:cubicBezTo>
                  <a:pt x="21" y="5"/>
                  <a:pt x="21" y="6"/>
                  <a:pt x="21" y="7"/>
                </a:cubicBezTo>
                <a:cubicBezTo>
                  <a:pt x="21" y="9"/>
                  <a:pt x="22" y="11"/>
                  <a:pt x="24" y="11"/>
                </a:cubicBezTo>
                <a:cubicBezTo>
                  <a:pt x="26" y="11"/>
                  <a:pt x="28" y="9"/>
                  <a:pt x="28" y="7"/>
                </a:cubicBezTo>
                <a:cubicBezTo>
                  <a:pt x="28" y="6"/>
                  <a:pt x="27" y="5"/>
                  <a:pt x="26" y="4"/>
                </a:cubicBezTo>
                <a:cubicBezTo>
                  <a:pt x="26" y="0"/>
                  <a:pt x="26" y="0"/>
                  <a:pt x="26" y="0"/>
                </a:cubicBezTo>
                <a:cubicBezTo>
                  <a:pt x="34" y="0"/>
                  <a:pt x="34" y="0"/>
                  <a:pt x="34" y="0"/>
                </a:cubicBezTo>
                <a:cubicBezTo>
                  <a:pt x="34" y="4"/>
                  <a:pt x="34" y="4"/>
                  <a:pt x="34" y="4"/>
                </a:cubicBezTo>
                <a:cubicBezTo>
                  <a:pt x="33" y="5"/>
                  <a:pt x="32" y="6"/>
                  <a:pt x="32" y="7"/>
                </a:cubicBezTo>
                <a:cubicBezTo>
                  <a:pt x="32" y="9"/>
                  <a:pt x="33" y="11"/>
                  <a:pt x="35" y="11"/>
                </a:cubicBezTo>
                <a:cubicBezTo>
                  <a:pt x="37" y="11"/>
                  <a:pt x="39" y="9"/>
                  <a:pt x="39" y="7"/>
                </a:cubicBezTo>
                <a:cubicBezTo>
                  <a:pt x="39" y="6"/>
                  <a:pt x="38" y="5"/>
                  <a:pt x="37" y="4"/>
                </a:cubicBezTo>
                <a:cubicBezTo>
                  <a:pt x="37" y="0"/>
                  <a:pt x="37" y="0"/>
                  <a:pt x="37" y="0"/>
                </a:cubicBezTo>
                <a:cubicBezTo>
                  <a:pt x="45" y="0"/>
                  <a:pt x="45" y="0"/>
                  <a:pt x="45" y="0"/>
                </a:cubicBezTo>
                <a:cubicBezTo>
                  <a:pt x="45" y="4"/>
                  <a:pt x="45" y="4"/>
                  <a:pt x="45" y="4"/>
                </a:cubicBezTo>
                <a:cubicBezTo>
                  <a:pt x="44" y="5"/>
                  <a:pt x="43" y="6"/>
                  <a:pt x="43" y="7"/>
                </a:cubicBezTo>
                <a:cubicBezTo>
                  <a:pt x="43" y="9"/>
                  <a:pt x="45" y="11"/>
                  <a:pt x="46" y="11"/>
                </a:cubicBezTo>
                <a:cubicBezTo>
                  <a:pt x="48" y="11"/>
                  <a:pt x="50" y="9"/>
                  <a:pt x="50" y="7"/>
                </a:cubicBezTo>
                <a:cubicBezTo>
                  <a:pt x="50" y="6"/>
                  <a:pt x="49" y="5"/>
                  <a:pt x="48" y="4"/>
                </a:cubicBezTo>
                <a:cubicBezTo>
                  <a:pt x="48" y="0"/>
                  <a:pt x="48" y="0"/>
                  <a:pt x="48" y="0"/>
                </a:cubicBezTo>
                <a:cubicBezTo>
                  <a:pt x="54" y="0"/>
                  <a:pt x="54" y="0"/>
                  <a:pt x="54" y="0"/>
                </a:cubicBezTo>
                <a:cubicBezTo>
                  <a:pt x="56" y="0"/>
                  <a:pt x="57" y="2"/>
                  <a:pt x="57" y="4"/>
                </a:cubicBezTo>
                <a:close/>
                <a:moveTo>
                  <a:pt x="7" y="15"/>
                </a:moveTo>
                <a:cubicBezTo>
                  <a:pt x="7" y="44"/>
                  <a:pt x="7" y="44"/>
                  <a:pt x="7" y="44"/>
                </a:cubicBezTo>
                <a:cubicBezTo>
                  <a:pt x="52" y="44"/>
                  <a:pt x="52" y="44"/>
                  <a:pt x="52" y="44"/>
                </a:cubicBezTo>
                <a:cubicBezTo>
                  <a:pt x="52" y="15"/>
                  <a:pt x="52" y="15"/>
                  <a:pt x="52" y="15"/>
                </a:cubicBezTo>
                <a:cubicBezTo>
                  <a:pt x="7" y="15"/>
                  <a:pt x="7" y="15"/>
                  <a:pt x="7" y="15"/>
                </a:cubicBezTo>
                <a:close/>
                <a:moveTo>
                  <a:pt x="26" y="19"/>
                </a:moveTo>
                <a:cubicBezTo>
                  <a:pt x="23" y="19"/>
                  <a:pt x="23" y="19"/>
                  <a:pt x="23" y="19"/>
                </a:cubicBezTo>
                <a:cubicBezTo>
                  <a:pt x="21" y="20"/>
                  <a:pt x="19" y="22"/>
                  <a:pt x="17" y="22"/>
                </a:cubicBezTo>
                <a:cubicBezTo>
                  <a:pt x="17" y="25"/>
                  <a:pt x="17" y="25"/>
                  <a:pt x="17" y="25"/>
                </a:cubicBezTo>
                <a:cubicBezTo>
                  <a:pt x="17" y="25"/>
                  <a:pt x="17" y="25"/>
                  <a:pt x="17" y="25"/>
                </a:cubicBezTo>
                <a:cubicBezTo>
                  <a:pt x="18" y="25"/>
                  <a:pt x="19" y="25"/>
                  <a:pt x="20" y="25"/>
                </a:cubicBezTo>
                <a:cubicBezTo>
                  <a:pt x="20" y="25"/>
                  <a:pt x="20" y="25"/>
                  <a:pt x="20" y="26"/>
                </a:cubicBezTo>
                <a:cubicBezTo>
                  <a:pt x="20" y="26"/>
                  <a:pt x="20" y="27"/>
                  <a:pt x="20" y="29"/>
                </a:cubicBezTo>
                <a:cubicBezTo>
                  <a:pt x="20" y="40"/>
                  <a:pt x="20" y="40"/>
                  <a:pt x="20" y="40"/>
                </a:cubicBezTo>
                <a:cubicBezTo>
                  <a:pt x="26" y="40"/>
                  <a:pt x="26" y="40"/>
                  <a:pt x="26" y="40"/>
                </a:cubicBezTo>
                <a:cubicBezTo>
                  <a:pt x="26" y="19"/>
                  <a:pt x="26" y="19"/>
                  <a:pt x="26" y="19"/>
                </a:cubicBezTo>
                <a:close/>
                <a:moveTo>
                  <a:pt x="39" y="19"/>
                </a:moveTo>
                <a:cubicBezTo>
                  <a:pt x="28" y="19"/>
                  <a:pt x="28" y="19"/>
                  <a:pt x="28" y="19"/>
                </a:cubicBezTo>
                <a:cubicBezTo>
                  <a:pt x="28" y="29"/>
                  <a:pt x="28" y="29"/>
                  <a:pt x="28" y="29"/>
                </a:cubicBezTo>
                <a:cubicBezTo>
                  <a:pt x="33" y="29"/>
                  <a:pt x="33" y="29"/>
                  <a:pt x="33" y="29"/>
                </a:cubicBezTo>
                <a:cubicBezTo>
                  <a:pt x="33" y="29"/>
                  <a:pt x="33" y="28"/>
                  <a:pt x="33" y="28"/>
                </a:cubicBezTo>
                <a:cubicBezTo>
                  <a:pt x="33" y="28"/>
                  <a:pt x="33" y="28"/>
                  <a:pt x="33" y="28"/>
                </a:cubicBezTo>
                <a:cubicBezTo>
                  <a:pt x="34" y="28"/>
                  <a:pt x="34" y="28"/>
                  <a:pt x="34" y="28"/>
                </a:cubicBezTo>
                <a:cubicBezTo>
                  <a:pt x="34" y="28"/>
                  <a:pt x="35" y="28"/>
                  <a:pt x="35" y="28"/>
                </a:cubicBezTo>
                <a:cubicBezTo>
                  <a:pt x="35" y="28"/>
                  <a:pt x="35" y="29"/>
                  <a:pt x="35" y="30"/>
                </a:cubicBezTo>
                <a:cubicBezTo>
                  <a:pt x="35" y="34"/>
                  <a:pt x="35" y="34"/>
                  <a:pt x="35" y="34"/>
                </a:cubicBezTo>
                <a:cubicBezTo>
                  <a:pt x="35" y="35"/>
                  <a:pt x="35" y="36"/>
                  <a:pt x="35" y="36"/>
                </a:cubicBezTo>
                <a:cubicBezTo>
                  <a:pt x="35" y="37"/>
                  <a:pt x="35" y="37"/>
                  <a:pt x="35" y="37"/>
                </a:cubicBezTo>
                <a:cubicBezTo>
                  <a:pt x="35" y="37"/>
                  <a:pt x="34" y="37"/>
                  <a:pt x="34" y="37"/>
                </a:cubicBezTo>
                <a:cubicBezTo>
                  <a:pt x="34" y="37"/>
                  <a:pt x="33" y="37"/>
                  <a:pt x="33" y="36"/>
                </a:cubicBezTo>
                <a:cubicBezTo>
                  <a:pt x="33" y="36"/>
                  <a:pt x="33" y="35"/>
                  <a:pt x="33" y="33"/>
                </a:cubicBezTo>
                <a:cubicBezTo>
                  <a:pt x="33" y="32"/>
                  <a:pt x="33" y="32"/>
                  <a:pt x="33" y="32"/>
                </a:cubicBezTo>
                <a:cubicBezTo>
                  <a:pt x="28" y="32"/>
                  <a:pt x="28" y="32"/>
                  <a:pt x="28" y="32"/>
                </a:cubicBezTo>
                <a:cubicBezTo>
                  <a:pt x="28" y="33"/>
                  <a:pt x="28" y="33"/>
                  <a:pt x="28" y="33"/>
                </a:cubicBezTo>
                <a:cubicBezTo>
                  <a:pt x="28" y="35"/>
                  <a:pt x="28" y="37"/>
                  <a:pt x="28" y="38"/>
                </a:cubicBezTo>
                <a:cubicBezTo>
                  <a:pt x="29" y="39"/>
                  <a:pt x="30" y="39"/>
                  <a:pt x="31" y="40"/>
                </a:cubicBezTo>
                <a:cubicBezTo>
                  <a:pt x="32" y="40"/>
                  <a:pt x="33" y="41"/>
                  <a:pt x="34" y="41"/>
                </a:cubicBezTo>
                <a:cubicBezTo>
                  <a:pt x="35" y="41"/>
                  <a:pt x="37" y="40"/>
                  <a:pt x="37" y="40"/>
                </a:cubicBezTo>
                <a:cubicBezTo>
                  <a:pt x="38" y="40"/>
                  <a:pt x="39" y="39"/>
                  <a:pt x="39" y="39"/>
                </a:cubicBezTo>
                <a:cubicBezTo>
                  <a:pt x="40" y="38"/>
                  <a:pt x="40" y="37"/>
                  <a:pt x="40" y="37"/>
                </a:cubicBezTo>
                <a:cubicBezTo>
                  <a:pt x="40" y="36"/>
                  <a:pt x="41" y="35"/>
                  <a:pt x="41" y="33"/>
                </a:cubicBezTo>
                <a:cubicBezTo>
                  <a:pt x="41" y="30"/>
                  <a:pt x="41" y="30"/>
                  <a:pt x="41" y="30"/>
                </a:cubicBezTo>
                <a:cubicBezTo>
                  <a:pt x="41" y="28"/>
                  <a:pt x="40" y="26"/>
                  <a:pt x="39" y="25"/>
                </a:cubicBezTo>
                <a:cubicBezTo>
                  <a:pt x="39" y="25"/>
                  <a:pt x="38" y="24"/>
                  <a:pt x="36" y="24"/>
                </a:cubicBezTo>
                <a:cubicBezTo>
                  <a:pt x="35" y="24"/>
                  <a:pt x="34" y="25"/>
                  <a:pt x="33" y="26"/>
                </a:cubicBezTo>
                <a:cubicBezTo>
                  <a:pt x="33" y="22"/>
                  <a:pt x="33" y="22"/>
                  <a:pt x="33" y="22"/>
                </a:cubicBezTo>
                <a:cubicBezTo>
                  <a:pt x="39" y="22"/>
                  <a:pt x="39" y="22"/>
                  <a:pt x="39" y="22"/>
                </a:cubicBezTo>
                <a:lnTo>
                  <a:pt x="39" y="1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7" name="Freeform 39">
            <a:extLst>
              <a:ext uri="{FF2B5EF4-FFF2-40B4-BE49-F238E27FC236}">
                <a16:creationId xmlns="" xmlns:a16="http://schemas.microsoft.com/office/drawing/2014/main" id="{E41FA76C-12C4-4EBF-8B83-1ACC7ED07152}"/>
              </a:ext>
            </a:extLst>
          </p:cNvPr>
          <p:cNvSpPr>
            <a:spLocks noEditPoints="1"/>
          </p:cNvSpPr>
          <p:nvPr/>
        </p:nvSpPr>
        <p:spPr bwMode="auto">
          <a:xfrm>
            <a:off x="912316" y="1189881"/>
            <a:ext cx="679450" cy="457200"/>
          </a:xfrm>
          <a:custGeom>
            <a:avLst/>
            <a:gdLst>
              <a:gd name="T0" fmla="*/ 2147483646 w 262"/>
              <a:gd name="T1" fmla="*/ 2147483646 h 176"/>
              <a:gd name="T2" fmla="*/ 2147483646 w 262"/>
              <a:gd name="T3" fmla="*/ 2147483646 h 176"/>
              <a:gd name="T4" fmla="*/ 2147483646 w 262"/>
              <a:gd name="T5" fmla="*/ 2147483646 h 176"/>
              <a:gd name="T6" fmla="*/ 2147483646 w 262"/>
              <a:gd name="T7" fmla="*/ 2147483646 h 176"/>
              <a:gd name="T8" fmla="*/ 2147483646 w 262"/>
              <a:gd name="T9" fmla="*/ 2147483646 h 176"/>
              <a:gd name="T10" fmla="*/ 2147483646 w 262"/>
              <a:gd name="T11" fmla="*/ 2147483646 h 176"/>
              <a:gd name="T12" fmla="*/ 2147483646 w 262"/>
              <a:gd name="T13" fmla="*/ 2147483646 h 176"/>
              <a:gd name="T14" fmla="*/ 2147483646 w 262"/>
              <a:gd name="T15" fmla="*/ 2147483646 h 176"/>
              <a:gd name="T16" fmla="*/ 2147483646 w 262"/>
              <a:gd name="T17" fmla="*/ 0 h 176"/>
              <a:gd name="T18" fmla="*/ 2147483646 w 262"/>
              <a:gd name="T19" fmla="*/ 0 h 176"/>
              <a:gd name="T20" fmla="*/ 2147483646 w 262"/>
              <a:gd name="T21" fmla="*/ 2147483646 h 176"/>
              <a:gd name="T22" fmla="*/ 2147483646 w 262"/>
              <a:gd name="T23" fmla="*/ 2147483646 h 176"/>
              <a:gd name="T24" fmla="*/ 2147483646 w 262"/>
              <a:gd name="T25" fmla="*/ 2147483646 h 176"/>
              <a:gd name="T26" fmla="*/ 0 w 262"/>
              <a:gd name="T27" fmla="*/ 2147483646 h 176"/>
              <a:gd name="T28" fmla="*/ 0 w 262"/>
              <a:gd name="T29" fmla="*/ 2147483646 h 176"/>
              <a:gd name="T30" fmla="*/ 2147483646 w 262"/>
              <a:gd name="T31" fmla="*/ 2147483646 h 176"/>
              <a:gd name="T32" fmla="*/ 2147483646 w 262"/>
              <a:gd name="T33" fmla="*/ 2147483646 h 176"/>
              <a:gd name="T34" fmla="*/ 2147483646 w 262"/>
              <a:gd name="T35" fmla="*/ 2147483646 h 176"/>
              <a:gd name="T36" fmla="*/ 2147483646 w 262"/>
              <a:gd name="T37" fmla="*/ 2147483646 h 176"/>
              <a:gd name="T38" fmla="*/ 2147483646 w 262"/>
              <a:gd name="T39" fmla="*/ 2147483646 h 176"/>
              <a:gd name="T40" fmla="*/ 2147483646 w 262"/>
              <a:gd name="T41" fmla="*/ 2147483646 h 176"/>
              <a:gd name="T42" fmla="*/ 2147483646 w 262"/>
              <a:gd name="T43" fmla="*/ 2147483646 h 176"/>
              <a:gd name="T44" fmla="*/ 2147483646 w 262"/>
              <a:gd name="T45" fmla="*/ 2147483646 h 176"/>
              <a:gd name="T46" fmla="*/ 2147483646 w 262"/>
              <a:gd name="T47" fmla="*/ 2147483646 h 176"/>
              <a:gd name="T48" fmla="*/ 2147483646 w 262"/>
              <a:gd name="T49" fmla="*/ 2147483646 h 176"/>
              <a:gd name="T50" fmla="*/ 2147483646 w 262"/>
              <a:gd name="T51" fmla="*/ 2147483646 h 176"/>
              <a:gd name="T52" fmla="*/ 2147483646 w 262"/>
              <a:gd name="T53" fmla="*/ 2147483646 h 176"/>
              <a:gd name="T54" fmla="*/ 2147483646 w 262"/>
              <a:gd name="T55" fmla="*/ 2147483646 h 176"/>
              <a:gd name="T56" fmla="*/ 2147483646 w 262"/>
              <a:gd name="T57" fmla="*/ 2147483646 h 176"/>
              <a:gd name="T58" fmla="*/ 2147483646 w 262"/>
              <a:gd name="T59" fmla="*/ 2147483646 h 176"/>
              <a:gd name="T60" fmla="*/ 2147483646 w 262"/>
              <a:gd name="T61" fmla="*/ 2147483646 h 176"/>
              <a:gd name="T62" fmla="*/ 2147483646 w 262"/>
              <a:gd name="T63" fmla="*/ 2147483646 h 176"/>
              <a:gd name="T64" fmla="*/ 2147483646 w 262"/>
              <a:gd name="T65" fmla="*/ 2147483646 h 176"/>
              <a:gd name="T66" fmla="*/ 2147483646 w 262"/>
              <a:gd name="T67" fmla="*/ 2147483646 h 176"/>
              <a:gd name="T68" fmla="*/ 2147483646 w 262"/>
              <a:gd name="T69" fmla="*/ 2147483646 h 176"/>
              <a:gd name="T70" fmla="*/ 2147483646 w 262"/>
              <a:gd name="T71" fmla="*/ 2147483646 h 176"/>
              <a:gd name="T72" fmla="*/ 2147483646 w 262"/>
              <a:gd name="T73" fmla="*/ 2147483646 h 176"/>
              <a:gd name="T74" fmla="*/ 2147483646 w 262"/>
              <a:gd name="T75" fmla="*/ 2147483646 h 176"/>
              <a:gd name="T76" fmla="*/ 2147483646 w 262"/>
              <a:gd name="T77" fmla="*/ 2147483646 h 176"/>
              <a:gd name="T78" fmla="*/ 2147483646 w 262"/>
              <a:gd name="T79" fmla="*/ 2147483646 h 176"/>
              <a:gd name="T80" fmla="*/ 2147483646 w 262"/>
              <a:gd name="T81" fmla="*/ 2147483646 h 176"/>
              <a:gd name="T82" fmla="*/ 2147483646 w 262"/>
              <a:gd name="T83" fmla="*/ 2147483646 h 176"/>
              <a:gd name="T84" fmla="*/ 2147483646 w 262"/>
              <a:gd name="T85" fmla="*/ 2147483646 h 176"/>
              <a:gd name="T86" fmla="*/ 2147483646 w 262"/>
              <a:gd name="T87" fmla="*/ 2147483646 h 176"/>
              <a:gd name="T88" fmla="*/ 2147483646 w 262"/>
              <a:gd name="T89" fmla="*/ 2147483646 h 17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62" h="176">
                <a:moveTo>
                  <a:pt x="74" y="15"/>
                </a:moveTo>
                <a:lnTo>
                  <a:pt x="117" y="15"/>
                </a:lnTo>
                <a:lnTo>
                  <a:pt x="117" y="164"/>
                </a:lnTo>
                <a:lnTo>
                  <a:pt x="133" y="164"/>
                </a:lnTo>
                <a:lnTo>
                  <a:pt x="133" y="47"/>
                </a:lnTo>
                <a:lnTo>
                  <a:pt x="180" y="47"/>
                </a:lnTo>
                <a:lnTo>
                  <a:pt x="180" y="164"/>
                </a:lnTo>
                <a:lnTo>
                  <a:pt x="199" y="164"/>
                </a:lnTo>
                <a:lnTo>
                  <a:pt x="199" y="0"/>
                </a:lnTo>
                <a:lnTo>
                  <a:pt x="242" y="0"/>
                </a:lnTo>
                <a:lnTo>
                  <a:pt x="242" y="164"/>
                </a:lnTo>
                <a:lnTo>
                  <a:pt x="262" y="164"/>
                </a:lnTo>
                <a:lnTo>
                  <a:pt x="262" y="176"/>
                </a:lnTo>
                <a:lnTo>
                  <a:pt x="0" y="176"/>
                </a:lnTo>
                <a:lnTo>
                  <a:pt x="0" y="164"/>
                </a:lnTo>
                <a:lnTo>
                  <a:pt x="15" y="164"/>
                </a:lnTo>
                <a:lnTo>
                  <a:pt x="15" y="58"/>
                </a:lnTo>
                <a:lnTo>
                  <a:pt x="59" y="58"/>
                </a:lnTo>
                <a:lnTo>
                  <a:pt x="59" y="164"/>
                </a:lnTo>
                <a:lnTo>
                  <a:pt x="74" y="164"/>
                </a:lnTo>
                <a:lnTo>
                  <a:pt x="74" y="15"/>
                </a:lnTo>
                <a:close/>
                <a:moveTo>
                  <a:pt x="90" y="164"/>
                </a:moveTo>
                <a:lnTo>
                  <a:pt x="90" y="35"/>
                </a:lnTo>
                <a:lnTo>
                  <a:pt x="82" y="35"/>
                </a:lnTo>
                <a:lnTo>
                  <a:pt x="82" y="164"/>
                </a:lnTo>
                <a:lnTo>
                  <a:pt x="90" y="164"/>
                </a:lnTo>
                <a:close/>
                <a:moveTo>
                  <a:pt x="27" y="164"/>
                </a:moveTo>
                <a:lnTo>
                  <a:pt x="35" y="164"/>
                </a:lnTo>
                <a:lnTo>
                  <a:pt x="35" y="78"/>
                </a:lnTo>
                <a:lnTo>
                  <a:pt x="27" y="78"/>
                </a:lnTo>
                <a:lnTo>
                  <a:pt x="27" y="164"/>
                </a:lnTo>
                <a:close/>
                <a:moveTo>
                  <a:pt x="145" y="164"/>
                </a:moveTo>
                <a:lnTo>
                  <a:pt x="152" y="164"/>
                </a:lnTo>
                <a:lnTo>
                  <a:pt x="152" y="70"/>
                </a:lnTo>
                <a:lnTo>
                  <a:pt x="145" y="70"/>
                </a:lnTo>
                <a:lnTo>
                  <a:pt x="145" y="164"/>
                </a:lnTo>
                <a:close/>
                <a:moveTo>
                  <a:pt x="207" y="164"/>
                </a:moveTo>
                <a:lnTo>
                  <a:pt x="215" y="164"/>
                </a:lnTo>
                <a:lnTo>
                  <a:pt x="215" y="23"/>
                </a:lnTo>
                <a:lnTo>
                  <a:pt x="207" y="23"/>
                </a:lnTo>
                <a:lnTo>
                  <a:pt x="207" y="1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8" name="Freeform 40">
            <a:extLst>
              <a:ext uri="{FF2B5EF4-FFF2-40B4-BE49-F238E27FC236}">
                <a16:creationId xmlns="" xmlns:a16="http://schemas.microsoft.com/office/drawing/2014/main" id="{B4B9016A-0AD5-4826-A326-19B237B8D872}"/>
              </a:ext>
            </a:extLst>
          </p:cNvPr>
          <p:cNvSpPr>
            <a:spLocks/>
          </p:cNvSpPr>
          <p:nvPr/>
        </p:nvSpPr>
        <p:spPr bwMode="auto">
          <a:xfrm>
            <a:off x="2047379" y="1200993"/>
            <a:ext cx="577850" cy="455613"/>
          </a:xfrm>
          <a:custGeom>
            <a:avLst/>
            <a:gdLst>
              <a:gd name="T0" fmla="*/ 2147483646 w 223"/>
              <a:gd name="T1" fmla="*/ 2147483646 h 176"/>
              <a:gd name="T2" fmla="*/ 2147483646 w 223"/>
              <a:gd name="T3" fmla="*/ 2147483646 h 176"/>
              <a:gd name="T4" fmla="*/ 2147483646 w 223"/>
              <a:gd name="T5" fmla="*/ 2147483646 h 176"/>
              <a:gd name="T6" fmla="*/ 2147483646 w 223"/>
              <a:gd name="T7" fmla="*/ 2147483646 h 176"/>
              <a:gd name="T8" fmla="*/ 0 w 223"/>
              <a:gd name="T9" fmla="*/ 2147483646 h 176"/>
              <a:gd name="T10" fmla="*/ 0 w 223"/>
              <a:gd name="T11" fmla="*/ 2147483646 h 176"/>
              <a:gd name="T12" fmla="*/ 0 w 223"/>
              <a:gd name="T13" fmla="*/ 0 h 176"/>
              <a:gd name="T14" fmla="*/ 2147483646 w 223"/>
              <a:gd name="T15" fmla="*/ 0 h 176"/>
              <a:gd name="T16" fmla="*/ 2147483646 w 223"/>
              <a:gd name="T17" fmla="*/ 2147483646 h 176"/>
              <a:gd name="T18" fmla="*/ 2147483646 w 223"/>
              <a:gd name="T19" fmla="*/ 2147483646 h 176"/>
              <a:gd name="T20" fmla="*/ 2147483646 w 223"/>
              <a:gd name="T21" fmla="*/ 2147483646 h 176"/>
              <a:gd name="T22" fmla="*/ 2147483646 w 223"/>
              <a:gd name="T23" fmla="*/ 2147483646 h 176"/>
              <a:gd name="T24" fmla="*/ 2147483646 w 223"/>
              <a:gd name="T25" fmla="*/ 2147483646 h 176"/>
              <a:gd name="T26" fmla="*/ 2147483646 w 223"/>
              <a:gd name="T27" fmla="*/ 2147483646 h 176"/>
              <a:gd name="T28" fmla="*/ 2147483646 w 223"/>
              <a:gd name="T29" fmla="*/ 2147483646 h 176"/>
              <a:gd name="T30" fmla="*/ 2147483646 w 223"/>
              <a:gd name="T31" fmla="*/ 2147483646 h 176"/>
              <a:gd name="T32" fmla="*/ 2147483646 w 223"/>
              <a:gd name="T33" fmla="*/ 2147483646 h 176"/>
              <a:gd name="T34" fmla="*/ 2147483646 w 223"/>
              <a:gd name="T35" fmla="*/ 2147483646 h 176"/>
              <a:gd name="T36" fmla="*/ 2147483646 w 223"/>
              <a:gd name="T37" fmla="*/ 2147483646 h 176"/>
              <a:gd name="T38" fmla="*/ 2147483646 w 223"/>
              <a:gd name="T39" fmla="*/ 2147483646 h 176"/>
              <a:gd name="T40" fmla="*/ 2147483646 w 223"/>
              <a:gd name="T41" fmla="*/ 2147483646 h 176"/>
              <a:gd name="T42" fmla="*/ 2147483646 w 223"/>
              <a:gd name="T43" fmla="*/ 2147483646 h 176"/>
              <a:gd name="T44" fmla="*/ 2147483646 w 223"/>
              <a:gd name="T45" fmla="*/ 2147483646 h 176"/>
              <a:gd name="T46" fmla="*/ 2147483646 w 223"/>
              <a:gd name="T47" fmla="*/ 2147483646 h 176"/>
              <a:gd name="T48" fmla="*/ 2147483646 w 223"/>
              <a:gd name="T49" fmla="*/ 2147483646 h 176"/>
              <a:gd name="T50" fmla="*/ 2147483646 w 223"/>
              <a:gd name="T51" fmla="*/ 2147483646 h 176"/>
              <a:gd name="T52" fmla="*/ 2147483646 w 223"/>
              <a:gd name="T53" fmla="*/ 2147483646 h 176"/>
              <a:gd name="T54" fmla="*/ 2147483646 w 223"/>
              <a:gd name="T55" fmla="*/ 2147483646 h 176"/>
              <a:gd name="T56" fmla="*/ 2147483646 w 223"/>
              <a:gd name="T57" fmla="*/ 2147483646 h 176"/>
              <a:gd name="T58" fmla="*/ 2147483646 w 223"/>
              <a:gd name="T59" fmla="*/ 2147483646 h 176"/>
              <a:gd name="T60" fmla="*/ 2147483646 w 223"/>
              <a:gd name="T61" fmla="*/ 2147483646 h 176"/>
              <a:gd name="T62" fmla="*/ 2147483646 w 223"/>
              <a:gd name="T63" fmla="*/ 2147483646 h 176"/>
              <a:gd name="T64" fmla="*/ 2147483646 w 223"/>
              <a:gd name="T65" fmla="*/ 2147483646 h 176"/>
              <a:gd name="T66" fmla="*/ 2147483646 w 223"/>
              <a:gd name="T67" fmla="*/ 2147483646 h 176"/>
              <a:gd name="T68" fmla="*/ 2147483646 w 223"/>
              <a:gd name="T69" fmla="*/ 2147483646 h 176"/>
              <a:gd name="T70" fmla="*/ 2147483646 w 223"/>
              <a:gd name="T71" fmla="*/ 2147483646 h 176"/>
              <a:gd name="T72" fmla="*/ 2147483646 w 223"/>
              <a:gd name="T73" fmla="*/ 2147483646 h 176"/>
              <a:gd name="T74" fmla="*/ 2147483646 w 223"/>
              <a:gd name="T75" fmla="*/ 2147483646 h 176"/>
              <a:gd name="T76" fmla="*/ 2147483646 w 223"/>
              <a:gd name="T77" fmla="*/ 2147483646 h 176"/>
              <a:gd name="T78" fmla="*/ 2147483646 w 223"/>
              <a:gd name="T79" fmla="*/ 2147483646 h 176"/>
              <a:gd name="T80" fmla="*/ 2147483646 w 223"/>
              <a:gd name="T81" fmla="*/ 2147483646 h 176"/>
              <a:gd name="T82" fmla="*/ 2147483646 w 223"/>
              <a:gd name="T83" fmla="*/ 2147483646 h 176"/>
              <a:gd name="T84" fmla="*/ 2147483646 w 223"/>
              <a:gd name="T85" fmla="*/ 2147483646 h 176"/>
              <a:gd name="T86" fmla="*/ 2147483646 w 223"/>
              <a:gd name="T87" fmla="*/ 2147483646 h 176"/>
              <a:gd name="T88" fmla="*/ 2147483646 w 223"/>
              <a:gd name="T89" fmla="*/ 2147483646 h 176"/>
              <a:gd name="T90" fmla="*/ 2147483646 w 223"/>
              <a:gd name="T91" fmla="*/ 2147483646 h 176"/>
              <a:gd name="T92" fmla="*/ 2147483646 w 223"/>
              <a:gd name="T93" fmla="*/ 2147483646 h 176"/>
              <a:gd name="T94" fmla="*/ 2147483646 w 223"/>
              <a:gd name="T95" fmla="*/ 2147483646 h 176"/>
              <a:gd name="T96" fmla="*/ 2147483646 w 223"/>
              <a:gd name="T97" fmla="*/ 2147483646 h 17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223" h="176">
                <a:moveTo>
                  <a:pt x="12" y="164"/>
                </a:moveTo>
                <a:lnTo>
                  <a:pt x="223" y="164"/>
                </a:lnTo>
                <a:lnTo>
                  <a:pt x="223" y="176"/>
                </a:lnTo>
                <a:lnTo>
                  <a:pt x="12" y="176"/>
                </a:lnTo>
                <a:lnTo>
                  <a:pt x="0" y="176"/>
                </a:lnTo>
                <a:lnTo>
                  <a:pt x="0" y="164"/>
                </a:lnTo>
                <a:lnTo>
                  <a:pt x="0" y="0"/>
                </a:lnTo>
                <a:lnTo>
                  <a:pt x="12" y="0"/>
                </a:lnTo>
                <a:lnTo>
                  <a:pt x="12" y="94"/>
                </a:lnTo>
                <a:lnTo>
                  <a:pt x="35" y="78"/>
                </a:lnTo>
                <a:lnTo>
                  <a:pt x="43" y="70"/>
                </a:lnTo>
                <a:lnTo>
                  <a:pt x="51" y="82"/>
                </a:lnTo>
                <a:lnTo>
                  <a:pt x="55" y="90"/>
                </a:lnTo>
                <a:lnTo>
                  <a:pt x="63" y="82"/>
                </a:lnTo>
                <a:lnTo>
                  <a:pt x="75" y="74"/>
                </a:lnTo>
                <a:lnTo>
                  <a:pt x="82" y="86"/>
                </a:lnTo>
                <a:lnTo>
                  <a:pt x="86" y="94"/>
                </a:lnTo>
                <a:lnTo>
                  <a:pt x="106" y="82"/>
                </a:lnTo>
                <a:lnTo>
                  <a:pt x="114" y="78"/>
                </a:lnTo>
                <a:lnTo>
                  <a:pt x="118" y="82"/>
                </a:lnTo>
                <a:lnTo>
                  <a:pt x="137" y="54"/>
                </a:lnTo>
                <a:lnTo>
                  <a:pt x="145" y="43"/>
                </a:lnTo>
                <a:lnTo>
                  <a:pt x="153" y="51"/>
                </a:lnTo>
                <a:lnTo>
                  <a:pt x="157" y="54"/>
                </a:lnTo>
                <a:lnTo>
                  <a:pt x="168" y="39"/>
                </a:lnTo>
                <a:lnTo>
                  <a:pt x="157" y="27"/>
                </a:lnTo>
                <a:lnTo>
                  <a:pt x="184" y="15"/>
                </a:lnTo>
                <a:lnTo>
                  <a:pt x="212" y="4"/>
                </a:lnTo>
                <a:lnTo>
                  <a:pt x="208" y="35"/>
                </a:lnTo>
                <a:lnTo>
                  <a:pt x="204" y="66"/>
                </a:lnTo>
                <a:lnTo>
                  <a:pt x="188" y="54"/>
                </a:lnTo>
                <a:lnTo>
                  <a:pt x="172" y="78"/>
                </a:lnTo>
                <a:lnTo>
                  <a:pt x="165" y="90"/>
                </a:lnTo>
                <a:lnTo>
                  <a:pt x="153" y="82"/>
                </a:lnTo>
                <a:lnTo>
                  <a:pt x="149" y="78"/>
                </a:lnTo>
                <a:lnTo>
                  <a:pt x="129" y="105"/>
                </a:lnTo>
                <a:lnTo>
                  <a:pt x="125" y="117"/>
                </a:lnTo>
                <a:lnTo>
                  <a:pt x="114" y="109"/>
                </a:lnTo>
                <a:lnTo>
                  <a:pt x="110" y="109"/>
                </a:lnTo>
                <a:lnTo>
                  <a:pt x="86" y="121"/>
                </a:lnTo>
                <a:lnTo>
                  <a:pt x="75" y="125"/>
                </a:lnTo>
                <a:lnTo>
                  <a:pt x="71" y="117"/>
                </a:lnTo>
                <a:lnTo>
                  <a:pt x="67" y="109"/>
                </a:lnTo>
                <a:lnTo>
                  <a:pt x="63" y="117"/>
                </a:lnTo>
                <a:lnTo>
                  <a:pt x="51" y="125"/>
                </a:lnTo>
                <a:lnTo>
                  <a:pt x="43" y="113"/>
                </a:lnTo>
                <a:lnTo>
                  <a:pt x="39" y="105"/>
                </a:lnTo>
                <a:lnTo>
                  <a:pt x="12" y="125"/>
                </a:lnTo>
                <a:lnTo>
                  <a:pt x="12" y="1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19" name="Freeform 48">
            <a:extLst>
              <a:ext uri="{FF2B5EF4-FFF2-40B4-BE49-F238E27FC236}">
                <a16:creationId xmlns="" xmlns:a16="http://schemas.microsoft.com/office/drawing/2014/main" id="{0AF2120B-8851-4000-84DA-8A6BBB2242B8}"/>
              </a:ext>
            </a:extLst>
          </p:cNvPr>
          <p:cNvSpPr>
            <a:spLocks noEditPoints="1"/>
          </p:cNvSpPr>
          <p:nvPr/>
        </p:nvSpPr>
        <p:spPr bwMode="auto">
          <a:xfrm>
            <a:off x="3031629" y="4242643"/>
            <a:ext cx="609600" cy="525463"/>
          </a:xfrm>
          <a:custGeom>
            <a:avLst/>
            <a:gdLst>
              <a:gd name="T0" fmla="*/ 2147483646 w 60"/>
              <a:gd name="T1" fmla="*/ 2147483646 h 52"/>
              <a:gd name="T2" fmla="*/ 2147483646 w 60"/>
              <a:gd name="T3" fmla="*/ 2147483646 h 52"/>
              <a:gd name="T4" fmla="*/ 0 w 60"/>
              <a:gd name="T5" fmla="*/ 2147483646 h 52"/>
              <a:gd name="T6" fmla="*/ 2147483646 w 60"/>
              <a:gd name="T7" fmla="*/ 0 h 52"/>
              <a:gd name="T8" fmla="*/ 2147483646 w 60"/>
              <a:gd name="T9" fmla="*/ 2147483646 h 52"/>
              <a:gd name="T10" fmla="*/ 2147483646 w 60"/>
              <a:gd name="T11" fmla="*/ 2147483646 h 52"/>
              <a:gd name="T12" fmla="*/ 2147483646 w 60"/>
              <a:gd name="T13" fmla="*/ 2147483646 h 52"/>
              <a:gd name="T14" fmla="*/ 2147483646 w 60"/>
              <a:gd name="T15" fmla="*/ 2147483646 h 52"/>
              <a:gd name="T16" fmla="*/ 2147483646 w 60"/>
              <a:gd name="T17" fmla="*/ 2147483646 h 52"/>
              <a:gd name="T18" fmla="*/ 2147483646 w 60"/>
              <a:gd name="T19" fmla="*/ 2147483646 h 52"/>
              <a:gd name="T20" fmla="*/ 2147483646 w 60"/>
              <a:gd name="T21" fmla="*/ 2147483646 h 52"/>
              <a:gd name="T22" fmla="*/ 2147483646 w 60"/>
              <a:gd name="T23" fmla="*/ 2147483646 h 52"/>
              <a:gd name="T24" fmla="*/ 2147483646 w 60"/>
              <a:gd name="T25" fmla="*/ 2147483646 h 52"/>
              <a:gd name="T26" fmla="*/ 2147483646 w 60"/>
              <a:gd name="T27" fmla="*/ 2147483646 h 52"/>
              <a:gd name="T28" fmla="*/ 2147483646 w 60"/>
              <a:gd name="T29" fmla="*/ 2147483646 h 52"/>
              <a:gd name="T30" fmla="*/ 2147483646 w 60"/>
              <a:gd name="T31" fmla="*/ 2147483646 h 52"/>
              <a:gd name="T32" fmla="*/ 2147483646 w 60"/>
              <a:gd name="T33" fmla="*/ 2147483646 h 52"/>
              <a:gd name="T34" fmla="*/ 2147483646 w 60"/>
              <a:gd name="T35" fmla="*/ 2147483646 h 52"/>
              <a:gd name="T36" fmla="*/ 2147483646 w 60"/>
              <a:gd name="T37" fmla="*/ 2147483646 h 52"/>
              <a:gd name="T38" fmla="*/ 2147483646 w 60"/>
              <a:gd name="T39" fmla="*/ 2147483646 h 5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0" h="52">
                <a:moveTo>
                  <a:pt x="22" y="2"/>
                </a:moveTo>
                <a:cubicBezTo>
                  <a:pt x="3" y="29"/>
                  <a:pt x="3" y="29"/>
                  <a:pt x="3" y="29"/>
                </a:cubicBezTo>
                <a:cubicBezTo>
                  <a:pt x="0" y="27"/>
                  <a:pt x="0" y="27"/>
                  <a:pt x="0" y="27"/>
                </a:cubicBezTo>
                <a:cubicBezTo>
                  <a:pt x="19" y="0"/>
                  <a:pt x="19" y="0"/>
                  <a:pt x="19" y="0"/>
                </a:cubicBezTo>
                <a:cubicBezTo>
                  <a:pt x="22" y="2"/>
                  <a:pt x="22" y="2"/>
                  <a:pt x="22" y="2"/>
                </a:cubicBezTo>
                <a:close/>
                <a:moveTo>
                  <a:pt x="59" y="38"/>
                </a:moveTo>
                <a:cubicBezTo>
                  <a:pt x="22" y="5"/>
                  <a:pt x="22" y="5"/>
                  <a:pt x="22" y="5"/>
                </a:cubicBezTo>
                <a:cubicBezTo>
                  <a:pt x="23" y="7"/>
                  <a:pt x="23" y="8"/>
                  <a:pt x="24" y="10"/>
                </a:cubicBezTo>
                <a:cubicBezTo>
                  <a:pt x="56" y="38"/>
                  <a:pt x="56" y="38"/>
                  <a:pt x="56" y="38"/>
                </a:cubicBezTo>
                <a:cubicBezTo>
                  <a:pt x="54" y="41"/>
                  <a:pt x="54" y="41"/>
                  <a:pt x="54" y="41"/>
                </a:cubicBezTo>
                <a:cubicBezTo>
                  <a:pt x="24" y="15"/>
                  <a:pt x="24" y="15"/>
                  <a:pt x="24" y="15"/>
                </a:cubicBezTo>
                <a:cubicBezTo>
                  <a:pt x="24" y="18"/>
                  <a:pt x="23" y="20"/>
                  <a:pt x="21" y="22"/>
                </a:cubicBezTo>
                <a:cubicBezTo>
                  <a:pt x="17" y="28"/>
                  <a:pt x="11" y="30"/>
                  <a:pt x="5" y="28"/>
                </a:cubicBezTo>
                <a:cubicBezTo>
                  <a:pt x="48" y="52"/>
                  <a:pt x="48" y="52"/>
                  <a:pt x="48" y="52"/>
                </a:cubicBezTo>
                <a:cubicBezTo>
                  <a:pt x="59" y="38"/>
                  <a:pt x="59" y="38"/>
                  <a:pt x="59" y="38"/>
                </a:cubicBezTo>
                <a:close/>
                <a:moveTo>
                  <a:pt x="53" y="48"/>
                </a:moveTo>
                <a:cubicBezTo>
                  <a:pt x="56" y="43"/>
                  <a:pt x="56" y="43"/>
                  <a:pt x="56" y="43"/>
                </a:cubicBezTo>
                <a:cubicBezTo>
                  <a:pt x="60" y="47"/>
                  <a:pt x="60" y="47"/>
                  <a:pt x="60" y="47"/>
                </a:cubicBezTo>
                <a:cubicBezTo>
                  <a:pt x="58" y="50"/>
                  <a:pt x="58" y="50"/>
                  <a:pt x="58" y="50"/>
                </a:cubicBezTo>
                <a:lnTo>
                  <a:pt x="53" y="4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20" name="Freeform 49">
            <a:extLst>
              <a:ext uri="{FF2B5EF4-FFF2-40B4-BE49-F238E27FC236}">
                <a16:creationId xmlns="" xmlns:a16="http://schemas.microsoft.com/office/drawing/2014/main" id="{58F2B27D-E3EA-46AF-9BA3-0E54DC25C09A}"/>
              </a:ext>
            </a:extLst>
          </p:cNvPr>
          <p:cNvSpPr>
            <a:spLocks noEditPoints="1"/>
          </p:cNvSpPr>
          <p:nvPr/>
        </p:nvSpPr>
        <p:spPr bwMode="auto">
          <a:xfrm>
            <a:off x="3547566" y="4737943"/>
            <a:ext cx="215900" cy="211138"/>
          </a:xfrm>
          <a:custGeom>
            <a:avLst/>
            <a:gdLst>
              <a:gd name="T0" fmla="*/ 2147483646 w 21"/>
              <a:gd name="T1" fmla="*/ 2147483646 h 21"/>
              <a:gd name="T2" fmla="*/ 2147483646 w 21"/>
              <a:gd name="T3" fmla="*/ 2147483646 h 21"/>
              <a:gd name="T4" fmla="*/ 2147483646 w 21"/>
              <a:gd name="T5" fmla="*/ 2147483646 h 21"/>
              <a:gd name="T6" fmla="*/ 2147483646 w 21"/>
              <a:gd name="T7" fmla="*/ 2147483646 h 21"/>
              <a:gd name="T8" fmla="*/ 2147483646 w 21"/>
              <a:gd name="T9" fmla="*/ 2147483646 h 21"/>
              <a:gd name="T10" fmla="*/ 2147483646 w 21"/>
              <a:gd name="T11" fmla="*/ 2147483646 h 21"/>
              <a:gd name="T12" fmla="*/ 2147483646 w 21"/>
              <a:gd name="T13" fmla="*/ 0 h 21"/>
              <a:gd name="T14" fmla="*/ 2147483646 w 21"/>
              <a:gd name="T15" fmla="*/ 2147483646 h 21"/>
              <a:gd name="T16" fmla="*/ 2147483646 w 21"/>
              <a:gd name="T17" fmla="*/ 2147483646 h 21"/>
              <a:gd name="T18" fmla="*/ 0 w 21"/>
              <a:gd name="T19" fmla="*/ 2147483646 h 21"/>
              <a:gd name="T20" fmla="*/ 2147483646 w 21"/>
              <a:gd name="T21" fmla="*/ 2147483646 h 2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21" h="21">
                <a:moveTo>
                  <a:pt x="3" y="12"/>
                </a:moveTo>
                <a:cubicBezTo>
                  <a:pt x="1" y="14"/>
                  <a:pt x="1" y="15"/>
                  <a:pt x="2" y="16"/>
                </a:cubicBezTo>
                <a:cubicBezTo>
                  <a:pt x="4" y="20"/>
                  <a:pt x="11" y="20"/>
                  <a:pt x="15" y="19"/>
                </a:cubicBezTo>
                <a:cubicBezTo>
                  <a:pt x="11" y="19"/>
                  <a:pt x="4" y="20"/>
                  <a:pt x="3" y="16"/>
                </a:cubicBezTo>
                <a:cubicBezTo>
                  <a:pt x="2" y="15"/>
                  <a:pt x="2" y="14"/>
                  <a:pt x="3" y="12"/>
                </a:cubicBezTo>
                <a:close/>
                <a:moveTo>
                  <a:pt x="9" y="1"/>
                </a:moveTo>
                <a:cubicBezTo>
                  <a:pt x="9" y="0"/>
                  <a:pt x="9" y="0"/>
                  <a:pt x="9" y="0"/>
                </a:cubicBezTo>
                <a:cubicBezTo>
                  <a:pt x="10" y="0"/>
                  <a:pt x="21" y="13"/>
                  <a:pt x="21" y="15"/>
                </a:cubicBezTo>
                <a:cubicBezTo>
                  <a:pt x="21" y="19"/>
                  <a:pt x="16" y="21"/>
                  <a:pt x="10" y="21"/>
                </a:cubicBezTo>
                <a:cubicBezTo>
                  <a:pt x="5" y="21"/>
                  <a:pt x="0" y="19"/>
                  <a:pt x="0" y="15"/>
                </a:cubicBezTo>
                <a:cubicBezTo>
                  <a:pt x="0" y="9"/>
                  <a:pt x="16" y="11"/>
                  <a:pt x="9" y="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21" name="Freeform 50">
            <a:extLst>
              <a:ext uri="{FF2B5EF4-FFF2-40B4-BE49-F238E27FC236}">
                <a16:creationId xmlns="" xmlns:a16="http://schemas.microsoft.com/office/drawing/2014/main" id="{0E19E474-CB84-478A-82B3-757B9C07A405}"/>
              </a:ext>
            </a:extLst>
          </p:cNvPr>
          <p:cNvSpPr>
            <a:spLocks noEditPoints="1"/>
          </p:cNvSpPr>
          <p:nvPr/>
        </p:nvSpPr>
        <p:spPr bwMode="auto">
          <a:xfrm>
            <a:off x="4257179" y="4545856"/>
            <a:ext cx="508000" cy="385762"/>
          </a:xfrm>
          <a:custGeom>
            <a:avLst/>
            <a:gdLst>
              <a:gd name="T0" fmla="*/ 2147483646 w 50"/>
              <a:gd name="T1" fmla="*/ 0 h 38"/>
              <a:gd name="T2" fmla="*/ 2147483646 w 50"/>
              <a:gd name="T3" fmla="*/ 2147483646 h 38"/>
              <a:gd name="T4" fmla="*/ 2147483646 w 50"/>
              <a:gd name="T5" fmla="*/ 2147483646 h 38"/>
              <a:gd name="T6" fmla="*/ 2147483646 w 50"/>
              <a:gd name="T7" fmla="*/ 2147483646 h 38"/>
              <a:gd name="T8" fmla="*/ 2147483646 w 50"/>
              <a:gd name="T9" fmla="*/ 2147483646 h 38"/>
              <a:gd name="T10" fmla="*/ 2147483646 w 50"/>
              <a:gd name="T11" fmla="*/ 2147483646 h 38"/>
              <a:gd name="T12" fmla="*/ 0 w 50"/>
              <a:gd name="T13" fmla="*/ 2147483646 h 38"/>
              <a:gd name="T14" fmla="*/ 0 w 50"/>
              <a:gd name="T15" fmla="*/ 0 h 38"/>
              <a:gd name="T16" fmla="*/ 2147483646 w 50"/>
              <a:gd name="T17" fmla="*/ 0 h 38"/>
              <a:gd name="T18" fmla="*/ 2147483646 w 50"/>
              <a:gd name="T19" fmla="*/ 2147483646 h 38"/>
              <a:gd name="T20" fmla="*/ 2147483646 w 50"/>
              <a:gd name="T21" fmla="*/ 2147483646 h 38"/>
              <a:gd name="T22" fmla="*/ 2147483646 w 50"/>
              <a:gd name="T23" fmla="*/ 2147483646 h 38"/>
              <a:gd name="T24" fmla="*/ 2147483646 w 50"/>
              <a:gd name="T25" fmla="*/ 2147483646 h 38"/>
              <a:gd name="T26" fmla="*/ 2147483646 w 50"/>
              <a:gd name="T27" fmla="*/ 2147483646 h 38"/>
              <a:gd name="T28" fmla="*/ 2147483646 w 50"/>
              <a:gd name="T29" fmla="*/ 2147483646 h 38"/>
              <a:gd name="T30" fmla="*/ 2147483646 w 50"/>
              <a:gd name="T31" fmla="*/ 2147483646 h 38"/>
              <a:gd name="T32" fmla="*/ 2147483646 w 50"/>
              <a:gd name="T33" fmla="*/ 2147483646 h 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50" h="38">
                <a:moveTo>
                  <a:pt x="50" y="0"/>
                </a:moveTo>
                <a:cubicBezTo>
                  <a:pt x="50" y="4"/>
                  <a:pt x="50" y="4"/>
                  <a:pt x="50" y="4"/>
                </a:cubicBezTo>
                <a:cubicBezTo>
                  <a:pt x="47" y="4"/>
                  <a:pt x="47" y="4"/>
                  <a:pt x="47" y="4"/>
                </a:cubicBezTo>
                <a:cubicBezTo>
                  <a:pt x="42" y="38"/>
                  <a:pt x="42" y="38"/>
                  <a:pt x="42" y="38"/>
                </a:cubicBezTo>
                <a:cubicBezTo>
                  <a:pt x="8" y="38"/>
                  <a:pt x="8" y="38"/>
                  <a:pt x="8" y="38"/>
                </a:cubicBezTo>
                <a:cubicBezTo>
                  <a:pt x="3" y="4"/>
                  <a:pt x="3" y="4"/>
                  <a:pt x="3" y="4"/>
                </a:cubicBezTo>
                <a:cubicBezTo>
                  <a:pt x="0" y="4"/>
                  <a:pt x="0" y="4"/>
                  <a:pt x="0" y="4"/>
                </a:cubicBezTo>
                <a:cubicBezTo>
                  <a:pt x="0" y="0"/>
                  <a:pt x="0" y="0"/>
                  <a:pt x="0" y="0"/>
                </a:cubicBezTo>
                <a:cubicBezTo>
                  <a:pt x="50" y="0"/>
                  <a:pt x="50" y="0"/>
                  <a:pt x="50" y="0"/>
                </a:cubicBezTo>
                <a:close/>
                <a:moveTo>
                  <a:pt x="5" y="1"/>
                </a:moveTo>
                <a:cubicBezTo>
                  <a:pt x="5" y="1"/>
                  <a:pt x="11" y="15"/>
                  <a:pt x="19" y="15"/>
                </a:cubicBezTo>
                <a:cubicBezTo>
                  <a:pt x="26" y="16"/>
                  <a:pt x="25" y="5"/>
                  <a:pt x="29" y="6"/>
                </a:cubicBezTo>
                <a:cubicBezTo>
                  <a:pt x="34" y="7"/>
                  <a:pt x="30" y="25"/>
                  <a:pt x="34" y="26"/>
                </a:cubicBezTo>
                <a:cubicBezTo>
                  <a:pt x="37" y="28"/>
                  <a:pt x="36" y="8"/>
                  <a:pt x="37" y="5"/>
                </a:cubicBezTo>
                <a:cubicBezTo>
                  <a:pt x="38" y="2"/>
                  <a:pt x="42" y="7"/>
                  <a:pt x="44" y="6"/>
                </a:cubicBezTo>
                <a:cubicBezTo>
                  <a:pt x="46" y="5"/>
                  <a:pt x="45" y="1"/>
                  <a:pt x="45" y="1"/>
                </a:cubicBezTo>
                <a:lnTo>
                  <a:pt x="5"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22" name="Freeform 51">
            <a:extLst>
              <a:ext uri="{FF2B5EF4-FFF2-40B4-BE49-F238E27FC236}">
                <a16:creationId xmlns="" xmlns:a16="http://schemas.microsoft.com/office/drawing/2014/main" id="{ADC44138-80BB-4855-9EC8-F9D338C8D7B3}"/>
              </a:ext>
            </a:extLst>
          </p:cNvPr>
          <p:cNvSpPr>
            <a:spLocks/>
          </p:cNvSpPr>
          <p:nvPr/>
        </p:nvSpPr>
        <p:spPr bwMode="auto">
          <a:xfrm>
            <a:off x="4268291" y="4280743"/>
            <a:ext cx="487363" cy="244475"/>
          </a:xfrm>
          <a:custGeom>
            <a:avLst/>
            <a:gdLst>
              <a:gd name="T0" fmla="*/ 2147483646 w 48"/>
              <a:gd name="T1" fmla="*/ 2147483646 h 24"/>
              <a:gd name="T2" fmla="*/ 2147483646 w 48"/>
              <a:gd name="T3" fmla="*/ 2147483646 h 24"/>
              <a:gd name="T4" fmla="*/ 2147483646 w 48"/>
              <a:gd name="T5" fmla="*/ 2147483646 h 24"/>
              <a:gd name="T6" fmla="*/ 0 w 48"/>
              <a:gd name="T7" fmla="*/ 2147483646 h 24"/>
              <a:gd name="T8" fmla="*/ 2147483646 w 48"/>
              <a:gd name="T9" fmla="*/ 0 h 24"/>
              <a:gd name="T10" fmla="*/ 2147483646 w 48"/>
              <a:gd name="T11" fmla="*/ 2147483646 h 24"/>
              <a:gd name="T12" fmla="*/ 2147483646 w 48"/>
              <a:gd name="T13" fmla="*/ 2147483646 h 2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48" h="24">
                <a:moveTo>
                  <a:pt x="47" y="24"/>
                </a:moveTo>
                <a:cubicBezTo>
                  <a:pt x="46" y="12"/>
                  <a:pt x="36" y="3"/>
                  <a:pt x="24" y="3"/>
                </a:cubicBezTo>
                <a:cubicBezTo>
                  <a:pt x="12" y="3"/>
                  <a:pt x="3" y="12"/>
                  <a:pt x="2" y="24"/>
                </a:cubicBezTo>
                <a:cubicBezTo>
                  <a:pt x="0" y="24"/>
                  <a:pt x="0" y="24"/>
                  <a:pt x="0" y="24"/>
                </a:cubicBezTo>
                <a:cubicBezTo>
                  <a:pt x="0" y="11"/>
                  <a:pt x="11" y="0"/>
                  <a:pt x="24" y="0"/>
                </a:cubicBezTo>
                <a:cubicBezTo>
                  <a:pt x="37" y="0"/>
                  <a:pt x="48" y="11"/>
                  <a:pt x="48" y="24"/>
                </a:cubicBezTo>
                <a:lnTo>
                  <a:pt x="47" y="2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23" name="Freeform 52">
            <a:extLst>
              <a:ext uri="{FF2B5EF4-FFF2-40B4-BE49-F238E27FC236}">
                <a16:creationId xmlns="" xmlns:a16="http://schemas.microsoft.com/office/drawing/2014/main" id="{D7FC7A02-1CD4-4FC2-8C76-4A8D7B9B64E3}"/>
              </a:ext>
            </a:extLst>
          </p:cNvPr>
          <p:cNvSpPr>
            <a:spLocks noEditPoints="1"/>
          </p:cNvSpPr>
          <p:nvPr/>
        </p:nvSpPr>
        <p:spPr bwMode="auto">
          <a:xfrm>
            <a:off x="5220791" y="4280743"/>
            <a:ext cx="731838" cy="688975"/>
          </a:xfrm>
          <a:custGeom>
            <a:avLst/>
            <a:gdLst>
              <a:gd name="T0" fmla="*/ 2147483646 w 72"/>
              <a:gd name="T1" fmla="*/ 2147483646 h 68"/>
              <a:gd name="T2" fmla="*/ 2147483646 w 72"/>
              <a:gd name="T3" fmla="*/ 2147483646 h 68"/>
              <a:gd name="T4" fmla="*/ 2147483646 w 72"/>
              <a:gd name="T5" fmla="*/ 2147483646 h 68"/>
              <a:gd name="T6" fmla="*/ 2147483646 w 72"/>
              <a:gd name="T7" fmla="*/ 2147483646 h 68"/>
              <a:gd name="T8" fmla="*/ 2147483646 w 72"/>
              <a:gd name="T9" fmla="*/ 2147483646 h 68"/>
              <a:gd name="T10" fmla="*/ 2147483646 w 72"/>
              <a:gd name="T11" fmla="*/ 2147483646 h 68"/>
              <a:gd name="T12" fmla="*/ 0 w 72"/>
              <a:gd name="T13" fmla="*/ 2147483646 h 68"/>
              <a:gd name="T14" fmla="*/ 2147483646 w 72"/>
              <a:gd name="T15" fmla="*/ 2147483646 h 68"/>
              <a:gd name="T16" fmla="*/ 2147483646 w 72"/>
              <a:gd name="T17" fmla="*/ 2147483646 h 68"/>
              <a:gd name="T18" fmla="*/ 2147483646 w 72"/>
              <a:gd name="T19" fmla="*/ 2147483646 h 68"/>
              <a:gd name="T20" fmla="*/ 2147483646 w 72"/>
              <a:gd name="T21" fmla="*/ 2147483646 h 68"/>
              <a:gd name="T22" fmla="*/ 2147483646 w 72"/>
              <a:gd name="T23" fmla="*/ 2147483646 h 68"/>
              <a:gd name="T24" fmla="*/ 2147483646 w 72"/>
              <a:gd name="T25" fmla="*/ 2147483646 h 68"/>
              <a:gd name="T26" fmla="*/ 2147483646 w 72"/>
              <a:gd name="T27" fmla="*/ 2147483646 h 68"/>
              <a:gd name="T28" fmla="*/ 2147483646 w 72"/>
              <a:gd name="T29" fmla="*/ 2147483646 h 68"/>
              <a:gd name="T30" fmla="*/ 2147483646 w 72"/>
              <a:gd name="T31" fmla="*/ 2147483646 h 68"/>
              <a:gd name="T32" fmla="*/ 2147483646 w 72"/>
              <a:gd name="T33" fmla="*/ 2147483646 h 68"/>
              <a:gd name="T34" fmla="*/ 2147483646 w 72"/>
              <a:gd name="T35" fmla="*/ 2147483646 h 68"/>
              <a:gd name="T36" fmla="*/ 2147483646 w 72"/>
              <a:gd name="T37" fmla="*/ 2147483646 h 68"/>
              <a:gd name="T38" fmla="*/ 2147483646 w 72"/>
              <a:gd name="T39" fmla="*/ 2147483646 h 68"/>
              <a:gd name="T40" fmla="*/ 2147483646 w 72"/>
              <a:gd name="T41" fmla="*/ 2147483646 h 68"/>
              <a:gd name="T42" fmla="*/ 2147483646 w 72"/>
              <a:gd name="T43" fmla="*/ 2147483646 h 68"/>
              <a:gd name="T44" fmla="*/ 2147483646 w 72"/>
              <a:gd name="T45" fmla="*/ 2147483646 h 68"/>
              <a:gd name="T46" fmla="*/ 2147483646 w 72"/>
              <a:gd name="T47" fmla="*/ 2147483646 h 68"/>
              <a:gd name="T48" fmla="*/ 2147483646 w 72"/>
              <a:gd name="T49" fmla="*/ 2147483646 h 68"/>
              <a:gd name="T50" fmla="*/ 2147483646 w 72"/>
              <a:gd name="T51" fmla="*/ 2147483646 h 68"/>
              <a:gd name="T52" fmla="*/ 2147483646 w 72"/>
              <a:gd name="T53" fmla="*/ 2147483646 h 68"/>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72" h="68">
                <a:moveTo>
                  <a:pt x="39" y="37"/>
                </a:moveTo>
                <a:cubicBezTo>
                  <a:pt x="35" y="38"/>
                  <a:pt x="38" y="46"/>
                  <a:pt x="38" y="53"/>
                </a:cubicBezTo>
                <a:cubicBezTo>
                  <a:pt x="37" y="62"/>
                  <a:pt x="22" y="68"/>
                  <a:pt x="14" y="59"/>
                </a:cubicBezTo>
                <a:cubicBezTo>
                  <a:pt x="13" y="58"/>
                  <a:pt x="13" y="57"/>
                  <a:pt x="12" y="57"/>
                </a:cubicBezTo>
                <a:cubicBezTo>
                  <a:pt x="5" y="46"/>
                  <a:pt x="18" y="44"/>
                  <a:pt x="26" y="42"/>
                </a:cubicBezTo>
                <a:cubicBezTo>
                  <a:pt x="32" y="40"/>
                  <a:pt x="35" y="33"/>
                  <a:pt x="26" y="34"/>
                </a:cubicBezTo>
                <a:cubicBezTo>
                  <a:pt x="16" y="35"/>
                  <a:pt x="1" y="42"/>
                  <a:pt x="0" y="28"/>
                </a:cubicBezTo>
                <a:cubicBezTo>
                  <a:pt x="0" y="16"/>
                  <a:pt x="14" y="22"/>
                  <a:pt x="23" y="24"/>
                </a:cubicBezTo>
                <a:cubicBezTo>
                  <a:pt x="31" y="25"/>
                  <a:pt x="30" y="19"/>
                  <a:pt x="27" y="16"/>
                </a:cubicBezTo>
                <a:cubicBezTo>
                  <a:pt x="25" y="14"/>
                  <a:pt x="23" y="12"/>
                  <a:pt x="23" y="10"/>
                </a:cubicBezTo>
                <a:cubicBezTo>
                  <a:pt x="24" y="3"/>
                  <a:pt x="35" y="0"/>
                  <a:pt x="41" y="6"/>
                </a:cubicBezTo>
                <a:cubicBezTo>
                  <a:pt x="44" y="10"/>
                  <a:pt x="38" y="16"/>
                  <a:pt x="38" y="20"/>
                </a:cubicBezTo>
                <a:cubicBezTo>
                  <a:pt x="38" y="27"/>
                  <a:pt x="45" y="24"/>
                  <a:pt x="50" y="17"/>
                </a:cubicBezTo>
                <a:cubicBezTo>
                  <a:pt x="50" y="15"/>
                  <a:pt x="54" y="13"/>
                  <a:pt x="58" y="15"/>
                </a:cubicBezTo>
                <a:cubicBezTo>
                  <a:pt x="63" y="16"/>
                  <a:pt x="68" y="24"/>
                  <a:pt x="68" y="27"/>
                </a:cubicBezTo>
                <a:cubicBezTo>
                  <a:pt x="67" y="31"/>
                  <a:pt x="62" y="36"/>
                  <a:pt x="56" y="33"/>
                </a:cubicBezTo>
                <a:cubicBezTo>
                  <a:pt x="47" y="28"/>
                  <a:pt x="44" y="34"/>
                  <a:pt x="55" y="37"/>
                </a:cubicBezTo>
                <a:cubicBezTo>
                  <a:pt x="58" y="38"/>
                  <a:pt x="61" y="38"/>
                  <a:pt x="62" y="39"/>
                </a:cubicBezTo>
                <a:cubicBezTo>
                  <a:pt x="72" y="44"/>
                  <a:pt x="62" y="52"/>
                  <a:pt x="52" y="51"/>
                </a:cubicBezTo>
                <a:cubicBezTo>
                  <a:pt x="40" y="50"/>
                  <a:pt x="44" y="36"/>
                  <a:pt x="39" y="37"/>
                </a:cubicBezTo>
                <a:close/>
                <a:moveTo>
                  <a:pt x="34" y="50"/>
                </a:moveTo>
                <a:cubicBezTo>
                  <a:pt x="32" y="56"/>
                  <a:pt x="30" y="61"/>
                  <a:pt x="19" y="58"/>
                </a:cubicBezTo>
                <a:cubicBezTo>
                  <a:pt x="27" y="63"/>
                  <a:pt x="33" y="61"/>
                  <a:pt x="34" y="50"/>
                </a:cubicBezTo>
                <a:close/>
                <a:moveTo>
                  <a:pt x="59" y="48"/>
                </a:moveTo>
                <a:cubicBezTo>
                  <a:pt x="62" y="47"/>
                  <a:pt x="64" y="46"/>
                  <a:pt x="64" y="44"/>
                </a:cubicBezTo>
                <a:cubicBezTo>
                  <a:pt x="63" y="41"/>
                  <a:pt x="58" y="40"/>
                  <a:pt x="56" y="39"/>
                </a:cubicBezTo>
                <a:cubicBezTo>
                  <a:pt x="60" y="41"/>
                  <a:pt x="63" y="43"/>
                  <a:pt x="59" y="4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24" name="Freeform 53">
            <a:extLst>
              <a:ext uri="{FF2B5EF4-FFF2-40B4-BE49-F238E27FC236}">
                <a16:creationId xmlns="" xmlns:a16="http://schemas.microsoft.com/office/drawing/2014/main" id="{08D95F7E-2067-402B-9A9E-26E59022F934}"/>
              </a:ext>
            </a:extLst>
          </p:cNvPr>
          <p:cNvSpPr>
            <a:spLocks noEditPoints="1"/>
          </p:cNvSpPr>
          <p:nvPr/>
        </p:nvSpPr>
        <p:spPr bwMode="auto">
          <a:xfrm>
            <a:off x="6397129" y="4364881"/>
            <a:ext cx="498475" cy="493712"/>
          </a:xfrm>
          <a:custGeom>
            <a:avLst/>
            <a:gdLst>
              <a:gd name="T0" fmla="*/ 2147483646 w 49"/>
              <a:gd name="T1" fmla="*/ 2147483646 h 49"/>
              <a:gd name="T2" fmla="*/ 2147483646 w 49"/>
              <a:gd name="T3" fmla="*/ 2147483646 h 49"/>
              <a:gd name="T4" fmla="*/ 2147483646 w 49"/>
              <a:gd name="T5" fmla="*/ 2147483646 h 49"/>
              <a:gd name="T6" fmla="*/ 2147483646 w 49"/>
              <a:gd name="T7" fmla="*/ 2147483646 h 49"/>
              <a:gd name="T8" fmla="*/ 2147483646 w 49"/>
              <a:gd name="T9" fmla="*/ 2147483646 h 49"/>
              <a:gd name="T10" fmla="*/ 2147483646 w 49"/>
              <a:gd name="T11" fmla="*/ 2147483646 h 49"/>
              <a:gd name="T12" fmla="*/ 2147483646 w 49"/>
              <a:gd name="T13" fmla="*/ 2147483646 h 49"/>
              <a:gd name="T14" fmla="*/ 2147483646 w 49"/>
              <a:gd name="T15" fmla="*/ 2147483646 h 49"/>
              <a:gd name="T16" fmla="*/ 2147483646 w 49"/>
              <a:gd name="T17" fmla="*/ 2147483646 h 49"/>
              <a:gd name="T18" fmla="*/ 2147483646 w 49"/>
              <a:gd name="T19" fmla="*/ 2147483646 h 49"/>
              <a:gd name="T20" fmla="*/ 2147483646 w 49"/>
              <a:gd name="T21" fmla="*/ 2147483646 h 49"/>
              <a:gd name="T22" fmla="*/ 2147483646 w 49"/>
              <a:gd name="T23" fmla="*/ 2147483646 h 49"/>
              <a:gd name="T24" fmla="*/ 2147483646 w 49"/>
              <a:gd name="T25" fmla="*/ 2147483646 h 49"/>
              <a:gd name="T26" fmla="*/ 2147483646 w 49"/>
              <a:gd name="T27" fmla="*/ 2147483646 h 49"/>
              <a:gd name="T28" fmla="*/ 2147483646 w 49"/>
              <a:gd name="T29" fmla="*/ 2147483646 h 49"/>
              <a:gd name="T30" fmla="*/ 2147483646 w 49"/>
              <a:gd name="T31" fmla="*/ 2147483646 h 49"/>
              <a:gd name="T32" fmla="*/ 2147483646 w 49"/>
              <a:gd name="T33" fmla="*/ 2147483646 h 49"/>
              <a:gd name="T34" fmla="*/ 2147483646 w 49"/>
              <a:gd name="T35" fmla="*/ 2147483646 h 49"/>
              <a:gd name="T36" fmla="*/ 2147483646 w 49"/>
              <a:gd name="T37" fmla="*/ 2147483646 h 49"/>
              <a:gd name="T38" fmla="*/ 2147483646 w 49"/>
              <a:gd name="T39" fmla="*/ 2147483646 h 49"/>
              <a:gd name="T40" fmla="*/ 2147483646 w 49"/>
              <a:gd name="T41" fmla="*/ 2147483646 h 49"/>
              <a:gd name="T42" fmla="*/ 2147483646 w 49"/>
              <a:gd name="T43" fmla="*/ 2147483646 h 49"/>
              <a:gd name="T44" fmla="*/ 2147483646 w 49"/>
              <a:gd name="T45" fmla="*/ 2147483646 h 49"/>
              <a:gd name="T46" fmla="*/ 2147483646 w 49"/>
              <a:gd name="T47" fmla="*/ 2147483646 h 49"/>
              <a:gd name="T48" fmla="*/ 2147483646 w 49"/>
              <a:gd name="T49" fmla="*/ 2147483646 h 49"/>
              <a:gd name="T50" fmla="*/ 2147483646 w 49"/>
              <a:gd name="T51" fmla="*/ 2147483646 h 49"/>
              <a:gd name="T52" fmla="*/ 2147483646 w 49"/>
              <a:gd name="T53" fmla="*/ 2147483646 h 49"/>
              <a:gd name="T54" fmla="*/ 2147483646 w 49"/>
              <a:gd name="T55" fmla="*/ 2147483646 h 49"/>
              <a:gd name="T56" fmla="*/ 2147483646 w 49"/>
              <a:gd name="T57" fmla="*/ 2147483646 h 49"/>
              <a:gd name="T58" fmla="*/ 2147483646 w 49"/>
              <a:gd name="T59" fmla="*/ 2147483646 h 49"/>
              <a:gd name="T60" fmla="*/ 2147483646 w 49"/>
              <a:gd name="T61" fmla="*/ 2147483646 h 49"/>
              <a:gd name="T62" fmla="*/ 2147483646 w 49"/>
              <a:gd name="T63" fmla="*/ 2147483646 h 49"/>
              <a:gd name="T64" fmla="*/ 2147483646 w 49"/>
              <a:gd name="T65" fmla="*/ 2147483646 h 49"/>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49" h="49">
                <a:moveTo>
                  <a:pt x="21" y="0"/>
                </a:moveTo>
                <a:cubicBezTo>
                  <a:pt x="21" y="1"/>
                  <a:pt x="21" y="1"/>
                  <a:pt x="21" y="2"/>
                </a:cubicBezTo>
                <a:cubicBezTo>
                  <a:pt x="21" y="5"/>
                  <a:pt x="20" y="4"/>
                  <a:pt x="19" y="5"/>
                </a:cubicBezTo>
                <a:cubicBezTo>
                  <a:pt x="17" y="5"/>
                  <a:pt x="17" y="7"/>
                  <a:pt x="16" y="7"/>
                </a:cubicBezTo>
                <a:cubicBezTo>
                  <a:pt x="14" y="7"/>
                  <a:pt x="11" y="11"/>
                  <a:pt x="11" y="12"/>
                </a:cubicBezTo>
                <a:cubicBezTo>
                  <a:pt x="10" y="13"/>
                  <a:pt x="10" y="15"/>
                  <a:pt x="8" y="15"/>
                </a:cubicBezTo>
                <a:cubicBezTo>
                  <a:pt x="7" y="15"/>
                  <a:pt x="8" y="13"/>
                  <a:pt x="6" y="12"/>
                </a:cubicBezTo>
                <a:cubicBezTo>
                  <a:pt x="3" y="12"/>
                  <a:pt x="3" y="16"/>
                  <a:pt x="3" y="17"/>
                </a:cubicBezTo>
                <a:cubicBezTo>
                  <a:pt x="2" y="19"/>
                  <a:pt x="5" y="17"/>
                  <a:pt x="6" y="17"/>
                </a:cubicBezTo>
                <a:cubicBezTo>
                  <a:pt x="7" y="16"/>
                  <a:pt x="6" y="18"/>
                  <a:pt x="6" y="19"/>
                </a:cubicBezTo>
                <a:cubicBezTo>
                  <a:pt x="6" y="19"/>
                  <a:pt x="7" y="21"/>
                  <a:pt x="6" y="22"/>
                </a:cubicBezTo>
                <a:cubicBezTo>
                  <a:pt x="6" y="22"/>
                  <a:pt x="7" y="23"/>
                  <a:pt x="8" y="23"/>
                </a:cubicBezTo>
                <a:cubicBezTo>
                  <a:pt x="9" y="22"/>
                  <a:pt x="10" y="21"/>
                  <a:pt x="12" y="22"/>
                </a:cubicBezTo>
                <a:cubicBezTo>
                  <a:pt x="14" y="23"/>
                  <a:pt x="17" y="24"/>
                  <a:pt x="18" y="25"/>
                </a:cubicBezTo>
                <a:cubicBezTo>
                  <a:pt x="19" y="26"/>
                  <a:pt x="23" y="28"/>
                  <a:pt x="23" y="28"/>
                </a:cubicBezTo>
                <a:cubicBezTo>
                  <a:pt x="24" y="29"/>
                  <a:pt x="27" y="29"/>
                  <a:pt x="26" y="30"/>
                </a:cubicBezTo>
                <a:cubicBezTo>
                  <a:pt x="26" y="31"/>
                  <a:pt x="25" y="32"/>
                  <a:pt x="24" y="34"/>
                </a:cubicBezTo>
                <a:cubicBezTo>
                  <a:pt x="23" y="35"/>
                  <a:pt x="21" y="41"/>
                  <a:pt x="19" y="42"/>
                </a:cubicBezTo>
                <a:cubicBezTo>
                  <a:pt x="16" y="44"/>
                  <a:pt x="16" y="45"/>
                  <a:pt x="16" y="46"/>
                </a:cubicBezTo>
                <a:cubicBezTo>
                  <a:pt x="15" y="47"/>
                  <a:pt x="15" y="48"/>
                  <a:pt x="15" y="49"/>
                </a:cubicBezTo>
                <a:cubicBezTo>
                  <a:pt x="14" y="48"/>
                  <a:pt x="14" y="48"/>
                  <a:pt x="13" y="48"/>
                </a:cubicBezTo>
                <a:cubicBezTo>
                  <a:pt x="13" y="48"/>
                  <a:pt x="13" y="48"/>
                  <a:pt x="13" y="48"/>
                </a:cubicBezTo>
                <a:cubicBezTo>
                  <a:pt x="13" y="48"/>
                  <a:pt x="12" y="45"/>
                  <a:pt x="12" y="43"/>
                </a:cubicBezTo>
                <a:cubicBezTo>
                  <a:pt x="12" y="42"/>
                  <a:pt x="11" y="39"/>
                  <a:pt x="11" y="38"/>
                </a:cubicBezTo>
                <a:cubicBezTo>
                  <a:pt x="11" y="37"/>
                  <a:pt x="11" y="35"/>
                  <a:pt x="10" y="34"/>
                </a:cubicBezTo>
                <a:cubicBezTo>
                  <a:pt x="9" y="33"/>
                  <a:pt x="7" y="31"/>
                  <a:pt x="7" y="30"/>
                </a:cubicBezTo>
                <a:cubicBezTo>
                  <a:pt x="7" y="29"/>
                  <a:pt x="6" y="26"/>
                  <a:pt x="7" y="24"/>
                </a:cubicBezTo>
                <a:cubicBezTo>
                  <a:pt x="7" y="24"/>
                  <a:pt x="7" y="24"/>
                  <a:pt x="7" y="24"/>
                </a:cubicBezTo>
                <a:cubicBezTo>
                  <a:pt x="7" y="24"/>
                  <a:pt x="6" y="23"/>
                  <a:pt x="5" y="23"/>
                </a:cubicBezTo>
                <a:cubicBezTo>
                  <a:pt x="4" y="22"/>
                  <a:pt x="4" y="22"/>
                  <a:pt x="4" y="21"/>
                </a:cubicBezTo>
                <a:cubicBezTo>
                  <a:pt x="4" y="21"/>
                  <a:pt x="3" y="20"/>
                  <a:pt x="2" y="19"/>
                </a:cubicBezTo>
                <a:cubicBezTo>
                  <a:pt x="0" y="19"/>
                  <a:pt x="1" y="17"/>
                  <a:pt x="1" y="16"/>
                </a:cubicBezTo>
                <a:cubicBezTo>
                  <a:pt x="1" y="16"/>
                  <a:pt x="1" y="15"/>
                  <a:pt x="1" y="15"/>
                </a:cubicBezTo>
                <a:cubicBezTo>
                  <a:pt x="2" y="12"/>
                  <a:pt x="4" y="9"/>
                  <a:pt x="6" y="7"/>
                </a:cubicBezTo>
                <a:cubicBezTo>
                  <a:pt x="10" y="3"/>
                  <a:pt x="15" y="1"/>
                  <a:pt x="21" y="0"/>
                </a:cubicBezTo>
                <a:close/>
                <a:moveTo>
                  <a:pt x="44" y="10"/>
                </a:moveTo>
                <a:cubicBezTo>
                  <a:pt x="44" y="11"/>
                  <a:pt x="44" y="11"/>
                  <a:pt x="43" y="11"/>
                </a:cubicBezTo>
                <a:cubicBezTo>
                  <a:pt x="43" y="12"/>
                  <a:pt x="42" y="12"/>
                  <a:pt x="42" y="11"/>
                </a:cubicBezTo>
                <a:cubicBezTo>
                  <a:pt x="41" y="11"/>
                  <a:pt x="39" y="11"/>
                  <a:pt x="39" y="11"/>
                </a:cubicBezTo>
                <a:cubicBezTo>
                  <a:pt x="38" y="11"/>
                  <a:pt x="37" y="9"/>
                  <a:pt x="36" y="8"/>
                </a:cubicBezTo>
                <a:cubicBezTo>
                  <a:pt x="35" y="7"/>
                  <a:pt x="35" y="9"/>
                  <a:pt x="34" y="10"/>
                </a:cubicBezTo>
                <a:cubicBezTo>
                  <a:pt x="34" y="10"/>
                  <a:pt x="33" y="11"/>
                  <a:pt x="32" y="11"/>
                </a:cubicBezTo>
                <a:cubicBezTo>
                  <a:pt x="31" y="11"/>
                  <a:pt x="30" y="8"/>
                  <a:pt x="30" y="8"/>
                </a:cubicBezTo>
                <a:cubicBezTo>
                  <a:pt x="31" y="9"/>
                  <a:pt x="31" y="9"/>
                  <a:pt x="31" y="9"/>
                </a:cubicBezTo>
                <a:cubicBezTo>
                  <a:pt x="31" y="9"/>
                  <a:pt x="32" y="8"/>
                  <a:pt x="32" y="7"/>
                </a:cubicBezTo>
                <a:cubicBezTo>
                  <a:pt x="32" y="6"/>
                  <a:pt x="32" y="7"/>
                  <a:pt x="33" y="7"/>
                </a:cubicBezTo>
                <a:cubicBezTo>
                  <a:pt x="33" y="7"/>
                  <a:pt x="34" y="5"/>
                  <a:pt x="34" y="4"/>
                </a:cubicBezTo>
                <a:cubicBezTo>
                  <a:pt x="34" y="4"/>
                  <a:pt x="35" y="3"/>
                  <a:pt x="35" y="3"/>
                </a:cubicBezTo>
                <a:cubicBezTo>
                  <a:pt x="38" y="4"/>
                  <a:pt x="40" y="5"/>
                  <a:pt x="42" y="7"/>
                </a:cubicBezTo>
                <a:cubicBezTo>
                  <a:pt x="43" y="8"/>
                  <a:pt x="43" y="9"/>
                  <a:pt x="44" y="10"/>
                </a:cubicBezTo>
                <a:close/>
                <a:moveTo>
                  <a:pt x="29" y="20"/>
                </a:moveTo>
                <a:cubicBezTo>
                  <a:pt x="29" y="20"/>
                  <a:pt x="31" y="24"/>
                  <a:pt x="31" y="25"/>
                </a:cubicBezTo>
                <a:cubicBezTo>
                  <a:pt x="32" y="26"/>
                  <a:pt x="38" y="24"/>
                  <a:pt x="39" y="24"/>
                </a:cubicBezTo>
                <a:cubicBezTo>
                  <a:pt x="40" y="25"/>
                  <a:pt x="39" y="26"/>
                  <a:pt x="40" y="28"/>
                </a:cubicBezTo>
                <a:cubicBezTo>
                  <a:pt x="41" y="30"/>
                  <a:pt x="40" y="41"/>
                  <a:pt x="41" y="41"/>
                </a:cubicBezTo>
                <a:cubicBezTo>
                  <a:pt x="43" y="41"/>
                  <a:pt x="46" y="36"/>
                  <a:pt x="47" y="34"/>
                </a:cubicBezTo>
                <a:cubicBezTo>
                  <a:pt x="48" y="33"/>
                  <a:pt x="48" y="26"/>
                  <a:pt x="49" y="22"/>
                </a:cubicBezTo>
                <a:cubicBezTo>
                  <a:pt x="49" y="21"/>
                  <a:pt x="48" y="20"/>
                  <a:pt x="48" y="18"/>
                </a:cubicBezTo>
                <a:cubicBezTo>
                  <a:pt x="47" y="16"/>
                  <a:pt x="44" y="14"/>
                  <a:pt x="43" y="13"/>
                </a:cubicBezTo>
                <a:cubicBezTo>
                  <a:pt x="43" y="13"/>
                  <a:pt x="40" y="13"/>
                  <a:pt x="39" y="13"/>
                </a:cubicBezTo>
                <a:cubicBezTo>
                  <a:pt x="38" y="13"/>
                  <a:pt x="37" y="11"/>
                  <a:pt x="37" y="11"/>
                </a:cubicBezTo>
                <a:cubicBezTo>
                  <a:pt x="36" y="11"/>
                  <a:pt x="35" y="12"/>
                  <a:pt x="34" y="11"/>
                </a:cubicBezTo>
                <a:cubicBezTo>
                  <a:pt x="33" y="11"/>
                  <a:pt x="32" y="12"/>
                  <a:pt x="32" y="12"/>
                </a:cubicBezTo>
                <a:cubicBezTo>
                  <a:pt x="31" y="13"/>
                  <a:pt x="31" y="14"/>
                  <a:pt x="31" y="14"/>
                </a:cubicBezTo>
                <a:cubicBezTo>
                  <a:pt x="30" y="15"/>
                  <a:pt x="30" y="15"/>
                  <a:pt x="29" y="16"/>
                </a:cubicBezTo>
                <a:cubicBezTo>
                  <a:pt x="29" y="17"/>
                  <a:pt x="29" y="17"/>
                  <a:pt x="29" y="18"/>
                </a:cubicBezTo>
                <a:cubicBezTo>
                  <a:pt x="29" y="20"/>
                  <a:pt x="29" y="20"/>
                  <a:pt x="29" y="2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25" name="Freeform 54">
            <a:extLst>
              <a:ext uri="{FF2B5EF4-FFF2-40B4-BE49-F238E27FC236}">
                <a16:creationId xmlns="" xmlns:a16="http://schemas.microsoft.com/office/drawing/2014/main" id="{9A9E518C-62B9-444F-BA03-DF1F236DCFA0}"/>
              </a:ext>
            </a:extLst>
          </p:cNvPr>
          <p:cNvSpPr>
            <a:spLocks/>
          </p:cNvSpPr>
          <p:nvPr/>
        </p:nvSpPr>
        <p:spPr bwMode="auto">
          <a:xfrm>
            <a:off x="7563941" y="4271218"/>
            <a:ext cx="263525" cy="406400"/>
          </a:xfrm>
          <a:custGeom>
            <a:avLst/>
            <a:gdLst>
              <a:gd name="T0" fmla="*/ 2147483646 w 26"/>
              <a:gd name="T1" fmla="*/ 2147483646 h 40"/>
              <a:gd name="T2" fmla="*/ 2147483646 w 26"/>
              <a:gd name="T3" fmla="*/ 2147483646 h 40"/>
              <a:gd name="T4" fmla="*/ 2147483646 w 26"/>
              <a:gd name="T5" fmla="*/ 2147483646 h 40"/>
              <a:gd name="T6" fmla="*/ 2147483646 w 26"/>
              <a:gd name="T7" fmla="*/ 2147483646 h 40"/>
              <a:gd name="T8" fmla="*/ 2147483646 w 26"/>
              <a:gd name="T9" fmla="*/ 2147483646 h 40"/>
              <a:gd name="T10" fmla="*/ 2147483646 w 26"/>
              <a:gd name="T11" fmla="*/ 2147483646 h 40"/>
              <a:gd name="T12" fmla="*/ 2147483646 w 26"/>
              <a:gd name="T13" fmla="*/ 2147483646 h 40"/>
              <a:gd name="T14" fmla="*/ 2147483646 w 26"/>
              <a:gd name="T15" fmla="*/ 0 h 40"/>
              <a:gd name="T16" fmla="*/ 2147483646 w 26"/>
              <a:gd name="T17" fmla="*/ 2147483646 h 40"/>
              <a:gd name="T18" fmla="*/ 2147483646 w 26"/>
              <a:gd name="T19" fmla="*/ 0 h 40"/>
              <a:gd name="T20" fmla="*/ 2147483646 w 26"/>
              <a:gd name="T21" fmla="*/ 2147483646 h 40"/>
              <a:gd name="T22" fmla="*/ 2147483646 w 26"/>
              <a:gd name="T23" fmla="*/ 2147483646 h 40"/>
              <a:gd name="T24" fmla="*/ 2147483646 w 26"/>
              <a:gd name="T25" fmla="*/ 2147483646 h 40"/>
              <a:gd name="T26" fmla="*/ 2147483646 w 26"/>
              <a:gd name="T27" fmla="*/ 2147483646 h 4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26" h="40">
                <a:moveTo>
                  <a:pt x="16" y="38"/>
                </a:moveTo>
                <a:cubicBezTo>
                  <a:pt x="16" y="37"/>
                  <a:pt x="16" y="37"/>
                  <a:pt x="16" y="37"/>
                </a:cubicBezTo>
                <a:cubicBezTo>
                  <a:pt x="16" y="37"/>
                  <a:pt x="15" y="37"/>
                  <a:pt x="15" y="36"/>
                </a:cubicBezTo>
                <a:cubicBezTo>
                  <a:pt x="12" y="39"/>
                  <a:pt x="12" y="39"/>
                  <a:pt x="12" y="39"/>
                </a:cubicBezTo>
                <a:cubicBezTo>
                  <a:pt x="12" y="40"/>
                  <a:pt x="12" y="40"/>
                  <a:pt x="12" y="40"/>
                </a:cubicBezTo>
                <a:cubicBezTo>
                  <a:pt x="9" y="36"/>
                  <a:pt x="9" y="36"/>
                  <a:pt x="9" y="36"/>
                </a:cubicBezTo>
                <a:cubicBezTo>
                  <a:pt x="10" y="34"/>
                  <a:pt x="10" y="34"/>
                  <a:pt x="10" y="34"/>
                </a:cubicBezTo>
                <a:cubicBezTo>
                  <a:pt x="4" y="17"/>
                  <a:pt x="0" y="3"/>
                  <a:pt x="5" y="0"/>
                </a:cubicBezTo>
                <a:cubicBezTo>
                  <a:pt x="8" y="7"/>
                  <a:pt x="11" y="15"/>
                  <a:pt x="14" y="22"/>
                </a:cubicBezTo>
                <a:cubicBezTo>
                  <a:pt x="23" y="0"/>
                  <a:pt x="23" y="0"/>
                  <a:pt x="23" y="0"/>
                </a:cubicBezTo>
                <a:cubicBezTo>
                  <a:pt x="26" y="6"/>
                  <a:pt x="23" y="18"/>
                  <a:pt x="18" y="31"/>
                </a:cubicBezTo>
                <a:cubicBezTo>
                  <a:pt x="18" y="32"/>
                  <a:pt x="19" y="33"/>
                  <a:pt x="19" y="34"/>
                </a:cubicBezTo>
                <a:cubicBezTo>
                  <a:pt x="20" y="33"/>
                  <a:pt x="20" y="33"/>
                  <a:pt x="20" y="33"/>
                </a:cubicBezTo>
                <a:lnTo>
                  <a:pt x="16" y="3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26" name="Freeform 55">
            <a:extLst>
              <a:ext uri="{FF2B5EF4-FFF2-40B4-BE49-F238E27FC236}">
                <a16:creationId xmlns="" xmlns:a16="http://schemas.microsoft.com/office/drawing/2014/main" id="{B1CF02E9-98B5-4474-A27F-74EC774AA2E2}"/>
              </a:ext>
            </a:extLst>
          </p:cNvPr>
          <p:cNvSpPr>
            <a:spLocks noEditPoints="1"/>
          </p:cNvSpPr>
          <p:nvPr/>
        </p:nvSpPr>
        <p:spPr bwMode="auto">
          <a:xfrm>
            <a:off x="7473454" y="4615706"/>
            <a:ext cx="485775" cy="333375"/>
          </a:xfrm>
          <a:custGeom>
            <a:avLst/>
            <a:gdLst>
              <a:gd name="T0" fmla="*/ 2147483646 w 48"/>
              <a:gd name="T1" fmla="*/ 0 h 33"/>
              <a:gd name="T2" fmla="*/ 2147483646 w 48"/>
              <a:gd name="T3" fmla="*/ 2147483646 h 33"/>
              <a:gd name="T4" fmla="*/ 2147483646 w 48"/>
              <a:gd name="T5" fmla="*/ 2147483646 h 33"/>
              <a:gd name="T6" fmla="*/ 2147483646 w 48"/>
              <a:gd name="T7" fmla="*/ 2147483646 h 33"/>
              <a:gd name="T8" fmla="*/ 2147483646 w 48"/>
              <a:gd name="T9" fmla="*/ 2147483646 h 33"/>
              <a:gd name="T10" fmla="*/ 2147483646 w 48"/>
              <a:gd name="T11" fmla="*/ 2147483646 h 33"/>
              <a:gd name="T12" fmla="*/ 2147483646 w 48"/>
              <a:gd name="T13" fmla="*/ 2147483646 h 33"/>
              <a:gd name="T14" fmla="*/ 2147483646 w 48"/>
              <a:gd name="T15" fmla="*/ 2147483646 h 33"/>
              <a:gd name="T16" fmla="*/ 2147483646 w 48"/>
              <a:gd name="T17" fmla="*/ 2147483646 h 33"/>
              <a:gd name="T18" fmla="*/ 2147483646 w 48"/>
              <a:gd name="T19" fmla="*/ 0 h 33"/>
              <a:gd name="T20" fmla="*/ 2147483646 w 48"/>
              <a:gd name="T21" fmla="*/ 2147483646 h 33"/>
              <a:gd name="T22" fmla="*/ 2147483646 w 48"/>
              <a:gd name="T23" fmla="*/ 2147483646 h 33"/>
              <a:gd name="T24" fmla="*/ 2147483646 w 48"/>
              <a:gd name="T25" fmla="*/ 2147483646 h 33"/>
              <a:gd name="T26" fmla="*/ 2147483646 w 48"/>
              <a:gd name="T27" fmla="*/ 2147483646 h 33"/>
              <a:gd name="T28" fmla="*/ 2147483646 w 48"/>
              <a:gd name="T29" fmla="*/ 2147483646 h 33"/>
              <a:gd name="T30" fmla="*/ 2147483646 w 48"/>
              <a:gd name="T31" fmla="*/ 2147483646 h 33"/>
              <a:gd name="T32" fmla="*/ 2147483646 w 48"/>
              <a:gd name="T33" fmla="*/ 2147483646 h 33"/>
              <a:gd name="T34" fmla="*/ 2147483646 w 48"/>
              <a:gd name="T35" fmla="*/ 2147483646 h 33"/>
              <a:gd name="T36" fmla="*/ 2147483646 w 48"/>
              <a:gd name="T37" fmla="*/ 2147483646 h 33"/>
              <a:gd name="T38" fmla="*/ 2147483646 w 48"/>
              <a:gd name="T39" fmla="*/ 2147483646 h 33"/>
              <a:gd name="T40" fmla="*/ 2147483646 w 48"/>
              <a:gd name="T41" fmla="*/ 2147483646 h 33"/>
              <a:gd name="T42" fmla="*/ 2147483646 w 48"/>
              <a:gd name="T43" fmla="*/ 2147483646 h 33"/>
              <a:gd name="T44" fmla="*/ 2147483646 w 48"/>
              <a:gd name="T45" fmla="*/ 2147483646 h 33"/>
              <a:gd name="T46" fmla="*/ 2147483646 w 48"/>
              <a:gd name="T47" fmla="*/ 2147483646 h 33"/>
              <a:gd name="T48" fmla="*/ 2147483646 w 48"/>
              <a:gd name="T49" fmla="*/ 2147483646 h 33"/>
              <a:gd name="T50" fmla="*/ 2147483646 w 48"/>
              <a:gd name="T51" fmla="*/ 2147483646 h 33"/>
              <a:gd name="T52" fmla="*/ 2147483646 w 48"/>
              <a:gd name="T53" fmla="*/ 2147483646 h 33"/>
              <a:gd name="T54" fmla="*/ 2147483646 w 48"/>
              <a:gd name="T55" fmla="*/ 2147483646 h 33"/>
              <a:gd name="T56" fmla="*/ 2147483646 w 48"/>
              <a:gd name="T57" fmla="*/ 2147483646 h 33"/>
              <a:gd name="T58" fmla="*/ 2147483646 w 48"/>
              <a:gd name="T59" fmla="*/ 2147483646 h 33"/>
              <a:gd name="T60" fmla="*/ 2147483646 w 48"/>
              <a:gd name="T61" fmla="*/ 2147483646 h 33"/>
              <a:gd name="T62" fmla="*/ 2147483646 w 48"/>
              <a:gd name="T63" fmla="*/ 2147483646 h 33"/>
              <a:gd name="T64" fmla="*/ 2147483646 w 48"/>
              <a:gd name="T65" fmla="*/ 2147483646 h 33"/>
              <a:gd name="T66" fmla="*/ 2147483646 w 48"/>
              <a:gd name="T67" fmla="*/ 2147483646 h 33"/>
              <a:gd name="T68" fmla="*/ 2147483646 w 48"/>
              <a:gd name="T69" fmla="*/ 2147483646 h 33"/>
              <a:gd name="T70" fmla="*/ 2147483646 w 48"/>
              <a:gd name="T71" fmla="*/ 2147483646 h 33"/>
              <a:gd name="T72" fmla="*/ 2147483646 w 48"/>
              <a:gd name="T73" fmla="*/ 2147483646 h 33"/>
              <a:gd name="T74" fmla="*/ 2147483646 w 48"/>
              <a:gd name="T75" fmla="*/ 2147483646 h 33"/>
              <a:gd name="T76" fmla="*/ 2147483646 w 48"/>
              <a:gd name="T77" fmla="*/ 2147483646 h 33"/>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48" h="33">
                <a:moveTo>
                  <a:pt x="29" y="0"/>
                </a:moveTo>
                <a:cubicBezTo>
                  <a:pt x="32" y="7"/>
                  <a:pt x="32" y="10"/>
                  <a:pt x="39" y="12"/>
                </a:cubicBezTo>
                <a:cubicBezTo>
                  <a:pt x="43" y="13"/>
                  <a:pt x="46" y="16"/>
                  <a:pt x="47" y="18"/>
                </a:cubicBezTo>
                <a:cubicBezTo>
                  <a:pt x="47" y="20"/>
                  <a:pt x="48" y="21"/>
                  <a:pt x="47" y="23"/>
                </a:cubicBezTo>
                <a:cubicBezTo>
                  <a:pt x="47" y="24"/>
                  <a:pt x="46" y="26"/>
                  <a:pt x="46" y="27"/>
                </a:cubicBezTo>
                <a:cubicBezTo>
                  <a:pt x="44" y="30"/>
                  <a:pt x="41" y="31"/>
                  <a:pt x="38" y="31"/>
                </a:cubicBezTo>
                <a:cubicBezTo>
                  <a:pt x="31" y="31"/>
                  <a:pt x="30" y="25"/>
                  <a:pt x="29" y="20"/>
                </a:cubicBezTo>
                <a:cubicBezTo>
                  <a:pt x="29" y="20"/>
                  <a:pt x="29" y="19"/>
                  <a:pt x="29" y="18"/>
                </a:cubicBezTo>
                <a:cubicBezTo>
                  <a:pt x="28" y="14"/>
                  <a:pt x="27" y="9"/>
                  <a:pt x="25" y="5"/>
                </a:cubicBezTo>
                <a:cubicBezTo>
                  <a:pt x="29" y="0"/>
                  <a:pt x="29" y="0"/>
                  <a:pt x="29" y="0"/>
                </a:cubicBezTo>
                <a:close/>
                <a:moveTo>
                  <a:pt x="21" y="7"/>
                </a:moveTo>
                <a:cubicBezTo>
                  <a:pt x="20" y="10"/>
                  <a:pt x="19" y="11"/>
                  <a:pt x="18" y="13"/>
                </a:cubicBezTo>
                <a:cubicBezTo>
                  <a:pt x="17" y="16"/>
                  <a:pt x="16" y="19"/>
                  <a:pt x="16" y="22"/>
                </a:cubicBezTo>
                <a:cubicBezTo>
                  <a:pt x="15" y="23"/>
                  <a:pt x="15" y="23"/>
                  <a:pt x="15" y="24"/>
                </a:cubicBezTo>
                <a:cubicBezTo>
                  <a:pt x="15" y="24"/>
                  <a:pt x="15" y="25"/>
                  <a:pt x="15" y="25"/>
                </a:cubicBezTo>
                <a:cubicBezTo>
                  <a:pt x="14" y="29"/>
                  <a:pt x="13" y="33"/>
                  <a:pt x="7" y="32"/>
                </a:cubicBezTo>
                <a:cubicBezTo>
                  <a:pt x="0" y="31"/>
                  <a:pt x="1" y="28"/>
                  <a:pt x="1" y="24"/>
                </a:cubicBezTo>
                <a:cubicBezTo>
                  <a:pt x="1" y="23"/>
                  <a:pt x="1" y="23"/>
                  <a:pt x="1" y="23"/>
                </a:cubicBezTo>
                <a:cubicBezTo>
                  <a:pt x="2" y="18"/>
                  <a:pt x="3" y="14"/>
                  <a:pt x="6" y="11"/>
                </a:cubicBezTo>
                <a:cubicBezTo>
                  <a:pt x="8" y="8"/>
                  <a:pt x="11" y="7"/>
                  <a:pt x="15" y="8"/>
                </a:cubicBezTo>
                <a:cubicBezTo>
                  <a:pt x="15" y="7"/>
                  <a:pt x="16" y="6"/>
                  <a:pt x="16" y="5"/>
                </a:cubicBezTo>
                <a:cubicBezTo>
                  <a:pt x="17" y="4"/>
                  <a:pt x="17" y="3"/>
                  <a:pt x="18" y="2"/>
                </a:cubicBezTo>
                <a:cubicBezTo>
                  <a:pt x="18" y="3"/>
                  <a:pt x="18" y="3"/>
                  <a:pt x="18" y="3"/>
                </a:cubicBezTo>
                <a:cubicBezTo>
                  <a:pt x="21" y="7"/>
                  <a:pt x="21" y="7"/>
                  <a:pt x="21" y="7"/>
                </a:cubicBezTo>
                <a:close/>
                <a:moveTo>
                  <a:pt x="10" y="21"/>
                </a:moveTo>
                <a:cubicBezTo>
                  <a:pt x="11" y="18"/>
                  <a:pt x="12" y="16"/>
                  <a:pt x="13" y="13"/>
                </a:cubicBezTo>
                <a:cubicBezTo>
                  <a:pt x="11" y="13"/>
                  <a:pt x="10" y="14"/>
                  <a:pt x="10" y="15"/>
                </a:cubicBezTo>
                <a:cubicBezTo>
                  <a:pt x="8" y="16"/>
                  <a:pt x="7" y="19"/>
                  <a:pt x="7" y="23"/>
                </a:cubicBezTo>
                <a:cubicBezTo>
                  <a:pt x="7" y="24"/>
                  <a:pt x="7" y="24"/>
                  <a:pt x="7" y="24"/>
                </a:cubicBezTo>
                <a:cubicBezTo>
                  <a:pt x="7" y="26"/>
                  <a:pt x="6" y="27"/>
                  <a:pt x="8" y="27"/>
                </a:cubicBezTo>
                <a:cubicBezTo>
                  <a:pt x="9" y="27"/>
                  <a:pt x="10" y="26"/>
                  <a:pt x="10" y="25"/>
                </a:cubicBezTo>
                <a:cubicBezTo>
                  <a:pt x="10" y="24"/>
                  <a:pt x="10" y="24"/>
                  <a:pt x="10" y="23"/>
                </a:cubicBezTo>
                <a:cubicBezTo>
                  <a:pt x="10" y="22"/>
                  <a:pt x="10" y="22"/>
                  <a:pt x="10" y="21"/>
                </a:cubicBezTo>
                <a:close/>
                <a:moveTo>
                  <a:pt x="35" y="20"/>
                </a:moveTo>
                <a:cubicBezTo>
                  <a:pt x="35" y="22"/>
                  <a:pt x="36" y="26"/>
                  <a:pt x="38" y="26"/>
                </a:cubicBezTo>
                <a:cubicBezTo>
                  <a:pt x="39" y="26"/>
                  <a:pt x="40" y="25"/>
                  <a:pt x="41" y="24"/>
                </a:cubicBezTo>
                <a:cubicBezTo>
                  <a:pt x="42" y="23"/>
                  <a:pt x="42" y="23"/>
                  <a:pt x="42" y="22"/>
                </a:cubicBezTo>
                <a:cubicBezTo>
                  <a:pt x="42" y="21"/>
                  <a:pt x="42" y="21"/>
                  <a:pt x="42" y="20"/>
                </a:cubicBezTo>
                <a:cubicBezTo>
                  <a:pt x="41" y="18"/>
                  <a:pt x="34" y="13"/>
                  <a:pt x="35" y="2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27" name="Freeform 56">
            <a:extLst>
              <a:ext uri="{FF2B5EF4-FFF2-40B4-BE49-F238E27FC236}">
                <a16:creationId xmlns="" xmlns:a16="http://schemas.microsoft.com/office/drawing/2014/main" id="{8ADA7E91-7923-4FDF-A8DC-9D3678D69081}"/>
              </a:ext>
            </a:extLst>
          </p:cNvPr>
          <p:cNvSpPr>
            <a:spLocks noEditPoints="1"/>
          </p:cNvSpPr>
          <p:nvPr/>
        </p:nvSpPr>
        <p:spPr bwMode="auto">
          <a:xfrm>
            <a:off x="8416429" y="4353768"/>
            <a:ext cx="668337" cy="566738"/>
          </a:xfrm>
          <a:custGeom>
            <a:avLst/>
            <a:gdLst>
              <a:gd name="T0" fmla="*/ 2147483646 w 66"/>
              <a:gd name="T1" fmla="*/ 2147483646 h 56"/>
              <a:gd name="T2" fmla="*/ 2147483646 w 66"/>
              <a:gd name="T3" fmla="*/ 2147483646 h 56"/>
              <a:gd name="T4" fmla="*/ 2147483646 w 66"/>
              <a:gd name="T5" fmla="*/ 2147483646 h 56"/>
              <a:gd name="T6" fmla="*/ 2147483646 w 66"/>
              <a:gd name="T7" fmla="*/ 2147483646 h 56"/>
              <a:gd name="T8" fmla="*/ 2147483646 w 66"/>
              <a:gd name="T9" fmla="*/ 2147483646 h 56"/>
              <a:gd name="T10" fmla="*/ 2147483646 w 66"/>
              <a:gd name="T11" fmla="*/ 2147483646 h 56"/>
              <a:gd name="T12" fmla="*/ 2147483646 w 66"/>
              <a:gd name="T13" fmla="*/ 0 h 56"/>
              <a:gd name="T14" fmla="*/ 2147483646 w 66"/>
              <a:gd name="T15" fmla="*/ 2147483646 h 56"/>
              <a:gd name="T16" fmla="*/ 2147483646 w 66"/>
              <a:gd name="T17" fmla="*/ 2147483646 h 56"/>
              <a:gd name="T18" fmla="*/ 2147483646 w 66"/>
              <a:gd name="T19" fmla="*/ 2147483646 h 56"/>
              <a:gd name="T20" fmla="*/ 2147483646 w 66"/>
              <a:gd name="T21" fmla="*/ 0 h 56"/>
              <a:gd name="T22" fmla="*/ 2147483646 w 66"/>
              <a:gd name="T23" fmla="*/ 2147483646 h 56"/>
              <a:gd name="T24" fmla="*/ 2147483646 w 66"/>
              <a:gd name="T25" fmla="*/ 2147483646 h 56"/>
              <a:gd name="T26" fmla="*/ 2147483646 w 66"/>
              <a:gd name="T27" fmla="*/ 2147483646 h 56"/>
              <a:gd name="T28" fmla="*/ 2147483646 w 66"/>
              <a:gd name="T29" fmla="*/ 2147483646 h 56"/>
              <a:gd name="T30" fmla="*/ 2147483646 w 66"/>
              <a:gd name="T31" fmla="*/ 2147483646 h 56"/>
              <a:gd name="T32" fmla="*/ 2147483646 w 66"/>
              <a:gd name="T33" fmla="*/ 2147483646 h 56"/>
              <a:gd name="T34" fmla="*/ 2147483646 w 66"/>
              <a:gd name="T35" fmla="*/ 2147483646 h 56"/>
              <a:gd name="T36" fmla="*/ 2147483646 w 66"/>
              <a:gd name="T37" fmla="*/ 2147483646 h 56"/>
              <a:gd name="T38" fmla="*/ 2147483646 w 66"/>
              <a:gd name="T39" fmla="*/ 2147483646 h 56"/>
              <a:gd name="T40" fmla="*/ 2147483646 w 66"/>
              <a:gd name="T41" fmla="*/ 2147483646 h 56"/>
              <a:gd name="T42" fmla="*/ 2147483646 w 66"/>
              <a:gd name="T43" fmla="*/ 2147483646 h 56"/>
              <a:gd name="T44" fmla="*/ 2147483646 w 66"/>
              <a:gd name="T45" fmla="*/ 2147483646 h 56"/>
              <a:gd name="T46" fmla="*/ 2147483646 w 66"/>
              <a:gd name="T47" fmla="*/ 2147483646 h 56"/>
              <a:gd name="T48" fmla="*/ 2147483646 w 66"/>
              <a:gd name="T49" fmla="*/ 2147483646 h 56"/>
              <a:gd name="T50" fmla="*/ 2147483646 w 66"/>
              <a:gd name="T51" fmla="*/ 2147483646 h 56"/>
              <a:gd name="T52" fmla="*/ 2147483646 w 66"/>
              <a:gd name="T53" fmla="*/ 2147483646 h 56"/>
              <a:gd name="T54" fmla="*/ 2147483646 w 66"/>
              <a:gd name="T55" fmla="*/ 2147483646 h 56"/>
              <a:gd name="T56" fmla="*/ 2147483646 w 66"/>
              <a:gd name="T57" fmla="*/ 2147483646 h 56"/>
              <a:gd name="T58" fmla="*/ 2147483646 w 66"/>
              <a:gd name="T59" fmla="*/ 2147483646 h 56"/>
              <a:gd name="T60" fmla="*/ 2147483646 w 66"/>
              <a:gd name="T61" fmla="*/ 2147483646 h 56"/>
              <a:gd name="T62" fmla="*/ 2147483646 w 66"/>
              <a:gd name="T63" fmla="*/ 2147483646 h 56"/>
              <a:gd name="T64" fmla="*/ 2147483646 w 66"/>
              <a:gd name="T65" fmla="*/ 2147483646 h 56"/>
              <a:gd name="T66" fmla="*/ 2147483646 w 66"/>
              <a:gd name="T67" fmla="*/ 2147483646 h 56"/>
              <a:gd name="T68" fmla="*/ 2147483646 w 66"/>
              <a:gd name="T69" fmla="*/ 2147483646 h 56"/>
              <a:gd name="T70" fmla="*/ 2147483646 w 66"/>
              <a:gd name="T71" fmla="*/ 2147483646 h 56"/>
              <a:gd name="T72" fmla="*/ 2147483646 w 66"/>
              <a:gd name="T73" fmla="*/ 2147483646 h 56"/>
              <a:gd name="T74" fmla="*/ 2147483646 w 66"/>
              <a:gd name="T75" fmla="*/ 2147483646 h 56"/>
              <a:gd name="T76" fmla="*/ 2147483646 w 66"/>
              <a:gd name="T77" fmla="*/ 2147483646 h 56"/>
              <a:gd name="T78" fmla="*/ 2147483646 w 66"/>
              <a:gd name="T79" fmla="*/ 2147483646 h 56"/>
              <a:gd name="T80" fmla="*/ 2147483646 w 66"/>
              <a:gd name="T81" fmla="*/ 2147483646 h 56"/>
              <a:gd name="T82" fmla="*/ 2147483646 w 66"/>
              <a:gd name="T83" fmla="*/ 2147483646 h 5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66" h="56">
                <a:moveTo>
                  <a:pt x="31" y="56"/>
                </a:moveTo>
                <a:cubicBezTo>
                  <a:pt x="29" y="54"/>
                  <a:pt x="25" y="51"/>
                  <a:pt x="22" y="49"/>
                </a:cubicBezTo>
                <a:cubicBezTo>
                  <a:pt x="19" y="47"/>
                  <a:pt x="15" y="44"/>
                  <a:pt x="12" y="42"/>
                </a:cubicBezTo>
                <a:cubicBezTo>
                  <a:pt x="7" y="37"/>
                  <a:pt x="3" y="30"/>
                  <a:pt x="1" y="23"/>
                </a:cubicBezTo>
                <a:cubicBezTo>
                  <a:pt x="0" y="17"/>
                  <a:pt x="1" y="10"/>
                  <a:pt x="5" y="6"/>
                </a:cubicBezTo>
                <a:cubicBezTo>
                  <a:pt x="6" y="5"/>
                  <a:pt x="6" y="4"/>
                  <a:pt x="7" y="4"/>
                </a:cubicBezTo>
                <a:cubicBezTo>
                  <a:pt x="10" y="1"/>
                  <a:pt x="14" y="0"/>
                  <a:pt x="19" y="0"/>
                </a:cubicBezTo>
                <a:cubicBezTo>
                  <a:pt x="23" y="0"/>
                  <a:pt x="28" y="2"/>
                  <a:pt x="32" y="5"/>
                </a:cubicBezTo>
                <a:cubicBezTo>
                  <a:pt x="33" y="6"/>
                  <a:pt x="33" y="6"/>
                  <a:pt x="33" y="6"/>
                </a:cubicBezTo>
                <a:cubicBezTo>
                  <a:pt x="33" y="6"/>
                  <a:pt x="34" y="6"/>
                  <a:pt x="34" y="5"/>
                </a:cubicBezTo>
                <a:cubicBezTo>
                  <a:pt x="38" y="2"/>
                  <a:pt x="43" y="0"/>
                  <a:pt x="47" y="0"/>
                </a:cubicBezTo>
                <a:cubicBezTo>
                  <a:pt x="52" y="0"/>
                  <a:pt x="56" y="1"/>
                  <a:pt x="59" y="4"/>
                </a:cubicBezTo>
                <a:cubicBezTo>
                  <a:pt x="60" y="4"/>
                  <a:pt x="60" y="5"/>
                  <a:pt x="61" y="6"/>
                </a:cubicBezTo>
                <a:cubicBezTo>
                  <a:pt x="65" y="10"/>
                  <a:pt x="66" y="17"/>
                  <a:pt x="65" y="23"/>
                </a:cubicBezTo>
                <a:cubicBezTo>
                  <a:pt x="63" y="30"/>
                  <a:pt x="59" y="37"/>
                  <a:pt x="54" y="42"/>
                </a:cubicBezTo>
                <a:cubicBezTo>
                  <a:pt x="51" y="44"/>
                  <a:pt x="48" y="47"/>
                  <a:pt x="45" y="49"/>
                </a:cubicBezTo>
                <a:cubicBezTo>
                  <a:pt x="41" y="51"/>
                  <a:pt x="38" y="54"/>
                  <a:pt x="35" y="56"/>
                </a:cubicBezTo>
                <a:cubicBezTo>
                  <a:pt x="31" y="56"/>
                  <a:pt x="31" y="56"/>
                  <a:pt x="31" y="56"/>
                </a:cubicBezTo>
                <a:close/>
                <a:moveTo>
                  <a:pt x="10" y="29"/>
                </a:moveTo>
                <a:cubicBezTo>
                  <a:pt x="11" y="33"/>
                  <a:pt x="14" y="35"/>
                  <a:pt x="16" y="37"/>
                </a:cubicBezTo>
                <a:cubicBezTo>
                  <a:pt x="19" y="40"/>
                  <a:pt x="22" y="42"/>
                  <a:pt x="25" y="44"/>
                </a:cubicBezTo>
                <a:cubicBezTo>
                  <a:pt x="28" y="46"/>
                  <a:pt x="31" y="48"/>
                  <a:pt x="33" y="50"/>
                </a:cubicBezTo>
                <a:cubicBezTo>
                  <a:pt x="36" y="48"/>
                  <a:pt x="38" y="46"/>
                  <a:pt x="41" y="44"/>
                </a:cubicBezTo>
                <a:cubicBezTo>
                  <a:pt x="44" y="42"/>
                  <a:pt x="47" y="40"/>
                  <a:pt x="50" y="37"/>
                </a:cubicBezTo>
                <a:cubicBezTo>
                  <a:pt x="53" y="35"/>
                  <a:pt x="55" y="32"/>
                  <a:pt x="57" y="28"/>
                </a:cubicBezTo>
                <a:cubicBezTo>
                  <a:pt x="56" y="27"/>
                  <a:pt x="56" y="25"/>
                  <a:pt x="53" y="25"/>
                </a:cubicBezTo>
                <a:cubicBezTo>
                  <a:pt x="49" y="25"/>
                  <a:pt x="51" y="37"/>
                  <a:pt x="47" y="37"/>
                </a:cubicBezTo>
                <a:cubicBezTo>
                  <a:pt x="43" y="36"/>
                  <a:pt x="44" y="26"/>
                  <a:pt x="42" y="24"/>
                </a:cubicBezTo>
                <a:cubicBezTo>
                  <a:pt x="40" y="21"/>
                  <a:pt x="39" y="30"/>
                  <a:pt x="35" y="30"/>
                </a:cubicBezTo>
                <a:cubicBezTo>
                  <a:pt x="30" y="30"/>
                  <a:pt x="32" y="24"/>
                  <a:pt x="28" y="22"/>
                </a:cubicBezTo>
                <a:cubicBezTo>
                  <a:pt x="25" y="21"/>
                  <a:pt x="25" y="31"/>
                  <a:pt x="22" y="32"/>
                </a:cubicBezTo>
                <a:cubicBezTo>
                  <a:pt x="18" y="33"/>
                  <a:pt x="17" y="28"/>
                  <a:pt x="15" y="26"/>
                </a:cubicBezTo>
                <a:cubicBezTo>
                  <a:pt x="14" y="25"/>
                  <a:pt x="12" y="29"/>
                  <a:pt x="10" y="29"/>
                </a:cubicBezTo>
                <a:close/>
                <a:moveTo>
                  <a:pt x="16" y="6"/>
                </a:moveTo>
                <a:cubicBezTo>
                  <a:pt x="15" y="6"/>
                  <a:pt x="14" y="6"/>
                  <a:pt x="14" y="6"/>
                </a:cubicBezTo>
                <a:cubicBezTo>
                  <a:pt x="8" y="10"/>
                  <a:pt x="7" y="18"/>
                  <a:pt x="9" y="24"/>
                </a:cubicBezTo>
                <a:cubicBezTo>
                  <a:pt x="10" y="17"/>
                  <a:pt x="12" y="10"/>
                  <a:pt x="16" y="6"/>
                </a:cubicBezTo>
                <a:close/>
                <a:moveTo>
                  <a:pt x="35" y="31"/>
                </a:moveTo>
                <a:cubicBezTo>
                  <a:pt x="33" y="31"/>
                  <a:pt x="32" y="33"/>
                  <a:pt x="32" y="35"/>
                </a:cubicBezTo>
                <a:cubicBezTo>
                  <a:pt x="32" y="36"/>
                  <a:pt x="33" y="38"/>
                  <a:pt x="35" y="38"/>
                </a:cubicBezTo>
                <a:cubicBezTo>
                  <a:pt x="36" y="38"/>
                  <a:pt x="37" y="36"/>
                  <a:pt x="37" y="35"/>
                </a:cubicBezTo>
                <a:cubicBezTo>
                  <a:pt x="37" y="33"/>
                  <a:pt x="36" y="31"/>
                  <a:pt x="35" y="3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28" name="Freeform 57">
            <a:extLst>
              <a:ext uri="{FF2B5EF4-FFF2-40B4-BE49-F238E27FC236}">
                <a16:creationId xmlns="" xmlns:a16="http://schemas.microsoft.com/office/drawing/2014/main" id="{3D963315-DE04-47E3-AB76-D1C94E69ED52}"/>
              </a:ext>
            </a:extLst>
          </p:cNvPr>
          <p:cNvSpPr>
            <a:spLocks noEditPoints="1"/>
          </p:cNvSpPr>
          <p:nvPr/>
        </p:nvSpPr>
        <p:spPr bwMode="auto">
          <a:xfrm>
            <a:off x="9459416" y="4668093"/>
            <a:ext cx="709613" cy="180975"/>
          </a:xfrm>
          <a:custGeom>
            <a:avLst/>
            <a:gdLst>
              <a:gd name="T0" fmla="*/ 2147483646 w 70"/>
              <a:gd name="T1" fmla="*/ 2147483646 h 18"/>
              <a:gd name="T2" fmla="*/ 2147483646 w 70"/>
              <a:gd name="T3" fmla="*/ 2147483646 h 18"/>
              <a:gd name="T4" fmla="*/ 2147483646 w 70"/>
              <a:gd name="T5" fmla="*/ 2147483646 h 18"/>
              <a:gd name="T6" fmla="*/ 2147483646 w 70"/>
              <a:gd name="T7" fmla="*/ 2147483646 h 18"/>
              <a:gd name="T8" fmla="*/ 2147483646 w 70"/>
              <a:gd name="T9" fmla="*/ 2147483646 h 18"/>
              <a:gd name="T10" fmla="*/ 2147483646 w 70"/>
              <a:gd name="T11" fmla="*/ 2147483646 h 18"/>
              <a:gd name="T12" fmla="*/ 2147483646 w 70"/>
              <a:gd name="T13" fmla="*/ 2147483646 h 18"/>
              <a:gd name="T14" fmla="*/ 2147483646 w 70"/>
              <a:gd name="T15" fmla="*/ 2147483646 h 18"/>
              <a:gd name="T16" fmla="*/ 2147483646 w 70"/>
              <a:gd name="T17" fmla="*/ 2147483646 h 18"/>
              <a:gd name="T18" fmla="*/ 2147483646 w 70"/>
              <a:gd name="T19" fmla="*/ 2147483646 h 18"/>
              <a:gd name="T20" fmla="*/ 2147483646 w 70"/>
              <a:gd name="T21" fmla="*/ 2147483646 h 18"/>
              <a:gd name="T22" fmla="*/ 2147483646 w 70"/>
              <a:gd name="T23" fmla="*/ 2147483646 h 18"/>
              <a:gd name="T24" fmla="*/ 2147483646 w 70"/>
              <a:gd name="T25" fmla="*/ 2147483646 h 18"/>
              <a:gd name="T26" fmla="*/ 2147483646 w 70"/>
              <a:gd name="T27" fmla="*/ 2147483646 h 18"/>
              <a:gd name="T28" fmla="*/ 2147483646 w 70"/>
              <a:gd name="T29" fmla="*/ 2147483646 h 18"/>
              <a:gd name="T30" fmla="*/ 2147483646 w 70"/>
              <a:gd name="T31" fmla="*/ 2147483646 h 18"/>
              <a:gd name="T32" fmla="*/ 2147483646 w 70"/>
              <a:gd name="T33" fmla="*/ 2147483646 h 18"/>
              <a:gd name="T34" fmla="*/ 2147483646 w 70"/>
              <a:gd name="T35" fmla="*/ 2147483646 h 18"/>
              <a:gd name="T36" fmla="*/ 2147483646 w 70"/>
              <a:gd name="T37" fmla="*/ 2147483646 h 18"/>
              <a:gd name="T38" fmla="*/ 2147483646 w 70"/>
              <a:gd name="T39" fmla="*/ 2147483646 h 18"/>
              <a:gd name="T40" fmla="*/ 2147483646 w 70"/>
              <a:gd name="T41" fmla="*/ 0 h 18"/>
              <a:gd name="T42" fmla="*/ 2147483646 w 70"/>
              <a:gd name="T43" fmla="*/ 0 h 18"/>
              <a:gd name="T44" fmla="*/ 2147483646 w 70"/>
              <a:gd name="T45" fmla="*/ 0 h 18"/>
              <a:gd name="T46" fmla="*/ 2147483646 w 70"/>
              <a:gd name="T47" fmla="*/ 0 h 18"/>
              <a:gd name="T48" fmla="*/ 2147483646 w 70"/>
              <a:gd name="T49" fmla="*/ 0 h 18"/>
              <a:gd name="T50" fmla="*/ 2147483646 w 70"/>
              <a:gd name="T51" fmla="*/ 2147483646 h 18"/>
              <a:gd name="T52" fmla="*/ 2147483646 w 70"/>
              <a:gd name="T53" fmla="*/ 2147483646 h 18"/>
              <a:gd name="T54" fmla="*/ 2147483646 w 70"/>
              <a:gd name="T55" fmla="*/ 2147483646 h 18"/>
              <a:gd name="T56" fmla="*/ 2147483646 w 70"/>
              <a:gd name="T57" fmla="*/ 2147483646 h 18"/>
              <a:gd name="T58" fmla="*/ 2147483646 w 70"/>
              <a:gd name="T59" fmla="*/ 2147483646 h 18"/>
              <a:gd name="T60" fmla="*/ 2147483646 w 70"/>
              <a:gd name="T61" fmla="*/ 2147483646 h 18"/>
              <a:gd name="T62" fmla="*/ 2147483646 w 70"/>
              <a:gd name="T63" fmla="*/ 2147483646 h 18"/>
              <a:gd name="T64" fmla="*/ 2147483646 w 70"/>
              <a:gd name="T65" fmla="*/ 2147483646 h 18"/>
              <a:gd name="T66" fmla="*/ 2147483646 w 70"/>
              <a:gd name="T67" fmla="*/ 2147483646 h 18"/>
              <a:gd name="T68" fmla="*/ 2147483646 w 70"/>
              <a:gd name="T69" fmla="*/ 2147483646 h 18"/>
              <a:gd name="T70" fmla="*/ 0 w 70"/>
              <a:gd name="T71" fmla="*/ 2147483646 h 18"/>
              <a:gd name="T72" fmla="*/ 2147483646 w 70"/>
              <a:gd name="T73" fmla="*/ 2147483646 h 18"/>
              <a:gd name="T74" fmla="*/ 0 w 70"/>
              <a:gd name="T75" fmla="*/ 0 h 18"/>
              <a:gd name="T76" fmla="*/ 2147483646 w 70"/>
              <a:gd name="T77" fmla="*/ 0 h 18"/>
              <a:gd name="T78" fmla="*/ 2147483646 w 70"/>
              <a:gd name="T79" fmla="*/ 0 h 18"/>
              <a:gd name="T80" fmla="*/ 2147483646 w 70"/>
              <a:gd name="T81" fmla="*/ 0 h 18"/>
              <a:gd name="T82" fmla="*/ 2147483646 w 70"/>
              <a:gd name="T83" fmla="*/ 0 h 18"/>
              <a:gd name="T84" fmla="*/ 2147483646 w 70"/>
              <a:gd name="T85" fmla="*/ 0 h 18"/>
              <a:gd name="T86" fmla="*/ 2147483646 w 70"/>
              <a:gd name="T87" fmla="*/ 0 h 18"/>
              <a:gd name="T88" fmla="*/ 2147483646 w 70"/>
              <a:gd name="T89" fmla="*/ 0 h 18"/>
              <a:gd name="T90" fmla="*/ 2147483646 w 70"/>
              <a:gd name="T91" fmla="*/ 2147483646 h 18"/>
              <a:gd name="T92" fmla="*/ 2147483646 w 70"/>
              <a:gd name="T93" fmla="*/ 2147483646 h 18"/>
              <a:gd name="T94" fmla="*/ 2147483646 w 70"/>
              <a:gd name="T95" fmla="*/ 0 h 18"/>
              <a:gd name="T96" fmla="*/ 2147483646 w 70"/>
              <a:gd name="T97" fmla="*/ 0 h 18"/>
              <a:gd name="T98" fmla="*/ 2147483646 w 70"/>
              <a:gd name="T99" fmla="*/ 0 h 18"/>
              <a:gd name="T100" fmla="*/ 2147483646 w 70"/>
              <a:gd name="T101" fmla="*/ 0 h 1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70" h="18">
                <a:moveTo>
                  <a:pt x="9" y="11"/>
                </a:moveTo>
                <a:cubicBezTo>
                  <a:pt x="9" y="3"/>
                  <a:pt x="9" y="3"/>
                  <a:pt x="9" y="3"/>
                </a:cubicBezTo>
                <a:cubicBezTo>
                  <a:pt x="9" y="3"/>
                  <a:pt x="9" y="3"/>
                  <a:pt x="9" y="3"/>
                </a:cubicBezTo>
                <a:cubicBezTo>
                  <a:pt x="9" y="3"/>
                  <a:pt x="9" y="3"/>
                  <a:pt x="9" y="3"/>
                </a:cubicBezTo>
                <a:cubicBezTo>
                  <a:pt x="9" y="3"/>
                  <a:pt x="9" y="3"/>
                  <a:pt x="9" y="3"/>
                </a:cubicBezTo>
                <a:cubicBezTo>
                  <a:pt x="11" y="2"/>
                  <a:pt x="11" y="2"/>
                  <a:pt x="11" y="2"/>
                </a:cubicBezTo>
                <a:cubicBezTo>
                  <a:pt x="11" y="2"/>
                  <a:pt x="11" y="2"/>
                  <a:pt x="11" y="2"/>
                </a:cubicBezTo>
                <a:cubicBezTo>
                  <a:pt x="8" y="2"/>
                  <a:pt x="8" y="2"/>
                  <a:pt x="8" y="2"/>
                </a:cubicBezTo>
                <a:cubicBezTo>
                  <a:pt x="3" y="2"/>
                  <a:pt x="3" y="2"/>
                  <a:pt x="3" y="2"/>
                </a:cubicBezTo>
                <a:cubicBezTo>
                  <a:pt x="7" y="10"/>
                  <a:pt x="7" y="10"/>
                  <a:pt x="7" y="10"/>
                </a:cubicBezTo>
                <a:cubicBezTo>
                  <a:pt x="5" y="11"/>
                  <a:pt x="5" y="11"/>
                  <a:pt x="5" y="11"/>
                </a:cubicBezTo>
                <a:cubicBezTo>
                  <a:pt x="9" y="11"/>
                  <a:pt x="9" y="11"/>
                  <a:pt x="9" y="11"/>
                </a:cubicBezTo>
                <a:close/>
                <a:moveTo>
                  <a:pt x="59" y="3"/>
                </a:moveTo>
                <a:cubicBezTo>
                  <a:pt x="60" y="3"/>
                  <a:pt x="60" y="3"/>
                  <a:pt x="60" y="3"/>
                </a:cubicBezTo>
                <a:cubicBezTo>
                  <a:pt x="60" y="11"/>
                  <a:pt x="60" y="11"/>
                  <a:pt x="60" y="11"/>
                </a:cubicBezTo>
                <a:cubicBezTo>
                  <a:pt x="65" y="11"/>
                  <a:pt x="65" y="11"/>
                  <a:pt x="65" y="11"/>
                </a:cubicBezTo>
                <a:cubicBezTo>
                  <a:pt x="63" y="10"/>
                  <a:pt x="63" y="10"/>
                  <a:pt x="63" y="10"/>
                </a:cubicBezTo>
                <a:cubicBezTo>
                  <a:pt x="67" y="2"/>
                  <a:pt x="67" y="2"/>
                  <a:pt x="67" y="2"/>
                </a:cubicBezTo>
                <a:cubicBezTo>
                  <a:pt x="58" y="2"/>
                  <a:pt x="58" y="2"/>
                  <a:pt x="58" y="2"/>
                </a:cubicBezTo>
                <a:cubicBezTo>
                  <a:pt x="59" y="3"/>
                  <a:pt x="59" y="3"/>
                  <a:pt x="59" y="3"/>
                </a:cubicBezTo>
                <a:close/>
                <a:moveTo>
                  <a:pt x="57" y="0"/>
                </a:moveTo>
                <a:cubicBezTo>
                  <a:pt x="58" y="0"/>
                  <a:pt x="58" y="0"/>
                  <a:pt x="58" y="0"/>
                </a:cubicBezTo>
                <a:cubicBezTo>
                  <a:pt x="62" y="0"/>
                  <a:pt x="62" y="0"/>
                  <a:pt x="62" y="0"/>
                </a:cubicBezTo>
                <a:cubicBezTo>
                  <a:pt x="67" y="0"/>
                  <a:pt x="67" y="0"/>
                  <a:pt x="67" y="0"/>
                </a:cubicBezTo>
                <a:cubicBezTo>
                  <a:pt x="70" y="0"/>
                  <a:pt x="70" y="0"/>
                  <a:pt x="70" y="0"/>
                </a:cubicBezTo>
                <a:cubicBezTo>
                  <a:pt x="66" y="10"/>
                  <a:pt x="66" y="10"/>
                  <a:pt x="66" y="10"/>
                </a:cubicBezTo>
                <a:cubicBezTo>
                  <a:pt x="70" y="13"/>
                  <a:pt x="70" y="13"/>
                  <a:pt x="70" y="13"/>
                </a:cubicBezTo>
                <a:cubicBezTo>
                  <a:pt x="60" y="13"/>
                  <a:pt x="60" y="13"/>
                  <a:pt x="60" y="13"/>
                </a:cubicBezTo>
                <a:cubicBezTo>
                  <a:pt x="60" y="18"/>
                  <a:pt x="60" y="18"/>
                  <a:pt x="60" y="18"/>
                </a:cubicBezTo>
                <a:cubicBezTo>
                  <a:pt x="58" y="18"/>
                  <a:pt x="58" y="18"/>
                  <a:pt x="58" y="18"/>
                </a:cubicBezTo>
                <a:cubicBezTo>
                  <a:pt x="49" y="18"/>
                  <a:pt x="49" y="18"/>
                  <a:pt x="49" y="18"/>
                </a:cubicBezTo>
                <a:cubicBezTo>
                  <a:pt x="39" y="18"/>
                  <a:pt x="29" y="18"/>
                  <a:pt x="19" y="18"/>
                </a:cubicBezTo>
                <a:cubicBezTo>
                  <a:pt x="13" y="18"/>
                  <a:pt x="13" y="18"/>
                  <a:pt x="13" y="18"/>
                </a:cubicBezTo>
                <a:cubicBezTo>
                  <a:pt x="9" y="18"/>
                  <a:pt x="9" y="18"/>
                  <a:pt x="9" y="18"/>
                </a:cubicBezTo>
                <a:cubicBezTo>
                  <a:pt x="9" y="13"/>
                  <a:pt x="9" y="13"/>
                  <a:pt x="9" y="13"/>
                </a:cubicBezTo>
                <a:cubicBezTo>
                  <a:pt x="0" y="13"/>
                  <a:pt x="0" y="13"/>
                  <a:pt x="0" y="13"/>
                </a:cubicBezTo>
                <a:cubicBezTo>
                  <a:pt x="4" y="10"/>
                  <a:pt x="4" y="10"/>
                  <a:pt x="4" y="10"/>
                </a:cubicBezTo>
                <a:cubicBezTo>
                  <a:pt x="0" y="0"/>
                  <a:pt x="0" y="0"/>
                  <a:pt x="0" y="0"/>
                </a:cubicBezTo>
                <a:cubicBezTo>
                  <a:pt x="2" y="0"/>
                  <a:pt x="2" y="0"/>
                  <a:pt x="2" y="0"/>
                </a:cubicBezTo>
                <a:cubicBezTo>
                  <a:pt x="7" y="0"/>
                  <a:pt x="7" y="0"/>
                  <a:pt x="7" y="0"/>
                </a:cubicBezTo>
                <a:cubicBezTo>
                  <a:pt x="10" y="0"/>
                  <a:pt x="10" y="0"/>
                  <a:pt x="10" y="0"/>
                </a:cubicBezTo>
                <a:cubicBezTo>
                  <a:pt x="11" y="0"/>
                  <a:pt x="11" y="0"/>
                  <a:pt x="11" y="0"/>
                </a:cubicBezTo>
                <a:cubicBezTo>
                  <a:pt x="15" y="0"/>
                  <a:pt x="15" y="0"/>
                  <a:pt x="15" y="0"/>
                </a:cubicBezTo>
                <a:cubicBezTo>
                  <a:pt x="16" y="0"/>
                  <a:pt x="16" y="0"/>
                  <a:pt x="16" y="0"/>
                </a:cubicBezTo>
                <a:cubicBezTo>
                  <a:pt x="17" y="0"/>
                  <a:pt x="17" y="0"/>
                  <a:pt x="17" y="0"/>
                </a:cubicBezTo>
                <a:cubicBezTo>
                  <a:pt x="17" y="3"/>
                  <a:pt x="17" y="3"/>
                  <a:pt x="17" y="3"/>
                </a:cubicBezTo>
                <a:cubicBezTo>
                  <a:pt x="51" y="3"/>
                  <a:pt x="51" y="3"/>
                  <a:pt x="51" y="3"/>
                </a:cubicBezTo>
                <a:cubicBezTo>
                  <a:pt x="51" y="0"/>
                  <a:pt x="51" y="0"/>
                  <a:pt x="51" y="0"/>
                </a:cubicBezTo>
                <a:cubicBezTo>
                  <a:pt x="53" y="0"/>
                  <a:pt x="53" y="0"/>
                  <a:pt x="53" y="0"/>
                </a:cubicBezTo>
                <a:cubicBezTo>
                  <a:pt x="54" y="0"/>
                  <a:pt x="54" y="0"/>
                  <a:pt x="54" y="0"/>
                </a:cubicBezTo>
                <a:lnTo>
                  <a:pt x="5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29" name="Freeform 58">
            <a:extLst>
              <a:ext uri="{FF2B5EF4-FFF2-40B4-BE49-F238E27FC236}">
                <a16:creationId xmlns="" xmlns:a16="http://schemas.microsoft.com/office/drawing/2014/main" id="{0CDB1932-1881-4929-97A3-AC12F43225B5}"/>
              </a:ext>
            </a:extLst>
          </p:cNvPr>
          <p:cNvSpPr>
            <a:spLocks noEditPoints="1"/>
          </p:cNvSpPr>
          <p:nvPr/>
        </p:nvSpPr>
        <p:spPr bwMode="auto">
          <a:xfrm>
            <a:off x="9511804" y="4312493"/>
            <a:ext cx="598487" cy="608013"/>
          </a:xfrm>
          <a:custGeom>
            <a:avLst/>
            <a:gdLst>
              <a:gd name="T0" fmla="*/ 2147483646 w 59"/>
              <a:gd name="T1" fmla="*/ 2147483646 h 60"/>
              <a:gd name="T2" fmla="*/ 2147483646 w 59"/>
              <a:gd name="T3" fmla="*/ 2147483646 h 60"/>
              <a:gd name="T4" fmla="*/ 2147483646 w 59"/>
              <a:gd name="T5" fmla="*/ 2147483646 h 60"/>
              <a:gd name="T6" fmla="*/ 2147483646 w 59"/>
              <a:gd name="T7" fmla="*/ 2147483646 h 60"/>
              <a:gd name="T8" fmla="*/ 2147483646 w 59"/>
              <a:gd name="T9" fmla="*/ 2147483646 h 60"/>
              <a:gd name="T10" fmla="*/ 2147483646 w 59"/>
              <a:gd name="T11" fmla="*/ 2147483646 h 60"/>
              <a:gd name="T12" fmla="*/ 2147483646 w 59"/>
              <a:gd name="T13" fmla="*/ 2147483646 h 60"/>
              <a:gd name="T14" fmla="*/ 2147483646 w 59"/>
              <a:gd name="T15" fmla="*/ 2147483646 h 60"/>
              <a:gd name="T16" fmla="*/ 2147483646 w 59"/>
              <a:gd name="T17" fmla="*/ 2147483646 h 60"/>
              <a:gd name="T18" fmla="*/ 2147483646 w 59"/>
              <a:gd name="T19" fmla="*/ 2147483646 h 60"/>
              <a:gd name="T20" fmla="*/ 2147483646 w 59"/>
              <a:gd name="T21" fmla="*/ 2147483646 h 60"/>
              <a:gd name="T22" fmla="*/ 2147483646 w 59"/>
              <a:gd name="T23" fmla="*/ 2147483646 h 60"/>
              <a:gd name="T24" fmla="*/ 2147483646 w 59"/>
              <a:gd name="T25" fmla="*/ 2147483646 h 60"/>
              <a:gd name="T26" fmla="*/ 2147483646 w 59"/>
              <a:gd name="T27" fmla="*/ 2147483646 h 60"/>
              <a:gd name="T28" fmla="*/ 2147483646 w 59"/>
              <a:gd name="T29" fmla="*/ 2147483646 h 60"/>
              <a:gd name="T30" fmla="*/ 2147483646 w 59"/>
              <a:gd name="T31" fmla="*/ 2147483646 h 60"/>
              <a:gd name="T32" fmla="*/ 2147483646 w 59"/>
              <a:gd name="T33" fmla="*/ 2147483646 h 60"/>
              <a:gd name="T34" fmla="*/ 2147483646 w 59"/>
              <a:gd name="T35" fmla="*/ 2147483646 h 60"/>
              <a:gd name="T36" fmla="*/ 2147483646 w 59"/>
              <a:gd name="T37" fmla="*/ 2147483646 h 60"/>
              <a:gd name="T38" fmla="*/ 2147483646 w 59"/>
              <a:gd name="T39" fmla="*/ 2147483646 h 60"/>
              <a:gd name="T40" fmla="*/ 2147483646 w 59"/>
              <a:gd name="T41" fmla="*/ 2147483646 h 60"/>
              <a:gd name="T42" fmla="*/ 2147483646 w 59"/>
              <a:gd name="T43" fmla="*/ 2147483646 h 60"/>
              <a:gd name="T44" fmla="*/ 2147483646 w 59"/>
              <a:gd name="T45" fmla="*/ 2147483646 h 60"/>
              <a:gd name="T46" fmla="*/ 2147483646 w 59"/>
              <a:gd name="T47" fmla="*/ 2147483646 h 60"/>
              <a:gd name="T48" fmla="*/ 2147483646 w 59"/>
              <a:gd name="T49" fmla="*/ 2147483646 h 60"/>
              <a:gd name="T50" fmla="*/ 2147483646 w 59"/>
              <a:gd name="T51" fmla="*/ 2147483646 h 60"/>
              <a:gd name="T52" fmla="*/ 2147483646 w 59"/>
              <a:gd name="T53" fmla="*/ 2147483646 h 60"/>
              <a:gd name="T54" fmla="*/ 2147483646 w 59"/>
              <a:gd name="T55" fmla="*/ 2147483646 h 60"/>
              <a:gd name="T56" fmla="*/ 2147483646 w 59"/>
              <a:gd name="T57" fmla="*/ 2147483646 h 60"/>
              <a:gd name="T58" fmla="*/ 2147483646 w 59"/>
              <a:gd name="T59" fmla="*/ 2147483646 h 60"/>
              <a:gd name="T60" fmla="*/ 2147483646 w 59"/>
              <a:gd name="T61" fmla="*/ 2147483646 h 60"/>
              <a:gd name="T62" fmla="*/ 2147483646 w 59"/>
              <a:gd name="T63" fmla="*/ 2147483646 h 60"/>
              <a:gd name="T64" fmla="*/ 2147483646 w 59"/>
              <a:gd name="T65" fmla="*/ 2147483646 h 60"/>
              <a:gd name="T66" fmla="*/ 2147483646 w 59"/>
              <a:gd name="T67" fmla="*/ 2147483646 h 60"/>
              <a:gd name="T68" fmla="*/ 2147483646 w 59"/>
              <a:gd name="T69" fmla="*/ 2147483646 h 60"/>
              <a:gd name="T70" fmla="*/ 2147483646 w 59"/>
              <a:gd name="T71" fmla="*/ 2147483646 h 60"/>
              <a:gd name="T72" fmla="*/ 2147483646 w 59"/>
              <a:gd name="T73" fmla="*/ 2147483646 h 60"/>
              <a:gd name="T74" fmla="*/ 2147483646 w 59"/>
              <a:gd name="T75" fmla="*/ 2147483646 h 60"/>
              <a:gd name="T76" fmla="*/ 2147483646 w 59"/>
              <a:gd name="T77" fmla="*/ 2147483646 h 60"/>
              <a:gd name="T78" fmla="*/ 2147483646 w 59"/>
              <a:gd name="T79" fmla="*/ 0 h 60"/>
              <a:gd name="T80" fmla="*/ 2147483646 w 59"/>
              <a:gd name="T81" fmla="*/ 2147483646 h 60"/>
              <a:gd name="T82" fmla="*/ 2147483646 w 59"/>
              <a:gd name="T83" fmla="*/ 2147483646 h 60"/>
              <a:gd name="T84" fmla="*/ 2147483646 w 59"/>
              <a:gd name="T85" fmla="*/ 2147483646 h 60"/>
              <a:gd name="T86" fmla="*/ 2147483646 w 59"/>
              <a:gd name="T87" fmla="*/ 2147483646 h 60"/>
              <a:gd name="T88" fmla="*/ 2147483646 w 59"/>
              <a:gd name="T89" fmla="*/ 2147483646 h 60"/>
              <a:gd name="T90" fmla="*/ 2147483646 w 59"/>
              <a:gd name="T91" fmla="*/ 2147483646 h 60"/>
              <a:gd name="T92" fmla="*/ 2147483646 w 59"/>
              <a:gd name="T93" fmla="*/ 2147483646 h 60"/>
              <a:gd name="T94" fmla="*/ 2147483646 w 59"/>
              <a:gd name="T95" fmla="*/ 2147483646 h 60"/>
              <a:gd name="T96" fmla="*/ 2147483646 w 59"/>
              <a:gd name="T97" fmla="*/ 2147483646 h 60"/>
              <a:gd name="T98" fmla="*/ 2147483646 w 59"/>
              <a:gd name="T99" fmla="*/ 2147483646 h 60"/>
              <a:gd name="T100" fmla="*/ 2147483646 w 59"/>
              <a:gd name="T101" fmla="*/ 2147483646 h 60"/>
              <a:gd name="T102" fmla="*/ 0 w 59"/>
              <a:gd name="T103" fmla="*/ 2147483646 h 60"/>
              <a:gd name="T104" fmla="*/ 2147483646 w 59"/>
              <a:gd name="T105" fmla="*/ 2147483646 h 60"/>
              <a:gd name="T106" fmla="*/ 0 w 59"/>
              <a:gd name="T107" fmla="*/ 2147483646 h 60"/>
              <a:gd name="T108" fmla="*/ 0 w 59"/>
              <a:gd name="T109" fmla="*/ 2147483646 h 60"/>
              <a:gd name="T110" fmla="*/ 2147483646 w 59"/>
              <a:gd name="T111" fmla="*/ 2147483646 h 60"/>
              <a:gd name="T112" fmla="*/ 2147483646 w 59"/>
              <a:gd name="T113" fmla="*/ 2147483646 h 60"/>
              <a:gd name="T114" fmla="*/ 2147483646 w 59"/>
              <a:gd name="T115" fmla="*/ 2147483646 h 60"/>
              <a:gd name="T116" fmla="*/ 2147483646 w 59"/>
              <a:gd name="T117" fmla="*/ 2147483646 h 60"/>
              <a:gd name="T118" fmla="*/ 2147483646 w 59"/>
              <a:gd name="T119" fmla="*/ 2147483646 h 6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9" h="60">
                <a:moveTo>
                  <a:pt x="44" y="54"/>
                </a:moveTo>
                <a:cubicBezTo>
                  <a:pt x="43" y="56"/>
                  <a:pt x="43" y="56"/>
                  <a:pt x="43" y="56"/>
                </a:cubicBezTo>
                <a:cubicBezTo>
                  <a:pt x="39" y="55"/>
                  <a:pt x="39" y="55"/>
                  <a:pt x="39" y="55"/>
                </a:cubicBezTo>
                <a:cubicBezTo>
                  <a:pt x="37" y="59"/>
                  <a:pt x="37" y="59"/>
                  <a:pt x="37" y="59"/>
                </a:cubicBezTo>
                <a:cubicBezTo>
                  <a:pt x="32" y="57"/>
                  <a:pt x="32" y="57"/>
                  <a:pt x="32" y="57"/>
                </a:cubicBezTo>
                <a:cubicBezTo>
                  <a:pt x="29" y="60"/>
                  <a:pt x="29" y="60"/>
                  <a:pt x="29" y="60"/>
                </a:cubicBezTo>
                <a:cubicBezTo>
                  <a:pt x="26" y="57"/>
                  <a:pt x="26" y="57"/>
                  <a:pt x="26" y="57"/>
                </a:cubicBezTo>
                <a:cubicBezTo>
                  <a:pt x="22" y="59"/>
                  <a:pt x="22" y="59"/>
                  <a:pt x="22" y="59"/>
                </a:cubicBezTo>
                <a:cubicBezTo>
                  <a:pt x="20" y="55"/>
                  <a:pt x="20" y="55"/>
                  <a:pt x="20" y="55"/>
                </a:cubicBezTo>
                <a:cubicBezTo>
                  <a:pt x="15" y="56"/>
                  <a:pt x="15" y="56"/>
                  <a:pt x="15" y="56"/>
                </a:cubicBezTo>
                <a:cubicBezTo>
                  <a:pt x="15" y="54"/>
                  <a:pt x="15" y="54"/>
                  <a:pt x="15" y="54"/>
                </a:cubicBezTo>
                <a:cubicBezTo>
                  <a:pt x="24" y="54"/>
                  <a:pt x="34" y="54"/>
                  <a:pt x="44" y="54"/>
                </a:cubicBezTo>
                <a:close/>
                <a:moveTo>
                  <a:pt x="29" y="6"/>
                </a:moveTo>
                <a:cubicBezTo>
                  <a:pt x="42" y="6"/>
                  <a:pt x="53" y="17"/>
                  <a:pt x="53" y="30"/>
                </a:cubicBezTo>
                <a:cubicBezTo>
                  <a:pt x="53" y="31"/>
                  <a:pt x="53" y="33"/>
                  <a:pt x="52" y="34"/>
                </a:cubicBezTo>
                <a:cubicBezTo>
                  <a:pt x="49" y="34"/>
                  <a:pt x="49" y="34"/>
                  <a:pt x="49" y="34"/>
                </a:cubicBezTo>
                <a:cubicBezTo>
                  <a:pt x="49" y="33"/>
                  <a:pt x="50" y="31"/>
                  <a:pt x="50" y="30"/>
                </a:cubicBezTo>
                <a:cubicBezTo>
                  <a:pt x="50" y="19"/>
                  <a:pt x="40" y="10"/>
                  <a:pt x="29" y="10"/>
                </a:cubicBezTo>
                <a:cubicBezTo>
                  <a:pt x="18" y="10"/>
                  <a:pt x="9" y="19"/>
                  <a:pt x="9" y="30"/>
                </a:cubicBezTo>
                <a:cubicBezTo>
                  <a:pt x="9" y="31"/>
                  <a:pt x="9" y="33"/>
                  <a:pt x="10" y="34"/>
                </a:cubicBezTo>
                <a:cubicBezTo>
                  <a:pt x="6" y="34"/>
                  <a:pt x="6" y="34"/>
                  <a:pt x="6" y="34"/>
                </a:cubicBezTo>
                <a:cubicBezTo>
                  <a:pt x="6" y="33"/>
                  <a:pt x="6" y="31"/>
                  <a:pt x="6" y="30"/>
                </a:cubicBezTo>
                <a:cubicBezTo>
                  <a:pt x="6" y="17"/>
                  <a:pt x="16" y="6"/>
                  <a:pt x="29" y="6"/>
                </a:cubicBezTo>
                <a:close/>
                <a:moveTo>
                  <a:pt x="54" y="34"/>
                </a:moveTo>
                <a:cubicBezTo>
                  <a:pt x="59" y="34"/>
                  <a:pt x="59" y="34"/>
                  <a:pt x="59" y="34"/>
                </a:cubicBezTo>
                <a:cubicBezTo>
                  <a:pt x="59" y="33"/>
                  <a:pt x="59" y="33"/>
                  <a:pt x="59" y="33"/>
                </a:cubicBezTo>
                <a:cubicBezTo>
                  <a:pt x="56" y="30"/>
                  <a:pt x="56" y="30"/>
                  <a:pt x="56" y="30"/>
                </a:cubicBezTo>
                <a:cubicBezTo>
                  <a:pt x="59" y="26"/>
                  <a:pt x="59" y="26"/>
                  <a:pt x="59" y="26"/>
                </a:cubicBezTo>
                <a:cubicBezTo>
                  <a:pt x="56" y="24"/>
                  <a:pt x="56" y="24"/>
                  <a:pt x="56" y="24"/>
                </a:cubicBezTo>
                <a:cubicBezTo>
                  <a:pt x="57" y="19"/>
                  <a:pt x="57" y="19"/>
                  <a:pt x="57" y="19"/>
                </a:cubicBezTo>
                <a:cubicBezTo>
                  <a:pt x="53" y="17"/>
                  <a:pt x="53" y="17"/>
                  <a:pt x="53" y="17"/>
                </a:cubicBezTo>
                <a:cubicBezTo>
                  <a:pt x="54" y="13"/>
                  <a:pt x="54" y="13"/>
                  <a:pt x="54" y="13"/>
                </a:cubicBezTo>
                <a:cubicBezTo>
                  <a:pt x="50" y="12"/>
                  <a:pt x="50" y="12"/>
                  <a:pt x="50" y="12"/>
                </a:cubicBezTo>
                <a:cubicBezTo>
                  <a:pt x="49" y="7"/>
                  <a:pt x="49" y="7"/>
                  <a:pt x="49" y="7"/>
                </a:cubicBezTo>
                <a:cubicBezTo>
                  <a:pt x="45" y="8"/>
                  <a:pt x="45" y="8"/>
                  <a:pt x="45" y="8"/>
                </a:cubicBezTo>
                <a:cubicBezTo>
                  <a:pt x="43" y="3"/>
                  <a:pt x="43" y="3"/>
                  <a:pt x="43" y="3"/>
                </a:cubicBezTo>
                <a:cubicBezTo>
                  <a:pt x="39" y="5"/>
                  <a:pt x="39" y="5"/>
                  <a:pt x="39" y="5"/>
                </a:cubicBezTo>
                <a:cubicBezTo>
                  <a:pt x="37" y="1"/>
                  <a:pt x="37" y="1"/>
                  <a:pt x="37" y="1"/>
                </a:cubicBezTo>
                <a:cubicBezTo>
                  <a:pt x="33" y="3"/>
                  <a:pt x="33" y="3"/>
                  <a:pt x="33" y="3"/>
                </a:cubicBezTo>
                <a:cubicBezTo>
                  <a:pt x="29" y="0"/>
                  <a:pt x="29" y="0"/>
                  <a:pt x="29" y="0"/>
                </a:cubicBezTo>
                <a:cubicBezTo>
                  <a:pt x="26" y="3"/>
                  <a:pt x="26" y="3"/>
                  <a:pt x="26" y="3"/>
                </a:cubicBezTo>
                <a:cubicBezTo>
                  <a:pt x="22" y="1"/>
                  <a:pt x="22" y="1"/>
                  <a:pt x="22" y="1"/>
                </a:cubicBezTo>
                <a:cubicBezTo>
                  <a:pt x="20" y="4"/>
                  <a:pt x="20" y="4"/>
                  <a:pt x="20" y="4"/>
                </a:cubicBezTo>
                <a:cubicBezTo>
                  <a:pt x="15" y="3"/>
                  <a:pt x="15" y="3"/>
                  <a:pt x="15" y="3"/>
                </a:cubicBezTo>
                <a:cubicBezTo>
                  <a:pt x="14" y="7"/>
                  <a:pt x="14" y="7"/>
                  <a:pt x="14" y="7"/>
                </a:cubicBezTo>
                <a:cubicBezTo>
                  <a:pt x="9" y="7"/>
                  <a:pt x="9" y="7"/>
                  <a:pt x="9" y="7"/>
                </a:cubicBezTo>
                <a:cubicBezTo>
                  <a:pt x="9" y="12"/>
                  <a:pt x="9" y="12"/>
                  <a:pt x="9" y="12"/>
                </a:cubicBezTo>
                <a:cubicBezTo>
                  <a:pt x="5" y="13"/>
                  <a:pt x="5" y="13"/>
                  <a:pt x="5" y="13"/>
                </a:cubicBezTo>
                <a:cubicBezTo>
                  <a:pt x="5" y="17"/>
                  <a:pt x="5" y="17"/>
                  <a:pt x="5" y="17"/>
                </a:cubicBezTo>
                <a:cubicBezTo>
                  <a:pt x="1" y="19"/>
                  <a:pt x="1" y="19"/>
                  <a:pt x="1" y="19"/>
                </a:cubicBezTo>
                <a:cubicBezTo>
                  <a:pt x="3" y="23"/>
                  <a:pt x="3" y="23"/>
                  <a:pt x="3" y="23"/>
                </a:cubicBezTo>
                <a:cubicBezTo>
                  <a:pt x="0" y="26"/>
                  <a:pt x="0" y="26"/>
                  <a:pt x="0" y="26"/>
                </a:cubicBezTo>
                <a:cubicBezTo>
                  <a:pt x="2" y="30"/>
                  <a:pt x="2" y="30"/>
                  <a:pt x="2" y="30"/>
                </a:cubicBezTo>
                <a:cubicBezTo>
                  <a:pt x="0" y="33"/>
                  <a:pt x="0" y="33"/>
                  <a:pt x="0" y="33"/>
                </a:cubicBezTo>
                <a:cubicBezTo>
                  <a:pt x="0" y="34"/>
                  <a:pt x="0" y="34"/>
                  <a:pt x="0" y="34"/>
                </a:cubicBezTo>
                <a:cubicBezTo>
                  <a:pt x="5" y="34"/>
                  <a:pt x="5" y="34"/>
                  <a:pt x="5" y="34"/>
                </a:cubicBezTo>
                <a:cubicBezTo>
                  <a:pt x="5" y="33"/>
                  <a:pt x="5" y="31"/>
                  <a:pt x="5" y="30"/>
                </a:cubicBezTo>
                <a:cubicBezTo>
                  <a:pt x="5" y="16"/>
                  <a:pt x="16" y="5"/>
                  <a:pt x="29" y="5"/>
                </a:cubicBezTo>
                <a:cubicBezTo>
                  <a:pt x="43" y="5"/>
                  <a:pt x="54" y="16"/>
                  <a:pt x="54" y="30"/>
                </a:cubicBezTo>
                <a:cubicBezTo>
                  <a:pt x="54" y="31"/>
                  <a:pt x="54" y="33"/>
                  <a:pt x="54" y="3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30" name="Freeform 59">
            <a:extLst>
              <a:ext uri="{FF2B5EF4-FFF2-40B4-BE49-F238E27FC236}">
                <a16:creationId xmlns="" xmlns:a16="http://schemas.microsoft.com/office/drawing/2014/main" id="{C94CF65C-ADEB-4005-89C4-1EABEE7AB457}"/>
              </a:ext>
            </a:extLst>
          </p:cNvPr>
          <p:cNvSpPr>
            <a:spLocks noEditPoints="1"/>
          </p:cNvSpPr>
          <p:nvPr/>
        </p:nvSpPr>
        <p:spPr bwMode="auto">
          <a:xfrm>
            <a:off x="10869116" y="4301381"/>
            <a:ext cx="334963" cy="598487"/>
          </a:xfrm>
          <a:custGeom>
            <a:avLst/>
            <a:gdLst>
              <a:gd name="T0" fmla="*/ 2147483646 w 33"/>
              <a:gd name="T1" fmla="*/ 2147483646 h 59"/>
              <a:gd name="T2" fmla="*/ 2147483646 w 33"/>
              <a:gd name="T3" fmla="*/ 2147483646 h 59"/>
              <a:gd name="T4" fmla="*/ 2147483646 w 33"/>
              <a:gd name="T5" fmla="*/ 2147483646 h 59"/>
              <a:gd name="T6" fmla="*/ 2147483646 w 33"/>
              <a:gd name="T7" fmla="*/ 2147483646 h 59"/>
              <a:gd name="T8" fmla="*/ 2147483646 w 33"/>
              <a:gd name="T9" fmla="*/ 2147483646 h 59"/>
              <a:gd name="T10" fmla="*/ 2147483646 w 33"/>
              <a:gd name="T11" fmla="*/ 2147483646 h 59"/>
              <a:gd name="T12" fmla="*/ 2147483646 w 33"/>
              <a:gd name="T13" fmla="*/ 2147483646 h 59"/>
              <a:gd name="T14" fmla="*/ 2147483646 w 33"/>
              <a:gd name="T15" fmla="*/ 2147483646 h 59"/>
              <a:gd name="T16" fmla="*/ 2147483646 w 33"/>
              <a:gd name="T17" fmla="*/ 2147483646 h 59"/>
              <a:gd name="T18" fmla="*/ 2147483646 w 33"/>
              <a:gd name="T19" fmla="*/ 2147483646 h 59"/>
              <a:gd name="T20" fmla="*/ 2147483646 w 33"/>
              <a:gd name="T21" fmla="*/ 0 h 59"/>
              <a:gd name="T22" fmla="*/ 2147483646 w 33"/>
              <a:gd name="T23" fmla="*/ 2147483646 h 59"/>
              <a:gd name="T24" fmla="*/ 2147483646 w 33"/>
              <a:gd name="T25" fmla="*/ 2147483646 h 59"/>
              <a:gd name="T26" fmla="*/ 2147483646 w 33"/>
              <a:gd name="T27" fmla="*/ 2147483646 h 59"/>
              <a:gd name="T28" fmla="*/ 2147483646 w 33"/>
              <a:gd name="T29" fmla="*/ 2147483646 h 59"/>
              <a:gd name="T30" fmla="*/ 2147483646 w 33"/>
              <a:gd name="T31" fmla="*/ 2147483646 h 59"/>
              <a:gd name="T32" fmla="*/ 2147483646 w 33"/>
              <a:gd name="T33" fmla="*/ 2147483646 h 59"/>
              <a:gd name="T34" fmla="*/ 2147483646 w 33"/>
              <a:gd name="T35" fmla="*/ 2147483646 h 59"/>
              <a:gd name="T36" fmla="*/ 0 w 33"/>
              <a:gd name="T37" fmla="*/ 2147483646 h 59"/>
              <a:gd name="T38" fmla="*/ 2147483646 w 33"/>
              <a:gd name="T39" fmla="*/ 2147483646 h 59"/>
              <a:gd name="T40" fmla="*/ 2147483646 w 33"/>
              <a:gd name="T41" fmla="*/ 2147483646 h 59"/>
              <a:gd name="T42" fmla="*/ 2147483646 w 33"/>
              <a:gd name="T43" fmla="*/ 2147483646 h 59"/>
              <a:gd name="T44" fmla="*/ 2147483646 w 33"/>
              <a:gd name="T45" fmla="*/ 2147483646 h 59"/>
              <a:gd name="T46" fmla="*/ 2147483646 w 33"/>
              <a:gd name="T47" fmla="*/ 2147483646 h 59"/>
              <a:gd name="T48" fmla="*/ 2147483646 w 33"/>
              <a:gd name="T49" fmla="*/ 2147483646 h 59"/>
              <a:gd name="T50" fmla="*/ 2147483646 w 33"/>
              <a:gd name="T51" fmla="*/ 2147483646 h 59"/>
              <a:gd name="T52" fmla="*/ 0 w 33"/>
              <a:gd name="T53" fmla="*/ 2147483646 h 5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33" h="59">
                <a:moveTo>
                  <a:pt x="25" y="4"/>
                </a:moveTo>
                <a:cubicBezTo>
                  <a:pt x="32" y="7"/>
                  <a:pt x="32" y="7"/>
                  <a:pt x="32" y="7"/>
                </a:cubicBezTo>
                <a:cubicBezTo>
                  <a:pt x="33" y="7"/>
                  <a:pt x="33" y="7"/>
                  <a:pt x="33" y="7"/>
                </a:cubicBezTo>
                <a:cubicBezTo>
                  <a:pt x="33" y="9"/>
                  <a:pt x="33" y="9"/>
                  <a:pt x="33" y="9"/>
                </a:cubicBezTo>
                <a:cubicBezTo>
                  <a:pt x="33" y="17"/>
                  <a:pt x="31" y="25"/>
                  <a:pt x="26" y="32"/>
                </a:cubicBezTo>
                <a:cubicBezTo>
                  <a:pt x="22" y="30"/>
                  <a:pt x="22" y="30"/>
                  <a:pt x="22" y="30"/>
                </a:cubicBezTo>
                <a:cubicBezTo>
                  <a:pt x="26" y="24"/>
                  <a:pt x="28" y="17"/>
                  <a:pt x="29" y="10"/>
                </a:cubicBezTo>
                <a:cubicBezTo>
                  <a:pt x="26" y="9"/>
                  <a:pt x="26" y="9"/>
                  <a:pt x="26" y="9"/>
                </a:cubicBezTo>
                <a:cubicBezTo>
                  <a:pt x="19" y="7"/>
                  <a:pt x="19" y="7"/>
                  <a:pt x="19" y="7"/>
                </a:cubicBezTo>
                <a:cubicBezTo>
                  <a:pt x="13" y="5"/>
                  <a:pt x="13" y="5"/>
                  <a:pt x="13" y="5"/>
                </a:cubicBezTo>
                <a:cubicBezTo>
                  <a:pt x="19" y="0"/>
                  <a:pt x="19" y="0"/>
                  <a:pt x="19" y="0"/>
                </a:cubicBezTo>
                <a:cubicBezTo>
                  <a:pt x="24" y="2"/>
                  <a:pt x="24" y="2"/>
                  <a:pt x="24" y="2"/>
                </a:cubicBezTo>
                <a:cubicBezTo>
                  <a:pt x="25" y="4"/>
                  <a:pt x="25" y="4"/>
                  <a:pt x="25" y="4"/>
                </a:cubicBezTo>
                <a:close/>
                <a:moveTo>
                  <a:pt x="12" y="7"/>
                </a:moveTo>
                <a:cubicBezTo>
                  <a:pt x="6" y="17"/>
                  <a:pt x="3" y="27"/>
                  <a:pt x="1" y="38"/>
                </a:cubicBezTo>
                <a:cubicBezTo>
                  <a:pt x="6" y="40"/>
                  <a:pt x="10" y="42"/>
                  <a:pt x="14" y="43"/>
                </a:cubicBezTo>
                <a:cubicBezTo>
                  <a:pt x="20" y="33"/>
                  <a:pt x="23" y="23"/>
                  <a:pt x="25" y="12"/>
                </a:cubicBezTo>
                <a:cubicBezTo>
                  <a:pt x="21" y="11"/>
                  <a:pt x="17" y="9"/>
                  <a:pt x="12" y="7"/>
                </a:cubicBezTo>
                <a:close/>
                <a:moveTo>
                  <a:pt x="0" y="41"/>
                </a:moveTo>
                <a:cubicBezTo>
                  <a:pt x="14" y="46"/>
                  <a:pt x="14" y="46"/>
                  <a:pt x="14" y="46"/>
                </a:cubicBezTo>
                <a:cubicBezTo>
                  <a:pt x="6" y="56"/>
                  <a:pt x="6" y="56"/>
                  <a:pt x="6" y="56"/>
                </a:cubicBezTo>
                <a:cubicBezTo>
                  <a:pt x="5" y="55"/>
                  <a:pt x="5" y="55"/>
                  <a:pt x="5" y="55"/>
                </a:cubicBezTo>
                <a:cubicBezTo>
                  <a:pt x="3" y="59"/>
                  <a:pt x="3" y="59"/>
                  <a:pt x="3" y="59"/>
                </a:cubicBezTo>
                <a:cubicBezTo>
                  <a:pt x="1" y="58"/>
                  <a:pt x="1" y="58"/>
                  <a:pt x="1" y="58"/>
                </a:cubicBezTo>
                <a:cubicBezTo>
                  <a:pt x="1" y="54"/>
                  <a:pt x="1" y="54"/>
                  <a:pt x="1" y="54"/>
                </a:cubicBezTo>
                <a:cubicBezTo>
                  <a:pt x="1" y="54"/>
                  <a:pt x="1" y="54"/>
                  <a:pt x="1" y="54"/>
                </a:cubicBezTo>
                <a:lnTo>
                  <a:pt x="0"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31" name="Freeform 60">
            <a:extLst>
              <a:ext uri="{FF2B5EF4-FFF2-40B4-BE49-F238E27FC236}">
                <a16:creationId xmlns="" xmlns:a16="http://schemas.microsoft.com/office/drawing/2014/main" id="{98898523-6310-49F3-921A-862DE53C38A2}"/>
              </a:ext>
            </a:extLst>
          </p:cNvPr>
          <p:cNvSpPr>
            <a:spLocks/>
          </p:cNvSpPr>
          <p:nvPr/>
        </p:nvSpPr>
        <p:spPr bwMode="auto">
          <a:xfrm>
            <a:off x="10535741" y="4514106"/>
            <a:ext cx="323850" cy="434975"/>
          </a:xfrm>
          <a:custGeom>
            <a:avLst/>
            <a:gdLst>
              <a:gd name="T0" fmla="*/ 0 w 32"/>
              <a:gd name="T1" fmla="*/ 2147483646 h 43"/>
              <a:gd name="T2" fmla="*/ 2147483646 w 32"/>
              <a:gd name="T3" fmla="*/ 2147483646 h 43"/>
              <a:gd name="T4" fmla="*/ 2147483646 w 32"/>
              <a:gd name="T5" fmla="*/ 2147483646 h 43"/>
              <a:gd name="T6" fmla="*/ 2147483646 w 32"/>
              <a:gd name="T7" fmla="*/ 2147483646 h 43"/>
              <a:gd name="T8" fmla="*/ 2147483646 w 32"/>
              <a:gd name="T9" fmla="*/ 2147483646 h 43"/>
              <a:gd name="T10" fmla="*/ 2147483646 w 32"/>
              <a:gd name="T11" fmla="*/ 2147483646 h 43"/>
              <a:gd name="T12" fmla="*/ 2147483646 w 32"/>
              <a:gd name="T13" fmla="*/ 2147483646 h 43"/>
              <a:gd name="T14" fmla="*/ 2147483646 w 32"/>
              <a:gd name="T15" fmla="*/ 2147483646 h 43"/>
              <a:gd name="T16" fmla="*/ 2147483646 w 32"/>
              <a:gd name="T17" fmla="*/ 2147483646 h 43"/>
              <a:gd name="T18" fmla="*/ 2147483646 w 32"/>
              <a:gd name="T19" fmla="*/ 2147483646 h 43"/>
              <a:gd name="T20" fmla="*/ 2147483646 w 32"/>
              <a:gd name="T21" fmla="*/ 2147483646 h 43"/>
              <a:gd name="T22" fmla="*/ 2147483646 w 32"/>
              <a:gd name="T23" fmla="*/ 2147483646 h 43"/>
              <a:gd name="T24" fmla="*/ 2147483646 w 32"/>
              <a:gd name="T25" fmla="*/ 2147483646 h 43"/>
              <a:gd name="T26" fmla="*/ 2147483646 w 32"/>
              <a:gd name="T27" fmla="*/ 2147483646 h 43"/>
              <a:gd name="T28" fmla="*/ 2147483646 w 32"/>
              <a:gd name="T29" fmla="*/ 2147483646 h 43"/>
              <a:gd name="T30" fmla="*/ 2147483646 w 32"/>
              <a:gd name="T31" fmla="*/ 2147483646 h 43"/>
              <a:gd name="T32" fmla="*/ 2147483646 w 32"/>
              <a:gd name="T33" fmla="*/ 2147483646 h 43"/>
              <a:gd name="T34" fmla="*/ 2147483646 w 32"/>
              <a:gd name="T35" fmla="*/ 2147483646 h 43"/>
              <a:gd name="T36" fmla="*/ 2147483646 w 32"/>
              <a:gd name="T37" fmla="*/ 2147483646 h 43"/>
              <a:gd name="T38" fmla="*/ 2147483646 w 32"/>
              <a:gd name="T39" fmla="*/ 2147483646 h 43"/>
              <a:gd name="T40" fmla="*/ 2147483646 w 32"/>
              <a:gd name="T41" fmla="*/ 2147483646 h 43"/>
              <a:gd name="T42" fmla="*/ 2147483646 w 32"/>
              <a:gd name="T43" fmla="*/ 2147483646 h 43"/>
              <a:gd name="T44" fmla="*/ 2147483646 w 32"/>
              <a:gd name="T45" fmla="*/ 2147483646 h 43"/>
              <a:gd name="T46" fmla="*/ 0 w 32"/>
              <a:gd name="T47" fmla="*/ 2147483646 h 4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2" h="43">
                <a:moveTo>
                  <a:pt x="0" y="27"/>
                </a:moveTo>
                <a:cubicBezTo>
                  <a:pt x="0" y="27"/>
                  <a:pt x="15" y="0"/>
                  <a:pt x="12" y="18"/>
                </a:cubicBezTo>
                <a:cubicBezTo>
                  <a:pt x="12" y="19"/>
                  <a:pt x="12" y="20"/>
                  <a:pt x="12" y="22"/>
                </a:cubicBezTo>
                <a:cubicBezTo>
                  <a:pt x="11" y="24"/>
                  <a:pt x="11" y="27"/>
                  <a:pt x="10" y="29"/>
                </a:cubicBezTo>
                <a:cubicBezTo>
                  <a:pt x="12" y="28"/>
                  <a:pt x="13" y="27"/>
                  <a:pt x="14" y="26"/>
                </a:cubicBezTo>
                <a:cubicBezTo>
                  <a:pt x="17" y="25"/>
                  <a:pt x="20" y="23"/>
                  <a:pt x="21" y="23"/>
                </a:cubicBezTo>
                <a:cubicBezTo>
                  <a:pt x="23" y="24"/>
                  <a:pt x="23" y="25"/>
                  <a:pt x="23" y="27"/>
                </a:cubicBezTo>
                <a:cubicBezTo>
                  <a:pt x="22" y="28"/>
                  <a:pt x="20" y="31"/>
                  <a:pt x="18" y="33"/>
                </a:cubicBezTo>
                <a:cubicBezTo>
                  <a:pt x="17" y="35"/>
                  <a:pt x="15" y="36"/>
                  <a:pt x="15" y="37"/>
                </a:cubicBezTo>
                <a:cubicBezTo>
                  <a:pt x="16" y="37"/>
                  <a:pt x="17" y="36"/>
                  <a:pt x="18" y="35"/>
                </a:cubicBezTo>
                <a:cubicBezTo>
                  <a:pt x="19" y="34"/>
                  <a:pt x="20" y="34"/>
                  <a:pt x="21" y="33"/>
                </a:cubicBezTo>
                <a:cubicBezTo>
                  <a:pt x="23" y="33"/>
                  <a:pt x="24" y="34"/>
                  <a:pt x="25" y="36"/>
                </a:cubicBezTo>
                <a:cubicBezTo>
                  <a:pt x="25" y="37"/>
                  <a:pt x="32" y="36"/>
                  <a:pt x="32" y="36"/>
                </a:cubicBezTo>
                <a:cubicBezTo>
                  <a:pt x="32" y="41"/>
                  <a:pt x="32" y="41"/>
                  <a:pt x="32" y="41"/>
                </a:cubicBezTo>
                <a:cubicBezTo>
                  <a:pt x="32" y="41"/>
                  <a:pt x="24" y="42"/>
                  <a:pt x="21" y="38"/>
                </a:cubicBezTo>
                <a:cubicBezTo>
                  <a:pt x="21" y="39"/>
                  <a:pt x="21" y="39"/>
                  <a:pt x="20" y="39"/>
                </a:cubicBezTo>
                <a:cubicBezTo>
                  <a:pt x="18" y="41"/>
                  <a:pt x="15" y="43"/>
                  <a:pt x="12" y="42"/>
                </a:cubicBezTo>
                <a:cubicBezTo>
                  <a:pt x="9" y="41"/>
                  <a:pt x="9" y="40"/>
                  <a:pt x="10" y="37"/>
                </a:cubicBezTo>
                <a:cubicBezTo>
                  <a:pt x="10" y="36"/>
                  <a:pt x="11" y="34"/>
                  <a:pt x="13" y="32"/>
                </a:cubicBezTo>
                <a:cubicBezTo>
                  <a:pt x="12" y="33"/>
                  <a:pt x="11" y="33"/>
                  <a:pt x="10" y="34"/>
                </a:cubicBezTo>
                <a:cubicBezTo>
                  <a:pt x="8" y="34"/>
                  <a:pt x="7" y="33"/>
                  <a:pt x="6" y="31"/>
                </a:cubicBezTo>
                <a:cubicBezTo>
                  <a:pt x="5" y="29"/>
                  <a:pt x="7" y="25"/>
                  <a:pt x="8" y="22"/>
                </a:cubicBezTo>
                <a:cubicBezTo>
                  <a:pt x="8" y="19"/>
                  <a:pt x="4" y="29"/>
                  <a:pt x="4" y="29"/>
                </a:cubicBezTo>
                <a:lnTo>
                  <a:pt x="0"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32" name="Freeform 61">
            <a:extLst>
              <a:ext uri="{FF2B5EF4-FFF2-40B4-BE49-F238E27FC236}">
                <a16:creationId xmlns="" xmlns:a16="http://schemas.microsoft.com/office/drawing/2014/main" id="{D8A5D24B-F0D3-47FB-876C-4265ADDEF8BE}"/>
              </a:ext>
            </a:extLst>
          </p:cNvPr>
          <p:cNvSpPr>
            <a:spLocks noEditPoints="1"/>
          </p:cNvSpPr>
          <p:nvPr/>
        </p:nvSpPr>
        <p:spPr bwMode="auto">
          <a:xfrm>
            <a:off x="2068016" y="4312493"/>
            <a:ext cx="547688" cy="628650"/>
          </a:xfrm>
          <a:custGeom>
            <a:avLst/>
            <a:gdLst>
              <a:gd name="T0" fmla="*/ 2147483646 w 54"/>
              <a:gd name="T1" fmla="*/ 2147483646 h 62"/>
              <a:gd name="T2" fmla="*/ 2147483646 w 54"/>
              <a:gd name="T3" fmla="*/ 2147483646 h 62"/>
              <a:gd name="T4" fmla="*/ 2147483646 w 54"/>
              <a:gd name="T5" fmla="*/ 2147483646 h 62"/>
              <a:gd name="T6" fmla="*/ 0 w 54"/>
              <a:gd name="T7" fmla="*/ 2147483646 h 62"/>
              <a:gd name="T8" fmla="*/ 0 w 54"/>
              <a:gd name="T9" fmla="*/ 2147483646 h 62"/>
              <a:gd name="T10" fmla="*/ 2147483646 w 54"/>
              <a:gd name="T11" fmla="*/ 2147483646 h 62"/>
              <a:gd name="T12" fmla="*/ 2147483646 w 54"/>
              <a:gd name="T13" fmla="*/ 2147483646 h 62"/>
              <a:gd name="T14" fmla="*/ 0 w 54"/>
              <a:gd name="T15" fmla="*/ 2147483646 h 62"/>
              <a:gd name="T16" fmla="*/ 0 w 54"/>
              <a:gd name="T17" fmla="*/ 0 h 62"/>
              <a:gd name="T18" fmla="*/ 2147483646 w 54"/>
              <a:gd name="T19" fmla="*/ 0 h 62"/>
              <a:gd name="T20" fmla="*/ 2147483646 w 54"/>
              <a:gd name="T21" fmla="*/ 2147483646 h 62"/>
              <a:gd name="T22" fmla="*/ 2147483646 w 54"/>
              <a:gd name="T23" fmla="*/ 2147483646 h 62"/>
              <a:gd name="T24" fmla="*/ 2147483646 w 54"/>
              <a:gd name="T25" fmla="*/ 0 h 62"/>
              <a:gd name="T26" fmla="*/ 2147483646 w 54"/>
              <a:gd name="T27" fmla="*/ 0 h 62"/>
              <a:gd name="T28" fmla="*/ 2147483646 w 54"/>
              <a:gd name="T29" fmla="*/ 2147483646 h 62"/>
              <a:gd name="T30" fmla="*/ 2147483646 w 54"/>
              <a:gd name="T31" fmla="*/ 2147483646 h 62"/>
              <a:gd name="T32" fmla="*/ 2147483646 w 54"/>
              <a:gd name="T33" fmla="*/ 2147483646 h 62"/>
              <a:gd name="T34" fmla="*/ 2147483646 w 54"/>
              <a:gd name="T35" fmla="*/ 2147483646 h 62"/>
              <a:gd name="T36" fmla="*/ 2147483646 w 54"/>
              <a:gd name="T37" fmla="*/ 2147483646 h 62"/>
              <a:gd name="T38" fmla="*/ 2147483646 w 54"/>
              <a:gd name="T39" fmla="*/ 2147483646 h 62"/>
              <a:gd name="T40" fmla="*/ 2147483646 w 54"/>
              <a:gd name="T41" fmla="*/ 2147483646 h 62"/>
              <a:gd name="T42" fmla="*/ 2147483646 w 54"/>
              <a:gd name="T43" fmla="*/ 2147483646 h 62"/>
              <a:gd name="T44" fmla="*/ 2147483646 w 54"/>
              <a:gd name="T45" fmla="*/ 2147483646 h 62"/>
              <a:gd name="T46" fmla="*/ 2147483646 w 54"/>
              <a:gd name="T47" fmla="*/ 2147483646 h 62"/>
              <a:gd name="T48" fmla="*/ 2147483646 w 54"/>
              <a:gd name="T49" fmla="*/ 2147483646 h 62"/>
              <a:gd name="T50" fmla="*/ 2147483646 w 54"/>
              <a:gd name="T51" fmla="*/ 2147483646 h 6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54" h="62">
                <a:moveTo>
                  <a:pt x="30" y="61"/>
                </a:moveTo>
                <a:cubicBezTo>
                  <a:pt x="24" y="61"/>
                  <a:pt x="24" y="61"/>
                  <a:pt x="24" y="61"/>
                </a:cubicBezTo>
                <a:cubicBezTo>
                  <a:pt x="19" y="55"/>
                  <a:pt x="13" y="57"/>
                  <a:pt x="6" y="62"/>
                </a:cubicBezTo>
                <a:cubicBezTo>
                  <a:pt x="0" y="62"/>
                  <a:pt x="0" y="62"/>
                  <a:pt x="0" y="62"/>
                </a:cubicBezTo>
                <a:cubicBezTo>
                  <a:pt x="0" y="54"/>
                  <a:pt x="0" y="54"/>
                  <a:pt x="0" y="54"/>
                </a:cubicBezTo>
                <a:cubicBezTo>
                  <a:pt x="6" y="47"/>
                  <a:pt x="8" y="40"/>
                  <a:pt x="2" y="35"/>
                </a:cubicBezTo>
                <a:cubicBezTo>
                  <a:pt x="2" y="28"/>
                  <a:pt x="2" y="28"/>
                  <a:pt x="2" y="28"/>
                </a:cubicBezTo>
                <a:cubicBezTo>
                  <a:pt x="8" y="22"/>
                  <a:pt x="6" y="16"/>
                  <a:pt x="0" y="8"/>
                </a:cubicBezTo>
                <a:cubicBezTo>
                  <a:pt x="0" y="0"/>
                  <a:pt x="0" y="0"/>
                  <a:pt x="0" y="0"/>
                </a:cubicBezTo>
                <a:cubicBezTo>
                  <a:pt x="6" y="0"/>
                  <a:pt x="6" y="0"/>
                  <a:pt x="6" y="0"/>
                </a:cubicBezTo>
                <a:cubicBezTo>
                  <a:pt x="13" y="5"/>
                  <a:pt x="19" y="7"/>
                  <a:pt x="24" y="1"/>
                </a:cubicBezTo>
                <a:cubicBezTo>
                  <a:pt x="30" y="1"/>
                  <a:pt x="30" y="1"/>
                  <a:pt x="30" y="1"/>
                </a:cubicBezTo>
                <a:cubicBezTo>
                  <a:pt x="35" y="7"/>
                  <a:pt x="41" y="5"/>
                  <a:pt x="47" y="0"/>
                </a:cubicBezTo>
                <a:cubicBezTo>
                  <a:pt x="54" y="0"/>
                  <a:pt x="54" y="0"/>
                  <a:pt x="54" y="0"/>
                </a:cubicBezTo>
                <a:cubicBezTo>
                  <a:pt x="54" y="8"/>
                  <a:pt x="54" y="8"/>
                  <a:pt x="54" y="8"/>
                </a:cubicBezTo>
                <a:cubicBezTo>
                  <a:pt x="49" y="16"/>
                  <a:pt x="47" y="22"/>
                  <a:pt x="52" y="28"/>
                </a:cubicBezTo>
                <a:cubicBezTo>
                  <a:pt x="52" y="35"/>
                  <a:pt x="52" y="35"/>
                  <a:pt x="52" y="35"/>
                </a:cubicBezTo>
                <a:cubicBezTo>
                  <a:pt x="47" y="40"/>
                  <a:pt x="49" y="47"/>
                  <a:pt x="54" y="54"/>
                </a:cubicBezTo>
                <a:cubicBezTo>
                  <a:pt x="54" y="62"/>
                  <a:pt x="54" y="62"/>
                  <a:pt x="54" y="62"/>
                </a:cubicBezTo>
                <a:cubicBezTo>
                  <a:pt x="47" y="62"/>
                  <a:pt x="47" y="62"/>
                  <a:pt x="47" y="62"/>
                </a:cubicBezTo>
                <a:cubicBezTo>
                  <a:pt x="41" y="57"/>
                  <a:pt x="35" y="55"/>
                  <a:pt x="30" y="61"/>
                </a:cubicBezTo>
                <a:close/>
                <a:moveTo>
                  <a:pt x="44" y="10"/>
                </a:moveTo>
                <a:cubicBezTo>
                  <a:pt x="32" y="10"/>
                  <a:pt x="23" y="10"/>
                  <a:pt x="11" y="10"/>
                </a:cubicBezTo>
                <a:cubicBezTo>
                  <a:pt x="11" y="25"/>
                  <a:pt x="11" y="36"/>
                  <a:pt x="11" y="52"/>
                </a:cubicBezTo>
                <a:cubicBezTo>
                  <a:pt x="23" y="52"/>
                  <a:pt x="32" y="52"/>
                  <a:pt x="44" y="52"/>
                </a:cubicBezTo>
                <a:cubicBezTo>
                  <a:pt x="44" y="36"/>
                  <a:pt x="44" y="25"/>
                  <a:pt x="44" y="1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33" name="Freeform 62">
            <a:extLst>
              <a:ext uri="{FF2B5EF4-FFF2-40B4-BE49-F238E27FC236}">
                <a16:creationId xmlns="" xmlns:a16="http://schemas.microsoft.com/office/drawing/2014/main" id="{15635E20-76E5-43C0-82B5-15DE097989FB}"/>
              </a:ext>
            </a:extLst>
          </p:cNvPr>
          <p:cNvSpPr>
            <a:spLocks noEditPoints="1"/>
          </p:cNvSpPr>
          <p:nvPr/>
        </p:nvSpPr>
        <p:spPr bwMode="auto">
          <a:xfrm>
            <a:off x="1025029" y="4250581"/>
            <a:ext cx="455612" cy="698500"/>
          </a:xfrm>
          <a:custGeom>
            <a:avLst/>
            <a:gdLst>
              <a:gd name="T0" fmla="*/ 2147483646 w 176"/>
              <a:gd name="T1" fmla="*/ 2147483646 h 270"/>
              <a:gd name="T2" fmla="*/ 2147483646 w 176"/>
              <a:gd name="T3" fmla="*/ 2147483646 h 270"/>
              <a:gd name="T4" fmla="*/ 2147483646 w 176"/>
              <a:gd name="T5" fmla="*/ 2147483646 h 270"/>
              <a:gd name="T6" fmla="*/ 2147483646 w 176"/>
              <a:gd name="T7" fmla="*/ 0 h 270"/>
              <a:gd name="T8" fmla="*/ 2147483646 w 176"/>
              <a:gd name="T9" fmla="*/ 0 h 270"/>
              <a:gd name="T10" fmla="*/ 2147483646 w 176"/>
              <a:gd name="T11" fmla="*/ 2147483646 h 270"/>
              <a:gd name="T12" fmla="*/ 2147483646 w 176"/>
              <a:gd name="T13" fmla="*/ 2147483646 h 270"/>
              <a:gd name="T14" fmla="*/ 2147483646 w 176"/>
              <a:gd name="T15" fmla="*/ 2147483646 h 270"/>
              <a:gd name="T16" fmla="*/ 2147483646 w 176"/>
              <a:gd name="T17" fmla="*/ 2147483646 h 270"/>
              <a:gd name="T18" fmla="*/ 2147483646 w 176"/>
              <a:gd name="T19" fmla="*/ 2147483646 h 270"/>
              <a:gd name="T20" fmla="*/ 2147483646 w 176"/>
              <a:gd name="T21" fmla="*/ 2147483646 h 270"/>
              <a:gd name="T22" fmla="*/ 2147483646 w 176"/>
              <a:gd name="T23" fmla="*/ 2147483646 h 270"/>
              <a:gd name="T24" fmla="*/ 2147483646 w 176"/>
              <a:gd name="T25" fmla="*/ 2147483646 h 270"/>
              <a:gd name="T26" fmla="*/ 0 w 176"/>
              <a:gd name="T27" fmla="*/ 2147483646 h 270"/>
              <a:gd name="T28" fmla="*/ 0 w 176"/>
              <a:gd name="T29" fmla="*/ 2147483646 h 270"/>
              <a:gd name="T30" fmla="*/ 2147483646 w 176"/>
              <a:gd name="T31" fmla="*/ 2147483646 h 270"/>
              <a:gd name="T32" fmla="*/ 2147483646 w 176"/>
              <a:gd name="T33" fmla="*/ 2147483646 h 270"/>
              <a:gd name="T34" fmla="*/ 2147483646 w 176"/>
              <a:gd name="T35" fmla="*/ 2147483646 h 270"/>
              <a:gd name="T36" fmla="*/ 2147483646 w 176"/>
              <a:gd name="T37" fmla="*/ 2147483646 h 270"/>
              <a:gd name="T38" fmla="*/ 2147483646 w 176"/>
              <a:gd name="T39" fmla="*/ 2147483646 h 270"/>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76" h="270">
                <a:moveTo>
                  <a:pt x="55" y="55"/>
                </a:moveTo>
                <a:lnTo>
                  <a:pt x="55" y="44"/>
                </a:lnTo>
                <a:lnTo>
                  <a:pt x="62" y="44"/>
                </a:lnTo>
                <a:lnTo>
                  <a:pt x="66" y="0"/>
                </a:lnTo>
                <a:lnTo>
                  <a:pt x="109" y="0"/>
                </a:lnTo>
                <a:lnTo>
                  <a:pt x="113" y="44"/>
                </a:lnTo>
                <a:lnTo>
                  <a:pt x="121" y="44"/>
                </a:lnTo>
                <a:lnTo>
                  <a:pt x="121" y="55"/>
                </a:lnTo>
                <a:lnTo>
                  <a:pt x="55" y="55"/>
                </a:lnTo>
                <a:close/>
                <a:moveTo>
                  <a:pt x="156" y="243"/>
                </a:moveTo>
                <a:lnTo>
                  <a:pt x="176" y="243"/>
                </a:lnTo>
                <a:lnTo>
                  <a:pt x="176" y="270"/>
                </a:lnTo>
                <a:lnTo>
                  <a:pt x="0" y="270"/>
                </a:lnTo>
                <a:lnTo>
                  <a:pt x="0" y="243"/>
                </a:lnTo>
                <a:lnTo>
                  <a:pt x="12" y="243"/>
                </a:lnTo>
                <a:lnTo>
                  <a:pt x="19" y="243"/>
                </a:lnTo>
                <a:lnTo>
                  <a:pt x="39" y="243"/>
                </a:lnTo>
                <a:lnTo>
                  <a:pt x="137" y="243"/>
                </a:lnTo>
                <a:lnTo>
                  <a:pt x="156" y="24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34" name="Freeform 63">
            <a:extLst>
              <a:ext uri="{FF2B5EF4-FFF2-40B4-BE49-F238E27FC236}">
                <a16:creationId xmlns="" xmlns:a16="http://schemas.microsoft.com/office/drawing/2014/main" id="{25573297-8351-44E5-8CD8-EF7E59A29F48}"/>
              </a:ext>
            </a:extLst>
          </p:cNvPr>
          <p:cNvSpPr>
            <a:spLocks/>
          </p:cNvSpPr>
          <p:nvPr/>
        </p:nvSpPr>
        <p:spPr bwMode="auto">
          <a:xfrm>
            <a:off x="1074241" y="4414093"/>
            <a:ext cx="354013" cy="455613"/>
          </a:xfrm>
          <a:custGeom>
            <a:avLst/>
            <a:gdLst>
              <a:gd name="T0" fmla="*/ 2147483646 w 35"/>
              <a:gd name="T1" fmla="*/ 0 h 45"/>
              <a:gd name="T2" fmla="*/ 2147483646 w 35"/>
              <a:gd name="T3" fmla="*/ 0 h 45"/>
              <a:gd name="T4" fmla="*/ 2147483646 w 35"/>
              <a:gd name="T5" fmla="*/ 0 h 45"/>
              <a:gd name="T6" fmla="*/ 2147483646 w 35"/>
              <a:gd name="T7" fmla="*/ 0 h 45"/>
              <a:gd name="T8" fmla="*/ 2147483646 w 35"/>
              <a:gd name="T9" fmla="*/ 2147483646 h 45"/>
              <a:gd name="T10" fmla="*/ 2147483646 w 35"/>
              <a:gd name="T11" fmla="*/ 2147483646 h 45"/>
              <a:gd name="T12" fmla="*/ 2147483646 w 35"/>
              <a:gd name="T13" fmla="*/ 2147483646 h 45"/>
              <a:gd name="T14" fmla="*/ 2147483646 w 35"/>
              <a:gd name="T15" fmla="*/ 2147483646 h 45"/>
              <a:gd name="T16" fmla="*/ 2147483646 w 35"/>
              <a:gd name="T17" fmla="*/ 2147483646 h 45"/>
              <a:gd name="T18" fmla="*/ 2147483646 w 35"/>
              <a:gd name="T19" fmla="*/ 2147483646 h 45"/>
              <a:gd name="T20" fmla="*/ 2147483646 w 35"/>
              <a:gd name="T21" fmla="*/ 2147483646 h 45"/>
              <a:gd name="T22" fmla="*/ 0 w 35"/>
              <a:gd name="T23" fmla="*/ 2147483646 h 45"/>
              <a:gd name="T24" fmla="*/ 2147483646 w 35"/>
              <a:gd name="T25" fmla="*/ 0 h 4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5" h="45">
                <a:moveTo>
                  <a:pt x="5" y="0"/>
                </a:moveTo>
                <a:cubicBezTo>
                  <a:pt x="5" y="0"/>
                  <a:pt x="6" y="0"/>
                  <a:pt x="7" y="0"/>
                </a:cubicBezTo>
                <a:cubicBezTo>
                  <a:pt x="28" y="0"/>
                  <a:pt x="28" y="0"/>
                  <a:pt x="28" y="0"/>
                </a:cubicBezTo>
                <a:cubicBezTo>
                  <a:pt x="29" y="0"/>
                  <a:pt x="30" y="0"/>
                  <a:pt x="31" y="0"/>
                </a:cubicBezTo>
                <a:cubicBezTo>
                  <a:pt x="31" y="7"/>
                  <a:pt x="31" y="7"/>
                  <a:pt x="31" y="7"/>
                </a:cubicBezTo>
                <a:cubicBezTo>
                  <a:pt x="12" y="7"/>
                  <a:pt x="12" y="7"/>
                  <a:pt x="12" y="7"/>
                </a:cubicBezTo>
                <a:cubicBezTo>
                  <a:pt x="12" y="17"/>
                  <a:pt x="12" y="17"/>
                  <a:pt x="12" y="17"/>
                </a:cubicBezTo>
                <a:cubicBezTo>
                  <a:pt x="32" y="17"/>
                  <a:pt x="32" y="17"/>
                  <a:pt x="32" y="17"/>
                </a:cubicBezTo>
                <a:cubicBezTo>
                  <a:pt x="35" y="45"/>
                  <a:pt x="35" y="45"/>
                  <a:pt x="35" y="45"/>
                </a:cubicBezTo>
                <a:cubicBezTo>
                  <a:pt x="29" y="45"/>
                  <a:pt x="29" y="45"/>
                  <a:pt x="29" y="45"/>
                </a:cubicBezTo>
                <a:cubicBezTo>
                  <a:pt x="24" y="38"/>
                  <a:pt x="11" y="37"/>
                  <a:pt x="6" y="45"/>
                </a:cubicBezTo>
                <a:cubicBezTo>
                  <a:pt x="0" y="45"/>
                  <a:pt x="0" y="45"/>
                  <a:pt x="0" y="45"/>
                </a:cubicBezTo>
                <a:lnTo>
                  <a:pt x="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35" name="Freeform 64">
            <a:extLst>
              <a:ext uri="{FF2B5EF4-FFF2-40B4-BE49-F238E27FC236}">
                <a16:creationId xmlns="" xmlns:a16="http://schemas.microsoft.com/office/drawing/2014/main" id="{6EBEE350-1640-4FA7-80EA-20A993695DF7}"/>
              </a:ext>
            </a:extLst>
          </p:cNvPr>
          <p:cNvSpPr>
            <a:spLocks noEditPoints="1"/>
          </p:cNvSpPr>
          <p:nvPr/>
        </p:nvSpPr>
        <p:spPr bwMode="auto">
          <a:xfrm>
            <a:off x="6306641" y="4280743"/>
            <a:ext cx="658813" cy="668338"/>
          </a:xfrm>
          <a:custGeom>
            <a:avLst/>
            <a:gdLst>
              <a:gd name="T0" fmla="*/ 2147483646 w 65"/>
              <a:gd name="T1" fmla="*/ 0 h 66"/>
              <a:gd name="T2" fmla="*/ 2147483646 w 65"/>
              <a:gd name="T3" fmla="*/ 2147483646 h 66"/>
              <a:gd name="T4" fmla="*/ 2147483646 w 65"/>
              <a:gd name="T5" fmla="*/ 2147483646 h 66"/>
              <a:gd name="T6" fmla="*/ 2147483646 w 65"/>
              <a:gd name="T7" fmla="*/ 2147483646 h 66"/>
              <a:gd name="T8" fmla="*/ 2147483646 w 65"/>
              <a:gd name="T9" fmla="*/ 2147483646 h 66"/>
              <a:gd name="T10" fmla="*/ 2147483646 w 65"/>
              <a:gd name="T11" fmla="*/ 2147483646 h 66"/>
              <a:gd name="T12" fmla="*/ 0 w 65"/>
              <a:gd name="T13" fmla="*/ 2147483646 h 66"/>
              <a:gd name="T14" fmla="*/ 2147483646 w 65"/>
              <a:gd name="T15" fmla="*/ 2147483646 h 66"/>
              <a:gd name="T16" fmla="*/ 2147483646 w 65"/>
              <a:gd name="T17" fmla="*/ 0 h 66"/>
              <a:gd name="T18" fmla="*/ 2147483646 w 65"/>
              <a:gd name="T19" fmla="*/ 2147483646 h 66"/>
              <a:gd name="T20" fmla="*/ 2147483646 w 65"/>
              <a:gd name="T21" fmla="*/ 2147483646 h 66"/>
              <a:gd name="T22" fmla="*/ 2147483646 w 65"/>
              <a:gd name="T23" fmla="*/ 2147483646 h 66"/>
              <a:gd name="T24" fmla="*/ 2147483646 w 65"/>
              <a:gd name="T25" fmla="*/ 2147483646 h 66"/>
              <a:gd name="T26" fmla="*/ 2147483646 w 65"/>
              <a:gd name="T27" fmla="*/ 2147483646 h 66"/>
              <a:gd name="T28" fmla="*/ 2147483646 w 65"/>
              <a:gd name="T29" fmla="*/ 2147483646 h 66"/>
              <a:gd name="T30" fmla="*/ 2147483646 w 65"/>
              <a:gd name="T31" fmla="*/ 2147483646 h 66"/>
              <a:gd name="T32" fmla="*/ 2147483646 w 65"/>
              <a:gd name="T33" fmla="*/ 2147483646 h 66"/>
              <a:gd name="T34" fmla="*/ 2147483646 w 65"/>
              <a:gd name="T35" fmla="*/ 2147483646 h 6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65" h="66">
                <a:moveTo>
                  <a:pt x="33" y="0"/>
                </a:moveTo>
                <a:cubicBezTo>
                  <a:pt x="42" y="0"/>
                  <a:pt x="50" y="4"/>
                  <a:pt x="56" y="10"/>
                </a:cubicBezTo>
                <a:cubicBezTo>
                  <a:pt x="62" y="16"/>
                  <a:pt x="65" y="24"/>
                  <a:pt x="65" y="33"/>
                </a:cubicBezTo>
                <a:cubicBezTo>
                  <a:pt x="65" y="42"/>
                  <a:pt x="62" y="50"/>
                  <a:pt x="56" y="56"/>
                </a:cubicBezTo>
                <a:cubicBezTo>
                  <a:pt x="50" y="62"/>
                  <a:pt x="42" y="66"/>
                  <a:pt x="33" y="66"/>
                </a:cubicBezTo>
                <a:cubicBezTo>
                  <a:pt x="24" y="66"/>
                  <a:pt x="16" y="62"/>
                  <a:pt x="10" y="56"/>
                </a:cubicBezTo>
                <a:cubicBezTo>
                  <a:pt x="4" y="50"/>
                  <a:pt x="0" y="42"/>
                  <a:pt x="0" y="33"/>
                </a:cubicBezTo>
                <a:cubicBezTo>
                  <a:pt x="0" y="24"/>
                  <a:pt x="4" y="16"/>
                  <a:pt x="10" y="10"/>
                </a:cubicBezTo>
                <a:cubicBezTo>
                  <a:pt x="16" y="4"/>
                  <a:pt x="24" y="0"/>
                  <a:pt x="33" y="0"/>
                </a:cubicBezTo>
                <a:close/>
                <a:moveTo>
                  <a:pt x="51" y="14"/>
                </a:moveTo>
                <a:cubicBezTo>
                  <a:pt x="47" y="10"/>
                  <a:pt x="40" y="7"/>
                  <a:pt x="33" y="7"/>
                </a:cubicBezTo>
                <a:cubicBezTo>
                  <a:pt x="25" y="7"/>
                  <a:pt x="19" y="10"/>
                  <a:pt x="14" y="14"/>
                </a:cubicBezTo>
                <a:cubicBezTo>
                  <a:pt x="9" y="19"/>
                  <a:pt x="6" y="26"/>
                  <a:pt x="6" y="33"/>
                </a:cubicBezTo>
                <a:cubicBezTo>
                  <a:pt x="6" y="40"/>
                  <a:pt x="9" y="47"/>
                  <a:pt x="14" y="52"/>
                </a:cubicBezTo>
                <a:cubicBezTo>
                  <a:pt x="19" y="56"/>
                  <a:pt x="25" y="59"/>
                  <a:pt x="33" y="59"/>
                </a:cubicBezTo>
                <a:cubicBezTo>
                  <a:pt x="40" y="59"/>
                  <a:pt x="47" y="56"/>
                  <a:pt x="51" y="52"/>
                </a:cubicBezTo>
                <a:cubicBezTo>
                  <a:pt x="56" y="47"/>
                  <a:pt x="59" y="40"/>
                  <a:pt x="59" y="33"/>
                </a:cubicBezTo>
                <a:cubicBezTo>
                  <a:pt x="59" y="26"/>
                  <a:pt x="56" y="19"/>
                  <a:pt x="51" y="14"/>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36" name="Freeform 72">
            <a:extLst>
              <a:ext uri="{FF2B5EF4-FFF2-40B4-BE49-F238E27FC236}">
                <a16:creationId xmlns="" xmlns:a16="http://schemas.microsoft.com/office/drawing/2014/main" id="{E2A31ED0-65DA-4FB5-B6DB-E72A3CB30051}"/>
              </a:ext>
            </a:extLst>
          </p:cNvPr>
          <p:cNvSpPr>
            <a:spLocks noEditPoints="1"/>
          </p:cNvSpPr>
          <p:nvPr/>
        </p:nvSpPr>
        <p:spPr bwMode="auto">
          <a:xfrm>
            <a:off x="982166" y="2143968"/>
            <a:ext cx="528638" cy="657225"/>
          </a:xfrm>
          <a:custGeom>
            <a:avLst/>
            <a:gdLst>
              <a:gd name="T0" fmla="*/ 2147483646 w 52"/>
              <a:gd name="T1" fmla="*/ 0 h 65"/>
              <a:gd name="T2" fmla="*/ 2147483646 w 52"/>
              <a:gd name="T3" fmla="*/ 0 h 65"/>
              <a:gd name="T4" fmla="*/ 2147483646 w 52"/>
              <a:gd name="T5" fmla="*/ 0 h 65"/>
              <a:gd name="T6" fmla="*/ 2147483646 w 52"/>
              <a:gd name="T7" fmla="*/ 2147483646 h 65"/>
              <a:gd name="T8" fmla="*/ 2147483646 w 52"/>
              <a:gd name="T9" fmla="*/ 2147483646 h 65"/>
              <a:gd name="T10" fmla="*/ 2147483646 w 52"/>
              <a:gd name="T11" fmla="*/ 2147483646 h 65"/>
              <a:gd name="T12" fmla="*/ 2147483646 w 52"/>
              <a:gd name="T13" fmla="*/ 2147483646 h 65"/>
              <a:gd name="T14" fmla="*/ 2147483646 w 52"/>
              <a:gd name="T15" fmla="*/ 2147483646 h 65"/>
              <a:gd name="T16" fmla="*/ 2147483646 w 52"/>
              <a:gd name="T17" fmla="*/ 2147483646 h 65"/>
              <a:gd name="T18" fmla="*/ 2147483646 w 52"/>
              <a:gd name="T19" fmla="*/ 2147483646 h 65"/>
              <a:gd name="T20" fmla="*/ 2147483646 w 52"/>
              <a:gd name="T21" fmla="*/ 2147483646 h 65"/>
              <a:gd name="T22" fmla="*/ 2147483646 w 52"/>
              <a:gd name="T23" fmla="*/ 2147483646 h 65"/>
              <a:gd name="T24" fmla="*/ 2147483646 w 52"/>
              <a:gd name="T25" fmla="*/ 2147483646 h 65"/>
              <a:gd name="T26" fmla="*/ 2147483646 w 52"/>
              <a:gd name="T27" fmla="*/ 2147483646 h 65"/>
              <a:gd name="T28" fmla="*/ 2147483646 w 52"/>
              <a:gd name="T29" fmla="*/ 2147483646 h 65"/>
              <a:gd name="T30" fmla="*/ 2147483646 w 52"/>
              <a:gd name="T31" fmla="*/ 2147483646 h 65"/>
              <a:gd name="T32" fmla="*/ 2147483646 w 52"/>
              <a:gd name="T33" fmla="*/ 2147483646 h 65"/>
              <a:gd name="T34" fmla="*/ 2147483646 w 52"/>
              <a:gd name="T35" fmla="*/ 2147483646 h 65"/>
              <a:gd name="T36" fmla="*/ 2147483646 w 52"/>
              <a:gd name="T37" fmla="*/ 2147483646 h 65"/>
              <a:gd name="T38" fmla="*/ 2147483646 w 52"/>
              <a:gd name="T39" fmla="*/ 2147483646 h 65"/>
              <a:gd name="T40" fmla="*/ 2147483646 w 52"/>
              <a:gd name="T41" fmla="*/ 2147483646 h 65"/>
              <a:gd name="T42" fmla="*/ 2147483646 w 52"/>
              <a:gd name="T43" fmla="*/ 2147483646 h 65"/>
              <a:gd name="T44" fmla="*/ 2147483646 w 52"/>
              <a:gd name="T45" fmla="*/ 2147483646 h 65"/>
              <a:gd name="T46" fmla="*/ 2147483646 w 52"/>
              <a:gd name="T47" fmla="*/ 2147483646 h 65"/>
              <a:gd name="T48" fmla="*/ 2147483646 w 52"/>
              <a:gd name="T49" fmla="*/ 2147483646 h 65"/>
              <a:gd name="T50" fmla="*/ 2147483646 w 52"/>
              <a:gd name="T51" fmla="*/ 2147483646 h 65"/>
              <a:gd name="T52" fmla="*/ 2147483646 w 52"/>
              <a:gd name="T53" fmla="*/ 2147483646 h 65"/>
              <a:gd name="T54" fmla="*/ 0 w 52"/>
              <a:gd name="T55" fmla="*/ 2147483646 h 65"/>
              <a:gd name="T56" fmla="*/ 0 w 52"/>
              <a:gd name="T57" fmla="*/ 2147483646 h 65"/>
              <a:gd name="T58" fmla="*/ 2147483646 w 52"/>
              <a:gd name="T59" fmla="*/ 2147483646 h 65"/>
              <a:gd name="T60" fmla="*/ 2147483646 w 52"/>
              <a:gd name="T61" fmla="*/ 2147483646 h 65"/>
              <a:gd name="T62" fmla="*/ 2147483646 w 52"/>
              <a:gd name="T63" fmla="*/ 0 h 65"/>
              <a:gd name="T64" fmla="*/ 2147483646 w 52"/>
              <a:gd name="T65" fmla="*/ 2147483646 h 65"/>
              <a:gd name="T66" fmla="*/ 2147483646 w 52"/>
              <a:gd name="T67" fmla="*/ 2147483646 h 65"/>
              <a:gd name="T68" fmla="*/ 2147483646 w 52"/>
              <a:gd name="T69" fmla="*/ 2147483646 h 65"/>
              <a:gd name="T70" fmla="*/ 2147483646 w 52"/>
              <a:gd name="T71" fmla="*/ 2147483646 h 65"/>
              <a:gd name="T72" fmla="*/ 2147483646 w 52"/>
              <a:gd name="T73" fmla="*/ 2147483646 h 65"/>
              <a:gd name="T74" fmla="*/ 2147483646 w 52"/>
              <a:gd name="T75" fmla="*/ 2147483646 h 65"/>
              <a:gd name="T76" fmla="*/ 2147483646 w 52"/>
              <a:gd name="T77" fmla="*/ 2147483646 h 65"/>
              <a:gd name="T78" fmla="*/ 2147483646 w 52"/>
              <a:gd name="T79" fmla="*/ 2147483646 h 65"/>
              <a:gd name="T80" fmla="*/ 2147483646 w 52"/>
              <a:gd name="T81" fmla="*/ 2147483646 h 65"/>
              <a:gd name="T82" fmla="*/ 2147483646 w 52"/>
              <a:gd name="T83" fmla="*/ 2147483646 h 65"/>
              <a:gd name="T84" fmla="*/ 2147483646 w 52"/>
              <a:gd name="T85" fmla="*/ 2147483646 h 65"/>
              <a:gd name="T86" fmla="*/ 2147483646 w 52"/>
              <a:gd name="T87" fmla="*/ 2147483646 h 65"/>
              <a:gd name="T88" fmla="*/ 2147483646 w 52"/>
              <a:gd name="T89" fmla="*/ 2147483646 h 65"/>
              <a:gd name="T90" fmla="*/ 2147483646 w 52"/>
              <a:gd name="T91" fmla="*/ 2147483646 h 65"/>
              <a:gd name="T92" fmla="*/ 2147483646 w 52"/>
              <a:gd name="T93" fmla="*/ 2147483646 h 65"/>
              <a:gd name="T94" fmla="*/ 2147483646 w 52"/>
              <a:gd name="T95" fmla="*/ 2147483646 h 65"/>
              <a:gd name="T96" fmla="*/ 2147483646 w 52"/>
              <a:gd name="T97" fmla="*/ 2147483646 h 65"/>
              <a:gd name="T98" fmla="*/ 2147483646 w 52"/>
              <a:gd name="T99" fmla="*/ 2147483646 h 65"/>
              <a:gd name="T100" fmla="*/ 2147483646 w 52"/>
              <a:gd name="T101" fmla="*/ 2147483646 h 65"/>
              <a:gd name="T102" fmla="*/ 2147483646 w 52"/>
              <a:gd name="T103" fmla="*/ 2147483646 h 65"/>
              <a:gd name="T104" fmla="*/ 2147483646 w 52"/>
              <a:gd name="T105" fmla="*/ 2147483646 h 65"/>
              <a:gd name="T106" fmla="*/ 2147483646 w 52"/>
              <a:gd name="T107" fmla="*/ 2147483646 h 65"/>
              <a:gd name="T108" fmla="*/ 2147483646 w 52"/>
              <a:gd name="T109" fmla="*/ 2147483646 h 65"/>
              <a:gd name="T110" fmla="*/ 2147483646 w 52"/>
              <a:gd name="T111" fmla="*/ 2147483646 h 65"/>
              <a:gd name="T112" fmla="*/ 2147483646 w 52"/>
              <a:gd name="T113" fmla="*/ 2147483646 h 65"/>
              <a:gd name="T114" fmla="*/ 2147483646 w 52"/>
              <a:gd name="T115" fmla="*/ 2147483646 h 65"/>
              <a:gd name="T116" fmla="*/ 2147483646 w 52"/>
              <a:gd name="T117" fmla="*/ 2147483646 h 65"/>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0" t="0" r="r" b="b"/>
            <a:pathLst>
              <a:path w="52" h="65">
                <a:moveTo>
                  <a:pt x="8" y="0"/>
                </a:moveTo>
                <a:cubicBezTo>
                  <a:pt x="37" y="0"/>
                  <a:pt x="37" y="0"/>
                  <a:pt x="37" y="0"/>
                </a:cubicBezTo>
                <a:cubicBezTo>
                  <a:pt x="38" y="0"/>
                  <a:pt x="38" y="0"/>
                  <a:pt x="38" y="0"/>
                </a:cubicBezTo>
                <a:cubicBezTo>
                  <a:pt x="39" y="1"/>
                  <a:pt x="39" y="1"/>
                  <a:pt x="39" y="1"/>
                </a:cubicBezTo>
                <a:cubicBezTo>
                  <a:pt x="51" y="13"/>
                  <a:pt x="51" y="13"/>
                  <a:pt x="51" y="13"/>
                </a:cubicBezTo>
                <a:cubicBezTo>
                  <a:pt x="52" y="14"/>
                  <a:pt x="52" y="14"/>
                  <a:pt x="52" y="14"/>
                </a:cubicBezTo>
                <a:cubicBezTo>
                  <a:pt x="52" y="15"/>
                  <a:pt x="52" y="15"/>
                  <a:pt x="52" y="15"/>
                </a:cubicBezTo>
                <a:cubicBezTo>
                  <a:pt x="52" y="54"/>
                  <a:pt x="52" y="54"/>
                  <a:pt x="52" y="54"/>
                </a:cubicBezTo>
                <a:cubicBezTo>
                  <a:pt x="52" y="56"/>
                  <a:pt x="51" y="58"/>
                  <a:pt x="50" y="59"/>
                </a:cubicBezTo>
                <a:cubicBezTo>
                  <a:pt x="50" y="59"/>
                  <a:pt x="50" y="59"/>
                  <a:pt x="50" y="59"/>
                </a:cubicBezTo>
                <a:cubicBezTo>
                  <a:pt x="49" y="61"/>
                  <a:pt x="47" y="62"/>
                  <a:pt x="44" y="62"/>
                </a:cubicBezTo>
                <a:cubicBezTo>
                  <a:pt x="28" y="62"/>
                  <a:pt x="28" y="62"/>
                  <a:pt x="28" y="62"/>
                </a:cubicBezTo>
                <a:cubicBezTo>
                  <a:pt x="28" y="56"/>
                  <a:pt x="28" y="56"/>
                  <a:pt x="28" y="56"/>
                </a:cubicBezTo>
                <a:cubicBezTo>
                  <a:pt x="44" y="56"/>
                  <a:pt x="44" y="56"/>
                  <a:pt x="44" y="56"/>
                </a:cubicBezTo>
                <a:cubicBezTo>
                  <a:pt x="45" y="56"/>
                  <a:pt x="45" y="55"/>
                  <a:pt x="46" y="55"/>
                </a:cubicBezTo>
                <a:cubicBezTo>
                  <a:pt x="46" y="55"/>
                  <a:pt x="46" y="55"/>
                  <a:pt x="46" y="55"/>
                </a:cubicBezTo>
                <a:cubicBezTo>
                  <a:pt x="46" y="55"/>
                  <a:pt x="46" y="54"/>
                  <a:pt x="46" y="54"/>
                </a:cubicBezTo>
                <a:cubicBezTo>
                  <a:pt x="46" y="18"/>
                  <a:pt x="46" y="18"/>
                  <a:pt x="46" y="18"/>
                </a:cubicBezTo>
                <a:cubicBezTo>
                  <a:pt x="35" y="17"/>
                  <a:pt x="35" y="17"/>
                  <a:pt x="35" y="17"/>
                </a:cubicBezTo>
                <a:cubicBezTo>
                  <a:pt x="34" y="17"/>
                  <a:pt x="34" y="17"/>
                  <a:pt x="34" y="17"/>
                </a:cubicBezTo>
                <a:cubicBezTo>
                  <a:pt x="34" y="15"/>
                  <a:pt x="34" y="15"/>
                  <a:pt x="34" y="15"/>
                </a:cubicBezTo>
                <a:cubicBezTo>
                  <a:pt x="35" y="6"/>
                  <a:pt x="35" y="6"/>
                  <a:pt x="35" y="6"/>
                </a:cubicBezTo>
                <a:cubicBezTo>
                  <a:pt x="8" y="6"/>
                  <a:pt x="8" y="6"/>
                  <a:pt x="8" y="6"/>
                </a:cubicBezTo>
                <a:cubicBezTo>
                  <a:pt x="8" y="6"/>
                  <a:pt x="8" y="6"/>
                  <a:pt x="7" y="7"/>
                </a:cubicBezTo>
                <a:cubicBezTo>
                  <a:pt x="7" y="7"/>
                  <a:pt x="7" y="7"/>
                  <a:pt x="7" y="7"/>
                </a:cubicBezTo>
                <a:cubicBezTo>
                  <a:pt x="7" y="7"/>
                  <a:pt x="7" y="8"/>
                  <a:pt x="7" y="8"/>
                </a:cubicBezTo>
                <a:cubicBezTo>
                  <a:pt x="7" y="39"/>
                  <a:pt x="7" y="39"/>
                  <a:pt x="7" y="39"/>
                </a:cubicBezTo>
                <a:cubicBezTo>
                  <a:pt x="0" y="47"/>
                  <a:pt x="0" y="47"/>
                  <a:pt x="0" y="47"/>
                </a:cubicBezTo>
                <a:cubicBezTo>
                  <a:pt x="0" y="8"/>
                  <a:pt x="0" y="8"/>
                  <a:pt x="0" y="8"/>
                </a:cubicBezTo>
                <a:cubicBezTo>
                  <a:pt x="0" y="6"/>
                  <a:pt x="1" y="4"/>
                  <a:pt x="3" y="2"/>
                </a:cubicBezTo>
                <a:cubicBezTo>
                  <a:pt x="3" y="2"/>
                  <a:pt x="3" y="2"/>
                  <a:pt x="3" y="2"/>
                </a:cubicBezTo>
                <a:cubicBezTo>
                  <a:pt x="4" y="1"/>
                  <a:pt x="6" y="0"/>
                  <a:pt x="8" y="0"/>
                </a:cubicBezTo>
                <a:close/>
                <a:moveTo>
                  <a:pt x="12" y="27"/>
                </a:moveTo>
                <a:cubicBezTo>
                  <a:pt x="12" y="30"/>
                  <a:pt x="12" y="30"/>
                  <a:pt x="12" y="30"/>
                </a:cubicBezTo>
                <a:cubicBezTo>
                  <a:pt x="40" y="30"/>
                  <a:pt x="40" y="30"/>
                  <a:pt x="40" y="30"/>
                </a:cubicBezTo>
                <a:cubicBezTo>
                  <a:pt x="40" y="27"/>
                  <a:pt x="40" y="27"/>
                  <a:pt x="40" y="27"/>
                </a:cubicBezTo>
                <a:cubicBezTo>
                  <a:pt x="12" y="27"/>
                  <a:pt x="12" y="27"/>
                  <a:pt x="12" y="27"/>
                </a:cubicBezTo>
                <a:close/>
                <a:moveTo>
                  <a:pt x="12" y="20"/>
                </a:moveTo>
                <a:cubicBezTo>
                  <a:pt x="12" y="23"/>
                  <a:pt x="12" y="23"/>
                  <a:pt x="12" y="23"/>
                </a:cubicBezTo>
                <a:cubicBezTo>
                  <a:pt x="40" y="23"/>
                  <a:pt x="40" y="23"/>
                  <a:pt x="40" y="23"/>
                </a:cubicBezTo>
                <a:cubicBezTo>
                  <a:pt x="40" y="20"/>
                  <a:pt x="40" y="20"/>
                  <a:pt x="40" y="20"/>
                </a:cubicBezTo>
                <a:cubicBezTo>
                  <a:pt x="12" y="20"/>
                  <a:pt x="12" y="20"/>
                  <a:pt x="12" y="20"/>
                </a:cubicBezTo>
                <a:close/>
                <a:moveTo>
                  <a:pt x="12" y="13"/>
                </a:moveTo>
                <a:cubicBezTo>
                  <a:pt x="12" y="15"/>
                  <a:pt x="12" y="15"/>
                  <a:pt x="12" y="15"/>
                </a:cubicBezTo>
                <a:cubicBezTo>
                  <a:pt x="30" y="15"/>
                  <a:pt x="30" y="15"/>
                  <a:pt x="30" y="15"/>
                </a:cubicBezTo>
                <a:cubicBezTo>
                  <a:pt x="30" y="13"/>
                  <a:pt x="30" y="13"/>
                  <a:pt x="30" y="13"/>
                </a:cubicBezTo>
                <a:cubicBezTo>
                  <a:pt x="12" y="13"/>
                  <a:pt x="12" y="13"/>
                  <a:pt x="12" y="13"/>
                </a:cubicBezTo>
                <a:close/>
                <a:moveTo>
                  <a:pt x="23" y="65"/>
                </a:moveTo>
                <a:cubicBezTo>
                  <a:pt x="23" y="50"/>
                  <a:pt x="23" y="50"/>
                  <a:pt x="23" y="50"/>
                </a:cubicBezTo>
                <a:cubicBezTo>
                  <a:pt x="29" y="50"/>
                  <a:pt x="29" y="50"/>
                  <a:pt x="29" y="50"/>
                </a:cubicBezTo>
                <a:cubicBezTo>
                  <a:pt x="17" y="35"/>
                  <a:pt x="17" y="35"/>
                  <a:pt x="17" y="35"/>
                </a:cubicBezTo>
                <a:cubicBezTo>
                  <a:pt x="4" y="50"/>
                  <a:pt x="4" y="50"/>
                  <a:pt x="4" y="50"/>
                </a:cubicBezTo>
                <a:cubicBezTo>
                  <a:pt x="11" y="50"/>
                  <a:pt x="11" y="50"/>
                  <a:pt x="11" y="50"/>
                </a:cubicBezTo>
                <a:cubicBezTo>
                  <a:pt x="11" y="65"/>
                  <a:pt x="11" y="65"/>
                  <a:pt x="11" y="65"/>
                </a:cubicBezTo>
                <a:cubicBezTo>
                  <a:pt x="23" y="65"/>
                  <a:pt x="23" y="65"/>
                  <a:pt x="23" y="65"/>
                </a:cubicBezTo>
                <a:close/>
                <a:moveTo>
                  <a:pt x="44" y="15"/>
                </a:moveTo>
                <a:cubicBezTo>
                  <a:pt x="37" y="8"/>
                  <a:pt x="37" y="8"/>
                  <a:pt x="37" y="8"/>
                </a:cubicBezTo>
                <a:cubicBezTo>
                  <a:pt x="37" y="14"/>
                  <a:pt x="37" y="14"/>
                  <a:pt x="37" y="14"/>
                </a:cubicBezTo>
                <a:lnTo>
                  <a:pt x="44" y="1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37" name="Freeform 73">
            <a:extLst>
              <a:ext uri="{FF2B5EF4-FFF2-40B4-BE49-F238E27FC236}">
                <a16:creationId xmlns="" xmlns:a16="http://schemas.microsoft.com/office/drawing/2014/main" id="{B78DA371-F480-4F12-95D5-EF72849DAEEF}"/>
              </a:ext>
            </a:extLst>
          </p:cNvPr>
          <p:cNvSpPr>
            <a:spLocks noEditPoints="1"/>
          </p:cNvSpPr>
          <p:nvPr/>
        </p:nvSpPr>
        <p:spPr bwMode="auto">
          <a:xfrm>
            <a:off x="1013916" y="3167906"/>
            <a:ext cx="476250" cy="677862"/>
          </a:xfrm>
          <a:custGeom>
            <a:avLst/>
            <a:gdLst>
              <a:gd name="T0" fmla="*/ 2147483646 w 47"/>
              <a:gd name="T1" fmla="*/ 2147483646 h 67"/>
              <a:gd name="T2" fmla="*/ 2147483646 w 47"/>
              <a:gd name="T3" fmla="*/ 2147483646 h 67"/>
              <a:gd name="T4" fmla="*/ 2147483646 w 47"/>
              <a:gd name="T5" fmla="*/ 2147483646 h 67"/>
              <a:gd name="T6" fmla="*/ 2147483646 w 47"/>
              <a:gd name="T7" fmla="*/ 2147483646 h 67"/>
              <a:gd name="T8" fmla="*/ 2147483646 w 47"/>
              <a:gd name="T9" fmla="*/ 2147483646 h 67"/>
              <a:gd name="T10" fmla="*/ 2147483646 w 47"/>
              <a:gd name="T11" fmla="*/ 0 h 67"/>
              <a:gd name="T12" fmla="*/ 2147483646 w 47"/>
              <a:gd name="T13" fmla="*/ 2147483646 h 67"/>
              <a:gd name="T14" fmla="*/ 2147483646 w 47"/>
              <a:gd name="T15" fmla="*/ 2147483646 h 67"/>
              <a:gd name="T16" fmla="*/ 2147483646 w 47"/>
              <a:gd name="T17" fmla="*/ 2147483646 h 67"/>
              <a:gd name="T18" fmla="*/ 2147483646 w 47"/>
              <a:gd name="T19" fmla="*/ 2147483646 h 67"/>
              <a:gd name="T20" fmla="*/ 2147483646 w 47"/>
              <a:gd name="T21" fmla="*/ 2147483646 h 67"/>
              <a:gd name="T22" fmla="*/ 2147483646 w 47"/>
              <a:gd name="T23" fmla="*/ 2147483646 h 67"/>
              <a:gd name="T24" fmla="*/ 2147483646 w 47"/>
              <a:gd name="T25" fmla="*/ 2147483646 h 67"/>
              <a:gd name="T26" fmla="*/ 2147483646 w 47"/>
              <a:gd name="T27" fmla="*/ 2147483646 h 67"/>
              <a:gd name="T28" fmla="*/ 2147483646 w 47"/>
              <a:gd name="T29" fmla="*/ 2147483646 h 67"/>
              <a:gd name="T30" fmla="*/ 2147483646 w 47"/>
              <a:gd name="T31" fmla="*/ 2147483646 h 67"/>
              <a:gd name="T32" fmla="*/ 2147483646 w 47"/>
              <a:gd name="T33" fmla="*/ 2147483646 h 67"/>
              <a:gd name="T34" fmla="*/ 0 w 47"/>
              <a:gd name="T35" fmla="*/ 2147483646 h 67"/>
              <a:gd name="T36" fmla="*/ 2147483646 w 47"/>
              <a:gd name="T37" fmla="*/ 2147483646 h 67"/>
              <a:gd name="T38" fmla="*/ 2147483646 w 47"/>
              <a:gd name="T39" fmla="*/ 2147483646 h 6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47" h="67">
                <a:moveTo>
                  <a:pt x="27" y="15"/>
                </a:moveTo>
                <a:cubicBezTo>
                  <a:pt x="10" y="44"/>
                  <a:pt x="10" y="44"/>
                  <a:pt x="10" y="44"/>
                </a:cubicBezTo>
                <a:cubicBezTo>
                  <a:pt x="3" y="40"/>
                  <a:pt x="3" y="40"/>
                  <a:pt x="3" y="40"/>
                </a:cubicBezTo>
                <a:cubicBezTo>
                  <a:pt x="20" y="11"/>
                  <a:pt x="20" y="11"/>
                  <a:pt x="20" y="11"/>
                </a:cubicBezTo>
                <a:cubicBezTo>
                  <a:pt x="23" y="6"/>
                  <a:pt x="23" y="6"/>
                  <a:pt x="23" y="6"/>
                </a:cubicBezTo>
                <a:cubicBezTo>
                  <a:pt x="26" y="0"/>
                  <a:pt x="26" y="0"/>
                  <a:pt x="26" y="0"/>
                </a:cubicBezTo>
                <a:cubicBezTo>
                  <a:pt x="34" y="2"/>
                  <a:pt x="41" y="6"/>
                  <a:pt x="47" y="12"/>
                </a:cubicBezTo>
                <a:cubicBezTo>
                  <a:pt x="43" y="18"/>
                  <a:pt x="43" y="18"/>
                  <a:pt x="43" y="18"/>
                </a:cubicBezTo>
                <a:cubicBezTo>
                  <a:pt x="41" y="23"/>
                  <a:pt x="41" y="23"/>
                  <a:pt x="41" y="23"/>
                </a:cubicBezTo>
                <a:cubicBezTo>
                  <a:pt x="24" y="52"/>
                  <a:pt x="24" y="52"/>
                  <a:pt x="24" y="52"/>
                </a:cubicBezTo>
                <a:cubicBezTo>
                  <a:pt x="17" y="48"/>
                  <a:pt x="17" y="48"/>
                  <a:pt x="17" y="48"/>
                </a:cubicBezTo>
                <a:cubicBezTo>
                  <a:pt x="34" y="19"/>
                  <a:pt x="34" y="19"/>
                  <a:pt x="34" y="19"/>
                </a:cubicBezTo>
                <a:cubicBezTo>
                  <a:pt x="27" y="15"/>
                  <a:pt x="27" y="15"/>
                  <a:pt x="27" y="15"/>
                </a:cubicBezTo>
                <a:close/>
                <a:moveTo>
                  <a:pt x="2" y="67"/>
                </a:moveTo>
                <a:cubicBezTo>
                  <a:pt x="9" y="64"/>
                  <a:pt x="9" y="64"/>
                  <a:pt x="9" y="64"/>
                </a:cubicBezTo>
                <a:cubicBezTo>
                  <a:pt x="17" y="60"/>
                  <a:pt x="17" y="60"/>
                  <a:pt x="17" y="60"/>
                </a:cubicBezTo>
                <a:cubicBezTo>
                  <a:pt x="8" y="56"/>
                  <a:pt x="8" y="56"/>
                  <a:pt x="8" y="56"/>
                </a:cubicBezTo>
                <a:cubicBezTo>
                  <a:pt x="0" y="51"/>
                  <a:pt x="0" y="51"/>
                  <a:pt x="0" y="51"/>
                </a:cubicBezTo>
                <a:cubicBezTo>
                  <a:pt x="1" y="59"/>
                  <a:pt x="1" y="59"/>
                  <a:pt x="1" y="59"/>
                </a:cubicBezTo>
                <a:lnTo>
                  <a:pt x="2"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38" name="Freeform 74">
            <a:extLst>
              <a:ext uri="{FF2B5EF4-FFF2-40B4-BE49-F238E27FC236}">
                <a16:creationId xmlns="" xmlns:a16="http://schemas.microsoft.com/office/drawing/2014/main" id="{26E3CAF4-BC33-4270-9506-D478C5833FB1}"/>
              </a:ext>
            </a:extLst>
          </p:cNvPr>
          <p:cNvSpPr>
            <a:spLocks/>
          </p:cNvSpPr>
          <p:nvPr/>
        </p:nvSpPr>
        <p:spPr bwMode="auto">
          <a:xfrm>
            <a:off x="6347916" y="3237756"/>
            <a:ext cx="596900" cy="598487"/>
          </a:xfrm>
          <a:custGeom>
            <a:avLst/>
            <a:gdLst>
              <a:gd name="T0" fmla="*/ 0 w 59"/>
              <a:gd name="T1" fmla="*/ 2147483646 h 59"/>
              <a:gd name="T2" fmla="*/ 2147483646 w 59"/>
              <a:gd name="T3" fmla="*/ 2147483646 h 59"/>
              <a:gd name="T4" fmla="*/ 2147483646 w 59"/>
              <a:gd name="T5" fmla="*/ 2147483646 h 59"/>
              <a:gd name="T6" fmla="*/ 2147483646 w 59"/>
              <a:gd name="T7" fmla="*/ 2147483646 h 59"/>
              <a:gd name="T8" fmla="*/ 2147483646 w 59"/>
              <a:gd name="T9" fmla="*/ 2147483646 h 59"/>
              <a:gd name="T10" fmla="*/ 2147483646 w 59"/>
              <a:gd name="T11" fmla="*/ 2147483646 h 59"/>
              <a:gd name="T12" fmla="*/ 2147483646 w 59"/>
              <a:gd name="T13" fmla="*/ 2147483646 h 59"/>
              <a:gd name="T14" fmla="*/ 2147483646 w 59"/>
              <a:gd name="T15" fmla="*/ 2147483646 h 59"/>
              <a:gd name="T16" fmla="*/ 2147483646 w 59"/>
              <a:gd name="T17" fmla="*/ 2147483646 h 59"/>
              <a:gd name="T18" fmla="*/ 2147483646 w 59"/>
              <a:gd name="T19" fmla="*/ 2147483646 h 59"/>
              <a:gd name="T20" fmla="*/ 2147483646 w 59"/>
              <a:gd name="T21" fmla="*/ 0 h 59"/>
              <a:gd name="T22" fmla="*/ 2147483646 w 59"/>
              <a:gd name="T23" fmla="*/ 2147483646 h 59"/>
              <a:gd name="T24" fmla="*/ 2147483646 w 59"/>
              <a:gd name="T25" fmla="*/ 2147483646 h 59"/>
              <a:gd name="T26" fmla="*/ 2147483646 w 59"/>
              <a:gd name="T27" fmla="*/ 2147483646 h 59"/>
              <a:gd name="T28" fmla="*/ 2147483646 w 59"/>
              <a:gd name="T29" fmla="*/ 2147483646 h 59"/>
              <a:gd name="T30" fmla="*/ 2147483646 w 59"/>
              <a:gd name="T31" fmla="*/ 2147483646 h 59"/>
              <a:gd name="T32" fmla="*/ 2147483646 w 59"/>
              <a:gd name="T33" fmla="*/ 2147483646 h 59"/>
              <a:gd name="T34" fmla="*/ 2147483646 w 59"/>
              <a:gd name="T35" fmla="*/ 2147483646 h 59"/>
              <a:gd name="T36" fmla="*/ 2147483646 w 59"/>
              <a:gd name="T37" fmla="*/ 2147483646 h 59"/>
              <a:gd name="T38" fmla="*/ 2147483646 w 59"/>
              <a:gd name="T39" fmla="*/ 2147483646 h 59"/>
              <a:gd name="T40" fmla="*/ 2147483646 w 59"/>
              <a:gd name="T41" fmla="*/ 2147483646 h 59"/>
              <a:gd name="T42" fmla="*/ 2147483646 w 59"/>
              <a:gd name="T43" fmla="*/ 2147483646 h 59"/>
              <a:gd name="T44" fmla="*/ 2147483646 w 59"/>
              <a:gd name="T45" fmla="*/ 2147483646 h 59"/>
              <a:gd name="T46" fmla="*/ 2147483646 w 59"/>
              <a:gd name="T47" fmla="*/ 2147483646 h 59"/>
              <a:gd name="T48" fmla="*/ 2147483646 w 59"/>
              <a:gd name="T49" fmla="*/ 2147483646 h 59"/>
              <a:gd name="T50" fmla="*/ 2147483646 w 59"/>
              <a:gd name="T51" fmla="*/ 2147483646 h 59"/>
              <a:gd name="T52" fmla="*/ 2147483646 w 59"/>
              <a:gd name="T53" fmla="*/ 2147483646 h 59"/>
              <a:gd name="T54" fmla="*/ 2147483646 w 59"/>
              <a:gd name="T55" fmla="*/ 2147483646 h 59"/>
              <a:gd name="T56" fmla="*/ 2147483646 w 59"/>
              <a:gd name="T57" fmla="*/ 2147483646 h 59"/>
              <a:gd name="T58" fmla="*/ 2147483646 w 59"/>
              <a:gd name="T59" fmla="*/ 2147483646 h 59"/>
              <a:gd name="T60" fmla="*/ 2147483646 w 59"/>
              <a:gd name="T61" fmla="*/ 2147483646 h 59"/>
              <a:gd name="T62" fmla="*/ 2147483646 w 59"/>
              <a:gd name="T63" fmla="*/ 2147483646 h 59"/>
              <a:gd name="T64" fmla="*/ 2147483646 w 59"/>
              <a:gd name="T65" fmla="*/ 2147483646 h 59"/>
              <a:gd name="T66" fmla="*/ 2147483646 w 59"/>
              <a:gd name="T67" fmla="*/ 2147483646 h 59"/>
              <a:gd name="T68" fmla="*/ 2147483646 w 59"/>
              <a:gd name="T69" fmla="*/ 2147483646 h 59"/>
              <a:gd name="T70" fmla="*/ 2147483646 w 59"/>
              <a:gd name="T71" fmla="*/ 2147483646 h 59"/>
              <a:gd name="T72" fmla="*/ 0 w 59"/>
              <a:gd name="T73" fmla="*/ 2147483646 h 59"/>
              <a:gd name="T74" fmla="*/ 2147483646 w 59"/>
              <a:gd name="T75" fmla="*/ 2147483646 h 59"/>
              <a:gd name="T76" fmla="*/ 2147483646 w 59"/>
              <a:gd name="T77" fmla="*/ 2147483646 h 59"/>
              <a:gd name="T78" fmla="*/ 2147483646 w 59"/>
              <a:gd name="T79" fmla="*/ 2147483646 h 59"/>
              <a:gd name="T80" fmla="*/ 0 w 59"/>
              <a:gd name="T81" fmla="*/ 2147483646 h 59"/>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59" h="59">
                <a:moveTo>
                  <a:pt x="0" y="29"/>
                </a:moveTo>
                <a:cubicBezTo>
                  <a:pt x="11" y="18"/>
                  <a:pt x="11" y="18"/>
                  <a:pt x="11" y="18"/>
                </a:cubicBezTo>
                <a:cubicBezTo>
                  <a:pt x="12" y="17"/>
                  <a:pt x="12" y="16"/>
                  <a:pt x="10" y="15"/>
                </a:cubicBezTo>
                <a:cubicBezTo>
                  <a:pt x="9" y="15"/>
                  <a:pt x="7" y="15"/>
                  <a:pt x="6" y="15"/>
                </a:cubicBezTo>
                <a:cubicBezTo>
                  <a:pt x="3" y="14"/>
                  <a:pt x="1" y="11"/>
                  <a:pt x="1" y="9"/>
                </a:cubicBezTo>
                <a:cubicBezTo>
                  <a:pt x="1" y="6"/>
                  <a:pt x="3" y="3"/>
                  <a:pt x="3" y="3"/>
                </a:cubicBezTo>
                <a:cubicBezTo>
                  <a:pt x="3" y="3"/>
                  <a:pt x="5" y="1"/>
                  <a:pt x="9" y="1"/>
                </a:cubicBezTo>
                <a:cubicBezTo>
                  <a:pt x="11" y="1"/>
                  <a:pt x="14" y="3"/>
                  <a:pt x="14" y="6"/>
                </a:cubicBezTo>
                <a:cubicBezTo>
                  <a:pt x="15" y="7"/>
                  <a:pt x="15" y="9"/>
                  <a:pt x="15" y="10"/>
                </a:cubicBezTo>
                <a:cubicBezTo>
                  <a:pt x="16" y="12"/>
                  <a:pt x="17" y="12"/>
                  <a:pt x="18" y="12"/>
                </a:cubicBezTo>
                <a:cubicBezTo>
                  <a:pt x="30" y="0"/>
                  <a:pt x="30" y="0"/>
                  <a:pt x="30" y="0"/>
                </a:cubicBezTo>
                <a:cubicBezTo>
                  <a:pt x="41" y="11"/>
                  <a:pt x="41" y="11"/>
                  <a:pt x="41" y="11"/>
                </a:cubicBezTo>
                <a:cubicBezTo>
                  <a:pt x="41" y="12"/>
                  <a:pt x="41" y="13"/>
                  <a:pt x="40" y="13"/>
                </a:cubicBezTo>
                <a:cubicBezTo>
                  <a:pt x="38" y="14"/>
                  <a:pt x="37" y="14"/>
                  <a:pt x="35" y="14"/>
                </a:cubicBezTo>
                <a:cubicBezTo>
                  <a:pt x="33" y="15"/>
                  <a:pt x="31" y="17"/>
                  <a:pt x="30" y="20"/>
                </a:cubicBezTo>
                <a:cubicBezTo>
                  <a:pt x="30" y="23"/>
                  <a:pt x="33" y="25"/>
                  <a:pt x="33" y="25"/>
                </a:cubicBezTo>
                <a:cubicBezTo>
                  <a:pt x="33" y="25"/>
                  <a:pt x="35" y="27"/>
                  <a:pt x="38" y="27"/>
                </a:cubicBezTo>
                <a:cubicBezTo>
                  <a:pt x="41" y="27"/>
                  <a:pt x="43" y="25"/>
                  <a:pt x="44" y="23"/>
                </a:cubicBezTo>
                <a:cubicBezTo>
                  <a:pt x="44" y="21"/>
                  <a:pt x="44" y="19"/>
                  <a:pt x="44" y="18"/>
                </a:cubicBezTo>
                <a:cubicBezTo>
                  <a:pt x="45" y="17"/>
                  <a:pt x="46" y="17"/>
                  <a:pt x="47" y="17"/>
                </a:cubicBezTo>
                <a:cubicBezTo>
                  <a:pt x="59" y="29"/>
                  <a:pt x="59" y="29"/>
                  <a:pt x="59" y="29"/>
                </a:cubicBezTo>
                <a:cubicBezTo>
                  <a:pt x="46" y="41"/>
                  <a:pt x="46" y="41"/>
                  <a:pt x="46" y="41"/>
                </a:cubicBezTo>
                <a:cubicBezTo>
                  <a:pt x="45" y="41"/>
                  <a:pt x="45" y="41"/>
                  <a:pt x="44" y="40"/>
                </a:cubicBezTo>
                <a:cubicBezTo>
                  <a:pt x="44" y="39"/>
                  <a:pt x="44" y="37"/>
                  <a:pt x="43" y="36"/>
                </a:cubicBezTo>
                <a:cubicBezTo>
                  <a:pt x="43" y="33"/>
                  <a:pt x="40" y="31"/>
                  <a:pt x="38" y="31"/>
                </a:cubicBezTo>
                <a:cubicBezTo>
                  <a:pt x="35" y="31"/>
                  <a:pt x="33" y="34"/>
                  <a:pt x="33" y="34"/>
                </a:cubicBezTo>
                <a:cubicBezTo>
                  <a:pt x="33" y="34"/>
                  <a:pt x="31" y="36"/>
                  <a:pt x="31" y="39"/>
                </a:cubicBezTo>
                <a:cubicBezTo>
                  <a:pt x="31" y="41"/>
                  <a:pt x="33" y="44"/>
                  <a:pt x="35" y="44"/>
                </a:cubicBezTo>
                <a:cubicBezTo>
                  <a:pt x="37" y="44"/>
                  <a:pt x="38" y="44"/>
                  <a:pt x="40" y="45"/>
                </a:cubicBezTo>
                <a:cubicBezTo>
                  <a:pt x="41" y="45"/>
                  <a:pt x="41" y="46"/>
                  <a:pt x="41" y="47"/>
                </a:cubicBezTo>
                <a:cubicBezTo>
                  <a:pt x="29" y="59"/>
                  <a:pt x="29" y="59"/>
                  <a:pt x="29" y="59"/>
                </a:cubicBezTo>
                <a:cubicBezTo>
                  <a:pt x="18" y="47"/>
                  <a:pt x="18" y="47"/>
                  <a:pt x="18" y="47"/>
                </a:cubicBezTo>
                <a:cubicBezTo>
                  <a:pt x="17" y="47"/>
                  <a:pt x="16" y="47"/>
                  <a:pt x="15" y="49"/>
                </a:cubicBezTo>
                <a:cubicBezTo>
                  <a:pt x="14" y="50"/>
                  <a:pt x="15" y="52"/>
                  <a:pt x="14" y="53"/>
                </a:cubicBezTo>
                <a:cubicBezTo>
                  <a:pt x="14" y="56"/>
                  <a:pt x="11" y="58"/>
                  <a:pt x="8" y="58"/>
                </a:cubicBezTo>
                <a:cubicBezTo>
                  <a:pt x="5" y="59"/>
                  <a:pt x="3" y="56"/>
                  <a:pt x="3" y="56"/>
                </a:cubicBezTo>
                <a:cubicBezTo>
                  <a:pt x="3" y="56"/>
                  <a:pt x="0" y="53"/>
                  <a:pt x="0" y="50"/>
                </a:cubicBezTo>
                <a:cubicBezTo>
                  <a:pt x="0" y="47"/>
                  <a:pt x="2" y="45"/>
                  <a:pt x="5" y="44"/>
                </a:cubicBezTo>
                <a:cubicBezTo>
                  <a:pt x="7" y="44"/>
                  <a:pt x="8" y="44"/>
                  <a:pt x="10" y="43"/>
                </a:cubicBezTo>
                <a:cubicBezTo>
                  <a:pt x="11" y="43"/>
                  <a:pt x="11" y="42"/>
                  <a:pt x="11" y="40"/>
                </a:cubicBez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39" name="Freeform 75">
            <a:extLst>
              <a:ext uri="{FF2B5EF4-FFF2-40B4-BE49-F238E27FC236}">
                <a16:creationId xmlns="" xmlns:a16="http://schemas.microsoft.com/office/drawing/2014/main" id="{B41BFDEE-5856-4D63-8881-59CF8E17F6ED}"/>
              </a:ext>
            </a:extLst>
          </p:cNvPr>
          <p:cNvSpPr>
            <a:spLocks noEditPoints="1"/>
          </p:cNvSpPr>
          <p:nvPr/>
        </p:nvSpPr>
        <p:spPr bwMode="auto">
          <a:xfrm>
            <a:off x="5284291" y="3188543"/>
            <a:ext cx="534988" cy="647700"/>
          </a:xfrm>
          <a:custGeom>
            <a:avLst/>
            <a:gdLst>
              <a:gd name="T0" fmla="*/ 2147483646 w 53"/>
              <a:gd name="T1" fmla="*/ 2147483646 h 64"/>
              <a:gd name="T2" fmla="*/ 2147483646 w 53"/>
              <a:gd name="T3" fmla="*/ 2147483646 h 64"/>
              <a:gd name="T4" fmla="*/ 0 w 53"/>
              <a:gd name="T5" fmla="*/ 2147483646 h 64"/>
              <a:gd name="T6" fmla="*/ 2147483646 w 53"/>
              <a:gd name="T7" fmla="*/ 2147483646 h 64"/>
              <a:gd name="T8" fmla="*/ 2147483646 w 53"/>
              <a:gd name="T9" fmla="*/ 2147483646 h 64"/>
              <a:gd name="T10" fmla="*/ 2147483646 w 53"/>
              <a:gd name="T11" fmla="*/ 2147483646 h 64"/>
              <a:gd name="T12" fmla="*/ 2147483646 w 53"/>
              <a:gd name="T13" fmla="*/ 2147483646 h 64"/>
              <a:gd name="T14" fmla="*/ 2147483646 w 53"/>
              <a:gd name="T15" fmla="*/ 2147483646 h 64"/>
              <a:gd name="T16" fmla="*/ 2147483646 w 53"/>
              <a:gd name="T17" fmla="*/ 0 h 64"/>
              <a:gd name="T18" fmla="*/ 2147483646 w 53"/>
              <a:gd name="T19" fmla="*/ 0 h 64"/>
              <a:gd name="T20" fmla="*/ 2147483646 w 53"/>
              <a:gd name="T21" fmla="*/ 2147483646 h 64"/>
              <a:gd name="T22" fmla="*/ 2147483646 w 53"/>
              <a:gd name="T23" fmla="*/ 2147483646 h 64"/>
              <a:gd name="T24" fmla="*/ 2147483646 w 53"/>
              <a:gd name="T25" fmla="*/ 2147483646 h 64"/>
              <a:gd name="T26" fmla="*/ 2147483646 w 53"/>
              <a:gd name="T27" fmla="*/ 2147483646 h 64"/>
              <a:gd name="T28" fmla="*/ 2147483646 w 53"/>
              <a:gd name="T29" fmla="*/ 2147483646 h 64"/>
              <a:gd name="T30" fmla="*/ 2147483646 w 53"/>
              <a:gd name="T31" fmla="*/ 2147483646 h 64"/>
              <a:gd name="T32" fmla="*/ 2147483646 w 53"/>
              <a:gd name="T33" fmla="*/ 2147483646 h 64"/>
              <a:gd name="T34" fmla="*/ 2147483646 w 53"/>
              <a:gd name="T35" fmla="*/ 2147483646 h 64"/>
              <a:gd name="T36" fmla="*/ 2147483646 w 53"/>
              <a:gd name="T37" fmla="*/ 2147483646 h 64"/>
              <a:gd name="T38" fmla="*/ 2147483646 w 53"/>
              <a:gd name="T39" fmla="*/ 2147483646 h 64"/>
              <a:gd name="T40" fmla="*/ 2147483646 w 53"/>
              <a:gd name="T41" fmla="*/ 2147483646 h 64"/>
              <a:gd name="T42" fmla="*/ 2147483646 w 53"/>
              <a:gd name="T43" fmla="*/ 2147483646 h 64"/>
              <a:gd name="T44" fmla="*/ 2147483646 w 53"/>
              <a:gd name="T45" fmla="*/ 2147483646 h 64"/>
              <a:gd name="T46" fmla="*/ 2147483646 w 53"/>
              <a:gd name="T47" fmla="*/ 2147483646 h 64"/>
              <a:gd name="T48" fmla="*/ 2147483646 w 53"/>
              <a:gd name="T49" fmla="*/ 2147483646 h 64"/>
              <a:gd name="T50" fmla="*/ 2147483646 w 53"/>
              <a:gd name="T51" fmla="*/ 2147483646 h 64"/>
              <a:gd name="T52" fmla="*/ 2147483646 w 53"/>
              <a:gd name="T53" fmla="*/ 2147483646 h 64"/>
              <a:gd name="T54" fmla="*/ 2147483646 w 53"/>
              <a:gd name="T55" fmla="*/ 2147483646 h 64"/>
              <a:gd name="T56" fmla="*/ 2147483646 w 53"/>
              <a:gd name="T57" fmla="*/ 2147483646 h 64"/>
              <a:gd name="T58" fmla="*/ 2147483646 w 53"/>
              <a:gd name="T59" fmla="*/ 2147483646 h 64"/>
              <a:gd name="T60" fmla="*/ 2147483646 w 53"/>
              <a:gd name="T61" fmla="*/ 2147483646 h 64"/>
              <a:gd name="T62" fmla="*/ 2147483646 w 53"/>
              <a:gd name="T63" fmla="*/ 2147483646 h 64"/>
              <a:gd name="T64" fmla="*/ 2147483646 w 53"/>
              <a:gd name="T65" fmla="*/ 2147483646 h 64"/>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0" t="0" r="r" b="b"/>
            <a:pathLst>
              <a:path w="53" h="64">
                <a:moveTo>
                  <a:pt x="53" y="19"/>
                </a:moveTo>
                <a:cubicBezTo>
                  <a:pt x="48" y="57"/>
                  <a:pt x="48" y="57"/>
                  <a:pt x="48" y="57"/>
                </a:cubicBezTo>
                <a:cubicBezTo>
                  <a:pt x="48" y="61"/>
                  <a:pt x="45" y="64"/>
                  <a:pt x="41" y="64"/>
                </a:cubicBezTo>
                <a:cubicBezTo>
                  <a:pt x="12" y="64"/>
                  <a:pt x="12" y="64"/>
                  <a:pt x="12" y="64"/>
                </a:cubicBezTo>
                <a:cubicBezTo>
                  <a:pt x="8" y="64"/>
                  <a:pt x="5" y="61"/>
                  <a:pt x="5" y="57"/>
                </a:cubicBezTo>
                <a:cubicBezTo>
                  <a:pt x="0" y="19"/>
                  <a:pt x="0" y="19"/>
                  <a:pt x="0" y="19"/>
                </a:cubicBezTo>
                <a:cubicBezTo>
                  <a:pt x="3" y="19"/>
                  <a:pt x="3" y="19"/>
                  <a:pt x="3" y="19"/>
                </a:cubicBezTo>
                <a:cubicBezTo>
                  <a:pt x="5" y="19"/>
                  <a:pt x="5" y="19"/>
                  <a:pt x="5" y="19"/>
                </a:cubicBezTo>
                <a:cubicBezTo>
                  <a:pt x="10" y="19"/>
                  <a:pt x="10" y="19"/>
                  <a:pt x="10" y="19"/>
                </a:cubicBezTo>
                <a:cubicBezTo>
                  <a:pt x="36" y="19"/>
                  <a:pt x="36" y="19"/>
                  <a:pt x="36" y="19"/>
                </a:cubicBezTo>
                <a:cubicBezTo>
                  <a:pt x="41" y="19"/>
                  <a:pt x="41" y="19"/>
                  <a:pt x="41" y="19"/>
                </a:cubicBezTo>
                <a:cubicBezTo>
                  <a:pt x="44" y="19"/>
                  <a:pt x="44" y="19"/>
                  <a:pt x="44" y="19"/>
                </a:cubicBezTo>
                <a:cubicBezTo>
                  <a:pt x="53" y="19"/>
                  <a:pt x="53" y="19"/>
                  <a:pt x="53" y="19"/>
                </a:cubicBezTo>
                <a:close/>
                <a:moveTo>
                  <a:pt x="4" y="17"/>
                </a:moveTo>
                <a:cubicBezTo>
                  <a:pt x="2" y="8"/>
                  <a:pt x="2" y="8"/>
                  <a:pt x="2" y="8"/>
                </a:cubicBezTo>
                <a:cubicBezTo>
                  <a:pt x="1" y="6"/>
                  <a:pt x="1" y="6"/>
                  <a:pt x="1" y="6"/>
                </a:cubicBezTo>
                <a:cubicBezTo>
                  <a:pt x="4" y="5"/>
                  <a:pt x="4" y="5"/>
                  <a:pt x="4" y="5"/>
                </a:cubicBezTo>
                <a:cubicBezTo>
                  <a:pt x="23" y="0"/>
                  <a:pt x="23" y="0"/>
                  <a:pt x="23" y="0"/>
                </a:cubicBezTo>
                <a:cubicBezTo>
                  <a:pt x="23" y="0"/>
                  <a:pt x="23" y="0"/>
                  <a:pt x="23" y="0"/>
                </a:cubicBezTo>
                <a:cubicBezTo>
                  <a:pt x="24" y="0"/>
                  <a:pt x="24" y="0"/>
                  <a:pt x="24" y="0"/>
                </a:cubicBezTo>
                <a:cubicBezTo>
                  <a:pt x="35" y="3"/>
                  <a:pt x="35" y="3"/>
                  <a:pt x="35" y="3"/>
                </a:cubicBezTo>
                <a:cubicBezTo>
                  <a:pt x="37" y="3"/>
                  <a:pt x="37" y="3"/>
                  <a:pt x="37" y="3"/>
                </a:cubicBezTo>
                <a:cubicBezTo>
                  <a:pt x="37" y="5"/>
                  <a:pt x="37" y="5"/>
                  <a:pt x="37" y="5"/>
                </a:cubicBezTo>
                <a:cubicBezTo>
                  <a:pt x="40" y="17"/>
                  <a:pt x="40" y="17"/>
                  <a:pt x="40" y="17"/>
                </a:cubicBezTo>
                <a:cubicBezTo>
                  <a:pt x="35" y="17"/>
                  <a:pt x="35" y="17"/>
                  <a:pt x="35" y="17"/>
                </a:cubicBezTo>
                <a:cubicBezTo>
                  <a:pt x="33" y="9"/>
                  <a:pt x="33" y="9"/>
                  <a:pt x="33" y="9"/>
                </a:cubicBezTo>
                <a:cubicBezTo>
                  <a:pt x="30" y="10"/>
                  <a:pt x="24" y="11"/>
                  <a:pt x="24" y="11"/>
                </a:cubicBezTo>
                <a:cubicBezTo>
                  <a:pt x="22" y="10"/>
                  <a:pt x="22" y="10"/>
                  <a:pt x="22" y="10"/>
                </a:cubicBezTo>
                <a:cubicBezTo>
                  <a:pt x="21" y="6"/>
                  <a:pt x="21" y="6"/>
                  <a:pt x="21" y="6"/>
                </a:cubicBezTo>
                <a:cubicBezTo>
                  <a:pt x="7" y="9"/>
                  <a:pt x="7" y="9"/>
                  <a:pt x="7" y="9"/>
                </a:cubicBezTo>
                <a:cubicBezTo>
                  <a:pt x="9" y="17"/>
                  <a:pt x="9" y="17"/>
                  <a:pt x="9" y="17"/>
                </a:cubicBezTo>
                <a:cubicBezTo>
                  <a:pt x="4" y="17"/>
                  <a:pt x="4" y="17"/>
                  <a:pt x="4" y="17"/>
                </a:cubicBezTo>
                <a:close/>
                <a:moveTo>
                  <a:pt x="21" y="40"/>
                </a:moveTo>
                <a:cubicBezTo>
                  <a:pt x="22" y="35"/>
                  <a:pt x="26" y="32"/>
                  <a:pt x="33" y="31"/>
                </a:cubicBezTo>
                <a:cubicBezTo>
                  <a:pt x="33" y="30"/>
                  <a:pt x="33" y="30"/>
                  <a:pt x="33" y="29"/>
                </a:cubicBezTo>
                <a:cubicBezTo>
                  <a:pt x="19" y="27"/>
                  <a:pt x="14" y="31"/>
                  <a:pt x="11" y="40"/>
                </a:cubicBezTo>
                <a:cubicBezTo>
                  <a:pt x="6" y="40"/>
                  <a:pt x="6" y="40"/>
                  <a:pt x="6" y="40"/>
                </a:cubicBezTo>
                <a:cubicBezTo>
                  <a:pt x="11" y="44"/>
                  <a:pt x="11" y="44"/>
                  <a:pt x="11" y="44"/>
                </a:cubicBezTo>
                <a:cubicBezTo>
                  <a:pt x="16" y="48"/>
                  <a:pt x="16" y="48"/>
                  <a:pt x="16" y="48"/>
                </a:cubicBezTo>
                <a:cubicBezTo>
                  <a:pt x="21" y="44"/>
                  <a:pt x="21" y="44"/>
                  <a:pt x="21" y="44"/>
                </a:cubicBezTo>
                <a:cubicBezTo>
                  <a:pt x="26" y="40"/>
                  <a:pt x="26" y="40"/>
                  <a:pt x="26" y="40"/>
                </a:cubicBezTo>
                <a:cubicBezTo>
                  <a:pt x="21" y="40"/>
                  <a:pt x="21" y="40"/>
                  <a:pt x="21" y="40"/>
                </a:cubicBezTo>
                <a:close/>
                <a:moveTo>
                  <a:pt x="37" y="35"/>
                </a:moveTo>
                <a:cubicBezTo>
                  <a:pt x="32" y="39"/>
                  <a:pt x="32" y="39"/>
                  <a:pt x="32" y="39"/>
                </a:cubicBezTo>
                <a:cubicBezTo>
                  <a:pt x="27" y="44"/>
                  <a:pt x="27" y="44"/>
                  <a:pt x="27" y="44"/>
                </a:cubicBezTo>
                <a:cubicBezTo>
                  <a:pt x="32" y="44"/>
                  <a:pt x="32" y="44"/>
                  <a:pt x="32" y="44"/>
                </a:cubicBezTo>
                <a:cubicBezTo>
                  <a:pt x="31" y="49"/>
                  <a:pt x="27" y="51"/>
                  <a:pt x="20" y="52"/>
                </a:cubicBezTo>
                <a:cubicBezTo>
                  <a:pt x="20" y="53"/>
                  <a:pt x="20" y="54"/>
                  <a:pt x="20" y="54"/>
                </a:cubicBezTo>
                <a:cubicBezTo>
                  <a:pt x="33" y="56"/>
                  <a:pt x="39" y="52"/>
                  <a:pt x="41" y="44"/>
                </a:cubicBezTo>
                <a:cubicBezTo>
                  <a:pt x="46" y="44"/>
                  <a:pt x="46" y="44"/>
                  <a:pt x="46" y="44"/>
                </a:cubicBezTo>
                <a:cubicBezTo>
                  <a:pt x="41" y="39"/>
                  <a:pt x="41" y="39"/>
                  <a:pt x="41" y="39"/>
                </a:cubicBezTo>
                <a:cubicBezTo>
                  <a:pt x="37" y="35"/>
                  <a:pt x="37" y="35"/>
                  <a:pt x="37" y="35"/>
                </a:cubicBezTo>
                <a:close/>
                <a:moveTo>
                  <a:pt x="25" y="5"/>
                </a:moveTo>
                <a:cubicBezTo>
                  <a:pt x="25" y="7"/>
                  <a:pt x="25" y="7"/>
                  <a:pt x="25" y="7"/>
                </a:cubicBezTo>
                <a:cubicBezTo>
                  <a:pt x="26" y="7"/>
                  <a:pt x="27" y="6"/>
                  <a:pt x="28" y="6"/>
                </a:cubicBezTo>
                <a:cubicBezTo>
                  <a:pt x="25" y="5"/>
                  <a:pt x="25" y="5"/>
                  <a:pt x="25" y="5"/>
                </a:cubicBezTo>
                <a:close/>
                <a:moveTo>
                  <a:pt x="10" y="12"/>
                </a:moveTo>
                <a:cubicBezTo>
                  <a:pt x="10" y="14"/>
                  <a:pt x="10" y="14"/>
                  <a:pt x="10" y="14"/>
                </a:cubicBezTo>
                <a:cubicBezTo>
                  <a:pt x="21" y="12"/>
                  <a:pt x="21" y="12"/>
                  <a:pt x="21" y="12"/>
                </a:cubicBezTo>
                <a:cubicBezTo>
                  <a:pt x="20" y="10"/>
                  <a:pt x="20" y="10"/>
                  <a:pt x="20" y="10"/>
                </a:cubicBezTo>
                <a:cubicBezTo>
                  <a:pt x="10" y="12"/>
                  <a:pt x="10" y="12"/>
                  <a:pt x="10" y="12"/>
                </a:cubicBezTo>
                <a:close/>
                <a:moveTo>
                  <a:pt x="11" y="16"/>
                </a:moveTo>
                <a:cubicBezTo>
                  <a:pt x="11" y="17"/>
                  <a:pt x="11" y="17"/>
                  <a:pt x="11" y="17"/>
                </a:cubicBezTo>
                <a:cubicBezTo>
                  <a:pt x="17" y="17"/>
                  <a:pt x="17" y="17"/>
                  <a:pt x="17" y="17"/>
                </a:cubicBezTo>
                <a:cubicBezTo>
                  <a:pt x="22" y="16"/>
                  <a:pt x="22" y="16"/>
                  <a:pt x="22" y="16"/>
                </a:cubicBezTo>
                <a:cubicBezTo>
                  <a:pt x="21" y="14"/>
                  <a:pt x="21" y="14"/>
                  <a:pt x="21" y="14"/>
                </a:cubicBezTo>
                <a:lnTo>
                  <a:pt x="11"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40" name="Freeform 76">
            <a:extLst>
              <a:ext uri="{FF2B5EF4-FFF2-40B4-BE49-F238E27FC236}">
                <a16:creationId xmlns="" xmlns:a16="http://schemas.microsoft.com/office/drawing/2014/main" id="{862C4909-8EBE-4A8F-A96D-B1C598AFE192}"/>
              </a:ext>
            </a:extLst>
          </p:cNvPr>
          <p:cNvSpPr>
            <a:spLocks noEditPoints="1"/>
          </p:cNvSpPr>
          <p:nvPr/>
        </p:nvSpPr>
        <p:spPr bwMode="auto">
          <a:xfrm>
            <a:off x="7340104" y="3247281"/>
            <a:ext cx="639762" cy="588962"/>
          </a:xfrm>
          <a:custGeom>
            <a:avLst/>
            <a:gdLst>
              <a:gd name="T0" fmla="*/ 2147483646 w 63"/>
              <a:gd name="T1" fmla="*/ 2147483646 h 58"/>
              <a:gd name="T2" fmla="*/ 2147483646 w 63"/>
              <a:gd name="T3" fmla="*/ 2147483646 h 58"/>
              <a:gd name="T4" fmla="*/ 2147483646 w 63"/>
              <a:gd name="T5" fmla="*/ 2147483646 h 58"/>
              <a:gd name="T6" fmla="*/ 2147483646 w 63"/>
              <a:gd name="T7" fmla="*/ 2147483646 h 58"/>
              <a:gd name="T8" fmla="*/ 2147483646 w 63"/>
              <a:gd name="T9" fmla="*/ 2147483646 h 58"/>
              <a:gd name="T10" fmla="*/ 2147483646 w 63"/>
              <a:gd name="T11" fmla="*/ 2147483646 h 58"/>
              <a:gd name="T12" fmla="*/ 2147483646 w 63"/>
              <a:gd name="T13" fmla="*/ 2147483646 h 58"/>
              <a:gd name="T14" fmla="*/ 2147483646 w 63"/>
              <a:gd name="T15" fmla="*/ 2147483646 h 58"/>
              <a:gd name="T16" fmla="*/ 2147483646 w 63"/>
              <a:gd name="T17" fmla="*/ 2147483646 h 58"/>
              <a:gd name="T18" fmla="*/ 2147483646 w 63"/>
              <a:gd name="T19" fmla="*/ 2147483646 h 58"/>
              <a:gd name="T20" fmla="*/ 2147483646 w 63"/>
              <a:gd name="T21" fmla="*/ 2147483646 h 58"/>
              <a:gd name="T22" fmla="*/ 2147483646 w 63"/>
              <a:gd name="T23" fmla="*/ 2147483646 h 58"/>
              <a:gd name="T24" fmla="*/ 2147483646 w 63"/>
              <a:gd name="T25" fmla="*/ 2147483646 h 58"/>
              <a:gd name="T26" fmla="*/ 2147483646 w 63"/>
              <a:gd name="T27" fmla="*/ 2147483646 h 58"/>
              <a:gd name="T28" fmla="*/ 2147483646 w 63"/>
              <a:gd name="T29" fmla="*/ 2147483646 h 58"/>
              <a:gd name="T30" fmla="*/ 2147483646 w 63"/>
              <a:gd name="T31" fmla="*/ 2147483646 h 58"/>
              <a:gd name="T32" fmla="*/ 2147483646 w 63"/>
              <a:gd name="T33" fmla="*/ 2147483646 h 58"/>
              <a:gd name="T34" fmla="*/ 2147483646 w 63"/>
              <a:gd name="T35" fmla="*/ 2147483646 h 58"/>
              <a:gd name="T36" fmla="*/ 2147483646 w 63"/>
              <a:gd name="T37" fmla="*/ 2147483646 h 58"/>
              <a:gd name="T38" fmla="*/ 2147483646 w 63"/>
              <a:gd name="T39" fmla="*/ 2147483646 h 58"/>
              <a:gd name="T40" fmla="*/ 2147483646 w 63"/>
              <a:gd name="T41" fmla="*/ 2147483646 h 58"/>
              <a:gd name="T42" fmla="*/ 2147483646 w 63"/>
              <a:gd name="T43" fmla="*/ 2147483646 h 58"/>
              <a:gd name="T44" fmla="*/ 2147483646 w 63"/>
              <a:gd name="T45" fmla="*/ 2147483646 h 58"/>
              <a:gd name="T46" fmla="*/ 2147483646 w 63"/>
              <a:gd name="T47" fmla="*/ 2147483646 h 58"/>
              <a:gd name="T48" fmla="*/ 2147483646 w 63"/>
              <a:gd name="T49" fmla="*/ 2147483646 h 58"/>
              <a:gd name="T50" fmla="*/ 2147483646 w 63"/>
              <a:gd name="T51" fmla="*/ 2147483646 h 58"/>
              <a:gd name="T52" fmla="*/ 2147483646 w 63"/>
              <a:gd name="T53" fmla="*/ 2147483646 h 58"/>
              <a:gd name="T54" fmla="*/ 2147483646 w 63"/>
              <a:gd name="T55" fmla="*/ 2147483646 h 58"/>
              <a:gd name="T56" fmla="*/ 2147483646 w 63"/>
              <a:gd name="T57" fmla="*/ 2147483646 h 58"/>
              <a:gd name="T58" fmla="*/ 2147483646 w 63"/>
              <a:gd name="T59" fmla="*/ 2147483646 h 58"/>
              <a:gd name="T60" fmla="*/ 2147483646 w 63"/>
              <a:gd name="T61" fmla="*/ 2147483646 h 58"/>
              <a:gd name="T62" fmla="*/ 2147483646 w 63"/>
              <a:gd name="T63" fmla="*/ 2147483646 h 58"/>
              <a:gd name="T64" fmla="*/ 2147483646 w 63"/>
              <a:gd name="T65" fmla="*/ 2147483646 h 58"/>
              <a:gd name="T66" fmla="*/ 2147483646 w 63"/>
              <a:gd name="T67" fmla="*/ 2147483646 h 58"/>
              <a:gd name="T68" fmla="*/ 2147483646 w 63"/>
              <a:gd name="T69" fmla="*/ 2147483646 h 58"/>
              <a:gd name="T70" fmla="*/ 2147483646 w 63"/>
              <a:gd name="T71" fmla="*/ 2147483646 h 58"/>
              <a:gd name="T72" fmla="*/ 2147483646 w 63"/>
              <a:gd name="T73" fmla="*/ 2147483646 h 58"/>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3" h="58">
                <a:moveTo>
                  <a:pt x="15" y="35"/>
                </a:moveTo>
                <a:cubicBezTo>
                  <a:pt x="13" y="33"/>
                  <a:pt x="11" y="31"/>
                  <a:pt x="10" y="29"/>
                </a:cubicBezTo>
                <a:cubicBezTo>
                  <a:pt x="12" y="29"/>
                  <a:pt x="12" y="29"/>
                  <a:pt x="12" y="29"/>
                </a:cubicBezTo>
                <a:cubicBezTo>
                  <a:pt x="13" y="31"/>
                  <a:pt x="14" y="33"/>
                  <a:pt x="15" y="35"/>
                </a:cubicBezTo>
                <a:close/>
                <a:moveTo>
                  <a:pt x="39" y="38"/>
                </a:moveTo>
                <a:cubicBezTo>
                  <a:pt x="47" y="38"/>
                  <a:pt x="47" y="38"/>
                  <a:pt x="47" y="38"/>
                </a:cubicBezTo>
                <a:cubicBezTo>
                  <a:pt x="47" y="30"/>
                  <a:pt x="47" y="30"/>
                  <a:pt x="47" y="30"/>
                </a:cubicBezTo>
                <a:cubicBezTo>
                  <a:pt x="54" y="30"/>
                  <a:pt x="54" y="30"/>
                  <a:pt x="54" y="30"/>
                </a:cubicBezTo>
                <a:cubicBezTo>
                  <a:pt x="54" y="38"/>
                  <a:pt x="54" y="38"/>
                  <a:pt x="54" y="38"/>
                </a:cubicBezTo>
                <a:cubicBezTo>
                  <a:pt x="62" y="38"/>
                  <a:pt x="62" y="38"/>
                  <a:pt x="62" y="38"/>
                </a:cubicBezTo>
                <a:cubicBezTo>
                  <a:pt x="62" y="45"/>
                  <a:pt x="62" y="45"/>
                  <a:pt x="62" y="45"/>
                </a:cubicBezTo>
                <a:cubicBezTo>
                  <a:pt x="54" y="45"/>
                  <a:pt x="54" y="45"/>
                  <a:pt x="54" y="45"/>
                </a:cubicBezTo>
                <a:cubicBezTo>
                  <a:pt x="54" y="53"/>
                  <a:pt x="54" y="53"/>
                  <a:pt x="54" y="53"/>
                </a:cubicBezTo>
                <a:cubicBezTo>
                  <a:pt x="47" y="53"/>
                  <a:pt x="47" y="53"/>
                  <a:pt x="47" y="53"/>
                </a:cubicBezTo>
                <a:cubicBezTo>
                  <a:pt x="47" y="45"/>
                  <a:pt x="47" y="45"/>
                  <a:pt x="47" y="45"/>
                </a:cubicBezTo>
                <a:cubicBezTo>
                  <a:pt x="39" y="45"/>
                  <a:pt x="39" y="45"/>
                  <a:pt x="39" y="45"/>
                </a:cubicBezTo>
                <a:cubicBezTo>
                  <a:pt x="39" y="38"/>
                  <a:pt x="39" y="38"/>
                  <a:pt x="39" y="38"/>
                </a:cubicBezTo>
                <a:close/>
                <a:moveTo>
                  <a:pt x="32" y="8"/>
                </a:moveTo>
                <a:cubicBezTo>
                  <a:pt x="29" y="5"/>
                  <a:pt x="24" y="2"/>
                  <a:pt x="18" y="1"/>
                </a:cubicBezTo>
                <a:cubicBezTo>
                  <a:pt x="10" y="0"/>
                  <a:pt x="2" y="6"/>
                  <a:pt x="1" y="14"/>
                </a:cubicBezTo>
                <a:cubicBezTo>
                  <a:pt x="0" y="18"/>
                  <a:pt x="1" y="21"/>
                  <a:pt x="2" y="24"/>
                </a:cubicBezTo>
                <a:cubicBezTo>
                  <a:pt x="5" y="37"/>
                  <a:pt x="22" y="47"/>
                  <a:pt x="32" y="58"/>
                </a:cubicBezTo>
                <a:cubicBezTo>
                  <a:pt x="34" y="55"/>
                  <a:pt x="38" y="52"/>
                  <a:pt x="41" y="49"/>
                </a:cubicBezTo>
                <a:cubicBezTo>
                  <a:pt x="35" y="49"/>
                  <a:pt x="35" y="49"/>
                  <a:pt x="35" y="49"/>
                </a:cubicBezTo>
                <a:cubicBezTo>
                  <a:pt x="35" y="33"/>
                  <a:pt x="35" y="33"/>
                  <a:pt x="35" y="33"/>
                </a:cubicBezTo>
                <a:cubicBezTo>
                  <a:pt x="43" y="33"/>
                  <a:pt x="43" y="33"/>
                  <a:pt x="43" y="33"/>
                </a:cubicBezTo>
                <a:cubicBezTo>
                  <a:pt x="43" y="25"/>
                  <a:pt x="43" y="25"/>
                  <a:pt x="43" y="25"/>
                </a:cubicBezTo>
                <a:cubicBezTo>
                  <a:pt x="59" y="25"/>
                  <a:pt x="59" y="25"/>
                  <a:pt x="59" y="25"/>
                </a:cubicBezTo>
                <a:cubicBezTo>
                  <a:pt x="59" y="31"/>
                  <a:pt x="59" y="31"/>
                  <a:pt x="59" y="31"/>
                </a:cubicBezTo>
                <a:cubicBezTo>
                  <a:pt x="60" y="29"/>
                  <a:pt x="61" y="27"/>
                  <a:pt x="61" y="24"/>
                </a:cubicBezTo>
                <a:cubicBezTo>
                  <a:pt x="62" y="21"/>
                  <a:pt x="63" y="18"/>
                  <a:pt x="62" y="14"/>
                </a:cubicBezTo>
                <a:cubicBezTo>
                  <a:pt x="61" y="6"/>
                  <a:pt x="54" y="0"/>
                  <a:pt x="45" y="1"/>
                </a:cubicBezTo>
                <a:cubicBezTo>
                  <a:pt x="40" y="2"/>
                  <a:pt x="34" y="5"/>
                  <a:pt x="32" y="8"/>
                </a:cubicBezTo>
                <a:close/>
                <a:moveTo>
                  <a:pt x="8" y="25"/>
                </a:moveTo>
                <a:cubicBezTo>
                  <a:pt x="5" y="15"/>
                  <a:pt x="8" y="3"/>
                  <a:pt x="22" y="7"/>
                </a:cubicBezTo>
                <a:cubicBezTo>
                  <a:pt x="13" y="10"/>
                  <a:pt x="10" y="17"/>
                  <a:pt x="11" y="25"/>
                </a:cubicBezTo>
                <a:lnTo>
                  <a:pt x="8"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41" name="Freeform 77">
            <a:extLst>
              <a:ext uri="{FF2B5EF4-FFF2-40B4-BE49-F238E27FC236}">
                <a16:creationId xmlns="" xmlns:a16="http://schemas.microsoft.com/office/drawing/2014/main" id="{FD15299A-9006-42AE-961C-61DFE92C0006}"/>
              </a:ext>
            </a:extLst>
          </p:cNvPr>
          <p:cNvSpPr>
            <a:spLocks noEditPoints="1"/>
          </p:cNvSpPr>
          <p:nvPr/>
        </p:nvSpPr>
        <p:spPr bwMode="auto">
          <a:xfrm>
            <a:off x="1956891" y="3288556"/>
            <a:ext cx="720725" cy="577850"/>
          </a:xfrm>
          <a:custGeom>
            <a:avLst/>
            <a:gdLst>
              <a:gd name="T0" fmla="*/ 2147483646 w 71"/>
              <a:gd name="T1" fmla="*/ 2147483646 h 57"/>
              <a:gd name="T2" fmla="*/ 2147483646 w 71"/>
              <a:gd name="T3" fmla="*/ 2147483646 h 57"/>
              <a:gd name="T4" fmla="*/ 2147483646 w 71"/>
              <a:gd name="T5" fmla="*/ 2147483646 h 57"/>
              <a:gd name="T6" fmla="*/ 2147483646 w 71"/>
              <a:gd name="T7" fmla="*/ 2147483646 h 57"/>
              <a:gd name="T8" fmla="*/ 2147483646 w 71"/>
              <a:gd name="T9" fmla="*/ 2147483646 h 57"/>
              <a:gd name="T10" fmla="*/ 2147483646 w 71"/>
              <a:gd name="T11" fmla="*/ 2147483646 h 57"/>
              <a:gd name="T12" fmla="*/ 2147483646 w 71"/>
              <a:gd name="T13" fmla="*/ 2147483646 h 57"/>
              <a:gd name="T14" fmla="*/ 2147483646 w 71"/>
              <a:gd name="T15" fmla="*/ 2147483646 h 57"/>
              <a:gd name="T16" fmla="*/ 2147483646 w 71"/>
              <a:gd name="T17" fmla="*/ 2147483646 h 57"/>
              <a:gd name="T18" fmla="*/ 2147483646 w 71"/>
              <a:gd name="T19" fmla="*/ 2147483646 h 57"/>
              <a:gd name="T20" fmla="*/ 0 w 71"/>
              <a:gd name="T21" fmla="*/ 2147483646 h 57"/>
              <a:gd name="T22" fmla="*/ 2147483646 w 71"/>
              <a:gd name="T23" fmla="*/ 2147483646 h 57"/>
              <a:gd name="T24" fmla="*/ 2147483646 w 71"/>
              <a:gd name="T25" fmla="*/ 2147483646 h 57"/>
              <a:gd name="T26" fmla="*/ 2147483646 w 71"/>
              <a:gd name="T27" fmla="*/ 2147483646 h 57"/>
              <a:gd name="T28" fmla="*/ 2147483646 w 71"/>
              <a:gd name="T29" fmla="*/ 2147483646 h 57"/>
              <a:gd name="T30" fmla="*/ 2147483646 w 71"/>
              <a:gd name="T31" fmla="*/ 2147483646 h 57"/>
              <a:gd name="T32" fmla="*/ 2147483646 w 71"/>
              <a:gd name="T33" fmla="*/ 2147483646 h 57"/>
              <a:gd name="T34" fmla="*/ 2147483646 w 71"/>
              <a:gd name="T35" fmla="*/ 2147483646 h 57"/>
              <a:gd name="T36" fmla="*/ 2147483646 w 71"/>
              <a:gd name="T37" fmla="*/ 2147483646 h 57"/>
              <a:gd name="T38" fmla="*/ 2147483646 w 71"/>
              <a:gd name="T39" fmla="*/ 2147483646 h 57"/>
              <a:gd name="T40" fmla="*/ 2147483646 w 71"/>
              <a:gd name="T41" fmla="*/ 2147483646 h 57"/>
              <a:gd name="T42" fmla="*/ 2147483646 w 71"/>
              <a:gd name="T43" fmla="*/ 2147483646 h 57"/>
              <a:gd name="T44" fmla="*/ 2147483646 w 71"/>
              <a:gd name="T45" fmla="*/ 2147483646 h 57"/>
              <a:gd name="T46" fmla="*/ 2147483646 w 71"/>
              <a:gd name="T47" fmla="*/ 2147483646 h 57"/>
              <a:gd name="T48" fmla="*/ 2147483646 w 71"/>
              <a:gd name="T49" fmla="*/ 2147483646 h 57"/>
              <a:gd name="T50" fmla="*/ 2147483646 w 71"/>
              <a:gd name="T51" fmla="*/ 2147483646 h 57"/>
              <a:gd name="T52" fmla="*/ 2147483646 w 71"/>
              <a:gd name="T53" fmla="*/ 2147483646 h 57"/>
              <a:gd name="T54" fmla="*/ 2147483646 w 71"/>
              <a:gd name="T55" fmla="*/ 2147483646 h 57"/>
              <a:gd name="T56" fmla="*/ 2147483646 w 71"/>
              <a:gd name="T57" fmla="*/ 2147483646 h 57"/>
              <a:gd name="T58" fmla="*/ 2147483646 w 71"/>
              <a:gd name="T59" fmla="*/ 2147483646 h 57"/>
              <a:gd name="T60" fmla="*/ 2147483646 w 71"/>
              <a:gd name="T61" fmla="*/ 2147483646 h 57"/>
              <a:gd name="T62" fmla="*/ 2147483646 w 71"/>
              <a:gd name="T63" fmla="*/ 2147483646 h 57"/>
              <a:gd name="T64" fmla="*/ 2147483646 w 71"/>
              <a:gd name="T65" fmla="*/ 2147483646 h 57"/>
              <a:gd name="T66" fmla="*/ 2147483646 w 71"/>
              <a:gd name="T67" fmla="*/ 2147483646 h 57"/>
              <a:gd name="T68" fmla="*/ 2147483646 w 71"/>
              <a:gd name="T69" fmla="*/ 2147483646 h 57"/>
              <a:gd name="T70" fmla="*/ 2147483646 w 71"/>
              <a:gd name="T71" fmla="*/ 2147483646 h 57"/>
              <a:gd name="T72" fmla="*/ 2147483646 w 71"/>
              <a:gd name="T73" fmla="*/ 2147483646 h 57"/>
              <a:gd name="T74" fmla="*/ 2147483646 w 71"/>
              <a:gd name="T75" fmla="*/ 2147483646 h 57"/>
              <a:gd name="T76" fmla="*/ 2147483646 w 71"/>
              <a:gd name="T77" fmla="*/ 2147483646 h 57"/>
              <a:gd name="T78" fmla="*/ 2147483646 w 71"/>
              <a:gd name="T79" fmla="*/ 2147483646 h 57"/>
              <a:gd name="T80" fmla="*/ 2147483646 w 71"/>
              <a:gd name="T81" fmla="*/ 2147483646 h 57"/>
              <a:gd name="T82" fmla="*/ 2147483646 w 71"/>
              <a:gd name="T83" fmla="*/ 2147483646 h 57"/>
              <a:gd name="T84" fmla="*/ 2147483646 w 71"/>
              <a:gd name="T85" fmla="*/ 2147483646 h 57"/>
              <a:gd name="T86" fmla="*/ 2147483646 w 71"/>
              <a:gd name="T87" fmla="*/ 2147483646 h 57"/>
              <a:gd name="T88" fmla="*/ 2147483646 w 71"/>
              <a:gd name="T89" fmla="*/ 2147483646 h 57"/>
              <a:gd name="T90" fmla="*/ 2147483646 w 71"/>
              <a:gd name="T91" fmla="*/ 2147483646 h 57"/>
              <a:gd name="T92" fmla="*/ 2147483646 w 71"/>
              <a:gd name="T93" fmla="*/ 2147483646 h 57"/>
              <a:gd name="T94" fmla="*/ 2147483646 w 71"/>
              <a:gd name="T95" fmla="*/ 2147483646 h 57"/>
              <a:gd name="T96" fmla="*/ 2147483646 w 71"/>
              <a:gd name="T97" fmla="*/ 2147483646 h 57"/>
              <a:gd name="T98" fmla="*/ 2147483646 w 71"/>
              <a:gd name="T99" fmla="*/ 2147483646 h 57"/>
              <a:gd name="T100" fmla="*/ 2147483646 w 71"/>
              <a:gd name="T101" fmla="*/ 2147483646 h 57"/>
              <a:gd name="T102" fmla="*/ 2147483646 w 71"/>
              <a:gd name="T103" fmla="*/ 2147483646 h 57"/>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0" t="0" r="r" b="b"/>
            <a:pathLst>
              <a:path w="71" h="57">
                <a:moveTo>
                  <a:pt x="2" y="2"/>
                </a:moveTo>
                <a:cubicBezTo>
                  <a:pt x="7" y="3"/>
                  <a:pt x="12" y="2"/>
                  <a:pt x="17" y="2"/>
                </a:cubicBezTo>
                <a:cubicBezTo>
                  <a:pt x="23" y="1"/>
                  <a:pt x="29" y="0"/>
                  <a:pt x="33" y="2"/>
                </a:cubicBezTo>
                <a:cubicBezTo>
                  <a:pt x="37" y="0"/>
                  <a:pt x="43" y="1"/>
                  <a:pt x="49" y="2"/>
                </a:cubicBezTo>
                <a:cubicBezTo>
                  <a:pt x="54" y="2"/>
                  <a:pt x="59" y="3"/>
                  <a:pt x="63" y="2"/>
                </a:cubicBezTo>
                <a:cubicBezTo>
                  <a:pt x="66" y="5"/>
                  <a:pt x="66" y="5"/>
                  <a:pt x="66" y="5"/>
                </a:cubicBezTo>
                <a:cubicBezTo>
                  <a:pt x="66" y="24"/>
                  <a:pt x="66" y="24"/>
                  <a:pt x="66" y="24"/>
                </a:cubicBezTo>
                <a:cubicBezTo>
                  <a:pt x="64" y="23"/>
                  <a:pt x="63" y="22"/>
                  <a:pt x="61" y="21"/>
                </a:cubicBezTo>
                <a:cubicBezTo>
                  <a:pt x="61" y="7"/>
                  <a:pt x="61" y="7"/>
                  <a:pt x="61" y="7"/>
                </a:cubicBezTo>
                <a:cubicBezTo>
                  <a:pt x="57" y="7"/>
                  <a:pt x="52" y="7"/>
                  <a:pt x="48" y="6"/>
                </a:cubicBezTo>
                <a:cubicBezTo>
                  <a:pt x="43" y="6"/>
                  <a:pt x="38" y="5"/>
                  <a:pt x="35" y="6"/>
                </a:cubicBezTo>
                <a:cubicBezTo>
                  <a:pt x="35" y="44"/>
                  <a:pt x="35" y="44"/>
                  <a:pt x="35" y="44"/>
                </a:cubicBezTo>
                <a:cubicBezTo>
                  <a:pt x="36" y="44"/>
                  <a:pt x="37" y="44"/>
                  <a:pt x="38" y="44"/>
                </a:cubicBezTo>
                <a:cubicBezTo>
                  <a:pt x="39" y="45"/>
                  <a:pt x="40" y="46"/>
                  <a:pt x="40" y="47"/>
                </a:cubicBezTo>
                <a:cubicBezTo>
                  <a:pt x="41" y="48"/>
                  <a:pt x="41" y="48"/>
                  <a:pt x="42" y="48"/>
                </a:cubicBezTo>
                <a:cubicBezTo>
                  <a:pt x="41" y="48"/>
                  <a:pt x="41" y="48"/>
                  <a:pt x="41" y="48"/>
                </a:cubicBezTo>
                <a:cubicBezTo>
                  <a:pt x="38" y="48"/>
                  <a:pt x="35" y="48"/>
                  <a:pt x="34" y="49"/>
                </a:cubicBezTo>
                <a:cubicBezTo>
                  <a:pt x="33" y="49"/>
                  <a:pt x="33" y="49"/>
                  <a:pt x="33" y="49"/>
                </a:cubicBezTo>
                <a:cubicBezTo>
                  <a:pt x="31" y="49"/>
                  <a:pt x="31" y="49"/>
                  <a:pt x="31" y="49"/>
                </a:cubicBezTo>
                <a:cubicBezTo>
                  <a:pt x="29" y="48"/>
                  <a:pt x="24" y="48"/>
                  <a:pt x="18" y="49"/>
                </a:cubicBezTo>
                <a:cubicBezTo>
                  <a:pt x="13" y="50"/>
                  <a:pt x="7" y="50"/>
                  <a:pt x="2" y="50"/>
                </a:cubicBezTo>
                <a:cubicBezTo>
                  <a:pt x="0" y="47"/>
                  <a:pt x="0" y="47"/>
                  <a:pt x="0" y="47"/>
                </a:cubicBezTo>
                <a:cubicBezTo>
                  <a:pt x="0" y="5"/>
                  <a:pt x="0" y="5"/>
                  <a:pt x="0" y="5"/>
                </a:cubicBezTo>
                <a:cubicBezTo>
                  <a:pt x="2" y="2"/>
                  <a:pt x="2" y="2"/>
                  <a:pt x="2" y="2"/>
                </a:cubicBezTo>
                <a:close/>
                <a:moveTo>
                  <a:pt x="55" y="28"/>
                </a:moveTo>
                <a:cubicBezTo>
                  <a:pt x="53" y="28"/>
                  <a:pt x="50" y="28"/>
                  <a:pt x="49" y="30"/>
                </a:cubicBezTo>
                <a:cubicBezTo>
                  <a:pt x="47" y="31"/>
                  <a:pt x="46" y="33"/>
                  <a:pt x="45" y="36"/>
                </a:cubicBezTo>
                <a:cubicBezTo>
                  <a:pt x="45" y="38"/>
                  <a:pt x="46" y="40"/>
                  <a:pt x="47" y="42"/>
                </a:cubicBezTo>
                <a:cubicBezTo>
                  <a:pt x="49" y="44"/>
                  <a:pt x="51" y="45"/>
                  <a:pt x="53" y="45"/>
                </a:cubicBezTo>
                <a:cubicBezTo>
                  <a:pt x="55" y="45"/>
                  <a:pt x="57" y="45"/>
                  <a:pt x="59" y="43"/>
                </a:cubicBezTo>
                <a:cubicBezTo>
                  <a:pt x="61" y="42"/>
                  <a:pt x="62" y="40"/>
                  <a:pt x="62" y="38"/>
                </a:cubicBezTo>
                <a:cubicBezTo>
                  <a:pt x="62" y="35"/>
                  <a:pt x="62" y="33"/>
                  <a:pt x="60" y="31"/>
                </a:cubicBezTo>
                <a:cubicBezTo>
                  <a:pt x="59" y="30"/>
                  <a:pt x="57" y="28"/>
                  <a:pt x="55" y="28"/>
                </a:cubicBezTo>
                <a:close/>
                <a:moveTo>
                  <a:pt x="46" y="27"/>
                </a:moveTo>
                <a:cubicBezTo>
                  <a:pt x="43" y="29"/>
                  <a:pt x="41" y="32"/>
                  <a:pt x="41" y="35"/>
                </a:cubicBezTo>
                <a:cubicBezTo>
                  <a:pt x="41" y="38"/>
                  <a:pt x="42" y="42"/>
                  <a:pt x="44" y="44"/>
                </a:cubicBezTo>
                <a:cubicBezTo>
                  <a:pt x="46" y="47"/>
                  <a:pt x="49" y="49"/>
                  <a:pt x="52" y="49"/>
                </a:cubicBezTo>
                <a:cubicBezTo>
                  <a:pt x="55" y="50"/>
                  <a:pt x="57" y="49"/>
                  <a:pt x="60" y="48"/>
                </a:cubicBezTo>
                <a:cubicBezTo>
                  <a:pt x="60" y="49"/>
                  <a:pt x="60" y="49"/>
                  <a:pt x="61" y="50"/>
                </a:cubicBezTo>
                <a:cubicBezTo>
                  <a:pt x="65" y="55"/>
                  <a:pt x="65" y="55"/>
                  <a:pt x="65" y="55"/>
                </a:cubicBezTo>
                <a:cubicBezTo>
                  <a:pt x="66" y="57"/>
                  <a:pt x="68" y="57"/>
                  <a:pt x="69" y="56"/>
                </a:cubicBezTo>
                <a:cubicBezTo>
                  <a:pt x="69" y="56"/>
                  <a:pt x="69" y="56"/>
                  <a:pt x="69" y="56"/>
                </a:cubicBezTo>
                <a:cubicBezTo>
                  <a:pt x="70" y="55"/>
                  <a:pt x="71" y="53"/>
                  <a:pt x="70" y="52"/>
                </a:cubicBezTo>
                <a:cubicBezTo>
                  <a:pt x="65" y="46"/>
                  <a:pt x="65" y="46"/>
                  <a:pt x="65" y="46"/>
                </a:cubicBezTo>
                <a:cubicBezTo>
                  <a:pt x="65" y="46"/>
                  <a:pt x="64" y="45"/>
                  <a:pt x="63" y="45"/>
                </a:cubicBezTo>
                <a:cubicBezTo>
                  <a:pt x="65" y="43"/>
                  <a:pt x="66" y="41"/>
                  <a:pt x="66" y="38"/>
                </a:cubicBezTo>
                <a:cubicBezTo>
                  <a:pt x="67" y="35"/>
                  <a:pt x="66" y="32"/>
                  <a:pt x="64" y="29"/>
                </a:cubicBezTo>
                <a:cubicBezTo>
                  <a:pt x="62" y="26"/>
                  <a:pt x="59" y="24"/>
                  <a:pt x="55" y="24"/>
                </a:cubicBezTo>
                <a:cubicBezTo>
                  <a:pt x="52" y="24"/>
                  <a:pt x="49" y="24"/>
                  <a:pt x="46" y="27"/>
                </a:cubicBezTo>
                <a:close/>
                <a:moveTo>
                  <a:pt x="48" y="37"/>
                </a:moveTo>
                <a:cubicBezTo>
                  <a:pt x="49" y="34"/>
                  <a:pt x="53" y="32"/>
                  <a:pt x="57" y="31"/>
                </a:cubicBezTo>
                <a:cubicBezTo>
                  <a:pt x="53" y="28"/>
                  <a:pt x="47" y="32"/>
                  <a:pt x="48" y="37"/>
                </a:cubicBezTo>
                <a:close/>
                <a:moveTo>
                  <a:pt x="58" y="17"/>
                </a:moveTo>
                <a:cubicBezTo>
                  <a:pt x="54" y="17"/>
                  <a:pt x="42" y="15"/>
                  <a:pt x="38" y="15"/>
                </a:cubicBezTo>
                <a:cubicBezTo>
                  <a:pt x="38" y="16"/>
                  <a:pt x="38" y="17"/>
                  <a:pt x="38" y="17"/>
                </a:cubicBezTo>
                <a:cubicBezTo>
                  <a:pt x="42" y="17"/>
                  <a:pt x="55" y="19"/>
                  <a:pt x="58" y="19"/>
                </a:cubicBezTo>
                <a:cubicBezTo>
                  <a:pt x="58" y="19"/>
                  <a:pt x="58" y="18"/>
                  <a:pt x="58" y="17"/>
                </a:cubicBezTo>
                <a:close/>
                <a:moveTo>
                  <a:pt x="58" y="12"/>
                </a:moveTo>
                <a:cubicBezTo>
                  <a:pt x="54" y="12"/>
                  <a:pt x="42" y="10"/>
                  <a:pt x="38" y="10"/>
                </a:cubicBezTo>
                <a:cubicBezTo>
                  <a:pt x="38" y="11"/>
                  <a:pt x="38" y="11"/>
                  <a:pt x="38" y="12"/>
                </a:cubicBezTo>
                <a:cubicBezTo>
                  <a:pt x="42" y="12"/>
                  <a:pt x="55" y="14"/>
                  <a:pt x="58" y="14"/>
                </a:cubicBezTo>
                <a:cubicBezTo>
                  <a:pt x="58" y="13"/>
                  <a:pt x="58" y="12"/>
                  <a:pt x="58" y="12"/>
                </a:cubicBezTo>
                <a:close/>
                <a:moveTo>
                  <a:pt x="8" y="40"/>
                </a:moveTo>
                <a:cubicBezTo>
                  <a:pt x="8" y="40"/>
                  <a:pt x="8" y="41"/>
                  <a:pt x="8" y="41"/>
                </a:cubicBezTo>
                <a:cubicBezTo>
                  <a:pt x="12" y="42"/>
                  <a:pt x="24" y="39"/>
                  <a:pt x="28" y="39"/>
                </a:cubicBezTo>
                <a:cubicBezTo>
                  <a:pt x="28" y="39"/>
                  <a:pt x="28" y="38"/>
                  <a:pt x="28" y="38"/>
                </a:cubicBezTo>
                <a:cubicBezTo>
                  <a:pt x="25" y="37"/>
                  <a:pt x="13" y="40"/>
                  <a:pt x="8" y="40"/>
                </a:cubicBezTo>
                <a:close/>
                <a:moveTo>
                  <a:pt x="8" y="34"/>
                </a:moveTo>
                <a:cubicBezTo>
                  <a:pt x="8" y="34"/>
                  <a:pt x="8" y="35"/>
                  <a:pt x="8" y="35"/>
                </a:cubicBezTo>
                <a:cubicBezTo>
                  <a:pt x="12" y="36"/>
                  <a:pt x="24" y="33"/>
                  <a:pt x="28" y="33"/>
                </a:cubicBezTo>
                <a:cubicBezTo>
                  <a:pt x="28" y="33"/>
                  <a:pt x="28" y="32"/>
                  <a:pt x="28" y="32"/>
                </a:cubicBezTo>
                <a:cubicBezTo>
                  <a:pt x="25" y="31"/>
                  <a:pt x="13" y="34"/>
                  <a:pt x="8" y="34"/>
                </a:cubicBezTo>
                <a:close/>
                <a:moveTo>
                  <a:pt x="8" y="28"/>
                </a:moveTo>
                <a:cubicBezTo>
                  <a:pt x="8" y="29"/>
                  <a:pt x="8" y="29"/>
                  <a:pt x="8" y="30"/>
                </a:cubicBezTo>
                <a:cubicBezTo>
                  <a:pt x="12" y="30"/>
                  <a:pt x="24" y="28"/>
                  <a:pt x="28" y="28"/>
                </a:cubicBezTo>
                <a:cubicBezTo>
                  <a:pt x="28" y="27"/>
                  <a:pt x="28" y="27"/>
                  <a:pt x="28" y="26"/>
                </a:cubicBezTo>
                <a:cubicBezTo>
                  <a:pt x="25" y="26"/>
                  <a:pt x="13" y="28"/>
                  <a:pt x="8" y="28"/>
                </a:cubicBezTo>
                <a:close/>
                <a:moveTo>
                  <a:pt x="18" y="21"/>
                </a:moveTo>
                <a:cubicBezTo>
                  <a:pt x="18" y="21"/>
                  <a:pt x="18" y="22"/>
                  <a:pt x="18" y="22"/>
                </a:cubicBezTo>
                <a:cubicBezTo>
                  <a:pt x="20" y="22"/>
                  <a:pt x="24" y="21"/>
                  <a:pt x="28" y="22"/>
                </a:cubicBezTo>
                <a:cubicBezTo>
                  <a:pt x="28" y="21"/>
                  <a:pt x="28" y="20"/>
                  <a:pt x="28" y="20"/>
                </a:cubicBezTo>
                <a:cubicBezTo>
                  <a:pt x="25" y="20"/>
                  <a:pt x="21" y="20"/>
                  <a:pt x="18" y="21"/>
                </a:cubicBezTo>
                <a:close/>
                <a:moveTo>
                  <a:pt x="18" y="16"/>
                </a:moveTo>
                <a:cubicBezTo>
                  <a:pt x="18" y="16"/>
                  <a:pt x="18" y="17"/>
                  <a:pt x="18" y="17"/>
                </a:cubicBezTo>
                <a:cubicBezTo>
                  <a:pt x="20" y="17"/>
                  <a:pt x="24" y="16"/>
                  <a:pt x="28" y="16"/>
                </a:cubicBezTo>
                <a:cubicBezTo>
                  <a:pt x="28" y="16"/>
                  <a:pt x="28" y="15"/>
                  <a:pt x="28" y="15"/>
                </a:cubicBezTo>
                <a:cubicBezTo>
                  <a:pt x="25" y="14"/>
                  <a:pt x="21" y="15"/>
                  <a:pt x="18" y="16"/>
                </a:cubicBezTo>
                <a:close/>
                <a:moveTo>
                  <a:pt x="18" y="11"/>
                </a:moveTo>
                <a:cubicBezTo>
                  <a:pt x="18" y="12"/>
                  <a:pt x="18" y="13"/>
                  <a:pt x="18" y="13"/>
                </a:cubicBezTo>
                <a:cubicBezTo>
                  <a:pt x="20" y="13"/>
                  <a:pt x="24" y="12"/>
                  <a:pt x="28" y="12"/>
                </a:cubicBezTo>
                <a:cubicBezTo>
                  <a:pt x="28" y="12"/>
                  <a:pt x="28" y="11"/>
                  <a:pt x="28" y="10"/>
                </a:cubicBezTo>
                <a:cubicBezTo>
                  <a:pt x="25" y="10"/>
                  <a:pt x="21" y="11"/>
                  <a:pt x="18" y="11"/>
                </a:cubicBezTo>
                <a:close/>
                <a:moveTo>
                  <a:pt x="8" y="11"/>
                </a:moveTo>
                <a:cubicBezTo>
                  <a:pt x="8" y="25"/>
                  <a:pt x="8" y="25"/>
                  <a:pt x="8" y="25"/>
                </a:cubicBezTo>
                <a:cubicBezTo>
                  <a:pt x="16" y="24"/>
                  <a:pt x="16" y="24"/>
                  <a:pt x="16" y="24"/>
                </a:cubicBezTo>
                <a:cubicBezTo>
                  <a:pt x="16" y="11"/>
                  <a:pt x="16" y="11"/>
                  <a:pt x="16" y="11"/>
                </a:cubicBezTo>
                <a:cubicBezTo>
                  <a:pt x="8" y="11"/>
                  <a:pt x="8" y="11"/>
                  <a:pt x="8" y="11"/>
                </a:cubicBezTo>
                <a:close/>
                <a:moveTo>
                  <a:pt x="17" y="6"/>
                </a:moveTo>
                <a:cubicBezTo>
                  <a:pt x="13" y="7"/>
                  <a:pt x="9" y="7"/>
                  <a:pt x="4" y="7"/>
                </a:cubicBezTo>
                <a:cubicBezTo>
                  <a:pt x="4" y="45"/>
                  <a:pt x="4" y="45"/>
                  <a:pt x="4" y="45"/>
                </a:cubicBezTo>
                <a:cubicBezTo>
                  <a:pt x="9" y="45"/>
                  <a:pt x="13" y="45"/>
                  <a:pt x="17" y="44"/>
                </a:cubicBezTo>
                <a:cubicBezTo>
                  <a:pt x="22" y="44"/>
                  <a:pt x="27" y="43"/>
                  <a:pt x="30" y="44"/>
                </a:cubicBezTo>
                <a:cubicBezTo>
                  <a:pt x="30" y="6"/>
                  <a:pt x="30" y="6"/>
                  <a:pt x="30" y="6"/>
                </a:cubicBezTo>
                <a:cubicBezTo>
                  <a:pt x="28" y="5"/>
                  <a:pt x="23" y="6"/>
                  <a:pt x="17" y="6"/>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42" name="Freeform 78">
            <a:extLst>
              <a:ext uri="{FF2B5EF4-FFF2-40B4-BE49-F238E27FC236}">
                <a16:creationId xmlns="" xmlns:a16="http://schemas.microsoft.com/office/drawing/2014/main" id="{1956C43D-C588-48C8-A919-975124EAD0B6}"/>
              </a:ext>
            </a:extLst>
          </p:cNvPr>
          <p:cNvSpPr>
            <a:spLocks noEditPoints="1"/>
          </p:cNvSpPr>
          <p:nvPr/>
        </p:nvSpPr>
        <p:spPr bwMode="auto">
          <a:xfrm>
            <a:off x="3031629" y="3247281"/>
            <a:ext cx="627062" cy="547687"/>
          </a:xfrm>
          <a:custGeom>
            <a:avLst/>
            <a:gdLst>
              <a:gd name="T0" fmla="*/ 2147483646 w 62"/>
              <a:gd name="T1" fmla="*/ 2147483646 h 54"/>
              <a:gd name="T2" fmla="*/ 2147483646 w 62"/>
              <a:gd name="T3" fmla="*/ 2147483646 h 54"/>
              <a:gd name="T4" fmla="*/ 2147483646 w 62"/>
              <a:gd name="T5" fmla="*/ 2147483646 h 54"/>
              <a:gd name="T6" fmla="*/ 2147483646 w 62"/>
              <a:gd name="T7" fmla="*/ 2147483646 h 54"/>
              <a:gd name="T8" fmla="*/ 2147483646 w 62"/>
              <a:gd name="T9" fmla="*/ 2147483646 h 54"/>
              <a:gd name="T10" fmla="*/ 2147483646 w 62"/>
              <a:gd name="T11" fmla="*/ 2147483646 h 54"/>
              <a:gd name="T12" fmla="*/ 2147483646 w 62"/>
              <a:gd name="T13" fmla="*/ 2147483646 h 54"/>
              <a:gd name="T14" fmla="*/ 2147483646 w 62"/>
              <a:gd name="T15" fmla="*/ 2147483646 h 54"/>
              <a:gd name="T16" fmla="*/ 2147483646 w 62"/>
              <a:gd name="T17" fmla="*/ 2147483646 h 54"/>
              <a:gd name="T18" fmla="*/ 0 w 62"/>
              <a:gd name="T19" fmla="*/ 2147483646 h 54"/>
              <a:gd name="T20" fmla="*/ 2147483646 w 62"/>
              <a:gd name="T21" fmla="*/ 2147483646 h 54"/>
              <a:gd name="T22" fmla="*/ 2147483646 w 62"/>
              <a:gd name="T23" fmla="*/ 2147483646 h 54"/>
              <a:gd name="T24" fmla="*/ 2147483646 w 62"/>
              <a:gd name="T25" fmla="*/ 2147483646 h 54"/>
              <a:gd name="T26" fmla="*/ 2147483646 w 62"/>
              <a:gd name="T27" fmla="*/ 2147483646 h 54"/>
              <a:gd name="T28" fmla="*/ 2147483646 w 62"/>
              <a:gd name="T29" fmla="*/ 2147483646 h 54"/>
              <a:gd name="T30" fmla="*/ 2147483646 w 62"/>
              <a:gd name="T31" fmla="*/ 2147483646 h 54"/>
              <a:gd name="T32" fmla="*/ 2147483646 w 62"/>
              <a:gd name="T33" fmla="*/ 2147483646 h 54"/>
              <a:gd name="T34" fmla="*/ 2147483646 w 62"/>
              <a:gd name="T35" fmla="*/ 2147483646 h 54"/>
              <a:gd name="T36" fmla="*/ 2147483646 w 62"/>
              <a:gd name="T37" fmla="*/ 2147483646 h 54"/>
              <a:gd name="T38" fmla="*/ 2147483646 w 62"/>
              <a:gd name="T39" fmla="*/ 2147483646 h 54"/>
              <a:gd name="T40" fmla="*/ 2147483646 w 62"/>
              <a:gd name="T41" fmla="*/ 2147483646 h 54"/>
              <a:gd name="T42" fmla="*/ 2147483646 w 62"/>
              <a:gd name="T43" fmla="*/ 2147483646 h 54"/>
              <a:gd name="T44" fmla="*/ 2147483646 w 62"/>
              <a:gd name="T45" fmla="*/ 2147483646 h 54"/>
              <a:gd name="T46" fmla="*/ 2147483646 w 62"/>
              <a:gd name="T47" fmla="*/ 2147483646 h 54"/>
              <a:gd name="T48" fmla="*/ 2147483646 w 62"/>
              <a:gd name="T49" fmla="*/ 2147483646 h 54"/>
              <a:gd name="T50" fmla="*/ 2147483646 w 62"/>
              <a:gd name="T51" fmla="*/ 2147483646 h 54"/>
              <a:gd name="T52" fmla="*/ 2147483646 w 62"/>
              <a:gd name="T53" fmla="*/ 2147483646 h 54"/>
              <a:gd name="T54" fmla="*/ 2147483646 w 62"/>
              <a:gd name="T55" fmla="*/ 2147483646 h 54"/>
              <a:gd name="T56" fmla="*/ 2147483646 w 62"/>
              <a:gd name="T57" fmla="*/ 2147483646 h 54"/>
              <a:gd name="T58" fmla="*/ 2147483646 w 62"/>
              <a:gd name="T59" fmla="*/ 2147483646 h 54"/>
              <a:gd name="T60" fmla="*/ 2147483646 w 62"/>
              <a:gd name="T61" fmla="*/ 2147483646 h 54"/>
              <a:gd name="T62" fmla="*/ 2147483646 w 62"/>
              <a:gd name="T63" fmla="*/ 2147483646 h 54"/>
              <a:gd name="T64" fmla="*/ 2147483646 w 62"/>
              <a:gd name="T65" fmla="*/ 2147483646 h 54"/>
              <a:gd name="T66" fmla="*/ 2147483646 w 62"/>
              <a:gd name="T67" fmla="*/ 2147483646 h 54"/>
              <a:gd name="T68" fmla="*/ 2147483646 w 62"/>
              <a:gd name="T69" fmla="*/ 2147483646 h 54"/>
              <a:gd name="T70" fmla="*/ 2147483646 w 62"/>
              <a:gd name="T71" fmla="*/ 2147483646 h 54"/>
              <a:gd name="T72" fmla="*/ 2147483646 w 62"/>
              <a:gd name="T73" fmla="*/ 2147483646 h 5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2" h="54">
                <a:moveTo>
                  <a:pt x="34" y="2"/>
                </a:moveTo>
                <a:cubicBezTo>
                  <a:pt x="47" y="25"/>
                  <a:pt x="47" y="25"/>
                  <a:pt x="47" y="25"/>
                </a:cubicBezTo>
                <a:cubicBezTo>
                  <a:pt x="47" y="25"/>
                  <a:pt x="47" y="25"/>
                  <a:pt x="47" y="25"/>
                </a:cubicBezTo>
                <a:cubicBezTo>
                  <a:pt x="60" y="48"/>
                  <a:pt x="60" y="48"/>
                  <a:pt x="60" y="48"/>
                </a:cubicBezTo>
                <a:cubicBezTo>
                  <a:pt x="62" y="50"/>
                  <a:pt x="61" y="53"/>
                  <a:pt x="59" y="54"/>
                </a:cubicBezTo>
                <a:cubicBezTo>
                  <a:pt x="58" y="54"/>
                  <a:pt x="58" y="54"/>
                  <a:pt x="57" y="54"/>
                </a:cubicBezTo>
                <a:cubicBezTo>
                  <a:pt x="57" y="54"/>
                  <a:pt x="57" y="54"/>
                  <a:pt x="57" y="54"/>
                </a:cubicBezTo>
                <a:cubicBezTo>
                  <a:pt x="31" y="54"/>
                  <a:pt x="31" y="54"/>
                  <a:pt x="31" y="54"/>
                </a:cubicBezTo>
                <a:cubicBezTo>
                  <a:pt x="4" y="54"/>
                  <a:pt x="4" y="54"/>
                  <a:pt x="4" y="54"/>
                </a:cubicBezTo>
                <a:cubicBezTo>
                  <a:pt x="2" y="54"/>
                  <a:pt x="0" y="52"/>
                  <a:pt x="0" y="50"/>
                </a:cubicBezTo>
                <a:cubicBezTo>
                  <a:pt x="0" y="50"/>
                  <a:pt x="0" y="49"/>
                  <a:pt x="1" y="48"/>
                </a:cubicBezTo>
                <a:cubicBezTo>
                  <a:pt x="14" y="25"/>
                  <a:pt x="14" y="25"/>
                  <a:pt x="14" y="25"/>
                </a:cubicBezTo>
                <a:cubicBezTo>
                  <a:pt x="14" y="25"/>
                  <a:pt x="14" y="25"/>
                  <a:pt x="14" y="25"/>
                </a:cubicBezTo>
                <a:cubicBezTo>
                  <a:pt x="27" y="2"/>
                  <a:pt x="27" y="2"/>
                  <a:pt x="27" y="2"/>
                </a:cubicBezTo>
                <a:cubicBezTo>
                  <a:pt x="28" y="0"/>
                  <a:pt x="31" y="0"/>
                  <a:pt x="32" y="1"/>
                </a:cubicBezTo>
                <a:cubicBezTo>
                  <a:pt x="33" y="1"/>
                  <a:pt x="34" y="2"/>
                  <a:pt x="34" y="2"/>
                </a:cubicBezTo>
                <a:close/>
                <a:moveTo>
                  <a:pt x="27" y="21"/>
                </a:moveTo>
                <a:cubicBezTo>
                  <a:pt x="27" y="23"/>
                  <a:pt x="27" y="23"/>
                  <a:pt x="27" y="23"/>
                </a:cubicBezTo>
                <a:cubicBezTo>
                  <a:pt x="29" y="38"/>
                  <a:pt x="29" y="38"/>
                  <a:pt x="29" y="38"/>
                </a:cubicBezTo>
                <a:cubicBezTo>
                  <a:pt x="32" y="38"/>
                  <a:pt x="32" y="38"/>
                  <a:pt x="32" y="38"/>
                </a:cubicBezTo>
                <a:cubicBezTo>
                  <a:pt x="33" y="23"/>
                  <a:pt x="33" y="23"/>
                  <a:pt x="33" y="23"/>
                </a:cubicBezTo>
                <a:cubicBezTo>
                  <a:pt x="33" y="21"/>
                  <a:pt x="33" y="21"/>
                  <a:pt x="33" y="21"/>
                </a:cubicBezTo>
                <a:cubicBezTo>
                  <a:pt x="27" y="21"/>
                  <a:pt x="27" y="21"/>
                  <a:pt x="27" y="21"/>
                </a:cubicBezTo>
                <a:close/>
                <a:moveTo>
                  <a:pt x="30" y="45"/>
                </a:moveTo>
                <a:cubicBezTo>
                  <a:pt x="32" y="45"/>
                  <a:pt x="33" y="43"/>
                  <a:pt x="33" y="42"/>
                </a:cubicBezTo>
                <a:cubicBezTo>
                  <a:pt x="33" y="41"/>
                  <a:pt x="32" y="40"/>
                  <a:pt x="30" y="40"/>
                </a:cubicBezTo>
                <a:cubicBezTo>
                  <a:pt x="29" y="40"/>
                  <a:pt x="28" y="41"/>
                  <a:pt x="28" y="42"/>
                </a:cubicBezTo>
                <a:cubicBezTo>
                  <a:pt x="28" y="43"/>
                  <a:pt x="29" y="45"/>
                  <a:pt x="30" y="45"/>
                </a:cubicBezTo>
                <a:close/>
                <a:moveTo>
                  <a:pt x="40" y="29"/>
                </a:moveTo>
                <a:cubicBezTo>
                  <a:pt x="31" y="12"/>
                  <a:pt x="31" y="12"/>
                  <a:pt x="31" y="12"/>
                </a:cubicBezTo>
                <a:cubicBezTo>
                  <a:pt x="21" y="29"/>
                  <a:pt x="21" y="29"/>
                  <a:pt x="21" y="29"/>
                </a:cubicBezTo>
                <a:cubicBezTo>
                  <a:pt x="21" y="29"/>
                  <a:pt x="21" y="29"/>
                  <a:pt x="21" y="29"/>
                </a:cubicBezTo>
                <a:cubicBezTo>
                  <a:pt x="11" y="46"/>
                  <a:pt x="11" y="46"/>
                  <a:pt x="11" y="46"/>
                </a:cubicBezTo>
                <a:cubicBezTo>
                  <a:pt x="31" y="46"/>
                  <a:pt x="31" y="46"/>
                  <a:pt x="31" y="46"/>
                </a:cubicBezTo>
                <a:cubicBezTo>
                  <a:pt x="50" y="46"/>
                  <a:pt x="50" y="46"/>
                  <a:pt x="50" y="46"/>
                </a:cubicBezTo>
                <a:cubicBezTo>
                  <a:pt x="40" y="29"/>
                  <a:pt x="40" y="29"/>
                  <a:pt x="40" y="29"/>
                </a:cubicBezTo>
                <a:cubicBezTo>
                  <a:pt x="40" y="29"/>
                  <a:pt x="40" y="29"/>
                  <a:pt x="40" y="2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43" name="Freeform 79">
            <a:extLst>
              <a:ext uri="{FF2B5EF4-FFF2-40B4-BE49-F238E27FC236}">
                <a16:creationId xmlns="" xmlns:a16="http://schemas.microsoft.com/office/drawing/2014/main" id="{1A4DDE2F-4DB2-4278-AD08-338077026355}"/>
              </a:ext>
            </a:extLst>
          </p:cNvPr>
          <p:cNvSpPr>
            <a:spLocks noEditPoints="1"/>
          </p:cNvSpPr>
          <p:nvPr/>
        </p:nvSpPr>
        <p:spPr bwMode="auto">
          <a:xfrm>
            <a:off x="4157166" y="3279031"/>
            <a:ext cx="688975" cy="515937"/>
          </a:xfrm>
          <a:custGeom>
            <a:avLst/>
            <a:gdLst>
              <a:gd name="T0" fmla="*/ 2147483646 w 68"/>
              <a:gd name="T1" fmla="*/ 0 h 51"/>
              <a:gd name="T2" fmla="*/ 2147483646 w 68"/>
              <a:gd name="T3" fmla="*/ 0 h 51"/>
              <a:gd name="T4" fmla="*/ 2147483646 w 68"/>
              <a:gd name="T5" fmla="*/ 2147483646 h 51"/>
              <a:gd name="T6" fmla="*/ 2147483646 w 68"/>
              <a:gd name="T7" fmla="*/ 2147483646 h 51"/>
              <a:gd name="T8" fmla="*/ 2147483646 w 68"/>
              <a:gd name="T9" fmla="*/ 2147483646 h 51"/>
              <a:gd name="T10" fmla="*/ 2147483646 w 68"/>
              <a:gd name="T11" fmla="*/ 2147483646 h 51"/>
              <a:gd name="T12" fmla="*/ 2147483646 w 68"/>
              <a:gd name="T13" fmla="*/ 0 h 51"/>
              <a:gd name="T14" fmla="*/ 2147483646 w 68"/>
              <a:gd name="T15" fmla="*/ 0 h 51"/>
              <a:gd name="T16" fmla="*/ 2147483646 w 68"/>
              <a:gd name="T17" fmla="*/ 2147483646 h 51"/>
              <a:gd name="T18" fmla="*/ 2147483646 w 68"/>
              <a:gd name="T19" fmla="*/ 2147483646 h 51"/>
              <a:gd name="T20" fmla="*/ 2147483646 w 68"/>
              <a:gd name="T21" fmla="*/ 2147483646 h 51"/>
              <a:gd name="T22" fmla="*/ 2147483646 w 68"/>
              <a:gd name="T23" fmla="*/ 2147483646 h 51"/>
              <a:gd name="T24" fmla="*/ 2147483646 w 68"/>
              <a:gd name="T25" fmla="*/ 2147483646 h 51"/>
              <a:gd name="T26" fmla="*/ 2147483646 w 68"/>
              <a:gd name="T27" fmla="*/ 2147483646 h 51"/>
              <a:gd name="T28" fmla="*/ 2147483646 w 68"/>
              <a:gd name="T29" fmla="*/ 2147483646 h 51"/>
              <a:gd name="T30" fmla="*/ 2147483646 w 68"/>
              <a:gd name="T31" fmla="*/ 2147483646 h 51"/>
              <a:gd name="T32" fmla="*/ 2147483646 w 68"/>
              <a:gd name="T33" fmla="*/ 2147483646 h 51"/>
              <a:gd name="T34" fmla="*/ 2147483646 w 68"/>
              <a:gd name="T35" fmla="*/ 2147483646 h 51"/>
              <a:gd name="T36" fmla="*/ 0 w 68"/>
              <a:gd name="T37" fmla="*/ 2147483646 h 51"/>
              <a:gd name="T38" fmla="*/ 0 w 68"/>
              <a:gd name="T39" fmla="*/ 2147483646 h 51"/>
              <a:gd name="T40" fmla="*/ 2147483646 w 68"/>
              <a:gd name="T41" fmla="*/ 0 h 51"/>
              <a:gd name="T42" fmla="*/ 2147483646 w 68"/>
              <a:gd name="T43" fmla="*/ 2147483646 h 51"/>
              <a:gd name="T44" fmla="*/ 2147483646 w 68"/>
              <a:gd name="T45" fmla="*/ 2147483646 h 51"/>
              <a:gd name="T46" fmla="*/ 2147483646 w 68"/>
              <a:gd name="T47" fmla="*/ 2147483646 h 51"/>
              <a:gd name="T48" fmla="*/ 2147483646 w 68"/>
              <a:gd name="T49" fmla="*/ 2147483646 h 51"/>
              <a:gd name="T50" fmla="*/ 2147483646 w 68"/>
              <a:gd name="T51" fmla="*/ 2147483646 h 51"/>
              <a:gd name="T52" fmla="*/ 2147483646 w 68"/>
              <a:gd name="T53" fmla="*/ 2147483646 h 51"/>
              <a:gd name="T54" fmla="*/ 2147483646 w 68"/>
              <a:gd name="T55" fmla="*/ 2147483646 h 51"/>
              <a:gd name="T56" fmla="*/ 2147483646 w 68"/>
              <a:gd name="T57" fmla="*/ 2147483646 h 51"/>
              <a:gd name="T58" fmla="*/ 2147483646 w 68"/>
              <a:gd name="T59" fmla="*/ 2147483646 h 51"/>
              <a:gd name="T60" fmla="*/ 2147483646 w 68"/>
              <a:gd name="T61" fmla="*/ 2147483646 h 51"/>
              <a:gd name="T62" fmla="*/ 2147483646 w 68"/>
              <a:gd name="T63" fmla="*/ 2147483646 h 51"/>
              <a:gd name="T64" fmla="*/ 2147483646 w 68"/>
              <a:gd name="T65" fmla="*/ 2147483646 h 51"/>
              <a:gd name="T66" fmla="*/ 2147483646 w 68"/>
              <a:gd name="T67" fmla="*/ 2147483646 h 51"/>
              <a:gd name="T68" fmla="*/ 2147483646 w 68"/>
              <a:gd name="T69" fmla="*/ 2147483646 h 51"/>
              <a:gd name="T70" fmla="*/ 2147483646 w 68"/>
              <a:gd name="T71" fmla="*/ 2147483646 h 51"/>
              <a:gd name="T72" fmla="*/ 2147483646 w 68"/>
              <a:gd name="T73" fmla="*/ 2147483646 h 51"/>
              <a:gd name="T74" fmla="*/ 2147483646 w 68"/>
              <a:gd name="T75" fmla="*/ 2147483646 h 51"/>
              <a:gd name="T76" fmla="*/ 2147483646 w 68"/>
              <a:gd name="T77" fmla="*/ 2147483646 h 51"/>
              <a:gd name="T78" fmla="*/ 2147483646 w 68"/>
              <a:gd name="T79" fmla="*/ 2147483646 h 51"/>
              <a:gd name="T80" fmla="*/ 2147483646 w 68"/>
              <a:gd name="T81" fmla="*/ 2147483646 h 51"/>
              <a:gd name="T82" fmla="*/ 2147483646 w 68"/>
              <a:gd name="T83" fmla="*/ 2147483646 h 51"/>
              <a:gd name="T84" fmla="*/ 2147483646 w 68"/>
              <a:gd name="T85" fmla="*/ 2147483646 h 51"/>
              <a:gd name="T86" fmla="*/ 2147483646 w 68"/>
              <a:gd name="T87" fmla="*/ 2147483646 h 51"/>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68" h="51">
                <a:moveTo>
                  <a:pt x="7" y="0"/>
                </a:moveTo>
                <a:cubicBezTo>
                  <a:pt x="8" y="0"/>
                  <a:pt x="8" y="0"/>
                  <a:pt x="8" y="0"/>
                </a:cubicBezTo>
                <a:cubicBezTo>
                  <a:pt x="8" y="11"/>
                  <a:pt x="8" y="11"/>
                  <a:pt x="8" y="11"/>
                </a:cubicBezTo>
                <a:cubicBezTo>
                  <a:pt x="8" y="14"/>
                  <a:pt x="11" y="17"/>
                  <a:pt x="14" y="17"/>
                </a:cubicBezTo>
                <a:cubicBezTo>
                  <a:pt x="36" y="17"/>
                  <a:pt x="36" y="17"/>
                  <a:pt x="36" y="17"/>
                </a:cubicBezTo>
                <a:cubicBezTo>
                  <a:pt x="39" y="17"/>
                  <a:pt x="41" y="14"/>
                  <a:pt x="41" y="11"/>
                </a:cubicBezTo>
                <a:cubicBezTo>
                  <a:pt x="41" y="0"/>
                  <a:pt x="41" y="0"/>
                  <a:pt x="41" y="0"/>
                </a:cubicBezTo>
                <a:cubicBezTo>
                  <a:pt x="43" y="0"/>
                  <a:pt x="43" y="0"/>
                  <a:pt x="43" y="0"/>
                </a:cubicBezTo>
                <a:cubicBezTo>
                  <a:pt x="51" y="9"/>
                  <a:pt x="51" y="9"/>
                  <a:pt x="51" y="9"/>
                </a:cubicBezTo>
                <a:cubicBezTo>
                  <a:pt x="51" y="13"/>
                  <a:pt x="51" y="13"/>
                  <a:pt x="51" y="13"/>
                </a:cubicBezTo>
                <a:cubicBezTo>
                  <a:pt x="51" y="13"/>
                  <a:pt x="51" y="13"/>
                  <a:pt x="51" y="13"/>
                </a:cubicBezTo>
                <a:cubicBezTo>
                  <a:pt x="51" y="22"/>
                  <a:pt x="51" y="22"/>
                  <a:pt x="51" y="22"/>
                </a:cubicBezTo>
                <a:cubicBezTo>
                  <a:pt x="40" y="22"/>
                  <a:pt x="40" y="22"/>
                  <a:pt x="40" y="22"/>
                </a:cubicBezTo>
                <a:cubicBezTo>
                  <a:pt x="40" y="39"/>
                  <a:pt x="40" y="39"/>
                  <a:pt x="40" y="39"/>
                </a:cubicBezTo>
                <a:cubicBezTo>
                  <a:pt x="51" y="39"/>
                  <a:pt x="51" y="39"/>
                  <a:pt x="51" y="39"/>
                </a:cubicBezTo>
                <a:cubicBezTo>
                  <a:pt x="51" y="44"/>
                  <a:pt x="51" y="44"/>
                  <a:pt x="51" y="44"/>
                </a:cubicBezTo>
                <a:cubicBezTo>
                  <a:pt x="51" y="48"/>
                  <a:pt x="48" y="51"/>
                  <a:pt x="44" y="51"/>
                </a:cubicBezTo>
                <a:cubicBezTo>
                  <a:pt x="7" y="51"/>
                  <a:pt x="7" y="51"/>
                  <a:pt x="7" y="51"/>
                </a:cubicBezTo>
                <a:cubicBezTo>
                  <a:pt x="3" y="51"/>
                  <a:pt x="0" y="47"/>
                  <a:pt x="0" y="43"/>
                </a:cubicBezTo>
                <a:cubicBezTo>
                  <a:pt x="0" y="7"/>
                  <a:pt x="0" y="7"/>
                  <a:pt x="0" y="7"/>
                </a:cubicBezTo>
                <a:cubicBezTo>
                  <a:pt x="0" y="3"/>
                  <a:pt x="3" y="0"/>
                  <a:pt x="7" y="0"/>
                </a:cubicBezTo>
                <a:close/>
                <a:moveTo>
                  <a:pt x="44" y="35"/>
                </a:moveTo>
                <a:cubicBezTo>
                  <a:pt x="56" y="35"/>
                  <a:pt x="56" y="35"/>
                  <a:pt x="56" y="35"/>
                </a:cubicBezTo>
                <a:cubicBezTo>
                  <a:pt x="56" y="40"/>
                  <a:pt x="56" y="40"/>
                  <a:pt x="56" y="40"/>
                </a:cubicBezTo>
                <a:cubicBezTo>
                  <a:pt x="68" y="30"/>
                  <a:pt x="68" y="30"/>
                  <a:pt x="68" y="30"/>
                </a:cubicBezTo>
                <a:cubicBezTo>
                  <a:pt x="56" y="21"/>
                  <a:pt x="56" y="21"/>
                  <a:pt x="56" y="21"/>
                </a:cubicBezTo>
                <a:cubicBezTo>
                  <a:pt x="56" y="26"/>
                  <a:pt x="56" y="26"/>
                  <a:pt x="56" y="26"/>
                </a:cubicBezTo>
                <a:cubicBezTo>
                  <a:pt x="44" y="26"/>
                  <a:pt x="44" y="26"/>
                  <a:pt x="44" y="26"/>
                </a:cubicBezTo>
                <a:cubicBezTo>
                  <a:pt x="44" y="35"/>
                  <a:pt x="44" y="35"/>
                  <a:pt x="44" y="35"/>
                </a:cubicBezTo>
                <a:close/>
                <a:moveTo>
                  <a:pt x="14" y="2"/>
                </a:moveTo>
                <a:cubicBezTo>
                  <a:pt x="14" y="12"/>
                  <a:pt x="14" y="12"/>
                  <a:pt x="14" y="12"/>
                </a:cubicBezTo>
                <a:cubicBezTo>
                  <a:pt x="20" y="12"/>
                  <a:pt x="20" y="12"/>
                  <a:pt x="20" y="12"/>
                </a:cubicBezTo>
                <a:cubicBezTo>
                  <a:pt x="20" y="2"/>
                  <a:pt x="20" y="2"/>
                  <a:pt x="20" y="2"/>
                </a:cubicBezTo>
                <a:cubicBezTo>
                  <a:pt x="14" y="2"/>
                  <a:pt x="14" y="2"/>
                  <a:pt x="14" y="2"/>
                </a:cubicBezTo>
                <a:close/>
                <a:moveTo>
                  <a:pt x="5" y="42"/>
                </a:moveTo>
                <a:cubicBezTo>
                  <a:pt x="5" y="45"/>
                  <a:pt x="5" y="45"/>
                  <a:pt x="5" y="45"/>
                </a:cubicBezTo>
                <a:cubicBezTo>
                  <a:pt x="8" y="45"/>
                  <a:pt x="8" y="45"/>
                  <a:pt x="8" y="45"/>
                </a:cubicBezTo>
                <a:cubicBezTo>
                  <a:pt x="8" y="42"/>
                  <a:pt x="8" y="42"/>
                  <a:pt x="8" y="42"/>
                </a:cubicBezTo>
                <a:cubicBezTo>
                  <a:pt x="5" y="42"/>
                  <a:pt x="5" y="42"/>
                  <a:pt x="5" y="42"/>
                </a:cubicBezTo>
                <a:close/>
                <a:moveTo>
                  <a:pt x="43" y="42"/>
                </a:moveTo>
                <a:cubicBezTo>
                  <a:pt x="43" y="45"/>
                  <a:pt x="43" y="45"/>
                  <a:pt x="43" y="45"/>
                </a:cubicBezTo>
                <a:cubicBezTo>
                  <a:pt x="46" y="45"/>
                  <a:pt x="46" y="45"/>
                  <a:pt x="46" y="45"/>
                </a:cubicBezTo>
                <a:cubicBezTo>
                  <a:pt x="46" y="42"/>
                  <a:pt x="46" y="42"/>
                  <a:pt x="46" y="42"/>
                </a:cubicBezTo>
                <a:lnTo>
                  <a:pt x="43"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44" name="Freeform 80">
            <a:extLst>
              <a:ext uri="{FF2B5EF4-FFF2-40B4-BE49-F238E27FC236}">
                <a16:creationId xmlns="" xmlns:a16="http://schemas.microsoft.com/office/drawing/2014/main" id="{30C24F88-0BBD-4736-BE30-D2173B6BAE7A}"/>
              </a:ext>
            </a:extLst>
          </p:cNvPr>
          <p:cNvSpPr>
            <a:spLocks noEditPoints="1"/>
          </p:cNvSpPr>
          <p:nvPr/>
        </p:nvSpPr>
        <p:spPr bwMode="auto">
          <a:xfrm>
            <a:off x="9529266" y="2274143"/>
            <a:ext cx="703263" cy="476250"/>
          </a:xfrm>
          <a:custGeom>
            <a:avLst/>
            <a:gdLst>
              <a:gd name="T0" fmla="*/ 2147483646 w 69"/>
              <a:gd name="T1" fmla="*/ 2147483646 h 47"/>
              <a:gd name="T2" fmla="*/ 2147483646 w 69"/>
              <a:gd name="T3" fmla="*/ 2147483646 h 47"/>
              <a:gd name="T4" fmla="*/ 2147483646 w 69"/>
              <a:gd name="T5" fmla="*/ 2147483646 h 47"/>
              <a:gd name="T6" fmla="*/ 2147483646 w 69"/>
              <a:gd name="T7" fmla="*/ 2147483646 h 47"/>
              <a:gd name="T8" fmla="*/ 2147483646 w 69"/>
              <a:gd name="T9" fmla="*/ 2147483646 h 47"/>
              <a:gd name="T10" fmla="*/ 2147483646 w 69"/>
              <a:gd name="T11" fmla="*/ 2147483646 h 47"/>
              <a:gd name="T12" fmla="*/ 2147483646 w 69"/>
              <a:gd name="T13" fmla="*/ 2147483646 h 47"/>
              <a:gd name="T14" fmla="*/ 2147483646 w 69"/>
              <a:gd name="T15" fmla="*/ 2147483646 h 47"/>
              <a:gd name="T16" fmla="*/ 2147483646 w 69"/>
              <a:gd name="T17" fmla="*/ 2147483646 h 47"/>
              <a:gd name="T18" fmla="*/ 2147483646 w 69"/>
              <a:gd name="T19" fmla="*/ 2147483646 h 47"/>
              <a:gd name="T20" fmla="*/ 2147483646 w 69"/>
              <a:gd name="T21" fmla="*/ 2147483646 h 47"/>
              <a:gd name="T22" fmla="*/ 2147483646 w 69"/>
              <a:gd name="T23" fmla="*/ 2147483646 h 47"/>
              <a:gd name="T24" fmla="*/ 2147483646 w 69"/>
              <a:gd name="T25" fmla="*/ 2147483646 h 47"/>
              <a:gd name="T26" fmla="*/ 2147483646 w 69"/>
              <a:gd name="T27" fmla="*/ 2147483646 h 47"/>
              <a:gd name="T28" fmla="*/ 2147483646 w 69"/>
              <a:gd name="T29" fmla="*/ 2147483646 h 47"/>
              <a:gd name="T30" fmla="*/ 2147483646 w 69"/>
              <a:gd name="T31" fmla="*/ 2147483646 h 47"/>
              <a:gd name="T32" fmla="*/ 2147483646 w 69"/>
              <a:gd name="T33" fmla="*/ 2147483646 h 47"/>
              <a:gd name="T34" fmla="*/ 2147483646 w 69"/>
              <a:gd name="T35" fmla="*/ 2147483646 h 47"/>
              <a:gd name="T36" fmla="*/ 2147483646 w 69"/>
              <a:gd name="T37" fmla="*/ 2147483646 h 47"/>
              <a:gd name="T38" fmla="*/ 2147483646 w 69"/>
              <a:gd name="T39" fmla="*/ 2147483646 h 47"/>
              <a:gd name="T40" fmla="*/ 2147483646 w 69"/>
              <a:gd name="T41" fmla="*/ 2147483646 h 47"/>
              <a:gd name="T42" fmla="*/ 2147483646 w 69"/>
              <a:gd name="T43" fmla="*/ 2147483646 h 47"/>
              <a:gd name="T44" fmla="*/ 2147483646 w 69"/>
              <a:gd name="T45" fmla="*/ 2147483646 h 47"/>
              <a:gd name="T46" fmla="*/ 2147483646 w 69"/>
              <a:gd name="T47" fmla="*/ 2147483646 h 47"/>
              <a:gd name="T48" fmla="*/ 2147483646 w 69"/>
              <a:gd name="T49" fmla="*/ 2147483646 h 47"/>
              <a:gd name="T50" fmla="*/ 2147483646 w 69"/>
              <a:gd name="T51" fmla="*/ 2147483646 h 47"/>
              <a:gd name="T52" fmla="*/ 0 w 69"/>
              <a:gd name="T53" fmla="*/ 2147483646 h 47"/>
              <a:gd name="T54" fmla="*/ 0 w 69"/>
              <a:gd name="T55" fmla="*/ 2147483646 h 47"/>
              <a:gd name="T56" fmla="*/ 2147483646 w 69"/>
              <a:gd name="T57" fmla="*/ 2147483646 h 47"/>
              <a:gd name="T58" fmla="*/ 2147483646 w 69"/>
              <a:gd name="T59" fmla="*/ 0 h 47"/>
              <a:gd name="T60" fmla="*/ 2147483646 w 69"/>
              <a:gd name="T61" fmla="*/ 0 h 47"/>
              <a:gd name="T62" fmla="*/ 2147483646 w 69"/>
              <a:gd name="T63" fmla="*/ 2147483646 h 47"/>
              <a:gd name="T64" fmla="*/ 2147483646 w 69"/>
              <a:gd name="T65" fmla="*/ 2147483646 h 47"/>
              <a:gd name="T66" fmla="*/ 2147483646 w 69"/>
              <a:gd name="T67" fmla="*/ 0 h 47"/>
              <a:gd name="T68" fmla="*/ 2147483646 w 69"/>
              <a:gd name="T69" fmla="*/ 2147483646 h 47"/>
              <a:gd name="T70" fmla="*/ 2147483646 w 69"/>
              <a:gd name="T71" fmla="*/ 2147483646 h 47"/>
              <a:gd name="T72" fmla="*/ 2147483646 w 69"/>
              <a:gd name="T73" fmla="*/ 2147483646 h 47"/>
              <a:gd name="T74" fmla="*/ 2147483646 w 69"/>
              <a:gd name="T75" fmla="*/ 2147483646 h 47"/>
              <a:gd name="T76" fmla="*/ 2147483646 w 69"/>
              <a:gd name="T77" fmla="*/ 2147483646 h 47"/>
              <a:gd name="T78" fmla="*/ 2147483646 w 69"/>
              <a:gd name="T79" fmla="*/ 2147483646 h 47"/>
              <a:gd name="T80" fmla="*/ 2147483646 w 69"/>
              <a:gd name="T81" fmla="*/ 2147483646 h 47"/>
              <a:gd name="T82" fmla="*/ 2147483646 w 69"/>
              <a:gd name="T83" fmla="*/ 2147483646 h 47"/>
              <a:gd name="T84" fmla="*/ 2147483646 w 69"/>
              <a:gd name="T85" fmla="*/ 2147483646 h 47"/>
              <a:gd name="T86" fmla="*/ 2147483646 w 69"/>
              <a:gd name="T87" fmla="*/ 2147483646 h 47"/>
              <a:gd name="T88" fmla="*/ 2147483646 w 69"/>
              <a:gd name="T89" fmla="*/ 2147483646 h 47"/>
              <a:gd name="T90" fmla="*/ 2147483646 w 69"/>
              <a:gd name="T91" fmla="*/ 2147483646 h 47"/>
              <a:gd name="T92" fmla="*/ 2147483646 w 69"/>
              <a:gd name="T93" fmla="*/ 2147483646 h 47"/>
              <a:gd name="T94" fmla="*/ 2147483646 w 69"/>
              <a:gd name="T95" fmla="*/ 2147483646 h 47"/>
              <a:gd name="T96" fmla="*/ 2147483646 w 69"/>
              <a:gd name="T97" fmla="*/ 2147483646 h 47"/>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69" h="47">
                <a:moveTo>
                  <a:pt x="4" y="20"/>
                </a:moveTo>
                <a:cubicBezTo>
                  <a:pt x="11" y="35"/>
                  <a:pt x="11" y="35"/>
                  <a:pt x="11" y="35"/>
                </a:cubicBezTo>
                <a:cubicBezTo>
                  <a:pt x="14" y="35"/>
                  <a:pt x="14" y="35"/>
                  <a:pt x="14" y="35"/>
                </a:cubicBezTo>
                <a:cubicBezTo>
                  <a:pt x="14" y="38"/>
                  <a:pt x="15" y="41"/>
                  <a:pt x="18" y="43"/>
                </a:cubicBezTo>
                <a:cubicBezTo>
                  <a:pt x="20" y="46"/>
                  <a:pt x="23" y="47"/>
                  <a:pt x="27" y="47"/>
                </a:cubicBezTo>
                <a:cubicBezTo>
                  <a:pt x="30" y="47"/>
                  <a:pt x="34" y="46"/>
                  <a:pt x="36" y="43"/>
                </a:cubicBezTo>
                <a:cubicBezTo>
                  <a:pt x="37" y="42"/>
                  <a:pt x="38" y="41"/>
                  <a:pt x="39" y="39"/>
                </a:cubicBezTo>
                <a:cubicBezTo>
                  <a:pt x="41" y="43"/>
                  <a:pt x="41" y="43"/>
                  <a:pt x="41" y="43"/>
                </a:cubicBezTo>
                <a:cubicBezTo>
                  <a:pt x="42" y="44"/>
                  <a:pt x="42" y="44"/>
                  <a:pt x="42" y="44"/>
                </a:cubicBezTo>
                <a:cubicBezTo>
                  <a:pt x="43" y="44"/>
                  <a:pt x="43" y="44"/>
                  <a:pt x="43" y="44"/>
                </a:cubicBezTo>
                <a:cubicBezTo>
                  <a:pt x="46" y="43"/>
                  <a:pt x="46" y="43"/>
                  <a:pt x="46" y="43"/>
                </a:cubicBezTo>
                <a:cubicBezTo>
                  <a:pt x="48" y="43"/>
                  <a:pt x="48" y="43"/>
                  <a:pt x="48" y="43"/>
                </a:cubicBezTo>
                <a:cubicBezTo>
                  <a:pt x="48" y="41"/>
                  <a:pt x="48" y="41"/>
                  <a:pt x="48" y="41"/>
                </a:cubicBezTo>
                <a:cubicBezTo>
                  <a:pt x="49" y="21"/>
                  <a:pt x="49" y="21"/>
                  <a:pt x="49" y="21"/>
                </a:cubicBezTo>
                <a:cubicBezTo>
                  <a:pt x="57" y="17"/>
                  <a:pt x="57" y="17"/>
                  <a:pt x="57" y="17"/>
                </a:cubicBezTo>
                <a:cubicBezTo>
                  <a:pt x="58" y="19"/>
                  <a:pt x="58" y="19"/>
                  <a:pt x="58" y="19"/>
                </a:cubicBezTo>
                <a:cubicBezTo>
                  <a:pt x="60" y="18"/>
                  <a:pt x="60" y="18"/>
                  <a:pt x="60" y="18"/>
                </a:cubicBezTo>
                <a:cubicBezTo>
                  <a:pt x="60" y="17"/>
                  <a:pt x="60" y="17"/>
                  <a:pt x="60" y="17"/>
                </a:cubicBezTo>
                <a:cubicBezTo>
                  <a:pt x="69" y="12"/>
                  <a:pt x="69" y="12"/>
                  <a:pt x="69" y="12"/>
                </a:cubicBezTo>
                <a:cubicBezTo>
                  <a:pt x="66" y="7"/>
                  <a:pt x="66" y="7"/>
                  <a:pt x="66" y="7"/>
                </a:cubicBezTo>
                <a:cubicBezTo>
                  <a:pt x="57" y="11"/>
                  <a:pt x="57" y="11"/>
                  <a:pt x="57" y="11"/>
                </a:cubicBezTo>
                <a:cubicBezTo>
                  <a:pt x="56" y="9"/>
                  <a:pt x="56" y="9"/>
                  <a:pt x="56" y="9"/>
                </a:cubicBezTo>
                <a:cubicBezTo>
                  <a:pt x="54" y="10"/>
                  <a:pt x="54" y="10"/>
                  <a:pt x="54" y="10"/>
                </a:cubicBezTo>
                <a:cubicBezTo>
                  <a:pt x="55" y="13"/>
                  <a:pt x="55" y="13"/>
                  <a:pt x="55" y="13"/>
                </a:cubicBezTo>
                <a:cubicBezTo>
                  <a:pt x="48" y="16"/>
                  <a:pt x="48" y="16"/>
                  <a:pt x="48" y="16"/>
                </a:cubicBezTo>
                <a:cubicBezTo>
                  <a:pt x="48" y="13"/>
                  <a:pt x="48" y="13"/>
                  <a:pt x="48" y="13"/>
                </a:cubicBezTo>
                <a:cubicBezTo>
                  <a:pt x="0" y="13"/>
                  <a:pt x="0" y="13"/>
                  <a:pt x="0" y="13"/>
                </a:cubicBezTo>
                <a:cubicBezTo>
                  <a:pt x="0" y="20"/>
                  <a:pt x="0" y="20"/>
                  <a:pt x="0" y="20"/>
                </a:cubicBezTo>
                <a:cubicBezTo>
                  <a:pt x="4" y="20"/>
                  <a:pt x="4" y="20"/>
                  <a:pt x="4" y="20"/>
                </a:cubicBezTo>
                <a:close/>
                <a:moveTo>
                  <a:pt x="22" y="0"/>
                </a:moveTo>
                <a:cubicBezTo>
                  <a:pt x="28" y="0"/>
                  <a:pt x="28" y="0"/>
                  <a:pt x="28" y="0"/>
                </a:cubicBezTo>
                <a:cubicBezTo>
                  <a:pt x="41" y="11"/>
                  <a:pt x="41" y="11"/>
                  <a:pt x="41" y="11"/>
                </a:cubicBezTo>
                <a:cubicBezTo>
                  <a:pt x="8" y="11"/>
                  <a:pt x="8" y="11"/>
                  <a:pt x="8" y="11"/>
                </a:cubicBezTo>
                <a:cubicBezTo>
                  <a:pt x="22" y="0"/>
                  <a:pt x="22" y="0"/>
                  <a:pt x="22" y="0"/>
                </a:cubicBezTo>
                <a:close/>
                <a:moveTo>
                  <a:pt x="40" y="32"/>
                </a:moveTo>
                <a:cubicBezTo>
                  <a:pt x="40" y="32"/>
                  <a:pt x="40" y="32"/>
                  <a:pt x="40" y="31"/>
                </a:cubicBezTo>
                <a:cubicBezTo>
                  <a:pt x="44" y="31"/>
                  <a:pt x="44" y="31"/>
                  <a:pt x="44" y="31"/>
                </a:cubicBezTo>
                <a:cubicBezTo>
                  <a:pt x="44" y="40"/>
                  <a:pt x="44" y="40"/>
                  <a:pt x="44" y="40"/>
                </a:cubicBezTo>
                <a:cubicBezTo>
                  <a:pt x="44" y="40"/>
                  <a:pt x="44" y="40"/>
                  <a:pt x="44" y="40"/>
                </a:cubicBezTo>
                <a:cubicBezTo>
                  <a:pt x="40" y="32"/>
                  <a:pt x="40" y="32"/>
                  <a:pt x="40" y="32"/>
                </a:cubicBezTo>
                <a:close/>
                <a:moveTo>
                  <a:pt x="32" y="29"/>
                </a:moveTo>
                <a:cubicBezTo>
                  <a:pt x="33" y="31"/>
                  <a:pt x="34" y="32"/>
                  <a:pt x="34" y="34"/>
                </a:cubicBezTo>
                <a:cubicBezTo>
                  <a:pt x="34" y="36"/>
                  <a:pt x="33" y="38"/>
                  <a:pt x="32" y="39"/>
                </a:cubicBezTo>
                <a:cubicBezTo>
                  <a:pt x="30" y="40"/>
                  <a:pt x="29" y="41"/>
                  <a:pt x="27" y="41"/>
                </a:cubicBezTo>
                <a:cubicBezTo>
                  <a:pt x="25" y="41"/>
                  <a:pt x="23" y="40"/>
                  <a:pt x="22" y="39"/>
                </a:cubicBezTo>
                <a:cubicBezTo>
                  <a:pt x="21" y="38"/>
                  <a:pt x="20" y="36"/>
                  <a:pt x="20" y="34"/>
                </a:cubicBezTo>
                <a:cubicBezTo>
                  <a:pt x="20" y="32"/>
                  <a:pt x="21" y="31"/>
                  <a:pt x="22" y="29"/>
                </a:cubicBezTo>
                <a:cubicBezTo>
                  <a:pt x="23" y="28"/>
                  <a:pt x="25" y="27"/>
                  <a:pt x="27" y="27"/>
                </a:cubicBezTo>
                <a:cubicBezTo>
                  <a:pt x="29" y="27"/>
                  <a:pt x="30" y="28"/>
                  <a:pt x="32" y="2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45" name="Freeform 81">
            <a:extLst>
              <a:ext uri="{FF2B5EF4-FFF2-40B4-BE49-F238E27FC236}">
                <a16:creationId xmlns="" xmlns:a16="http://schemas.microsoft.com/office/drawing/2014/main" id="{CCEA36A8-6E5B-4A66-A2EB-0B30062F13B0}"/>
              </a:ext>
            </a:extLst>
          </p:cNvPr>
          <p:cNvSpPr>
            <a:spLocks noEditPoints="1"/>
          </p:cNvSpPr>
          <p:nvPr/>
        </p:nvSpPr>
        <p:spPr bwMode="auto">
          <a:xfrm>
            <a:off x="3112591" y="2151906"/>
            <a:ext cx="598488" cy="528637"/>
          </a:xfrm>
          <a:custGeom>
            <a:avLst/>
            <a:gdLst>
              <a:gd name="T0" fmla="*/ 2147483646 w 59"/>
              <a:gd name="T1" fmla="*/ 0 h 52"/>
              <a:gd name="T2" fmla="*/ 2147483646 w 59"/>
              <a:gd name="T3" fmla="*/ 2147483646 h 52"/>
              <a:gd name="T4" fmla="*/ 2147483646 w 59"/>
              <a:gd name="T5" fmla="*/ 2147483646 h 52"/>
              <a:gd name="T6" fmla="*/ 2147483646 w 59"/>
              <a:gd name="T7" fmla="*/ 2147483646 h 52"/>
              <a:gd name="T8" fmla="*/ 2147483646 w 59"/>
              <a:gd name="T9" fmla="*/ 2147483646 h 52"/>
              <a:gd name="T10" fmla="*/ 2147483646 w 59"/>
              <a:gd name="T11" fmla="*/ 2147483646 h 52"/>
              <a:gd name="T12" fmla="*/ 2147483646 w 59"/>
              <a:gd name="T13" fmla="*/ 2147483646 h 52"/>
              <a:gd name="T14" fmla="*/ 0 w 59"/>
              <a:gd name="T15" fmla="*/ 2147483646 h 52"/>
              <a:gd name="T16" fmla="*/ 2147483646 w 59"/>
              <a:gd name="T17" fmla="*/ 0 h 52"/>
              <a:gd name="T18" fmla="*/ 2147483646 w 59"/>
              <a:gd name="T19" fmla="*/ 2147483646 h 52"/>
              <a:gd name="T20" fmla="*/ 2147483646 w 59"/>
              <a:gd name="T21" fmla="*/ 2147483646 h 52"/>
              <a:gd name="T22" fmla="*/ 2147483646 w 59"/>
              <a:gd name="T23" fmla="*/ 2147483646 h 52"/>
              <a:gd name="T24" fmla="*/ 2147483646 w 59"/>
              <a:gd name="T25" fmla="*/ 2147483646 h 52"/>
              <a:gd name="T26" fmla="*/ 2147483646 w 59"/>
              <a:gd name="T27" fmla="*/ 2147483646 h 52"/>
              <a:gd name="T28" fmla="*/ 2147483646 w 59"/>
              <a:gd name="T29" fmla="*/ 2147483646 h 52"/>
              <a:gd name="T30" fmla="*/ 2147483646 w 59"/>
              <a:gd name="T31" fmla="*/ 2147483646 h 52"/>
              <a:gd name="T32" fmla="*/ 2147483646 w 59"/>
              <a:gd name="T33" fmla="*/ 2147483646 h 52"/>
              <a:gd name="T34" fmla="*/ 2147483646 w 59"/>
              <a:gd name="T35" fmla="*/ 2147483646 h 52"/>
              <a:gd name="T36" fmla="*/ 2147483646 w 59"/>
              <a:gd name="T37" fmla="*/ 2147483646 h 52"/>
              <a:gd name="T38" fmla="*/ 2147483646 w 59"/>
              <a:gd name="T39" fmla="*/ 2147483646 h 52"/>
              <a:gd name="T40" fmla="*/ 2147483646 w 59"/>
              <a:gd name="T41" fmla="*/ 2147483646 h 52"/>
              <a:gd name="T42" fmla="*/ 2147483646 w 59"/>
              <a:gd name="T43" fmla="*/ 2147483646 h 52"/>
              <a:gd name="T44" fmla="*/ 2147483646 w 59"/>
              <a:gd name="T45" fmla="*/ 2147483646 h 52"/>
              <a:gd name="T46" fmla="*/ 2147483646 w 59"/>
              <a:gd name="T47" fmla="*/ 2147483646 h 52"/>
              <a:gd name="T48" fmla="*/ 2147483646 w 59"/>
              <a:gd name="T49" fmla="*/ 2147483646 h 52"/>
              <a:gd name="T50" fmla="*/ 2147483646 w 59"/>
              <a:gd name="T51" fmla="*/ 2147483646 h 52"/>
              <a:gd name="T52" fmla="*/ 2147483646 w 59"/>
              <a:gd name="T53" fmla="*/ 2147483646 h 52"/>
              <a:gd name="T54" fmla="*/ 2147483646 w 59"/>
              <a:gd name="T55" fmla="*/ 2147483646 h 52"/>
              <a:gd name="T56" fmla="*/ 2147483646 w 59"/>
              <a:gd name="T57" fmla="*/ 2147483646 h 52"/>
              <a:gd name="T58" fmla="*/ 2147483646 w 59"/>
              <a:gd name="T59" fmla="*/ 2147483646 h 52"/>
              <a:gd name="T60" fmla="*/ 2147483646 w 59"/>
              <a:gd name="T61" fmla="*/ 2147483646 h 52"/>
              <a:gd name="T62" fmla="*/ 2147483646 w 59"/>
              <a:gd name="T63" fmla="*/ 2147483646 h 52"/>
              <a:gd name="T64" fmla="*/ 2147483646 w 59"/>
              <a:gd name="T65" fmla="*/ 2147483646 h 52"/>
              <a:gd name="T66" fmla="*/ 2147483646 w 59"/>
              <a:gd name="T67" fmla="*/ 2147483646 h 52"/>
              <a:gd name="T68" fmla="*/ 2147483646 w 59"/>
              <a:gd name="T69" fmla="*/ 2147483646 h 52"/>
              <a:gd name="T70" fmla="*/ 2147483646 w 59"/>
              <a:gd name="T71" fmla="*/ 2147483646 h 52"/>
              <a:gd name="T72" fmla="*/ 2147483646 w 59"/>
              <a:gd name="T73" fmla="*/ 2147483646 h 52"/>
              <a:gd name="T74" fmla="*/ 2147483646 w 59"/>
              <a:gd name="T75" fmla="*/ 2147483646 h 52"/>
              <a:gd name="T76" fmla="*/ 2147483646 w 59"/>
              <a:gd name="T77" fmla="*/ 2147483646 h 52"/>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59" h="52">
                <a:moveTo>
                  <a:pt x="8" y="0"/>
                </a:moveTo>
                <a:cubicBezTo>
                  <a:pt x="50" y="0"/>
                  <a:pt x="50" y="0"/>
                  <a:pt x="50" y="0"/>
                </a:cubicBezTo>
                <a:cubicBezTo>
                  <a:pt x="52" y="0"/>
                  <a:pt x="52" y="0"/>
                  <a:pt x="52" y="0"/>
                </a:cubicBezTo>
                <a:cubicBezTo>
                  <a:pt x="52" y="2"/>
                  <a:pt x="52" y="2"/>
                  <a:pt x="52" y="2"/>
                </a:cubicBezTo>
                <a:cubicBezTo>
                  <a:pt x="59" y="35"/>
                  <a:pt x="59" y="35"/>
                  <a:pt x="59" y="35"/>
                </a:cubicBezTo>
                <a:cubicBezTo>
                  <a:pt x="57" y="43"/>
                  <a:pt x="57" y="43"/>
                  <a:pt x="57" y="43"/>
                </a:cubicBezTo>
                <a:cubicBezTo>
                  <a:pt x="35" y="43"/>
                  <a:pt x="35" y="43"/>
                  <a:pt x="35" y="43"/>
                </a:cubicBezTo>
                <a:cubicBezTo>
                  <a:pt x="35" y="47"/>
                  <a:pt x="35" y="47"/>
                  <a:pt x="35" y="47"/>
                </a:cubicBezTo>
                <a:cubicBezTo>
                  <a:pt x="42" y="47"/>
                  <a:pt x="42" y="47"/>
                  <a:pt x="42" y="47"/>
                </a:cubicBezTo>
                <a:cubicBezTo>
                  <a:pt x="42" y="52"/>
                  <a:pt x="42" y="52"/>
                  <a:pt x="42" y="52"/>
                </a:cubicBezTo>
                <a:cubicBezTo>
                  <a:pt x="17" y="52"/>
                  <a:pt x="17" y="52"/>
                  <a:pt x="17" y="52"/>
                </a:cubicBezTo>
                <a:cubicBezTo>
                  <a:pt x="17" y="47"/>
                  <a:pt x="17" y="47"/>
                  <a:pt x="17" y="47"/>
                </a:cubicBezTo>
                <a:cubicBezTo>
                  <a:pt x="24" y="47"/>
                  <a:pt x="24" y="47"/>
                  <a:pt x="24" y="47"/>
                </a:cubicBezTo>
                <a:cubicBezTo>
                  <a:pt x="24" y="43"/>
                  <a:pt x="24" y="43"/>
                  <a:pt x="24" y="43"/>
                </a:cubicBezTo>
                <a:cubicBezTo>
                  <a:pt x="2" y="43"/>
                  <a:pt x="2" y="43"/>
                  <a:pt x="2" y="43"/>
                </a:cubicBezTo>
                <a:cubicBezTo>
                  <a:pt x="0" y="35"/>
                  <a:pt x="0" y="35"/>
                  <a:pt x="0" y="35"/>
                </a:cubicBezTo>
                <a:cubicBezTo>
                  <a:pt x="6" y="2"/>
                  <a:pt x="6" y="2"/>
                  <a:pt x="6" y="2"/>
                </a:cubicBezTo>
                <a:cubicBezTo>
                  <a:pt x="6" y="0"/>
                  <a:pt x="6" y="0"/>
                  <a:pt x="6" y="0"/>
                </a:cubicBezTo>
                <a:cubicBezTo>
                  <a:pt x="8" y="0"/>
                  <a:pt x="8" y="0"/>
                  <a:pt x="8" y="0"/>
                </a:cubicBezTo>
                <a:close/>
                <a:moveTo>
                  <a:pt x="36" y="9"/>
                </a:moveTo>
                <a:cubicBezTo>
                  <a:pt x="36" y="10"/>
                  <a:pt x="36" y="11"/>
                  <a:pt x="36" y="13"/>
                </a:cubicBezTo>
                <a:cubicBezTo>
                  <a:pt x="36" y="14"/>
                  <a:pt x="36" y="15"/>
                  <a:pt x="36" y="17"/>
                </a:cubicBezTo>
                <a:cubicBezTo>
                  <a:pt x="38" y="17"/>
                  <a:pt x="40" y="17"/>
                  <a:pt x="41" y="17"/>
                </a:cubicBezTo>
                <a:cubicBezTo>
                  <a:pt x="43" y="17"/>
                  <a:pt x="45" y="17"/>
                  <a:pt x="46" y="17"/>
                </a:cubicBezTo>
                <a:cubicBezTo>
                  <a:pt x="46" y="15"/>
                  <a:pt x="46" y="14"/>
                  <a:pt x="46" y="13"/>
                </a:cubicBezTo>
                <a:cubicBezTo>
                  <a:pt x="45" y="11"/>
                  <a:pt x="45" y="10"/>
                  <a:pt x="45" y="9"/>
                </a:cubicBezTo>
                <a:cubicBezTo>
                  <a:pt x="43" y="9"/>
                  <a:pt x="42" y="9"/>
                  <a:pt x="40" y="9"/>
                </a:cubicBezTo>
                <a:cubicBezTo>
                  <a:pt x="39" y="9"/>
                  <a:pt x="37" y="9"/>
                  <a:pt x="36" y="9"/>
                </a:cubicBezTo>
                <a:close/>
                <a:moveTo>
                  <a:pt x="37" y="19"/>
                </a:moveTo>
                <a:cubicBezTo>
                  <a:pt x="37" y="21"/>
                  <a:pt x="37" y="23"/>
                  <a:pt x="37" y="24"/>
                </a:cubicBezTo>
                <a:cubicBezTo>
                  <a:pt x="37" y="26"/>
                  <a:pt x="37" y="28"/>
                  <a:pt x="37" y="30"/>
                </a:cubicBezTo>
                <a:cubicBezTo>
                  <a:pt x="39" y="30"/>
                  <a:pt x="41" y="30"/>
                  <a:pt x="43" y="30"/>
                </a:cubicBezTo>
                <a:cubicBezTo>
                  <a:pt x="45" y="30"/>
                  <a:pt x="47" y="30"/>
                  <a:pt x="49" y="30"/>
                </a:cubicBezTo>
                <a:cubicBezTo>
                  <a:pt x="48" y="28"/>
                  <a:pt x="48" y="26"/>
                  <a:pt x="48" y="24"/>
                </a:cubicBezTo>
                <a:cubicBezTo>
                  <a:pt x="47" y="23"/>
                  <a:pt x="47" y="21"/>
                  <a:pt x="47" y="19"/>
                </a:cubicBezTo>
                <a:cubicBezTo>
                  <a:pt x="45" y="19"/>
                  <a:pt x="43" y="19"/>
                  <a:pt x="42" y="19"/>
                </a:cubicBezTo>
                <a:cubicBezTo>
                  <a:pt x="40" y="19"/>
                  <a:pt x="38" y="19"/>
                  <a:pt x="37" y="19"/>
                </a:cubicBezTo>
                <a:close/>
                <a:moveTo>
                  <a:pt x="24" y="19"/>
                </a:moveTo>
                <a:cubicBezTo>
                  <a:pt x="24" y="21"/>
                  <a:pt x="24" y="23"/>
                  <a:pt x="24" y="24"/>
                </a:cubicBezTo>
                <a:cubicBezTo>
                  <a:pt x="24" y="26"/>
                  <a:pt x="24" y="28"/>
                  <a:pt x="24" y="30"/>
                </a:cubicBezTo>
                <a:cubicBezTo>
                  <a:pt x="26" y="30"/>
                  <a:pt x="28" y="30"/>
                  <a:pt x="30" y="30"/>
                </a:cubicBezTo>
                <a:cubicBezTo>
                  <a:pt x="31" y="30"/>
                  <a:pt x="33" y="30"/>
                  <a:pt x="35" y="30"/>
                </a:cubicBezTo>
                <a:cubicBezTo>
                  <a:pt x="35" y="28"/>
                  <a:pt x="35" y="26"/>
                  <a:pt x="35" y="24"/>
                </a:cubicBezTo>
                <a:cubicBezTo>
                  <a:pt x="35" y="23"/>
                  <a:pt x="35" y="21"/>
                  <a:pt x="35" y="19"/>
                </a:cubicBezTo>
                <a:cubicBezTo>
                  <a:pt x="33" y="19"/>
                  <a:pt x="31" y="19"/>
                  <a:pt x="30" y="19"/>
                </a:cubicBezTo>
                <a:cubicBezTo>
                  <a:pt x="28" y="19"/>
                  <a:pt x="26" y="19"/>
                  <a:pt x="24" y="19"/>
                </a:cubicBezTo>
                <a:close/>
                <a:moveTo>
                  <a:pt x="12" y="19"/>
                </a:moveTo>
                <a:cubicBezTo>
                  <a:pt x="12" y="21"/>
                  <a:pt x="12" y="23"/>
                  <a:pt x="12" y="24"/>
                </a:cubicBezTo>
                <a:cubicBezTo>
                  <a:pt x="11" y="26"/>
                  <a:pt x="11" y="28"/>
                  <a:pt x="11" y="30"/>
                </a:cubicBezTo>
                <a:cubicBezTo>
                  <a:pt x="13" y="30"/>
                  <a:pt x="14" y="30"/>
                  <a:pt x="16" y="30"/>
                </a:cubicBezTo>
                <a:cubicBezTo>
                  <a:pt x="18" y="30"/>
                  <a:pt x="20" y="30"/>
                  <a:pt x="22" y="30"/>
                </a:cubicBezTo>
                <a:cubicBezTo>
                  <a:pt x="22" y="28"/>
                  <a:pt x="22" y="26"/>
                  <a:pt x="22" y="24"/>
                </a:cubicBezTo>
                <a:cubicBezTo>
                  <a:pt x="22" y="23"/>
                  <a:pt x="22" y="21"/>
                  <a:pt x="23" y="19"/>
                </a:cubicBezTo>
                <a:cubicBezTo>
                  <a:pt x="21" y="19"/>
                  <a:pt x="19" y="19"/>
                  <a:pt x="17" y="19"/>
                </a:cubicBezTo>
                <a:cubicBezTo>
                  <a:pt x="16" y="19"/>
                  <a:pt x="14" y="19"/>
                  <a:pt x="12" y="19"/>
                </a:cubicBezTo>
                <a:close/>
                <a:moveTo>
                  <a:pt x="25" y="9"/>
                </a:moveTo>
                <a:cubicBezTo>
                  <a:pt x="25" y="10"/>
                  <a:pt x="25" y="11"/>
                  <a:pt x="25" y="13"/>
                </a:cubicBezTo>
                <a:cubicBezTo>
                  <a:pt x="25" y="14"/>
                  <a:pt x="25" y="15"/>
                  <a:pt x="25" y="17"/>
                </a:cubicBezTo>
                <a:cubicBezTo>
                  <a:pt x="26" y="17"/>
                  <a:pt x="28" y="17"/>
                  <a:pt x="30" y="17"/>
                </a:cubicBezTo>
                <a:cubicBezTo>
                  <a:pt x="31" y="17"/>
                  <a:pt x="33" y="17"/>
                  <a:pt x="35" y="17"/>
                </a:cubicBezTo>
                <a:cubicBezTo>
                  <a:pt x="34" y="15"/>
                  <a:pt x="34" y="14"/>
                  <a:pt x="34" y="13"/>
                </a:cubicBezTo>
                <a:cubicBezTo>
                  <a:pt x="34" y="11"/>
                  <a:pt x="34" y="10"/>
                  <a:pt x="34" y="9"/>
                </a:cubicBezTo>
                <a:cubicBezTo>
                  <a:pt x="33" y="9"/>
                  <a:pt x="31" y="9"/>
                  <a:pt x="29" y="9"/>
                </a:cubicBezTo>
                <a:cubicBezTo>
                  <a:pt x="28" y="9"/>
                  <a:pt x="26" y="9"/>
                  <a:pt x="25" y="9"/>
                </a:cubicBezTo>
                <a:close/>
                <a:moveTo>
                  <a:pt x="14" y="9"/>
                </a:moveTo>
                <a:cubicBezTo>
                  <a:pt x="14" y="10"/>
                  <a:pt x="14" y="11"/>
                  <a:pt x="13" y="13"/>
                </a:cubicBezTo>
                <a:cubicBezTo>
                  <a:pt x="13" y="14"/>
                  <a:pt x="13" y="15"/>
                  <a:pt x="13" y="17"/>
                </a:cubicBezTo>
                <a:cubicBezTo>
                  <a:pt x="14" y="17"/>
                  <a:pt x="16" y="17"/>
                  <a:pt x="18" y="17"/>
                </a:cubicBezTo>
                <a:cubicBezTo>
                  <a:pt x="19" y="17"/>
                  <a:pt x="21" y="17"/>
                  <a:pt x="23" y="17"/>
                </a:cubicBezTo>
                <a:cubicBezTo>
                  <a:pt x="23" y="15"/>
                  <a:pt x="23" y="14"/>
                  <a:pt x="23" y="13"/>
                </a:cubicBezTo>
                <a:cubicBezTo>
                  <a:pt x="23" y="11"/>
                  <a:pt x="23" y="10"/>
                  <a:pt x="23" y="9"/>
                </a:cubicBezTo>
                <a:cubicBezTo>
                  <a:pt x="22" y="9"/>
                  <a:pt x="20" y="9"/>
                  <a:pt x="19" y="9"/>
                </a:cubicBezTo>
                <a:cubicBezTo>
                  <a:pt x="17" y="9"/>
                  <a:pt x="16" y="9"/>
                  <a:pt x="14" y="9"/>
                </a:cubicBezTo>
                <a:close/>
                <a:moveTo>
                  <a:pt x="48" y="6"/>
                </a:moveTo>
                <a:cubicBezTo>
                  <a:pt x="11" y="6"/>
                  <a:pt x="11" y="6"/>
                  <a:pt x="11" y="6"/>
                </a:cubicBezTo>
                <a:cubicBezTo>
                  <a:pt x="6" y="33"/>
                  <a:pt x="6" y="33"/>
                  <a:pt x="6" y="33"/>
                </a:cubicBezTo>
                <a:cubicBezTo>
                  <a:pt x="54" y="33"/>
                  <a:pt x="54" y="33"/>
                  <a:pt x="54" y="33"/>
                </a:cubicBezTo>
                <a:lnTo>
                  <a:pt x="48" y="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46" name="Freeform 82">
            <a:extLst>
              <a:ext uri="{FF2B5EF4-FFF2-40B4-BE49-F238E27FC236}">
                <a16:creationId xmlns="" xmlns:a16="http://schemas.microsoft.com/office/drawing/2014/main" id="{6CDE3327-9F6F-4274-9629-F9E0B5027A76}"/>
              </a:ext>
            </a:extLst>
          </p:cNvPr>
          <p:cNvSpPr>
            <a:spLocks noEditPoints="1"/>
          </p:cNvSpPr>
          <p:nvPr/>
        </p:nvSpPr>
        <p:spPr bwMode="auto">
          <a:xfrm>
            <a:off x="4247654" y="2082056"/>
            <a:ext cx="508000" cy="628650"/>
          </a:xfrm>
          <a:custGeom>
            <a:avLst/>
            <a:gdLst>
              <a:gd name="T0" fmla="*/ 2147483646 w 50"/>
              <a:gd name="T1" fmla="*/ 2147483646 h 62"/>
              <a:gd name="T2" fmla="*/ 2147483646 w 50"/>
              <a:gd name="T3" fmla="*/ 2147483646 h 62"/>
              <a:gd name="T4" fmla="*/ 2147483646 w 50"/>
              <a:gd name="T5" fmla="*/ 2147483646 h 62"/>
              <a:gd name="T6" fmla="*/ 2147483646 w 50"/>
              <a:gd name="T7" fmla="*/ 2147483646 h 62"/>
              <a:gd name="T8" fmla="*/ 2147483646 w 50"/>
              <a:gd name="T9" fmla="*/ 2147483646 h 62"/>
              <a:gd name="T10" fmla="*/ 2147483646 w 50"/>
              <a:gd name="T11" fmla="*/ 2147483646 h 62"/>
              <a:gd name="T12" fmla="*/ 2147483646 w 50"/>
              <a:gd name="T13" fmla="*/ 2147483646 h 62"/>
              <a:gd name="T14" fmla="*/ 2147483646 w 50"/>
              <a:gd name="T15" fmla="*/ 2147483646 h 62"/>
              <a:gd name="T16" fmla="*/ 2147483646 w 50"/>
              <a:gd name="T17" fmla="*/ 2147483646 h 62"/>
              <a:gd name="T18" fmla="*/ 2147483646 w 50"/>
              <a:gd name="T19" fmla="*/ 2147483646 h 62"/>
              <a:gd name="T20" fmla="*/ 2147483646 w 50"/>
              <a:gd name="T21" fmla="*/ 2147483646 h 62"/>
              <a:gd name="T22" fmla="*/ 2147483646 w 50"/>
              <a:gd name="T23" fmla="*/ 2147483646 h 62"/>
              <a:gd name="T24" fmla="*/ 2147483646 w 50"/>
              <a:gd name="T25" fmla="*/ 2147483646 h 62"/>
              <a:gd name="T26" fmla="*/ 2147483646 w 50"/>
              <a:gd name="T27" fmla="*/ 2147483646 h 62"/>
              <a:gd name="T28" fmla="*/ 2147483646 w 50"/>
              <a:gd name="T29" fmla="*/ 2147483646 h 62"/>
              <a:gd name="T30" fmla="*/ 2147483646 w 50"/>
              <a:gd name="T31" fmla="*/ 2147483646 h 62"/>
              <a:gd name="T32" fmla="*/ 2147483646 w 50"/>
              <a:gd name="T33" fmla="*/ 2147483646 h 62"/>
              <a:gd name="T34" fmla="*/ 2147483646 w 50"/>
              <a:gd name="T35" fmla="*/ 2147483646 h 62"/>
              <a:gd name="T36" fmla="*/ 2147483646 w 50"/>
              <a:gd name="T37" fmla="*/ 2147483646 h 62"/>
              <a:gd name="T38" fmla="*/ 2147483646 w 50"/>
              <a:gd name="T39" fmla="*/ 2147483646 h 62"/>
              <a:gd name="T40" fmla="*/ 2147483646 w 50"/>
              <a:gd name="T41" fmla="*/ 2147483646 h 62"/>
              <a:gd name="T42" fmla="*/ 2147483646 w 50"/>
              <a:gd name="T43" fmla="*/ 2147483646 h 62"/>
              <a:gd name="T44" fmla="*/ 2147483646 w 50"/>
              <a:gd name="T45" fmla="*/ 0 h 62"/>
              <a:gd name="T46" fmla="*/ 2147483646 w 50"/>
              <a:gd name="T47" fmla="*/ 2147483646 h 62"/>
              <a:gd name="T48" fmla="*/ 2147483646 w 50"/>
              <a:gd name="T49" fmla="*/ 2147483646 h 62"/>
              <a:gd name="T50" fmla="*/ 2147483646 w 50"/>
              <a:gd name="T51" fmla="*/ 2147483646 h 62"/>
              <a:gd name="T52" fmla="*/ 2147483646 w 50"/>
              <a:gd name="T53" fmla="*/ 2147483646 h 62"/>
              <a:gd name="T54" fmla="*/ 2147483646 w 50"/>
              <a:gd name="T55" fmla="*/ 2147483646 h 62"/>
              <a:gd name="T56" fmla="*/ 2147483646 w 50"/>
              <a:gd name="T57" fmla="*/ 2147483646 h 62"/>
              <a:gd name="T58" fmla="*/ 2147483646 w 50"/>
              <a:gd name="T59" fmla="*/ 2147483646 h 62"/>
              <a:gd name="T60" fmla="*/ 2147483646 w 50"/>
              <a:gd name="T61" fmla="*/ 2147483646 h 62"/>
              <a:gd name="T62" fmla="*/ 2147483646 w 50"/>
              <a:gd name="T63" fmla="*/ 2147483646 h 62"/>
              <a:gd name="T64" fmla="*/ 2147483646 w 50"/>
              <a:gd name="T65" fmla="*/ 2147483646 h 62"/>
              <a:gd name="T66" fmla="*/ 2147483646 w 50"/>
              <a:gd name="T67" fmla="*/ 2147483646 h 62"/>
              <a:gd name="T68" fmla="*/ 2147483646 w 50"/>
              <a:gd name="T69" fmla="*/ 2147483646 h 62"/>
              <a:gd name="T70" fmla="*/ 2147483646 w 50"/>
              <a:gd name="T71" fmla="*/ 2147483646 h 62"/>
              <a:gd name="T72" fmla="*/ 2147483646 w 50"/>
              <a:gd name="T73" fmla="*/ 2147483646 h 62"/>
              <a:gd name="T74" fmla="*/ 2147483646 w 50"/>
              <a:gd name="T75" fmla="*/ 2147483646 h 62"/>
              <a:gd name="T76" fmla="*/ 2147483646 w 50"/>
              <a:gd name="T77" fmla="*/ 2147483646 h 62"/>
              <a:gd name="T78" fmla="*/ 2147483646 w 50"/>
              <a:gd name="T79" fmla="*/ 2147483646 h 62"/>
              <a:gd name="T80" fmla="*/ 2147483646 w 50"/>
              <a:gd name="T81" fmla="*/ 2147483646 h 62"/>
              <a:gd name="T82" fmla="*/ 2147483646 w 50"/>
              <a:gd name="T83" fmla="*/ 2147483646 h 62"/>
              <a:gd name="T84" fmla="*/ 2147483646 w 50"/>
              <a:gd name="T85" fmla="*/ 2147483646 h 6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50" h="62">
                <a:moveTo>
                  <a:pt x="27" y="1"/>
                </a:moveTo>
                <a:cubicBezTo>
                  <a:pt x="32" y="18"/>
                  <a:pt x="32" y="18"/>
                  <a:pt x="32" y="18"/>
                </a:cubicBezTo>
                <a:cubicBezTo>
                  <a:pt x="27" y="21"/>
                  <a:pt x="27" y="21"/>
                  <a:pt x="27" y="21"/>
                </a:cubicBezTo>
                <a:cubicBezTo>
                  <a:pt x="27" y="23"/>
                  <a:pt x="27" y="23"/>
                  <a:pt x="27" y="23"/>
                </a:cubicBezTo>
                <a:cubicBezTo>
                  <a:pt x="28" y="23"/>
                  <a:pt x="28" y="23"/>
                  <a:pt x="29" y="24"/>
                </a:cubicBezTo>
                <a:cubicBezTo>
                  <a:pt x="29" y="25"/>
                  <a:pt x="29" y="25"/>
                  <a:pt x="30" y="26"/>
                </a:cubicBezTo>
                <a:cubicBezTo>
                  <a:pt x="50" y="38"/>
                  <a:pt x="50" y="38"/>
                  <a:pt x="50" y="38"/>
                </a:cubicBezTo>
                <a:cubicBezTo>
                  <a:pt x="46" y="42"/>
                  <a:pt x="46" y="42"/>
                  <a:pt x="46" y="42"/>
                </a:cubicBezTo>
                <a:cubicBezTo>
                  <a:pt x="29" y="38"/>
                  <a:pt x="29" y="38"/>
                  <a:pt x="29" y="38"/>
                </a:cubicBezTo>
                <a:cubicBezTo>
                  <a:pt x="29" y="33"/>
                  <a:pt x="29" y="33"/>
                  <a:pt x="29" y="33"/>
                </a:cubicBezTo>
                <a:cubicBezTo>
                  <a:pt x="27" y="31"/>
                  <a:pt x="27" y="31"/>
                  <a:pt x="27" y="31"/>
                </a:cubicBezTo>
                <a:cubicBezTo>
                  <a:pt x="27" y="32"/>
                  <a:pt x="27" y="32"/>
                  <a:pt x="27" y="32"/>
                </a:cubicBezTo>
                <a:cubicBezTo>
                  <a:pt x="31" y="62"/>
                  <a:pt x="31" y="62"/>
                  <a:pt x="31" y="62"/>
                </a:cubicBezTo>
                <a:cubicBezTo>
                  <a:pt x="18" y="62"/>
                  <a:pt x="18" y="62"/>
                  <a:pt x="18" y="62"/>
                </a:cubicBezTo>
                <a:cubicBezTo>
                  <a:pt x="23" y="32"/>
                  <a:pt x="23" y="32"/>
                  <a:pt x="23" y="32"/>
                </a:cubicBezTo>
                <a:cubicBezTo>
                  <a:pt x="3" y="44"/>
                  <a:pt x="3" y="44"/>
                  <a:pt x="3" y="44"/>
                </a:cubicBezTo>
                <a:cubicBezTo>
                  <a:pt x="1" y="38"/>
                  <a:pt x="1" y="38"/>
                  <a:pt x="1" y="38"/>
                </a:cubicBezTo>
                <a:cubicBezTo>
                  <a:pt x="13" y="25"/>
                  <a:pt x="13" y="25"/>
                  <a:pt x="13" y="25"/>
                </a:cubicBezTo>
                <a:cubicBezTo>
                  <a:pt x="18" y="28"/>
                  <a:pt x="18" y="28"/>
                  <a:pt x="18" y="28"/>
                </a:cubicBezTo>
                <a:cubicBezTo>
                  <a:pt x="20" y="27"/>
                  <a:pt x="20" y="27"/>
                  <a:pt x="20" y="27"/>
                </a:cubicBezTo>
                <a:cubicBezTo>
                  <a:pt x="20" y="27"/>
                  <a:pt x="20" y="27"/>
                  <a:pt x="20" y="26"/>
                </a:cubicBezTo>
                <a:cubicBezTo>
                  <a:pt x="20" y="25"/>
                  <a:pt x="20" y="24"/>
                  <a:pt x="21" y="23"/>
                </a:cubicBezTo>
                <a:cubicBezTo>
                  <a:pt x="21" y="0"/>
                  <a:pt x="21" y="0"/>
                  <a:pt x="21" y="0"/>
                </a:cubicBezTo>
                <a:cubicBezTo>
                  <a:pt x="27" y="1"/>
                  <a:pt x="27" y="1"/>
                  <a:pt x="27" y="1"/>
                </a:cubicBezTo>
                <a:close/>
                <a:moveTo>
                  <a:pt x="4" y="29"/>
                </a:moveTo>
                <a:cubicBezTo>
                  <a:pt x="9" y="23"/>
                  <a:pt x="9" y="23"/>
                  <a:pt x="9" y="23"/>
                </a:cubicBezTo>
                <a:cubicBezTo>
                  <a:pt x="7" y="18"/>
                  <a:pt x="9" y="12"/>
                  <a:pt x="17" y="9"/>
                </a:cubicBezTo>
                <a:cubicBezTo>
                  <a:pt x="16" y="8"/>
                  <a:pt x="17" y="8"/>
                  <a:pt x="16" y="8"/>
                </a:cubicBezTo>
                <a:cubicBezTo>
                  <a:pt x="5" y="11"/>
                  <a:pt x="0" y="22"/>
                  <a:pt x="4" y="29"/>
                </a:cubicBezTo>
                <a:close/>
                <a:moveTo>
                  <a:pt x="33" y="9"/>
                </a:moveTo>
                <a:cubicBezTo>
                  <a:pt x="36" y="16"/>
                  <a:pt x="36" y="16"/>
                  <a:pt x="36" y="16"/>
                </a:cubicBezTo>
                <a:cubicBezTo>
                  <a:pt x="42" y="16"/>
                  <a:pt x="45" y="21"/>
                  <a:pt x="44" y="29"/>
                </a:cubicBezTo>
                <a:cubicBezTo>
                  <a:pt x="45" y="29"/>
                  <a:pt x="45" y="29"/>
                  <a:pt x="45" y="30"/>
                </a:cubicBezTo>
                <a:cubicBezTo>
                  <a:pt x="49" y="18"/>
                  <a:pt x="41" y="9"/>
                  <a:pt x="33" y="9"/>
                </a:cubicBezTo>
                <a:close/>
                <a:moveTo>
                  <a:pt x="25" y="25"/>
                </a:moveTo>
                <a:cubicBezTo>
                  <a:pt x="24" y="24"/>
                  <a:pt x="24" y="25"/>
                  <a:pt x="23" y="25"/>
                </a:cubicBezTo>
                <a:cubicBezTo>
                  <a:pt x="22" y="25"/>
                  <a:pt x="22" y="26"/>
                  <a:pt x="22" y="27"/>
                </a:cubicBezTo>
                <a:cubicBezTo>
                  <a:pt x="22" y="27"/>
                  <a:pt x="22" y="28"/>
                  <a:pt x="23" y="29"/>
                </a:cubicBezTo>
                <a:cubicBezTo>
                  <a:pt x="23" y="29"/>
                  <a:pt x="24" y="29"/>
                  <a:pt x="24" y="30"/>
                </a:cubicBezTo>
                <a:cubicBezTo>
                  <a:pt x="25" y="30"/>
                  <a:pt x="26" y="29"/>
                  <a:pt x="26" y="29"/>
                </a:cubicBezTo>
                <a:cubicBezTo>
                  <a:pt x="27" y="29"/>
                  <a:pt x="27" y="28"/>
                  <a:pt x="27" y="27"/>
                </a:cubicBezTo>
                <a:cubicBezTo>
                  <a:pt x="27" y="27"/>
                  <a:pt x="27" y="26"/>
                  <a:pt x="27" y="25"/>
                </a:cubicBezTo>
                <a:cubicBezTo>
                  <a:pt x="26" y="25"/>
                  <a:pt x="26" y="25"/>
                  <a:pt x="25" y="25"/>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47" name="Freeform 83">
            <a:extLst>
              <a:ext uri="{FF2B5EF4-FFF2-40B4-BE49-F238E27FC236}">
                <a16:creationId xmlns="" xmlns:a16="http://schemas.microsoft.com/office/drawing/2014/main" id="{FFB10311-8FAE-4EBA-937B-4A00D963A1B9}"/>
              </a:ext>
            </a:extLst>
          </p:cNvPr>
          <p:cNvSpPr>
            <a:spLocks noEditPoints="1"/>
          </p:cNvSpPr>
          <p:nvPr/>
        </p:nvSpPr>
        <p:spPr bwMode="auto">
          <a:xfrm>
            <a:off x="10746879" y="2143968"/>
            <a:ext cx="396875" cy="627063"/>
          </a:xfrm>
          <a:custGeom>
            <a:avLst/>
            <a:gdLst>
              <a:gd name="T0" fmla="*/ 2147483646 w 39"/>
              <a:gd name="T1" fmla="*/ 2147483646 h 62"/>
              <a:gd name="T2" fmla="*/ 0 w 39"/>
              <a:gd name="T3" fmla="*/ 2147483646 h 62"/>
              <a:gd name="T4" fmla="*/ 0 w 39"/>
              <a:gd name="T5" fmla="*/ 2147483646 h 62"/>
              <a:gd name="T6" fmla="*/ 2147483646 w 39"/>
              <a:gd name="T7" fmla="*/ 2147483646 h 62"/>
              <a:gd name="T8" fmla="*/ 2147483646 w 39"/>
              <a:gd name="T9" fmla="*/ 2147483646 h 62"/>
              <a:gd name="T10" fmla="*/ 2147483646 w 39"/>
              <a:gd name="T11" fmla="*/ 2147483646 h 62"/>
              <a:gd name="T12" fmla="*/ 2147483646 w 39"/>
              <a:gd name="T13" fmla="*/ 2147483646 h 62"/>
              <a:gd name="T14" fmla="*/ 2147483646 w 39"/>
              <a:gd name="T15" fmla="*/ 2147483646 h 62"/>
              <a:gd name="T16" fmla="*/ 2147483646 w 39"/>
              <a:gd name="T17" fmla="*/ 2147483646 h 62"/>
              <a:gd name="T18" fmla="*/ 2147483646 w 39"/>
              <a:gd name="T19" fmla="*/ 2147483646 h 62"/>
              <a:gd name="T20" fmla="*/ 2147483646 w 39"/>
              <a:gd name="T21" fmla="*/ 2147483646 h 62"/>
              <a:gd name="T22" fmla="*/ 2147483646 w 39"/>
              <a:gd name="T23" fmla="*/ 2147483646 h 62"/>
              <a:gd name="T24" fmla="*/ 2147483646 w 39"/>
              <a:gd name="T25" fmla="*/ 2147483646 h 62"/>
              <a:gd name="T26" fmla="*/ 2147483646 w 39"/>
              <a:gd name="T27" fmla="*/ 2147483646 h 62"/>
              <a:gd name="T28" fmla="*/ 2147483646 w 39"/>
              <a:gd name="T29" fmla="*/ 2147483646 h 62"/>
              <a:gd name="T30" fmla="*/ 2147483646 w 39"/>
              <a:gd name="T31" fmla="*/ 2147483646 h 62"/>
              <a:gd name="T32" fmla="*/ 2147483646 w 39"/>
              <a:gd name="T33" fmla="*/ 2147483646 h 62"/>
              <a:gd name="T34" fmla="*/ 2147483646 w 39"/>
              <a:gd name="T35" fmla="*/ 2147483646 h 62"/>
              <a:gd name="T36" fmla="*/ 2147483646 w 39"/>
              <a:gd name="T37" fmla="*/ 2147483646 h 62"/>
              <a:gd name="T38" fmla="*/ 2147483646 w 39"/>
              <a:gd name="T39" fmla="*/ 2147483646 h 62"/>
              <a:gd name="T40" fmla="*/ 2147483646 w 39"/>
              <a:gd name="T41" fmla="*/ 2147483646 h 62"/>
              <a:gd name="T42" fmla="*/ 2147483646 w 39"/>
              <a:gd name="T43" fmla="*/ 2147483646 h 62"/>
              <a:gd name="T44" fmla="*/ 2147483646 w 39"/>
              <a:gd name="T45" fmla="*/ 2147483646 h 62"/>
              <a:gd name="T46" fmla="*/ 0 w 39"/>
              <a:gd name="T47" fmla="*/ 2147483646 h 62"/>
              <a:gd name="T48" fmla="*/ 2147483646 w 39"/>
              <a:gd name="T49" fmla="*/ 2147483646 h 62"/>
              <a:gd name="T50" fmla="*/ 2147483646 w 39"/>
              <a:gd name="T51" fmla="*/ 2147483646 h 62"/>
              <a:gd name="T52" fmla="*/ 2147483646 w 39"/>
              <a:gd name="T53" fmla="*/ 2147483646 h 62"/>
              <a:gd name="T54" fmla="*/ 2147483646 w 39"/>
              <a:gd name="T55" fmla="*/ 2147483646 h 62"/>
              <a:gd name="T56" fmla="*/ 2147483646 w 39"/>
              <a:gd name="T57" fmla="*/ 2147483646 h 62"/>
              <a:gd name="T58" fmla="*/ 2147483646 w 39"/>
              <a:gd name="T59" fmla="*/ 2147483646 h 62"/>
              <a:gd name="T60" fmla="*/ 2147483646 w 39"/>
              <a:gd name="T61" fmla="*/ 2147483646 h 62"/>
              <a:gd name="T62" fmla="*/ 2147483646 w 39"/>
              <a:gd name="T63" fmla="*/ 2147483646 h 62"/>
              <a:gd name="T64" fmla="*/ 2147483646 w 39"/>
              <a:gd name="T65" fmla="*/ 2147483646 h 62"/>
              <a:gd name="T66" fmla="*/ 2147483646 w 39"/>
              <a:gd name="T67" fmla="*/ 2147483646 h 62"/>
              <a:gd name="T68" fmla="*/ 2147483646 w 39"/>
              <a:gd name="T69" fmla="*/ 2147483646 h 62"/>
              <a:gd name="T70" fmla="*/ 2147483646 w 39"/>
              <a:gd name="T71" fmla="*/ 2147483646 h 62"/>
              <a:gd name="T72" fmla="*/ 2147483646 w 39"/>
              <a:gd name="T73" fmla="*/ 2147483646 h 62"/>
              <a:gd name="T74" fmla="*/ 2147483646 w 39"/>
              <a:gd name="T75" fmla="*/ 2147483646 h 6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39" h="62">
                <a:moveTo>
                  <a:pt x="0" y="27"/>
                </a:moveTo>
                <a:cubicBezTo>
                  <a:pt x="3" y="27"/>
                  <a:pt x="3" y="27"/>
                  <a:pt x="3" y="27"/>
                </a:cubicBezTo>
                <a:cubicBezTo>
                  <a:pt x="3" y="27"/>
                  <a:pt x="3" y="27"/>
                  <a:pt x="3" y="27"/>
                </a:cubicBezTo>
                <a:cubicBezTo>
                  <a:pt x="1" y="24"/>
                  <a:pt x="0" y="21"/>
                  <a:pt x="0" y="17"/>
                </a:cubicBezTo>
                <a:cubicBezTo>
                  <a:pt x="0" y="17"/>
                  <a:pt x="0" y="17"/>
                  <a:pt x="0" y="17"/>
                </a:cubicBezTo>
                <a:cubicBezTo>
                  <a:pt x="0" y="6"/>
                  <a:pt x="0" y="6"/>
                  <a:pt x="0" y="6"/>
                </a:cubicBezTo>
                <a:cubicBezTo>
                  <a:pt x="0" y="3"/>
                  <a:pt x="0" y="3"/>
                  <a:pt x="0" y="3"/>
                </a:cubicBezTo>
                <a:cubicBezTo>
                  <a:pt x="2" y="3"/>
                  <a:pt x="2" y="3"/>
                  <a:pt x="2" y="3"/>
                </a:cubicBezTo>
                <a:cubicBezTo>
                  <a:pt x="4" y="3"/>
                  <a:pt x="4" y="3"/>
                  <a:pt x="4" y="3"/>
                </a:cubicBezTo>
                <a:cubicBezTo>
                  <a:pt x="4" y="1"/>
                  <a:pt x="4" y="1"/>
                  <a:pt x="4" y="1"/>
                </a:cubicBezTo>
                <a:cubicBezTo>
                  <a:pt x="5" y="0"/>
                  <a:pt x="7" y="0"/>
                  <a:pt x="9" y="1"/>
                </a:cubicBezTo>
                <a:cubicBezTo>
                  <a:pt x="9" y="3"/>
                  <a:pt x="9" y="3"/>
                  <a:pt x="9" y="3"/>
                </a:cubicBezTo>
                <a:cubicBezTo>
                  <a:pt x="13" y="3"/>
                  <a:pt x="13" y="3"/>
                  <a:pt x="13" y="3"/>
                </a:cubicBezTo>
                <a:cubicBezTo>
                  <a:pt x="13" y="1"/>
                  <a:pt x="13" y="1"/>
                  <a:pt x="13" y="1"/>
                </a:cubicBezTo>
                <a:cubicBezTo>
                  <a:pt x="14" y="0"/>
                  <a:pt x="16" y="0"/>
                  <a:pt x="18" y="1"/>
                </a:cubicBezTo>
                <a:cubicBezTo>
                  <a:pt x="18" y="3"/>
                  <a:pt x="18" y="3"/>
                  <a:pt x="18" y="3"/>
                </a:cubicBezTo>
                <a:cubicBezTo>
                  <a:pt x="22" y="3"/>
                  <a:pt x="22" y="3"/>
                  <a:pt x="22" y="3"/>
                </a:cubicBezTo>
                <a:cubicBezTo>
                  <a:pt x="22" y="1"/>
                  <a:pt x="22" y="1"/>
                  <a:pt x="22" y="1"/>
                </a:cubicBezTo>
                <a:cubicBezTo>
                  <a:pt x="23" y="0"/>
                  <a:pt x="25" y="0"/>
                  <a:pt x="27" y="1"/>
                </a:cubicBezTo>
                <a:cubicBezTo>
                  <a:pt x="27" y="3"/>
                  <a:pt x="27" y="3"/>
                  <a:pt x="27" y="3"/>
                </a:cubicBezTo>
                <a:cubicBezTo>
                  <a:pt x="31" y="3"/>
                  <a:pt x="31" y="3"/>
                  <a:pt x="31" y="3"/>
                </a:cubicBezTo>
                <a:cubicBezTo>
                  <a:pt x="31" y="1"/>
                  <a:pt x="31" y="1"/>
                  <a:pt x="31" y="1"/>
                </a:cubicBezTo>
                <a:cubicBezTo>
                  <a:pt x="32" y="0"/>
                  <a:pt x="34" y="0"/>
                  <a:pt x="36" y="1"/>
                </a:cubicBezTo>
                <a:cubicBezTo>
                  <a:pt x="36" y="3"/>
                  <a:pt x="36" y="3"/>
                  <a:pt x="36" y="3"/>
                </a:cubicBezTo>
                <a:cubicBezTo>
                  <a:pt x="37" y="3"/>
                  <a:pt x="37" y="3"/>
                  <a:pt x="37" y="3"/>
                </a:cubicBezTo>
                <a:cubicBezTo>
                  <a:pt x="39" y="3"/>
                  <a:pt x="39" y="3"/>
                  <a:pt x="39" y="3"/>
                </a:cubicBezTo>
                <a:cubicBezTo>
                  <a:pt x="39" y="6"/>
                  <a:pt x="39" y="6"/>
                  <a:pt x="39" y="6"/>
                </a:cubicBezTo>
                <a:cubicBezTo>
                  <a:pt x="39" y="17"/>
                  <a:pt x="39" y="17"/>
                  <a:pt x="39" y="17"/>
                </a:cubicBezTo>
                <a:cubicBezTo>
                  <a:pt x="39" y="17"/>
                  <a:pt x="39" y="17"/>
                  <a:pt x="39" y="17"/>
                </a:cubicBezTo>
                <a:cubicBezTo>
                  <a:pt x="39" y="17"/>
                  <a:pt x="39" y="17"/>
                  <a:pt x="39" y="17"/>
                </a:cubicBezTo>
                <a:cubicBezTo>
                  <a:pt x="39" y="21"/>
                  <a:pt x="38" y="24"/>
                  <a:pt x="37" y="27"/>
                </a:cubicBezTo>
                <a:cubicBezTo>
                  <a:pt x="37" y="27"/>
                  <a:pt x="37" y="27"/>
                  <a:pt x="37" y="27"/>
                </a:cubicBezTo>
                <a:cubicBezTo>
                  <a:pt x="38" y="27"/>
                  <a:pt x="38" y="27"/>
                  <a:pt x="38" y="27"/>
                </a:cubicBezTo>
                <a:cubicBezTo>
                  <a:pt x="38" y="36"/>
                  <a:pt x="38" y="36"/>
                  <a:pt x="38" y="36"/>
                </a:cubicBezTo>
                <a:cubicBezTo>
                  <a:pt x="32" y="44"/>
                  <a:pt x="32" y="44"/>
                  <a:pt x="32" y="44"/>
                </a:cubicBezTo>
                <a:cubicBezTo>
                  <a:pt x="32" y="44"/>
                  <a:pt x="32" y="44"/>
                  <a:pt x="32" y="44"/>
                </a:cubicBezTo>
                <a:cubicBezTo>
                  <a:pt x="32" y="57"/>
                  <a:pt x="32" y="57"/>
                  <a:pt x="32" y="57"/>
                </a:cubicBezTo>
                <a:cubicBezTo>
                  <a:pt x="32" y="59"/>
                  <a:pt x="32" y="59"/>
                  <a:pt x="32" y="59"/>
                </a:cubicBezTo>
                <a:cubicBezTo>
                  <a:pt x="30" y="59"/>
                  <a:pt x="30" y="59"/>
                  <a:pt x="30" y="59"/>
                </a:cubicBezTo>
                <a:cubicBezTo>
                  <a:pt x="24" y="59"/>
                  <a:pt x="24" y="59"/>
                  <a:pt x="24" y="59"/>
                </a:cubicBezTo>
                <a:cubicBezTo>
                  <a:pt x="23" y="61"/>
                  <a:pt x="21" y="62"/>
                  <a:pt x="19" y="62"/>
                </a:cubicBezTo>
                <a:cubicBezTo>
                  <a:pt x="17" y="62"/>
                  <a:pt x="15" y="61"/>
                  <a:pt x="15" y="59"/>
                </a:cubicBezTo>
                <a:cubicBezTo>
                  <a:pt x="10" y="59"/>
                  <a:pt x="10" y="59"/>
                  <a:pt x="10" y="59"/>
                </a:cubicBezTo>
                <a:cubicBezTo>
                  <a:pt x="7" y="59"/>
                  <a:pt x="7" y="59"/>
                  <a:pt x="7" y="59"/>
                </a:cubicBezTo>
                <a:cubicBezTo>
                  <a:pt x="7" y="57"/>
                  <a:pt x="7" y="57"/>
                  <a:pt x="7" y="57"/>
                </a:cubicBezTo>
                <a:cubicBezTo>
                  <a:pt x="7" y="44"/>
                  <a:pt x="7" y="44"/>
                  <a:pt x="7" y="44"/>
                </a:cubicBezTo>
                <a:cubicBezTo>
                  <a:pt x="0" y="36"/>
                  <a:pt x="0" y="36"/>
                  <a:pt x="0" y="36"/>
                </a:cubicBezTo>
                <a:cubicBezTo>
                  <a:pt x="0" y="27"/>
                  <a:pt x="0" y="27"/>
                  <a:pt x="0" y="27"/>
                </a:cubicBezTo>
                <a:close/>
                <a:moveTo>
                  <a:pt x="8" y="27"/>
                </a:moveTo>
                <a:cubicBezTo>
                  <a:pt x="31" y="27"/>
                  <a:pt x="31" y="27"/>
                  <a:pt x="31" y="27"/>
                </a:cubicBezTo>
                <a:cubicBezTo>
                  <a:pt x="32" y="27"/>
                  <a:pt x="32" y="26"/>
                  <a:pt x="33" y="25"/>
                </a:cubicBezTo>
                <a:cubicBezTo>
                  <a:pt x="34" y="23"/>
                  <a:pt x="34" y="20"/>
                  <a:pt x="35" y="17"/>
                </a:cubicBezTo>
                <a:cubicBezTo>
                  <a:pt x="35" y="8"/>
                  <a:pt x="35" y="8"/>
                  <a:pt x="35" y="8"/>
                </a:cubicBezTo>
                <a:cubicBezTo>
                  <a:pt x="5" y="8"/>
                  <a:pt x="5" y="8"/>
                  <a:pt x="5" y="8"/>
                </a:cubicBezTo>
                <a:cubicBezTo>
                  <a:pt x="5" y="17"/>
                  <a:pt x="5" y="17"/>
                  <a:pt x="5" y="17"/>
                </a:cubicBezTo>
                <a:cubicBezTo>
                  <a:pt x="5" y="20"/>
                  <a:pt x="6" y="23"/>
                  <a:pt x="7" y="25"/>
                </a:cubicBezTo>
                <a:cubicBezTo>
                  <a:pt x="7" y="26"/>
                  <a:pt x="8" y="27"/>
                  <a:pt x="8" y="27"/>
                </a:cubicBezTo>
                <a:close/>
                <a:moveTo>
                  <a:pt x="19" y="55"/>
                </a:moveTo>
                <a:cubicBezTo>
                  <a:pt x="27" y="51"/>
                  <a:pt x="27" y="51"/>
                  <a:pt x="27" y="51"/>
                </a:cubicBezTo>
                <a:cubicBezTo>
                  <a:pt x="27" y="49"/>
                  <a:pt x="27" y="49"/>
                  <a:pt x="27" y="49"/>
                </a:cubicBezTo>
                <a:cubicBezTo>
                  <a:pt x="12" y="55"/>
                  <a:pt x="12" y="55"/>
                  <a:pt x="12" y="55"/>
                </a:cubicBezTo>
                <a:cubicBezTo>
                  <a:pt x="19" y="55"/>
                  <a:pt x="19" y="55"/>
                  <a:pt x="19" y="55"/>
                </a:cubicBezTo>
                <a:close/>
                <a:moveTo>
                  <a:pt x="27" y="53"/>
                </a:moveTo>
                <a:cubicBezTo>
                  <a:pt x="22" y="55"/>
                  <a:pt x="22" y="55"/>
                  <a:pt x="22" y="55"/>
                </a:cubicBezTo>
                <a:cubicBezTo>
                  <a:pt x="27" y="55"/>
                  <a:pt x="27" y="55"/>
                  <a:pt x="27" y="55"/>
                </a:cubicBezTo>
                <a:cubicBezTo>
                  <a:pt x="27" y="53"/>
                  <a:pt x="27" y="53"/>
                  <a:pt x="27" y="53"/>
                </a:cubicBezTo>
                <a:close/>
                <a:moveTo>
                  <a:pt x="12" y="54"/>
                </a:moveTo>
                <a:cubicBezTo>
                  <a:pt x="27" y="47"/>
                  <a:pt x="27" y="47"/>
                  <a:pt x="27" y="47"/>
                </a:cubicBezTo>
                <a:cubicBezTo>
                  <a:pt x="27" y="46"/>
                  <a:pt x="27" y="46"/>
                  <a:pt x="27" y="46"/>
                </a:cubicBezTo>
                <a:cubicBezTo>
                  <a:pt x="22" y="46"/>
                  <a:pt x="22" y="46"/>
                  <a:pt x="22" y="46"/>
                </a:cubicBezTo>
                <a:cubicBezTo>
                  <a:pt x="12" y="50"/>
                  <a:pt x="12" y="50"/>
                  <a:pt x="12" y="50"/>
                </a:cubicBezTo>
                <a:cubicBezTo>
                  <a:pt x="12" y="54"/>
                  <a:pt x="12" y="54"/>
                  <a:pt x="12" y="54"/>
                </a:cubicBezTo>
                <a:close/>
                <a:moveTo>
                  <a:pt x="12" y="49"/>
                </a:moveTo>
                <a:cubicBezTo>
                  <a:pt x="19" y="46"/>
                  <a:pt x="19" y="46"/>
                  <a:pt x="19" y="46"/>
                </a:cubicBezTo>
                <a:cubicBezTo>
                  <a:pt x="12" y="46"/>
                  <a:pt x="12" y="46"/>
                  <a:pt x="12" y="46"/>
                </a:cubicBezTo>
                <a:lnTo>
                  <a:pt x="12" y="4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48" name="Freeform 84">
            <a:extLst>
              <a:ext uri="{FF2B5EF4-FFF2-40B4-BE49-F238E27FC236}">
                <a16:creationId xmlns="" xmlns:a16="http://schemas.microsoft.com/office/drawing/2014/main" id="{FE014271-9FBD-457F-8A4E-F32472A3C597}"/>
              </a:ext>
            </a:extLst>
          </p:cNvPr>
          <p:cNvSpPr>
            <a:spLocks noEditPoints="1"/>
          </p:cNvSpPr>
          <p:nvPr/>
        </p:nvSpPr>
        <p:spPr bwMode="auto">
          <a:xfrm>
            <a:off x="8495804" y="2204293"/>
            <a:ext cx="619125" cy="576263"/>
          </a:xfrm>
          <a:custGeom>
            <a:avLst/>
            <a:gdLst>
              <a:gd name="T0" fmla="*/ 2147483646 w 61"/>
              <a:gd name="T1" fmla="*/ 2147483646 h 57"/>
              <a:gd name="T2" fmla="*/ 2147483646 w 61"/>
              <a:gd name="T3" fmla="*/ 2147483646 h 57"/>
              <a:gd name="T4" fmla="*/ 2147483646 w 61"/>
              <a:gd name="T5" fmla="*/ 2147483646 h 57"/>
              <a:gd name="T6" fmla="*/ 2147483646 w 61"/>
              <a:gd name="T7" fmla="*/ 2147483646 h 57"/>
              <a:gd name="T8" fmla="*/ 2147483646 w 61"/>
              <a:gd name="T9" fmla="*/ 2147483646 h 57"/>
              <a:gd name="T10" fmla="*/ 2147483646 w 61"/>
              <a:gd name="T11" fmla="*/ 2147483646 h 57"/>
              <a:gd name="T12" fmla="*/ 2147483646 w 61"/>
              <a:gd name="T13" fmla="*/ 2147483646 h 57"/>
              <a:gd name="T14" fmla="*/ 2147483646 w 61"/>
              <a:gd name="T15" fmla="*/ 2147483646 h 57"/>
              <a:gd name="T16" fmla="*/ 2147483646 w 61"/>
              <a:gd name="T17" fmla="*/ 0 h 57"/>
              <a:gd name="T18" fmla="*/ 2147483646 w 61"/>
              <a:gd name="T19" fmla="*/ 2147483646 h 57"/>
              <a:gd name="T20" fmla="*/ 2147483646 w 61"/>
              <a:gd name="T21" fmla="*/ 0 h 57"/>
              <a:gd name="T22" fmla="*/ 2147483646 w 61"/>
              <a:gd name="T23" fmla="*/ 2147483646 h 57"/>
              <a:gd name="T24" fmla="*/ 2147483646 w 61"/>
              <a:gd name="T25" fmla="*/ 0 h 57"/>
              <a:gd name="T26" fmla="*/ 2147483646 w 61"/>
              <a:gd name="T27" fmla="*/ 2147483646 h 57"/>
              <a:gd name="T28" fmla="*/ 2147483646 w 61"/>
              <a:gd name="T29" fmla="*/ 2147483646 h 57"/>
              <a:gd name="T30" fmla="*/ 2147483646 w 61"/>
              <a:gd name="T31" fmla="*/ 2147483646 h 57"/>
              <a:gd name="T32" fmla="*/ 2147483646 w 61"/>
              <a:gd name="T33" fmla="*/ 2147483646 h 57"/>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61" h="57">
                <a:moveTo>
                  <a:pt x="39" y="57"/>
                </a:moveTo>
                <a:cubicBezTo>
                  <a:pt x="39" y="35"/>
                  <a:pt x="39" y="35"/>
                  <a:pt x="39" y="35"/>
                </a:cubicBezTo>
                <a:cubicBezTo>
                  <a:pt x="44" y="31"/>
                  <a:pt x="51" y="29"/>
                  <a:pt x="60" y="31"/>
                </a:cubicBezTo>
                <a:cubicBezTo>
                  <a:pt x="61" y="42"/>
                  <a:pt x="53" y="53"/>
                  <a:pt x="42" y="57"/>
                </a:cubicBezTo>
                <a:cubicBezTo>
                  <a:pt x="39" y="57"/>
                  <a:pt x="39" y="57"/>
                  <a:pt x="39" y="57"/>
                </a:cubicBezTo>
                <a:close/>
                <a:moveTo>
                  <a:pt x="24" y="57"/>
                </a:moveTo>
                <a:cubicBezTo>
                  <a:pt x="35" y="57"/>
                  <a:pt x="35" y="57"/>
                  <a:pt x="35" y="57"/>
                </a:cubicBezTo>
                <a:cubicBezTo>
                  <a:pt x="35" y="30"/>
                  <a:pt x="35" y="30"/>
                  <a:pt x="35" y="30"/>
                </a:cubicBezTo>
                <a:cubicBezTo>
                  <a:pt x="49" y="25"/>
                  <a:pt x="51" y="7"/>
                  <a:pt x="40" y="0"/>
                </a:cubicBezTo>
                <a:cubicBezTo>
                  <a:pt x="37" y="8"/>
                  <a:pt x="37" y="8"/>
                  <a:pt x="37" y="8"/>
                </a:cubicBezTo>
                <a:cubicBezTo>
                  <a:pt x="31" y="0"/>
                  <a:pt x="31" y="0"/>
                  <a:pt x="31" y="0"/>
                </a:cubicBezTo>
                <a:cubicBezTo>
                  <a:pt x="26" y="8"/>
                  <a:pt x="26" y="8"/>
                  <a:pt x="26" y="8"/>
                </a:cubicBezTo>
                <a:cubicBezTo>
                  <a:pt x="23" y="0"/>
                  <a:pt x="23" y="0"/>
                  <a:pt x="23" y="0"/>
                </a:cubicBezTo>
                <a:cubicBezTo>
                  <a:pt x="11" y="7"/>
                  <a:pt x="14" y="25"/>
                  <a:pt x="29" y="30"/>
                </a:cubicBezTo>
                <a:cubicBezTo>
                  <a:pt x="29" y="41"/>
                  <a:pt x="29" y="41"/>
                  <a:pt x="29" y="41"/>
                </a:cubicBezTo>
                <a:cubicBezTo>
                  <a:pt x="24" y="33"/>
                  <a:pt x="14" y="28"/>
                  <a:pt x="2" y="30"/>
                </a:cubicBezTo>
                <a:cubicBezTo>
                  <a:pt x="0" y="45"/>
                  <a:pt x="11" y="54"/>
                  <a:pt x="24" y="57"/>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49" name="Freeform 85">
            <a:extLst>
              <a:ext uri="{FF2B5EF4-FFF2-40B4-BE49-F238E27FC236}">
                <a16:creationId xmlns="" xmlns:a16="http://schemas.microsoft.com/office/drawing/2014/main" id="{1E874536-7FE2-41EF-BCC8-125BC7CF74D1}"/>
              </a:ext>
            </a:extLst>
          </p:cNvPr>
          <p:cNvSpPr>
            <a:spLocks noEditPoints="1"/>
          </p:cNvSpPr>
          <p:nvPr/>
        </p:nvSpPr>
        <p:spPr bwMode="auto">
          <a:xfrm>
            <a:off x="2068016" y="2151906"/>
            <a:ext cx="598488" cy="660400"/>
          </a:xfrm>
          <a:custGeom>
            <a:avLst/>
            <a:gdLst>
              <a:gd name="T0" fmla="*/ 2147483646 w 59"/>
              <a:gd name="T1" fmla="*/ 0 h 65"/>
              <a:gd name="T2" fmla="*/ 2147483646 w 59"/>
              <a:gd name="T3" fmla="*/ 2147483646 h 65"/>
              <a:gd name="T4" fmla="*/ 2147483646 w 59"/>
              <a:gd name="T5" fmla="*/ 2147483646 h 65"/>
              <a:gd name="T6" fmla="*/ 2147483646 w 59"/>
              <a:gd name="T7" fmla="*/ 2147483646 h 65"/>
              <a:gd name="T8" fmla="*/ 2147483646 w 59"/>
              <a:gd name="T9" fmla="*/ 2147483646 h 65"/>
              <a:gd name="T10" fmla="*/ 2147483646 w 59"/>
              <a:gd name="T11" fmla="*/ 2147483646 h 65"/>
              <a:gd name="T12" fmla="*/ 2147483646 w 59"/>
              <a:gd name="T13" fmla="*/ 2147483646 h 65"/>
              <a:gd name="T14" fmla="*/ 2147483646 w 59"/>
              <a:gd name="T15" fmla="*/ 2147483646 h 65"/>
              <a:gd name="T16" fmla="*/ 2147483646 w 59"/>
              <a:gd name="T17" fmla="*/ 2147483646 h 65"/>
              <a:gd name="T18" fmla="*/ 2147483646 w 59"/>
              <a:gd name="T19" fmla="*/ 2147483646 h 65"/>
              <a:gd name="T20" fmla="*/ 2147483646 w 59"/>
              <a:gd name="T21" fmla="*/ 2147483646 h 65"/>
              <a:gd name="T22" fmla="*/ 2147483646 w 59"/>
              <a:gd name="T23" fmla="*/ 2147483646 h 65"/>
              <a:gd name="T24" fmla="*/ 2147483646 w 59"/>
              <a:gd name="T25" fmla="*/ 2147483646 h 65"/>
              <a:gd name="T26" fmla="*/ 2147483646 w 59"/>
              <a:gd name="T27" fmla="*/ 2147483646 h 65"/>
              <a:gd name="T28" fmla="*/ 2147483646 w 59"/>
              <a:gd name="T29" fmla="*/ 2147483646 h 65"/>
              <a:gd name="T30" fmla="*/ 2147483646 w 59"/>
              <a:gd name="T31" fmla="*/ 2147483646 h 65"/>
              <a:gd name="T32" fmla="*/ 2147483646 w 59"/>
              <a:gd name="T33" fmla="*/ 2147483646 h 65"/>
              <a:gd name="T34" fmla="*/ 2147483646 w 59"/>
              <a:gd name="T35" fmla="*/ 2147483646 h 65"/>
              <a:gd name="T36" fmla="*/ 2147483646 w 59"/>
              <a:gd name="T37" fmla="*/ 2147483646 h 65"/>
              <a:gd name="T38" fmla="*/ 2147483646 w 59"/>
              <a:gd name="T39" fmla="*/ 2147483646 h 65"/>
              <a:gd name="T40" fmla="*/ 2147483646 w 59"/>
              <a:gd name="T41" fmla="*/ 0 h 65"/>
              <a:gd name="T42" fmla="*/ 2147483646 w 59"/>
              <a:gd name="T43" fmla="*/ 2147483646 h 65"/>
              <a:gd name="T44" fmla="*/ 2147483646 w 59"/>
              <a:gd name="T45" fmla="*/ 2147483646 h 65"/>
              <a:gd name="T46" fmla="*/ 2147483646 w 59"/>
              <a:gd name="T47" fmla="*/ 2147483646 h 65"/>
              <a:gd name="T48" fmla="*/ 2147483646 w 59"/>
              <a:gd name="T49" fmla="*/ 2147483646 h 65"/>
              <a:gd name="T50" fmla="*/ 2147483646 w 59"/>
              <a:gd name="T51" fmla="*/ 2147483646 h 65"/>
              <a:gd name="T52" fmla="*/ 2147483646 w 59"/>
              <a:gd name="T53" fmla="*/ 2147483646 h 65"/>
              <a:gd name="T54" fmla="*/ 2147483646 w 59"/>
              <a:gd name="T55" fmla="*/ 2147483646 h 65"/>
              <a:gd name="T56" fmla="*/ 2147483646 w 59"/>
              <a:gd name="T57" fmla="*/ 2147483646 h 65"/>
              <a:gd name="T58" fmla="*/ 2147483646 w 59"/>
              <a:gd name="T59" fmla="*/ 2147483646 h 65"/>
              <a:gd name="T60" fmla="*/ 2147483646 w 59"/>
              <a:gd name="T61" fmla="*/ 2147483646 h 65"/>
              <a:gd name="T62" fmla="*/ 2147483646 w 59"/>
              <a:gd name="T63" fmla="*/ 2147483646 h 65"/>
              <a:gd name="T64" fmla="*/ 2147483646 w 59"/>
              <a:gd name="T65" fmla="*/ 2147483646 h 65"/>
              <a:gd name="T66" fmla="*/ 2147483646 w 59"/>
              <a:gd name="T67" fmla="*/ 2147483646 h 65"/>
              <a:gd name="T68" fmla="*/ 2147483646 w 59"/>
              <a:gd name="T69" fmla="*/ 2147483646 h 65"/>
              <a:gd name="T70" fmla="*/ 2147483646 w 59"/>
              <a:gd name="T71" fmla="*/ 2147483646 h 65"/>
              <a:gd name="T72" fmla="*/ 2147483646 w 59"/>
              <a:gd name="T73" fmla="*/ 2147483646 h 65"/>
              <a:gd name="T74" fmla="*/ 2147483646 w 59"/>
              <a:gd name="T75" fmla="*/ 2147483646 h 65"/>
              <a:gd name="T76" fmla="*/ 2147483646 w 59"/>
              <a:gd name="T77" fmla="*/ 2147483646 h 65"/>
              <a:gd name="T78" fmla="*/ 2147483646 w 59"/>
              <a:gd name="T79" fmla="*/ 2147483646 h 65"/>
              <a:gd name="T80" fmla="*/ 2147483646 w 59"/>
              <a:gd name="T81" fmla="*/ 2147483646 h 65"/>
              <a:gd name="T82" fmla="*/ 2147483646 w 59"/>
              <a:gd name="T83" fmla="*/ 2147483646 h 65"/>
              <a:gd name="T84" fmla="*/ 0 w 59"/>
              <a:gd name="T85" fmla="*/ 2147483646 h 65"/>
              <a:gd name="T86" fmla="*/ 0 w 59"/>
              <a:gd name="T87" fmla="*/ 2147483646 h 65"/>
              <a:gd name="T88" fmla="*/ 2147483646 w 59"/>
              <a:gd name="T89" fmla="*/ 2147483646 h 65"/>
              <a:gd name="T90" fmla="*/ 2147483646 w 59"/>
              <a:gd name="T91" fmla="*/ 2147483646 h 65"/>
              <a:gd name="T92" fmla="*/ 2147483646 w 59"/>
              <a:gd name="T93" fmla="*/ 2147483646 h 65"/>
              <a:gd name="T94" fmla="*/ 2147483646 w 59"/>
              <a:gd name="T95" fmla="*/ 2147483646 h 65"/>
              <a:gd name="T96" fmla="*/ 2147483646 w 59"/>
              <a:gd name="T97" fmla="*/ 2147483646 h 65"/>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9" h="65">
                <a:moveTo>
                  <a:pt x="21" y="0"/>
                </a:moveTo>
                <a:cubicBezTo>
                  <a:pt x="23" y="0"/>
                  <a:pt x="25" y="1"/>
                  <a:pt x="27" y="2"/>
                </a:cubicBezTo>
                <a:cubicBezTo>
                  <a:pt x="28" y="2"/>
                  <a:pt x="29" y="1"/>
                  <a:pt x="30" y="1"/>
                </a:cubicBezTo>
                <a:cubicBezTo>
                  <a:pt x="33" y="1"/>
                  <a:pt x="35" y="2"/>
                  <a:pt x="36" y="4"/>
                </a:cubicBezTo>
                <a:cubicBezTo>
                  <a:pt x="37" y="3"/>
                  <a:pt x="39" y="2"/>
                  <a:pt x="41" y="2"/>
                </a:cubicBezTo>
                <a:cubicBezTo>
                  <a:pt x="43" y="2"/>
                  <a:pt x="45" y="3"/>
                  <a:pt x="46" y="5"/>
                </a:cubicBezTo>
                <a:cubicBezTo>
                  <a:pt x="47" y="4"/>
                  <a:pt x="47" y="4"/>
                  <a:pt x="48" y="4"/>
                </a:cubicBezTo>
                <a:cubicBezTo>
                  <a:pt x="51" y="4"/>
                  <a:pt x="53" y="6"/>
                  <a:pt x="53" y="9"/>
                </a:cubicBezTo>
                <a:cubicBezTo>
                  <a:pt x="53" y="11"/>
                  <a:pt x="52" y="12"/>
                  <a:pt x="51" y="13"/>
                </a:cubicBezTo>
                <a:cubicBezTo>
                  <a:pt x="51" y="14"/>
                  <a:pt x="52" y="14"/>
                  <a:pt x="52" y="15"/>
                </a:cubicBezTo>
                <a:cubicBezTo>
                  <a:pt x="52" y="15"/>
                  <a:pt x="52" y="15"/>
                  <a:pt x="52" y="15"/>
                </a:cubicBezTo>
                <a:cubicBezTo>
                  <a:pt x="41" y="15"/>
                  <a:pt x="41" y="15"/>
                  <a:pt x="41" y="15"/>
                </a:cubicBezTo>
                <a:cubicBezTo>
                  <a:pt x="41" y="15"/>
                  <a:pt x="41" y="15"/>
                  <a:pt x="41" y="15"/>
                </a:cubicBezTo>
                <a:cubicBezTo>
                  <a:pt x="41" y="14"/>
                  <a:pt x="41" y="13"/>
                  <a:pt x="42" y="13"/>
                </a:cubicBezTo>
                <a:cubicBezTo>
                  <a:pt x="41" y="13"/>
                  <a:pt x="41" y="13"/>
                  <a:pt x="41" y="13"/>
                </a:cubicBezTo>
                <a:cubicBezTo>
                  <a:pt x="39" y="13"/>
                  <a:pt x="38" y="12"/>
                  <a:pt x="37" y="11"/>
                </a:cubicBezTo>
                <a:cubicBezTo>
                  <a:pt x="36" y="14"/>
                  <a:pt x="33" y="15"/>
                  <a:pt x="30" y="15"/>
                </a:cubicBezTo>
                <a:cubicBezTo>
                  <a:pt x="29" y="15"/>
                  <a:pt x="27" y="14"/>
                  <a:pt x="26" y="13"/>
                </a:cubicBezTo>
                <a:cubicBezTo>
                  <a:pt x="24" y="14"/>
                  <a:pt x="23" y="15"/>
                  <a:pt x="21" y="15"/>
                </a:cubicBezTo>
                <a:cubicBezTo>
                  <a:pt x="17" y="15"/>
                  <a:pt x="13" y="12"/>
                  <a:pt x="13" y="8"/>
                </a:cubicBezTo>
                <a:cubicBezTo>
                  <a:pt x="13" y="3"/>
                  <a:pt x="17" y="0"/>
                  <a:pt x="21" y="0"/>
                </a:cubicBezTo>
                <a:close/>
                <a:moveTo>
                  <a:pt x="21" y="33"/>
                </a:moveTo>
                <a:cubicBezTo>
                  <a:pt x="27" y="33"/>
                  <a:pt x="27" y="33"/>
                  <a:pt x="27" y="33"/>
                </a:cubicBezTo>
                <a:cubicBezTo>
                  <a:pt x="27" y="41"/>
                  <a:pt x="27" y="41"/>
                  <a:pt x="27" y="41"/>
                </a:cubicBezTo>
                <a:cubicBezTo>
                  <a:pt x="21" y="41"/>
                  <a:pt x="21" y="41"/>
                  <a:pt x="21" y="41"/>
                </a:cubicBezTo>
                <a:cubicBezTo>
                  <a:pt x="21" y="33"/>
                  <a:pt x="21" y="33"/>
                  <a:pt x="21" y="33"/>
                </a:cubicBezTo>
                <a:close/>
                <a:moveTo>
                  <a:pt x="31" y="33"/>
                </a:moveTo>
                <a:cubicBezTo>
                  <a:pt x="37" y="33"/>
                  <a:pt x="37" y="33"/>
                  <a:pt x="37" y="33"/>
                </a:cubicBezTo>
                <a:cubicBezTo>
                  <a:pt x="37" y="41"/>
                  <a:pt x="37" y="41"/>
                  <a:pt x="37" y="41"/>
                </a:cubicBezTo>
                <a:cubicBezTo>
                  <a:pt x="31" y="41"/>
                  <a:pt x="31" y="41"/>
                  <a:pt x="31" y="41"/>
                </a:cubicBezTo>
                <a:cubicBezTo>
                  <a:pt x="31" y="33"/>
                  <a:pt x="31" y="33"/>
                  <a:pt x="31" y="33"/>
                </a:cubicBezTo>
                <a:close/>
                <a:moveTo>
                  <a:pt x="8" y="37"/>
                </a:moveTo>
                <a:cubicBezTo>
                  <a:pt x="14" y="37"/>
                  <a:pt x="14" y="37"/>
                  <a:pt x="14" y="37"/>
                </a:cubicBezTo>
                <a:cubicBezTo>
                  <a:pt x="14" y="46"/>
                  <a:pt x="14" y="46"/>
                  <a:pt x="14" y="46"/>
                </a:cubicBezTo>
                <a:cubicBezTo>
                  <a:pt x="8" y="46"/>
                  <a:pt x="8" y="46"/>
                  <a:pt x="8" y="46"/>
                </a:cubicBezTo>
                <a:cubicBezTo>
                  <a:pt x="8" y="37"/>
                  <a:pt x="8" y="37"/>
                  <a:pt x="8" y="37"/>
                </a:cubicBezTo>
                <a:close/>
                <a:moveTo>
                  <a:pt x="41" y="18"/>
                </a:moveTo>
                <a:cubicBezTo>
                  <a:pt x="41" y="27"/>
                  <a:pt x="41" y="27"/>
                  <a:pt x="41" y="27"/>
                </a:cubicBezTo>
                <a:cubicBezTo>
                  <a:pt x="16" y="27"/>
                  <a:pt x="16" y="27"/>
                  <a:pt x="16" y="27"/>
                </a:cubicBezTo>
                <a:cubicBezTo>
                  <a:pt x="16" y="33"/>
                  <a:pt x="16" y="33"/>
                  <a:pt x="16" y="33"/>
                </a:cubicBezTo>
                <a:cubicBezTo>
                  <a:pt x="5" y="33"/>
                  <a:pt x="5" y="33"/>
                  <a:pt x="5" y="33"/>
                </a:cubicBezTo>
                <a:cubicBezTo>
                  <a:pt x="5" y="60"/>
                  <a:pt x="5" y="60"/>
                  <a:pt x="5" y="60"/>
                </a:cubicBezTo>
                <a:cubicBezTo>
                  <a:pt x="0" y="60"/>
                  <a:pt x="0" y="60"/>
                  <a:pt x="0" y="60"/>
                </a:cubicBezTo>
                <a:cubicBezTo>
                  <a:pt x="0" y="65"/>
                  <a:pt x="0" y="65"/>
                  <a:pt x="0" y="65"/>
                </a:cubicBezTo>
                <a:cubicBezTo>
                  <a:pt x="59" y="65"/>
                  <a:pt x="59" y="65"/>
                  <a:pt x="59" y="65"/>
                </a:cubicBezTo>
                <a:cubicBezTo>
                  <a:pt x="59" y="60"/>
                  <a:pt x="59" y="60"/>
                  <a:pt x="59" y="60"/>
                </a:cubicBezTo>
                <a:cubicBezTo>
                  <a:pt x="55" y="60"/>
                  <a:pt x="55" y="60"/>
                  <a:pt x="55" y="60"/>
                </a:cubicBezTo>
                <a:cubicBezTo>
                  <a:pt x="52" y="18"/>
                  <a:pt x="52" y="18"/>
                  <a:pt x="52" y="18"/>
                </a:cubicBezTo>
                <a:lnTo>
                  <a:pt x="41" y="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50" name="Freeform 86">
            <a:extLst>
              <a:ext uri="{FF2B5EF4-FFF2-40B4-BE49-F238E27FC236}">
                <a16:creationId xmlns="" xmlns:a16="http://schemas.microsoft.com/office/drawing/2014/main" id="{BC4ABAB0-0987-4874-8BE2-06598A9A4734}"/>
              </a:ext>
            </a:extLst>
          </p:cNvPr>
          <p:cNvSpPr>
            <a:spLocks noEditPoints="1"/>
          </p:cNvSpPr>
          <p:nvPr/>
        </p:nvSpPr>
        <p:spPr bwMode="auto">
          <a:xfrm>
            <a:off x="6376491" y="2132856"/>
            <a:ext cx="498475" cy="557212"/>
          </a:xfrm>
          <a:custGeom>
            <a:avLst/>
            <a:gdLst>
              <a:gd name="T0" fmla="*/ 2147483646 w 192"/>
              <a:gd name="T1" fmla="*/ 2147483646 h 215"/>
              <a:gd name="T2" fmla="*/ 2147483646 w 192"/>
              <a:gd name="T3" fmla="*/ 2147483646 h 215"/>
              <a:gd name="T4" fmla="*/ 2147483646 w 192"/>
              <a:gd name="T5" fmla="*/ 2147483646 h 215"/>
              <a:gd name="T6" fmla="*/ 2147483646 w 192"/>
              <a:gd name="T7" fmla="*/ 2147483646 h 215"/>
              <a:gd name="T8" fmla="*/ 2147483646 w 192"/>
              <a:gd name="T9" fmla="*/ 2147483646 h 215"/>
              <a:gd name="T10" fmla="*/ 2147483646 w 192"/>
              <a:gd name="T11" fmla="*/ 2147483646 h 215"/>
              <a:gd name="T12" fmla="*/ 2147483646 w 192"/>
              <a:gd name="T13" fmla="*/ 2147483646 h 215"/>
              <a:gd name="T14" fmla="*/ 2147483646 w 192"/>
              <a:gd name="T15" fmla="*/ 2147483646 h 215"/>
              <a:gd name="T16" fmla="*/ 0 w 192"/>
              <a:gd name="T17" fmla="*/ 2147483646 h 215"/>
              <a:gd name="T18" fmla="*/ 2147483646 w 192"/>
              <a:gd name="T19" fmla="*/ 2147483646 h 215"/>
              <a:gd name="T20" fmla="*/ 2147483646 w 192"/>
              <a:gd name="T21" fmla="*/ 2147483646 h 215"/>
              <a:gd name="T22" fmla="*/ 2147483646 w 192"/>
              <a:gd name="T23" fmla="*/ 2147483646 h 215"/>
              <a:gd name="T24" fmla="*/ 2147483646 w 192"/>
              <a:gd name="T25" fmla="*/ 2147483646 h 215"/>
              <a:gd name="T26" fmla="*/ 2147483646 w 192"/>
              <a:gd name="T27" fmla="*/ 2147483646 h 215"/>
              <a:gd name="T28" fmla="*/ 2147483646 w 192"/>
              <a:gd name="T29" fmla="*/ 0 h 215"/>
              <a:gd name="T30" fmla="*/ 2147483646 w 192"/>
              <a:gd name="T31" fmla="*/ 2147483646 h 215"/>
              <a:gd name="T32" fmla="*/ 2147483646 w 192"/>
              <a:gd name="T33" fmla="*/ 2147483646 h 215"/>
              <a:gd name="T34" fmla="*/ 2147483646 w 192"/>
              <a:gd name="T35" fmla="*/ 2147483646 h 215"/>
              <a:gd name="T36" fmla="*/ 2147483646 w 192"/>
              <a:gd name="T37" fmla="*/ 2147483646 h 215"/>
              <a:gd name="T38" fmla="*/ 2147483646 w 192"/>
              <a:gd name="T39" fmla="*/ 2147483646 h 215"/>
              <a:gd name="T40" fmla="*/ 2147483646 w 192"/>
              <a:gd name="T41" fmla="*/ 2147483646 h 215"/>
              <a:gd name="T42" fmla="*/ 2147483646 w 192"/>
              <a:gd name="T43" fmla="*/ 2147483646 h 215"/>
              <a:gd name="T44" fmla="*/ 2147483646 w 192"/>
              <a:gd name="T45" fmla="*/ 2147483646 h 215"/>
              <a:gd name="T46" fmla="*/ 2147483646 w 192"/>
              <a:gd name="T47" fmla="*/ 2147483646 h 21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92" h="215">
                <a:moveTo>
                  <a:pt x="173" y="78"/>
                </a:moveTo>
                <a:lnTo>
                  <a:pt x="149" y="144"/>
                </a:lnTo>
                <a:lnTo>
                  <a:pt x="161" y="168"/>
                </a:lnTo>
                <a:lnTo>
                  <a:pt x="153" y="191"/>
                </a:lnTo>
                <a:lnTo>
                  <a:pt x="90" y="164"/>
                </a:lnTo>
                <a:lnTo>
                  <a:pt x="67" y="215"/>
                </a:lnTo>
                <a:lnTo>
                  <a:pt x="32" y="215"/>
                </a:lnTo>
                <a:lnTo>
                  <a:pt x="59" y="148"/>
                </a:lnTo>
                <a:lnTo>
                  <a:pt x="0" y="125"/>
                </a:lnTo>
                <a:lnTo>
                  <a:pt x="8" y="101"/>
                </a:lnTo>
                <a:lnTo>
                  <a:pt x="36" y="90"/>
                </a:lnTo>
                <a:lnTo>
                  <a:pt x="67" y="35"/>
                </a:lnTo>
                <a:lnTo>
                  <a:pt x="67" y="15"/>
                </a:lnTo>
                <a:lnTo>
                  <a:pt x="75" y="0"/>
                </a:lnTo>
                <a:lnTo>
                  <a:pt x="192" y="51"/>
                </a:lnTo>
                <a:lnTo>
                  <a:pt x="184" y="70"/>
                </a:lnTo>
                <a:lnTo>
                  <a:pt x="173" y="78"/>
                </a:lnTo>
                <a:close/>
                <a:moveTo>
                  <a:pt x="55" y="101"/>
                </a:moveTo>
                <a:lnTo>
                  <a:pt x="79" y="109"/>
                </a:lnTo>
                <a:lnTo>
                  <a:pt x="106" y="51"/>
                </a:lnTo>
                <a:lnTo>
                  <a:pt x="86" y="43"/>
                </a:lnTo>
                <a:lnTo>
                  <a:pt x="55"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51" name="Freeform 87">
            <a:extLst>
              <a:ext uri="{FF2B5EF4-FFF2-40B4-BE49-F238E27FC236}">
                <a16:creationId xmlns="" xmlns:a16="http://schemas.microsoft.com/office/drawing/2014/main" id="{C4E0214F-F103-42DF-A8B3-2D0B7D9E0D21}"/>
              </a:ext>
            </a:extLst>
          </p:cNvPr>
          <p:cNvSpPr>
            <a:spLocks noEditPoints="1"/>
          </p:cNvSpPr>
          <p:nvPr/>
        </p:nvSpPr>
        <p:spPr bwMode="auto">
          <a:xfrm>
            <a:off x="5231904" y="2132856"/>
            <a:ext cx="587375" cy="588962"/>
          </a:xfrm>
          <a:custGeom>
            <a:avLst/>
            <a:gdLst>
              <a:gd name="T0" fmla="*/ 2147483646 w 58"/>
              <a:gd name="T1" fmla="*/ 2147483646 h 58"/>
              <a:gd name="T2" fmla="*/ 2147483646 w 58"/>
              <a:gd name="T3" fmla="*/ 2147483646 h 58"/>
              <a:gd name="T4" fmla="*/ 2147483646 w 58"/>
              <a:gd name="T5" fmla="*/ 2147483646 h 58"/>
              <a:gd name="T6" fmla="*/ 2147483646 w 58"/>
              <a:gd name="T7" fmla="*/ 2147483646 h 58"/>
              <a:gd name="T8" fmla="*/ 2147483646 w 58"/>
              <a:gd name="T9" fmla="*/ 2147483646 h 58"/>
              <a:gd name="T10" fmla="*/ 2147483646 w 58"/>
              <a:gd name="T11" fmla="*/ 2147483646 h 58"/>
              <a:gd name="T12" fmla="*/ 2147483646 w 58"/>
              <a:gd name="T13" fmla="*/ 2147483646 h 58"/>
              <a:gd name="T14" fmla="*/ 2147483646 w 58"/>
              <a:gd name="T15" fmla="*/ 2147483646 h 58"/>
              <a:gd name="T16" fmla="*/ 2147483646 w 58"/>
              <a:gd name="T17" fmla="*/ 2147483646 h 58"/>
              <a:gd name="T18" fmla="*/ 2147483646 w 58"/>
              <a:gd name="T19" fmla="*/ 2147483646 h 58"/>
              <a:gd name="T20" fmla="*/ 2147483646 w 58"/>
              <a:gd name="T21" fmla="*/ 2147483646 h 58"/>
              <a:gd name="T22" fmla="*/ 2147483646 w 58"/>
              <a:gd name="T23" fmla="*/ 2147483646 h 58"/>
              <a:gd name="T24" fmla="*/ 2147483646 w 58"/>
              <a:gd name="T25" fmla="*/ 2147483646 h 58"/>
              <a:gd name="T26" fmla="*/ 2147483646 w 58"/>
              <a:gd name="T27" fmla="*/ 2147483646 h 58"/>
              <a:gd name="T28" fmla="*/ 2147483646 w 58"/>
              <a:gd name="T29" fmla="*/ 2147483646 h 58"/>
              <a:gd name="T30" fmla="*/ 2147483646 w 58"/>
              <a:gd name="T31" fmla="*/ 2147483646 h 58"/>
              <a:gd name="T32" fmla="*/ 2147483646 w 58"/>
              <a:gd name="T33" fmla="*/ 2147483646 h 58"/>
              <a:gd name="T34" fmla="*/ 2147483646 w 58"/>
              <a:gd name="T35" fmla="*/ 2147483646 h 58"/>
              <a:gd name="T36" fmla="*/ 2147483646 w 58"/>
              <a:gd name="T37" fmla="*/ 2147483646 h 58"/>
              <a:gd name="T38" fmla="*/ 2147483646 w 58"/>
              <a:gd name="T39" fmla="*/ 2147483646 h 58"/>
              <a:gd name="T40" fmla="*/ 2147483646 w 58"/>
              <a:gd name="T41" fmla="*/ 2147483646 h 58"/>
              <a:gd name="T42" fmla="*/ 2147483646 w 58"/>
              <a:gd name="T43" fmla="*/ 2147483646 h 58"/>
              <a:gd name="T44" fmla="*/ 2147483646 w 58"/>
              <a:gd name="T45" fmla="*/ 2147483646 h 58"/>
              <a:gd name="T46" fmla="*/ 2147483646 w 58"/>
              <a:gd name="T47" fmla="*/ 2147483646 h 58"/>
              <a:gd name="T48" fmla="*/ 2147483646 w 58"/>
              <a:gd name="T49" fmla="*/ 2147483646 h 58"/>
              <a:gd name="T50" fmla="*/ 2147483646 w 58"/>
              <a:gd name="T51" fmla="*/ 2147483646 h 58"/>
              <a:gd name="T52" fmla="*/ 2147483646 w 58"/>
              <a:gd name="T53" fmla="*/ 2147483646 h 58"/>
              <a:gd name="T54" fmla="*/ 2147483646 w 58"/>
              <a:gd name="T55" fmla="*/ 2147483646 h 58"/>
              <a:gd name="T56" fmla="*/ 2147483646 w 58"/>
              <a:gd name="T57" fmla="*/ 2147483646 h 58"/>
              <a:gd name="T58" fmla="*/ 2147483646 w 58"/>
              <a:gd name="T59" fmla="*/ 2147483646 h 58"/>
              <a:gd name="T60" fmla="*/ 2147483646 w 58"/>
              <a:gd name="T61" fmla="*/ 2147483646 h 58"/>
              <a:gd name="T62" fmla="*/ 2147483646 w 58"/>
              <a:gd name="T63" fmla="*/ 2147483646 h 58"/>
              <a:gd name="T64" fmla="*/ 2147483646 w 58"/>
              <a:gd name="T65" fmla="*/ 2147483646 h 58"/>
              <a:gd name="T66" fmla="*/ 2147483646 w 58"/>
              <a:gd name="T67" fmla="*/ 2147483646 h 58"/>
              <a:gd name="T68" fmla="*/ 2147483646 w 58"/>
              <a:gd name="T69" fmla="*/ 2147483646 h 58"/>
              <a:gd name="T70" fmla="*/ 2147483646 w 58"/>
              <a:gd name="T71" fmla="*/ 2147483646 h 58"/>
              <a:gd name="T72" fmla="*/ 2147483646 w 58"/>
              <a:gd name="T73" fmla="*/ 2147483646 h 58"/>
              <a:gd name="T74" fmla="*/ 2147483646 w 58"/>
              <a:gd name="T75" fmla="*/ 2147483646 h 58"/>
              <a:gd name="T76" fmla="*/ 2147483646 w 58"/>
              <a:gd name="T77" fmla="*/ 2147483646 h 58"/>
              <a:gd name="T78" fmla="*/ 2147483646 w 58"/>
              <a:gd name="T79" fmla="*/ 2147483646 h 58"/>
              <a:gd name="T80" fmla="*/ 2147483646 w 58"/>
              <a:gd name="T81" fmla="*/ 2147483646 h 58"/>
              <a:gd name="T82" fmla="*/ 2147483646 w 58"/>
              <a:gd name="T83" fmla="*/ 2147483646 h 58"/>
              <a:gd name="T84" fmla="*/ 2147483646 w 58"/>
              <a:gd name="T85" fmla="*/ 2147483646 h 58"/>
              <a:gd name="T86" fmla="*/ 2147483646 w 58"/>
              <a:gd name="T87" fmla="*/ 2147483646 h 58"/>
              <a:gd name="T88" fmla="*/ 2147483646 w 58"/>
              <a:gd name="T89" fmla="*/ 2147483646 h 58"/>
              <a:gd name="T90" fmla="*/ 2147483646 w 58"/>
              <a:gd name="T91" fmla="*/ 2147483646 h 58"/>
              <a:gd name="T92" fmla="*/ 2147483646 w 58"/>
              <a:gd name="T93" fmla="*/ 2147483646 h 58"/>
              <a:gd name="T94" fmla="*/ 2147483646 w 58"/>
              <a:gd name="T95" fmla="*/ 2147483646 h 58"/>
              <a:gd name="T96" fmla="*/ 2147483646 w 58"/>
              <a:gd name="T97" fmla="*/ 2147483646 h 5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58" h="58">
                <a:moveTo>
                  <a:pt x="29" y="2"/>
                </a:moveTo>
                <a:cubicBezTo>
                  <a:pt x="37" y="2"/>
                  <a:pt x="43" y="5"/>
                  <a:pt x="48" y="10"/>
                </a:cubicBezTo>
                <a:cubicBezTo>
                  <a:pt x="53" y="14"/>
                  <a:pt x="56" y="21"/>
                  <a:pt x="56" y="29"/>
                </a:cubicBezTo>
                <a:cubicBezTo>
                  <a:pt x="56" y="36"/>
                  <a:pt x="53" y="43"/>
                  <a:pt x="48" y="48"/>
                </a:cubicBezTo>
                <a:cubicBezTo>
                  <a:pt x="43" y="52"/>
                  <a:pt x="37" y="56"/>
                  <a:pt x="29" y="56"/>
                </a:cubicBezTo>
                <a:cubicBezTo>
                  <a:pt x="22" y="56"/>
                  <a:pt x="15" y="52"/>
                  <a:pt x="10" y="48"/>
                </a:cubicBezTo>
                <a:cubicBezTo>
                  <a:pt x="5" y="43"/>
                  <a:pt x="2" y="36"/>
                  <a:pt x="2" y="29"/>
                </a:cubicBezTo>
                <a:cubicBezTo>
                  <a:pt x="2" y="21"/>
                  <a:pt x="5" y="14"/>
                  <a:pt x="10" y="10"/>
                </a:cubicBezTo>
                <a:cubicBezTo>
                  <a:pt x="15" y="5"/>
                  <a:pt x="22" y="2"/>
                  <a:pt x="29" y="2"/>
                </a:cubicBezTo>
                <a:close/>
                <a:moveTo>
                  <a:pt x="48" y="21"/>
                </a:moveTo>
                <a:cubicBezTo>
                  <a:pt x="45" y="22"/>
                  <a:pt x="45" y="22"/>
                  <a:pt x="45" y="22"/>
                </a:cubicBezTo>
                <a:cubicBezTo>
                  <a:pt x="46" y="23"/>
                  <a:pt x="46" y="23"/>
                  <a:pt x="46" y="23"/>
                </a:cubicBezTo>
                <a:cubicBezTo>
                  <a:pt x="48" y="22"/>
                  <a:pt x="48" y="22"/>
                  <a:pt x="48" y="22"/>
                </a:cubicBezTo>
                <a:cubicBezTo>
                  <a:pt x="48" y="21"/>
                  <a:pt x="48" y="21"/>
                  <a:pt x="48" y="21"/>
                </a:cubicBezTo>
                <a:close/>
                <a:moveTo>
                  <a:pt x="48" y="36"/>
                </a:moveTo>
                <a:cubicBezTo>
                  <a:pt x="45" y="35"/>
                  <a:pt x="45" y="35"/>
                  <a:pt x="45" y="35"/>
                </a:cubicBezTo>
                <a:cubicBezTo>
                  <a:pt x="45" y="36"/>
                  <a:pt x="45" y="36"/>
                  <a:pt x="45" y="36"/>
                </a:cubicBezTo>
                <a:cubicBezTo>
                  <a:pt x="48" y="37"/>
                  <a:pt x="48" y="37"/>
                  <a:pt x="48" y="37"/>
                </a:cubicBezTo>
                <a:cubicBezTo>
                  <a:pt x="48" y="36"/>
                  <a:pt x="48" y="36"/>
                  <a:pt x="48" y="36"/>
                </a:cubicBezTo>
                <a:close/>
                <a:moveTo>
                  <a:pt x="37" y="47"/>
                </a:moveTo>
                <a:cubicBezTo>
                  <a:pt x="36" y="44"/>
                  <a:pt x="36" y="44"/>
                  <a:pt x="36" y="44"/>
                </a:cubicBezTo>
                <a:cubicBezTo>
                  <a:pt x="35" y="45"/>
                  <a:pt x="35" y="45"/>
                  <a:pt x="35" y="45"/>
                </a:cubicBezTo>
                <a:cubicBezTo>
                  <a:pt x="36" y="48"/>
                  <a:pt x="36" y="48"/>
                  <a:pt x="36" y="48"/>
                </a:cubicBezTo>
                <a:cubicBezTo>
                  <a:pt x="37" y="47"/>
                  <a:pt x="37" y="47"/>
                  <a:pt x="37" y="47"/>
                </a:cubicBezTo>
                <a:close/>
                <a:moveTo>
                  <a:pt x="22" y="47"/>
                </a:moveTo>
                <a:cubicBezTo>
                  <a:pt x="23" y="45"/>
                  <a:pt x="23" y="45"/>
                  <a:pt x="23" y="45"/>
                </a:cubicBezTo>
                <a:cubicBezTo>
                  <a:pt x="22" y="44"/>
                  <a:pt x="22" y="44"/>
                  <a:pt x="22" y="44"/>
                </a:cubicBezTo>
                <a:cubicBezTo>
                  <a:pt x="21" y="47"/>
                  <a:pt x="21" y="47"/>
                  <a:pt x="21" y="47"/>
                </a:cubicBezTo>
                <a:cubicBezTo>
                  <a:pt x="22" y="47"/>
                  <a:pt x="22" y="47"/>
                  <a:pt x="22" y="47"/>
                </a:cubicBezTo>
                <a:close/>
                <a:moveTo>
                  <a:pt x="11" y="37"/>
                </a:moveTo>
                <a:cubicBezTo>
                  <a:pt x="13" y="36"/>
                  <a:pt x="13" y="36"/>
                  <a:pt x="13" y="36"/>
                </a:cubicBezTo>
                <a:cubicBezTo>
                  <a:pt x="13" y="34"/>
                  <a:pt x="13" y="34"/>
                  <a:pt x="13" y="34"/>
                </a:cubicBezTo>
                <a:cubicBezTo>
                  <a:pt x="10" y="35"/>
                  <a:pt x="10" y="35"/>
                  <a:pt x="10" y="35"/>
                </a:cubicBezTo>
                <a:cubicBezTo>
                  <a:pt x="11" y="37"/>
                  <a:pt x="11" y="37"/>
                  <a:pt x="11" y="37"/>
                </a:cubicBezTo>
                <a:close/>
                <a:moveTo>
                  <a:pt x="10" y="21"/>
                </a:moveTo>
                <a:cubicBezTo>
                  <a:pt x="13" y="22"/>
                  <a:pt x="13" y="22"/>
                  <a:pt x="13" y="22"/>
                </a:cubicBezTo>
                <a:cubicBezTo>
                  <a:pt x="14" y="21"/>
                  <a:pt x="14" y="21"/>
                  <a:pt x="14" y="21"/>
                </a:cubicBezTo>
                <a:cubicBezTo>
                  <a:pt x="11" y="20"/>
                  <a:pt x="11" y="20"/>
                  <a:pt x="11" y="20"/>
                </a:cubicBezTo>
                <a:cubicBezTo>
                  <a:pt x="10" y="21"/>
                  <a:pt x="10" y="21"/>
                  <a:pt x="10" y="21"/>
                </a:cubicBezTo>
                <a:close/>
                <a:moveTo>
                  <a:pt x="21" y="10"/>
                </a:moveTo>
                <a:cubicBezTo>
                  <a:pt x="22" y="13"/>
                  <a:pt x="22" y="13"/>
                  <a:pt x="22" y="13"/>
                </a:cubicBezTo>
                <a:cubicBezTo>
                  <a:pt x="24" y="12"/>
                  <a:pt x="24" y="12"/>
                  <a:pt x="24" y="12"/>
                </a:cubicBezTo>
                <a:cubicBezTo>
                  <a:pt x="22" y="10"/>
                  <a:pt x="22" y="10"/>
                  <a:pt x="22" y="10"/>
                </a:cubicBezTo>
                <a:cubicBezTo>
                  <a:pt x="21" y="10"/>
                  <a:pt x="21" y="10"/>
                  <a:pt x="21" y="10"/>
                </a:cubicBezTo>
                <a:close/>
                <a:moveTo>
                  <a:pt x="37" y="10"/>
                </a:moveTo>
                <a:cubicBezTo>
                  <a:pt x="36" y="13"/>
                  <a:pt x="36" y="13"/>
                  <a:pt x="36" y="13"/>
                </a:cubicBezTo>
                <a:cubicBezTo>
                  <a:pt x="37" y="13"/>
                  <a:pt x="37" y="13"/>
                  <a:pt x="37" y="13"/>
                </a:cubicBezTo>
                <a:cubicBezTo>
                  <a:pt x="38" y="10"/>
                  <a:pt x="38" y="10"/>
                  <a:pt x="38" y="10"/>
                </a:cubicBezTo>
                <a:cubicBezTo>
                  <a:pt x="37" y="10"/>
                  <a:pt x="37" y="10"/>
                  <a:pt x="37" y="10"/>
                </a:cubicBezTo>
                <a:close/>
                <a:moveTo>
                  <a:pt x="29" y="0"/>
                </a:moveTo>
                <a:cubicBezTo>
                  <a:pt x="21" y="0"/>
                  <a:pt x="14" y="3"/>
                  <a:pt x="9" y="8"/>
                </a:cubicBezTo>
                <a:cubicBezTo>
                  <a:pt x="3" y="13"/>
                  <a:pt x="0" y="21"/>
                  <a:pt x="0" y="29"/>
                </a:cubicBezTo>
                <a:cubicBezTo>
                  <a:pt x="0" y="37"/>
                  <a:pt x="3" y="44"/>
                  <a:pt x="9" y="49"/>
                </a:cubicBezTo>
                <a:cubicBezTo>
                  <a:pt x="14" y="54"/>
                  <a:pt x="21" y="58"/>
                  <a:pt x="29" y="58"/>
                </a:cubicBezTo>
                <a:cubicBezTo>
                  <a:pt x="37" y="58"/>
                  <a:pt x="45" y="54"/>
                  <a:pt x="50" y="49"/>
                </a:cubicBezTo>
                <a:cubicBezTo>
                  <a:pt x="55" y="44"/>
                  <a:pt x="58" y="37"/>
                  <a:pt x="58" y="29"/>
                </a:cubicBezTo>
                <a:cubicBezTo>
                  <a:pt x="58" y="21"/>
                  <a:pt x="55" y="13"/>
                  <a:pt x="50" y="8"/>
                </a:cubicBezTo>
                <a:cubicBezTo>
                  <a:pt x="45" y="3"/>
                  <a:pt x="37" y="0"/>
                  <a:pt x="29" y="0"/>
                </a:cubicBezTo>
                <a:close/>
                <a:moveTo>
                  <a:pt x="49" y="9"/>
                </a:moveTo>
                <a:cubicBezTo>
                  <a:pt x="44" y="4"/>
                  <a:pt x="37" y="1"/>
                  <a:pt x="29" y="1"/>
                </a:cubicBezTo>
                <a:cubicBezTo>
                  <a:pt x="22" y="1"/>
                  <a:pt x="15" y="4"/>
                  <a:pt x="9" y="9"/>
                </a:cubicBezTo>
                <a:cubicBezTo>
                  <a:pt x="4" y="14"/>
                  <a:pt x="1" y="21"/>
                  <a:pt x="1" y="29"/>
                </a:cubicBezTo>
                <a:cubicBezTo>
                  <a:pt x="1" y="36"/>
                  <a:pt x="4" y="43"/>
                  <a:pt x="9" y="48"/>
                </a:cubicBezTo>
                <a:cubicBezTo>
                  <a:pt x="15" y="53"/>
                  <a:pt x="22" y="57"/>
                  <a:pt x="29" y="57"/>
                </a:cubicBezTo>
                <a:cubicBezTo>
                  <a:pt x="37" y="57"/>
                  <a:pt x="44" y="53"/>
                  <a:pt x="49" y="48"/>
                </a:cubicBezTo>
                <a:cubicBezTo>
                  <a:pt x="54" y="43"/>
                  <a:pt x="57" y="36"/>
                  <a:pt x="57" y="29"/>
                </a:cubicBezTo>
                <a:cubicBezTo>
                  <a:pt x="57" y="21"/>
                  <a:pt x="54" y="14"/>
                  <a:pt x="49" y="9"/>
                </a:cubicBezTo>
                <a:close/>
                <a:moveTo>
                  <a:pt x="52" y="28"/>
                </a:moveTo>
                <a:cubicBezTo>
                  <a:pt x="49" y="28"/>
                  <a:pt x="49" y="28"/>
                  <a:pt x="49" y="28"/>
                </a:cubicBezTo>
                <a:cubicBezTo>
                  <a:pt x="49" y="29"/>
                  <a:pt x="49" y="29"/>
                  <a:pt x="49" y="29"/>
                </a:cubicBezTo>
                <a:cubicBezTo>
                  <a:pt x="52" y="29"/>
                  <a:pt x="52" y="29"/>
                  <a:pt x="52" y="29"/>
                </a:cubicBezTo>
                <a:cubicBezTo>
                  <a:pt x="52" y="28"/>
                  <a:pt x="52" y="28"/>
                  <a:pt x="52" y="28"/>
                </a:cubicBezTo>
                <a:close/>
                <a:moveTo>
                  <a:pt x="46" y="44"/>
                </a:moveTo>
                <a:cubicBezTo>
                  <a:pt x="43" y="42"/>
                  <a:pt x="43" y="42"/>
                  <a:pt x="43" y="42"/>
                </a:cubicBezTo>
                <a:cubicBezTo>
                  <a:pt x="42" y="43"/>
                  <a:pt x="42" y="43"/>
                  <a:pt x="42" y="43"/>
                </a:cubicBezTo>
                <a:cubicBezTo>
                  <a:pt x="45" y="45"/>
                  <a:pt x="45" y="45"/>
                  <a:pt x="45" y="45"/>
                </a:cubicBezTo>
                <a:cubicBezTo>
                  <a:pt x="46" y="44"/>
                  <a:pt x="46" y="44"/>
                  <a:pt x="46" y="44"/>
                </a:cubicBezTo>
                <a:close/>
                <a:moveTo>
                  <a:pt x="30" y="51"/>
                </a:moveTo>
                <a:cubicBezTo>
                  <a:pt x="30" y="48"/>
                  <a:pt x="30" y="48"/>
                  <a:pt x="30" y="48"/>
                </a:cubicBezTo>
                <a:cubicBezTo>
                  <a:pt x="29" y="48"/>
                  <a:pt x="29" y="48"/>
                  <a:pt x="29" y="48"/>
                </a:cubicBezTo>
                <a:cubicBezTo>
                  <a:pt x="29" y="51"/>
                  <a:pt x="29" y="51"/>
                  <a:pt x="29" y="51"/>
                </a:cubicBezTo>
                <a:cubicBezTo>
                  <a:pt x="30" y="51"/>
                  <a:pt x="30" y="51"/>
                  <a:pt x="30" y="51"/>
                </a:cubicBezTo>
                <a:close/>
                <a:moveTo>
                  <a:pt x="14" y="45"/>
                </a:moveTo>
                <a:cubicBezTo>
                  <a:pt x="16" y="43"/>
                  <a:pt x="16" y="43"/>
                  <a:pt x="16" y="43"/>
                </a:cubicBezTo>
                <a:cubicBezTo>
                  <a:pt x="15" y="42"/>
                  <a:pt x="15" y="42"/>
                  <a:pt x="15" y="42"/>
                </a:cubicBezTo>
                <a:cubicBezTo>
                  <a:pt x="13" y="44"/>
                  <a:pt x="13" y="44"/>
                  <a:pt x="13" y="44"/>
                </a:cubicBezTo>
                <a:cubicBezTo>
                  <a:pt x="14" y="45"/>
                  <a:pt x="14" y="45"/>
                  <a:pt x="14" y="45"/>
                </a:cubicBezTo>
                <a:close/>
                <a:moveTo>
                  <a:pt x="7" y="29"/>
                </a:moveTo>
                <a:cubicBezTo>
                  <a:pt x="10" y="29"/>
                  <a:pt x="10" y="29"/>
                  <a:pt x="10" y="29"/>
                </a:cubicBezTo>
                <a:cubicBezTo>
                  <a:pt x="10" y="28"/>
                  <a:pt x="10" y="28"/>
                  <a:pt x="10" y="28"/>
                </a:cubicBezTo>
                <a:cubicBezTo>
                  <a:pt x="7" y="28"/>
                  <a:pt x="7" y="28"/>
                  <a:pt x="7" y="28"/>
                </a:cubicBezTo>
                <a:cubicBezTo>
                  <a:pt x="7" y="29"/>
                  <a:pt x="7" y="29"/>
                  <a:pt x="7" y="29"/>
                </a:cubicBezTo>
                <a:close/>
                <a:moveTo>
                  <a:pt x="13" y="13"/>
                </a:moveTo>
                <a:cubicBezTo>
                  <a:pt x="15" y="15"/>
                  <a:pt x="15" y="15"/>
                  <a:pt x="15" y="15"/>
                </a:cubicBezTo>
                <a:cubicBezTo>
                  <a:pt x="16" y="14"/>
                  <a:pt x="16" y="14"/>
                  <a:pt x="16" y="14"/>
                </a:cubicBezTo>
                <a:cubicBezTo>
                  <a:pt x="14" y="12"/>
                  <a:pt x="14" y="12"/>
                  <a:pt x="14" y="12"/>
                </a:cubicBezTo>
                <a:cubicBezTo>
                  <a:pt x="13" y="13"/>
                  <a:pt x="13" y="13"/>
                  <a:pt x="13" y="13"/>
                </a:cubicBezTo>
                <a:close/>
                <a:moveTo>
                  <a:pt x="29" y="6"/>
                </a:moveTo>
                <a:cubicBezTo>
                  <a:pt x="29" y="9"/>
                  <a:pt x="29" y="9"/>
                  <a:pt x="29" y="9"/>
                </a:cubicBezTo>
                <a:cubicBezTo>
                  <a:pt x="30" y="9"/>
                  <a:pt x="30" y="9"/>
                  <a:pt x="30" y="9"/>
                </a:cubicBezTo>
                <a:cubicBezTo>
                  <a:pt x="30" y="6"/>
                  <a:pt x="30" y="6"/>
                  <a:pt x="30" y="6"/>
                </a:cubicBezTo>
                <a:cubicBezTo>
                  <a:pt x="29" y="6"/>
                  <a:pt x="29" y="6"/>
                  <a:pt x="29" y="6"/>
                </a:cubicBezTo>
                <a:close/>
                <a:moveTo>
                  <a:pt x="45" y="12"/>
                </a:moveTo>
                <a:cubicBezTo>
                  <a:pt x="42" y="14"/>
                  <a:pt x="42" y="14"/>
                  <a:pt x="42" y="14"/>
                </a:cubicBezTo>
                <a:cubicBezTo>
                  <a:pt x="43" y="15"/>
                  <a:pt x="43" y="15"/>
                  <a:pt x="43" y="15"/>
                </a:cubicBezTo>
                <a:cubicBezTo>
                  <a:pt x="46" y="13"/>
                  <a:pt x="46" y="13"/>
                  <a:pt x="46" y="13"/>
                </a:cubicBezTo>
                <a:cubicBezTo>
                  <a:pt x="45" y="12"/>
                  <a:pt x="45" y="12"/>
                  <a:pt x="45" y="12"/>
                </a:cubicBezTo>
                <a:close/>
                <a:moveTo>
                  <a:pt x="21" y="20"/>
                </a:moveTo>
                <a:cubicBezTo>
                  <a:pt x="22" y="22"/>
                  <a:pt x="22" y="22"/>
                  <a:pt x="22" y="22"/>
                </a:cubicBezTo>
                <a:cubicBezTo>
                  <a:pt x="23" y="25"/>
                  <a:pt x="23" y="25"/>
                  <a:pt x="23" y="25"/>
                </a:cubicBezTo>
                <a:cubicBezTo>
                  <a:pt x="17" y="27"/>
                  <a:pt x="17" y="27"/>
                  <a:pt x="17" y="27"/>
                </a:cubicBezTo>
                <a:cubicBezTo>
                  <a:pt x="13" y="29"/>
                  <a:pt x="13" y="29"/>
                  <a:pt x="13" y="29"/>
                </a:cubicBezTo>
                <a:cubicBezTo>
                  <a:pt x="17" y="30"/>
                  <a:pt x="17" y="30"/>
                  <a:pt x="17" y="30"/>
                </a:cubicBezTo>
                <a:cubicBezTo>
                  <a:pt x="23" y="32"/>
                  <a:pt x="23" y="32"/>
                  <a:pt x="23" y="32"/>
                </a:cubicBezTo>
                <a:cubicBezTo>
                  <a:pt x="22" y="35"/>
                  <a:pt x="22" y="35"/>
                  <a:pt x="22" y="35"/>
                </a:cubicBezTo>
                <a:cubicBezTo>
                  <a:pt x="21" y="37"/>
                  <a:pt x="21" y="37"/>
                  <a:pt x="21" y="37"/>
                </a:cubicBezTo>
                <a:cubicBezTo>
                  <a:pt x="23" y="36"/>
                  <a:pt x="23" y="36"/>
                  <a:pt x="23" y="36"/>
                </a:cubicBezTo>
                <a:cubicBezTo>
                  <a:pt x="26" y="35"/>
                  <a:pt x="26" y="35"/>
                  <a:pt x="26" y="35"/>
                </a:cubicBezTo>
                <a:cubicBezTo>
                  <a:pt x="28" y="41"/>
                  <a:pt x="28" y="41"/>
                  <a:pt x="28" y="41"/>
                </a:cubicBezTo>
                <a:cubicBezTo>
                  <a:pt x="29" y="45"/>
                  <a:pt x="29" y="45"/>
                  <a:pt x="29" y="45"/>
                </a:cubicBezTo>
                <a:cubicBezTo>
                  <a:pt x="30" y="41"/>
                  <a:pt x="30" y="41"/>
                  <a:pt x="30" y="41"/>
                </a:cubicBezTo>
                <a:cubicBezTo>
                  <a:pt x="33" y="35"/>
                  <a:pt x="33" y="35"/>
                  <a:pt x="33" y="35"/>
                </a:cubicBezTo>
                <a:cubicBezTo>
                  <a:pt x="35" y="36"/>
                  <a:pt x="35" y="36"/>
                  <a:pt x="35" y="36"/>
                </a:cubicBezTo>
                <a:cubicBezTo>
                  <a:pt x="38" y="37"/>
                  <a:pt x="38" y="37"/>
                  <a:pt x="38" y="37"/>
                </a:cubicBezTo>
                <a:cubicBezTo>
                  <a:pt x="37" y="35"/>
                  <a:pt x="37" y="35"/>
                  <a:pt x="37" y="35"/>
                </a:cubicBezTo>
                <a:cubicBezTo>
                  <a:pt x="35" y="32"/>
                  <a:pt x="35" y="32"/>
                  <a:pt x="35" y="32"/>
                </a:cubicBezTo>
                <a:cubicBezTo>
                  <a:pt x="42" y="30"/>
                  <a:pt x="42" y="30"/>
                  <a:pt x="42" y="30"/>
                </a:cubicBezTo>
                <a:cubicBezTo>
                  <a:pt x="45" y="29"/>
                  <a:pt x="45" y="29"/>
                  <a:pt x="45" y="29"/>
                </a:cubicBezTo>
                <a:cubicBezTo>
                  <a:pt x="42" y="27"/>
                  <a:pt x="42" y="27"/>
                  <a:pt x="42" y="27"/>
                </a:cubicBezTo>
                <a:cubicBezTo>
                  <a:pt x="35" y="25"/>
                  <a:pt x="35" y="25"/>
                  <a:pt x="35" y="25"/>
                </a:cubicBezTo>
                <a:cubicBezTo>
                  <a:pt x="37" y="22"/>
                  <a:pt x="37" y="22"/>
                  <a:pt x="37" y="22"/>
                </a:cubicBezTo>
                <a:cubicBezTo>
                  <a:pt x="38" y="20"/>
                  <a:pt x="38" y="20"/>
                  <a:pt x="38" y="20"/>
                </a:cubicBezTo>
                <a:cubicBezTo>
                  <a:pt x="35" y="21"/>
                  <a:pt x="35" y="21"/>
                  <a:pt x="35" y="21"/>
                </a:cubicBezTo>
                <a:cubicBezTo>
                  <a:pt x="33" y="23"/>
                  <a:pt x="33" y="23"/>
                  <a:pt x="33" y="23"/>
                </a:cubicBezTo>
                <a:cubicBezTo>
                  <a:pt x="30" y="16"/>
                  <a:pt x="30" y="16"/>
                  <a:pt x="30" y="16"/>
                </a:cubicBezTo>
                <a:cubicBezTo>
                  <a:pt x="29" y="13"/>
                  <a:pt x="29" y="13"/>
                  <a:pt x="29" y="13"/>
                </a:cubicBezTo>
                <a:cubicBezTo>
                  <a:pt x="28" y="16"/>
                  <a:pt x="28" y="16"/>
                  <a:pt x="28" y="16"/>
                </a:cubicBezTo>
                <a:cubicBezTo>
                  <a:pt x="26" y="23"/>
                  <a:pt x="26" y="23"/>
                  <a:pt x="26" y="23"/>
                </a:cubicBezTo>
                <a:cubicBezTo>
                  <a:pt x="23" y="21"/>
                  <a:pt x="23" y="21"/>
                  <a:pt x="23" y="21"/>
                </a:cubicBezTo>
                <a:cubicBezTo>
                  <a:pt x="21" y="20"/>
                  <a:pt x="21" y="20"/>
                  <a:pt x="21" y="20"/>
                </a:cubicBezTo>
                <a:close/>
                <a:moveTo>
                  <a:pt x="46" y="12"/>
                </a:moveTo>
                <a:cubicBezTo>
                  <a:pt x="42" y="8"/>
                  <a:pt x="36" y="5"/>
                  <a:pt x="29" y="5"/>
                </a:cubicBezTo>
                <a:cubicBezTo>
                  <a:pt x="23" y="5"/>
                  <a:pt x="17" y="8"/>
                  <a:pt x="13" y="12"/>
                </a:cubicBezTo>
                <a:cubicBezTo>
                  <a:pt x="9" y="16"/>
                  <a:pt x="6" y="22"/>
                  <a:pt x="6" y="29"/>
                </a:cubicBezTo>
                <a:cubicBezTo>
                  <a:pt x="6" y="35"/>
                  <a:pt x="9" y="41"/>
                  <a:pt x="13" y="45"/>
                </a:cubicBezTo>
                <a:cubicBezTo>
                  <a:pt x="17" y="49"/>
                  <a:pt x="23" y="52"/>
                  <a:pt x="29" y="52"/>
                </a:cubicBezTo>
                <a:cubicBezTo>
                  <a:pt x="36" y="52"/>
                  <a:pt x="42" y="49"/>
                  <a:pt x="46" y="45"/>
                </a:cubicBezTo>
                <a:cubicBezTo>
                  <a:pt x="50" y="41"/>
                  <a:pt x="53" y="35"/>
                  <a:pt x="53" y="29"/>
                </a:cubicBezTo>
                <a:cubicBezTo>
                  <a:pt x="53" y="22"/>
                  <a:pt x="50" y="16"/>
                  <a:pt x="46" y="12"/>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52" name="Freeform 106">
            <a:extLst>
              <a:ext uri="{FF2B5EF4-FFF2-40B4-BE49-F238E27FC236}">
                <a16:creationId xmlns="" xmlns:a16="http://schemas.microsoft.com/office/drawing/2014/main" id="{A5D81A71-34B9-4EA0-900E-8BEBB890890D}"/>
              </a:ext>
            </a:extLst>
          </p:cNvPr>
          <p:cNvSpPr>
            <a:spLocks noEditPoints="1"/>
          </p:cNvSpPr>
          <p:nvPr/>
        </p:nvSpPr>
        <p:spPr bwMode="auto">
          <a:xfrm>
            <a:off x="6276479" y="5325318"/>
            <a:ext cx="698500" cy="688975"/>
          </a:xfrm>
          <a:custGeom>
            <a:avLst/>
            <a:gdLst>
              <a:gd name="T0" fmla="*/ 2147483646 w 69"/>
              <a:gd name="T1" fmla="*/ 2147483646 h 68"/>
              <a:gd name="T2" fmla="*/ 2147483646 w 69"/>
              <a:gd name="T3" fmla="*/ 2147483646 h 68"/>
              <a:gd name="T4" fmla="*/ 2147483646 w 69"/>
              <a:gd name="T5" fmla="*/ 2147483646 h 68"/>
              <a:gd name="T6" fmla="*/ 2147483646 w 69"/>
              <a:gd name="T7" fmla="*/ 2147483646 h 68"/>
              <a:gd name="T8" fmla="*/ 2147483646 w 69"/>
              <a:gd name="T9" fmla="*/ 2147483646 h 68"/>
              <a:gd name="T10" fmla="*/ 2147483646 w 69"/>
              <a:gd name="T11" fmla="*/ 2147483646 h 68"/>
              <a:gd name="T12" fmla="*/ 2147483646 w 69"/>
              <a:gd name="T13" fmla="*/ 2147483646 h 68"/>
              <a:gd name="T14" fmla="*/ 2147483646 w 69"/>
              <a:gd name="T15" fmla="*/ 2147483646 h 68"/>
              <a:gd name="T16" fmla="*/ 2147483646 w 69"/>
              <a:gd name="T17" fmla="*/ 2147483646 h 68"/>
              <a:gd name="T18" fmla="*/ 2147483646 w 69"/>
              <a:gd name="T19" fmla="*/ 2147483646 h 68"/>
              <a:gd name="T20" fmla="*/ 2147483646 w 69"/>
              <a:gd name="T21" fmla="*/ 2147483646 h 68"/>
              <a:gd name="T22" fmla="*/ 2147483646 w 69"/>
              <a:gd name="T23" fmla="*/ 2147483646 h 68"/>
              <a:gd name="T24" fmla="*/ 2147483646 w 69"/>
              <a:gd name="T25" fmla="*/ 2147483646 h 68"/>
              <a:gd name="T26" fmla="*/ 2147483646 w 69"/>
              <a:gd name="T27" fmla="*/ 2147483646 h 68"/>
              <a:gd name="T28" fmla="*/ 2147483646 w 69"/>
              <a:gd name="T29" fmla="*/ 2147483646 h 68"/>
              <a:gd name="T30" fmla="*/ 2147483646 w 69"/>
              <a:gd name="T31" fmla="*/ 2147483646 h 68"/>
              <a:gd name="T32" fmla="*/ 2147483646 w 69"/>
              <a:gd name="T33" fmla="*/ 2147483646 h 68"/>
              <a:gd name="T34" fmla="*/ 2147483646 w 69"/>
              <a:gd name="T35" fmla="*/ 2147483646 h 68"/>
              <a:gd name="T36" fmla="*/ 2147483646 w 69"/>
              <a:gd name="T37" fmla="*/ 2147483646 h 68"/>
              <a:gd name="T38" fmla="*/ 2147483646 w 69"/>
              <a:gd name="T39" fmla="*/ 2147483646 h 68"/>
              <a:gd name="T40" fmla="*/ 2147483646 w 69"/>
              <a:gd name="T41" fmla="*/ 2147483646 h 68"/>
              <a:gd name="T42" fmla="*/ 2147483646 w 69"/>
              <a:gd name="T43" fmla="*/ 2147483646 h 68"/>
              <a:gd name="T44" fmla="*/ 2147483646 w 69"/>
              <a:gd name="T45" fmla="*/ 2147483646 h 68"/>
              <a:gd name="T46" fmla="*/ 2147483646 w 69"/>
              <a:gd name="T47" fmla="*/ 2147483646 h 68"/>
              <a:gd name="T48" fmla="*/ 2147483646 w 69"/>
              <a:gd name="T49" fmla="*/ 2147483646 h 68"/>
              <a:gd name="T50" fmla="*/ 2147483646 w 69"/>
              <a:gd name="T51" fmla="*/ 2147483646 h 68"/>
              <a:gd name="T52" fmla="*/ 2147483646 w 69"/>
              <a:gd name="T53" fmla="*/ 2147483646 h 68"/>
              <a:gd name="T54" fmla="*/ 2147483646 w 69"/>
              <a:gd name="T55" fmla="*/ 2147483646 h 68"/>
              <a:gd name="T56" fmla="*/ 2147483646 w 69"/>
              <a:gd name="T57" fmla="*/ 2147483646 h 68"/>
              <a:gd name="T58" fmla="*/ 2147483646 w 69"/>
              <a:gd name="T59" fmla="*/ 2147483646 h 68"/>
              <a:gd name="T60" fmla="*/ 2147483646 w 69"/>
              <a:gd name="T61" fmla="*/ 2147483646 h 68"/>
              <a:gd name="T62" fmla="*/ 2147483646 w 69"/>
              <a:gd name="T63" fmla="*/ 2147483646 h 68"/>
              <a:gd name="T64" fmla="*/ 2147483646 w 69"/>
              <a:gd name="T65" fmla="*/ 2147483646 h 68"/>
              <a:gd name="T66" fmla="*/ 2147483646 w 69"/>
              <a:gd name="T67" fmla="*/ 2147483646 h 68"/>
              <a:gd name="T68" fmla="*/ 2147483646 w 69"/>
              <a:gd name="T69" fmla="*/ 2147483646 h 68"/>
              <a:gd name="T70" fmla="*/ 2147483646 w 69"/>
              <a:gd name="T71" fmla="*/ 2147483646 h 68"/>
              <a:gd name="T72" fmla="*/ 2147483646 w 69"/>
              <a:gd name="T73" fmla="*/ 2147483646 h 68"/>
              <a:gd name="T74" fmla="*/ 2147483646 w 69"/>
              <a:gd name="T75" fmla="*/ 2147483646 h 68"/>
              <a:gd name="T76" fmla="*/ 2147483646 w 69"/>
              <a:gd name="T77" fmla="*/ 2147483646 h 68"/>
              <a:gd name="T78" fmla="*/ 2147483646 w 69"/>
              <a:gd name="T79" fmla="*/ 2147483646 h 68"/>
              <a:gd name="T80" fmla="*/ 2147483646 w 69"/>
              <a:gd name="T81" fmla="*/ 2147483646 h 68"/>
              <a:gd name="T82" fmla="*/ 2147483646 w 69"/>
              <a:gd name="T83" fmla="*/ 2147483646 h 68"/>
              <a:gd name="T84" fmla="*/ 2147483646 w 69"/>
              <a:gd name="T85" fmla="*/ 2147483646 h 6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69" h="68">
                <a:moveTo>
                  <a:pt x="59" y="25"/>
                </a:moveTo>
                <a:cubicBezTo>
                  <a:pt x="59" y="25"/>
                  <a:pt x="59" y="25"/>
                  <a:pt x="59" y="25"/>
                </a:cubicBezTo>
                <a:cubicBezTo>
                  <a:pt x="58" y="23"/>
                  <a:pt x="57" y="21"/>
                  <a:pt x="55" y="19"/>
                </a:cubicBezTo>
                <a:cubicBezTo>
                  <a:pt x="55" y="19"/>
                  <a:pt x="55" y="20"/>
                  <a:pt x="55" y="21"/>
                </a:cubicBezTo>
                <a:cubicBezTo>
                  <a:pt x="53" y="25"/>
                  <a:pt x="50" y="30"/>
                  <a:pt x="46" y="34"/>
                </a:cubicBezTo>
                <a:cubicBezTo>
                  <a:pt x="47" y="35"/>
                  <a:pt x="48" y="37"/>
                  <a:pt x="49" y="39"/>
                </a:cubicBezTo>
                <a:cubicBezTo>
                  <a:pt x="50" y="41"/>
                  <a:pt x="50" y="43"/>
                  <a:pt x="51" y="45"/>
                </a:cubicBezTo>
                <a:cubicBezTo>
                  <a:pt x="55" y="41"/>
                  <a:pt x="58" y="36"/>
                  <a:pt x="59" y="32"/>
                </a:cubicBezTo>
                <a:cubicBezTo>
                  <a:pt x="60" y="31"/>
                  <a:pt x="60" y="31"/>
                  <a:pt x="60" y="30"/>
                </a:cubicBezTo>
                <a:cubicBezTo>
                  <a:pt x="60" y="28"/>
                  <a:pt x="59" y="27"/>
                  <a:pt x="59" y="25"/>
                </a:cubicBezTo>
                <a:close/>
                <a:moveTo>
                  <a:pt x="43" y="13"/>
                </a:moveTo>
                <a:cubicBezTo>
                  <a:pt x="36" y="11"/>
                  <a:pt x="31" y="11"/>
                  <a:pt x="26" y="12"/>
                </a:cubicBezTo>
                <a:cubicBezTo>
                  <a:pt x="24" y="12"/>
                  <a:pt x="21" y="13"/>
                  <a:pt x="19" y="14"/>
                </a:cubicBezTo>
                <a:cubicBezTo>
                  <a:pt x="17" y="15"/>
                  <a:pt x="16" y="16"/>
                  <a:pt x="14" y="18"/>
                </a:cubicBezTo>
                <a:cubicBezTo>
                  <a:pt x="17" y="17"/>
                  <a:pt x="19" y="17"/>
                  <a:pt x="22" y="16"/>
                </a:cubicBezTo>
                <a:cubicBezTo>
                  <a:pt x="27" y="15"/>
                  <a:pt x="33" y="15"/>
                  <a:pt x="40" y="18"/>
                </a:cubicBezTo>
                <a:cubicBezTo>
                  <a:pt x="41" y="16"/>
                  <a:pt x="42" y="15"/>
                  <a:pt x="43" y="13"/>
                </a:cubicBezTo>
                <a:close/>
                <a:moveTo>
                  <a:pt x="29" y="9"/>
                </a:moveTo>
                <a:cubicBezTo>
                  <a:pt x="33" y="9"/>
                  <a:pt x="38" y="9"/>
                  <a:pt x="44" y="11"/>
                </a:cubicBezTo>
                <a:cubicBezTo>
                  <a:pt x="45" y="10"/>
                  <a:pt x="45" y="10"/>
                  <a:pt x="45" y="10"/>
                </a:cubicBezTo>
                <a:cubicBezTo>
                  <a:pt x="40" y="8"/>
                  <a:pt x="34" y="8"/>
                  <a:pt x="29" y="9"/>
                </a:cubicBezTo>
                <a:close/>
                <a:moveTo>
                  <a:pt x="53" y="16"/>
                </a:moveTo>
                <a:cubicBezTo>
                  <a:pt x="53" y="17"/>
                  <a:pt x="53" y="19"/>
                  <a:pt x="52" y="20"/>
                </a:cubicBezTo>
                <a:cubicBezTo>
                  <a:pt x="51" y="24"/>
                  <a:pt x="48" y="28"/>
                  <a:pt x="45" y="32"/>
                </a:cubicBezTo>
                <a:cubicBezTo>
                  <a:pt x="43" y="29"/>
                  <a:pt x="41" y="27"/>
                  <a:pt x="39" y="25"/>
                </a:cubicBezTo>
                <a:cubicBezTo>
                  <a:pt x="40" y="23"/>
                  <a:pt x="44" y="18"/>
                  <a:pt x="47" y="11"/>
                </a:cubicBezTo>
                <a:cubicBezTo>
                  <a:pt x="49" y="13"/>
                  <a:pt x="51" y="14"/>
                  <a:pt x="53" y="16"/>
                </a:cubicBezTo>
                <a:close/>
                <a:moveTo>
                  <a:pt x="52" y="47"/>
                </a:moveTo>
                <a:cubicBezTo>
                  <a:pt x="52" y="47"/>
                  <a:pt x="52" y="47"/>
                  <a:pt x="52" y="47"/>
                </a:cubicBezTo>
                <a:cubicBezTo>
                  <a:pt x="55" y="44"/>
                  <a:pt x="58" y="40"/>
                  <a:pt x="60" y="36"/>
                </a:cubicBezTo>
                <a:cubicBezTo>
                  <a:pt x="60" y="39"/>
                  <a:pt x="59" y="42"/>
                  <a:pt x="58" y="45"/>
                </a:cubicBezTo>
                <a:cubicBezTo>
                  <a:pt x="57" y="48"/>
                  <a:pt x="55" y="50"/>
                  <a:pt x="53" y="53"/>
                </a:cubicBezTo>
                <a:cubicBezTo>
                  <a:pt x="52" y="51"/>
                  <a:pt x="52" y="49"/>
                  <a:pt x="52" y="47"/>
                </a:cubicBezTo>
                <a:close/>
                <a:moveTo>
                  <a:pt x="39" y="20"/>
                </a:moveTo>
                <a:cubicBezTo>
                  <a:pt x="38" y="22"/>
                  <a:pt x="37" y="23"/>
                  <a:pt x="37" y="24"/>
                </a:cubicBezTo>
                <a:cubicBezTo>
                  <a:pt x="31" y="24"/>
                  <a:pt x="26" y="25"/>
                  <a:pt x="21" y="26"/>
                </a:cubicBezTo>
                <a:cubicBezTo>
                  <a:pt x="17" y="27"/>
                  <a:pt x="13" y="28"/>
                  <a:pt x="9" y="30"/>
                </a:cubicBezTo>
                <a:cubicBezTo>
                  <a:pt x="10" y="28"/>
                  <a:pt x="10" y="25"/>
                  <a:pt x="11" y="23"/>
                </a:cubicBezTo>
                <a:cubicBezTo>
                  <a:pt x="12" y="23"/>
                  <a:pt x="12" y="22"/>
                  <a:pt x="12" y="22"/>
                </a:cubicBezTo>
                <a:cubicBezTo>
                  <a:pt x="15" y="20"/>
                  <a:pt x="19" y="19"/>
                  <a:pt x="22" y="19"/>
                </a:cubicBezTo>
                <a:cubicBezTo>
                  <a:pt x="27" y="18"/>
                  <a:pt x="32" y="18"/>
                  <a:pt x="39" y="20"/>
                </a:cubicBezTo>
                <a:close/>
                <a:moveTo>
                  <a:pt x="14" y="31"/>
                </a:moveTo>
                <a:cubicBezTo>
                  <a:pt x="14" y="36"/>
                  <a:pt x="15" y="42"/>
                  <a:pt x="17" y="47"/>
                </a:cubicBezTo>
                <a:cubicBezTo>
                  <a:pt x="18" y="50"/>
                  <a:pt x="19" y="53"/>
                  <a:pt x="21" y="56"/>
                </a:cubicBezTo>
                <a:cubicBezTo>
                  <a:pt x="22" y="56"/>
                  <a:pt x="23" y="57"/>
                  <a:pt x="24" y="57"/>
                </a:cubicBezTo>
                <a:cubicBezTo>
                  <a:pt x="28" y="59"/>
                  <a:pt x="32" y="60"/>
                  <a:pt x="36" y="60"/>
                </a:cubicBezTo>
                <a:cubicBezTo>
                  <a:pt x="32" y="54"/>
                  <a:pt x="29" y="49"/>
                  <a:pt x="27" y="44"/>
                </a:cubicBezTo>
                <a:cubicBezTo>
                  <a:pt x="25" y="38"/>
                  <a:pt x="24" y="33"/>
                  <a:pt x="24" y="28"/>
                </a:cubicBezTo>
                <a:cubicBezTo>
                  <a:pt x="23" y="28"/>
                  <a:pt x="22" y="28"/>
                  <a:pt x="22" y="28"/>
                </a:cubicBezTo>
                <a:cubicBezTo>
                  <a:pt x="19" y="29"/>
                  <a:pt x="16" y="30"/>
                  <a:pt x="14" y="31"/>
                </a:cubicBezTo>
                <a:close/>
                <a:moveTo>
                  <a:pt x="16" y="52"/>
                </a:moveTo>
                <a:cubicBezTo>
                  <a:pt x="14" y="49"/>
                  <a:pt x="12" y="46"/>
                  <a:pt x="11" y="43"/>
                </a:cubicBezTo>
                <a:cubicBezTo>
                  <a:pt x="11" y="43"/>
                  <a:pt x="11" y="43"/>
                  <a:pt x="11" y="43"/>
                </a:cubicBezTo>
                <a:cubicBezTo>
                  <a:pt x="9" y="40"/>
                  <a:pt x="9" y="36"/>
                  <a:pt x="9" y="33"/>
                </a:cubicBezTo>
                <a:cubicBezTo>
                  <a:pt x="10" y="33"/>
                  <a:pt x="11" y="32"/>
                  <a:pt x="11" y="32"/>
                </a:cubicBezTo>
                <a:cubicBezTo>
                  <a:pt x="12" y="37"/>
                  <a:pt x="13" y="43"/>
                  <a:pt x="15" y="48"/>
                </a:cubicBezTo>
                <a:cubicBezTo>
                  <a:pt x="15" y="49"/>
                  <a:pt x="16" y="51"/>
                  <a:pt x="16" y="52"/>
                </a:cubicBezTo>
                <a:close/>
                <a:moveTo>
                  <a:pt x="26" y="27"/>
                </a:moveTo>
                <a:cubicBezTo>
                  <a:pt x="30" y="27"/>
                  <a:pt x="33" y="27"/>
                  <a:pt x="37" y="27"/>
                </a:cubicBezTo>
                <a:cubicBezTo>
                  <a:pt x="41" y="31"/>
                  <a:pt x="45" y="35"/>
                  <a:pt x="47" y="40"/>
                </a:cubicBezTo>
                <a:cubicBezTo>
                  <a:pt x="49" y="45"/>
                  <a:pt x="50" y="49"/>
                  <a:pt x="50" y="54"/>
                </a:cubicBezTo>
                <a:cubicBezTo>
                  <a:pt x="48" y="56"/>
                  <a:pt x="46" y="57"/>
                  <a:pt x="44" y="58"/>
                </a:cubicBezTo>
                <a:cubicBezTo>
                  <a:pt x="44" y="58"/>
                  <a:pt x="44" y="58"/>
                  <a:pt x="44" y="58"/>
                </a:cubicBezTo>
                <a:cubicBezTo>
                  <a:pt x="43" y="58"/>
                  <a:pt x="43" y="58"/>
                  <a:pt x="43" y="58"/>
                </a:cubicBezTo>
                <a:cubicBezTo>
                  <a:pt x="42" y="59"/>
                  <a:pt x="41" y="59"/>
                  <a:pt x="39" y="59"/>
                </a:cubicBezTo>
                <a:cubicBezTo>
                  <a:pt x="35" y="54"/>
                  <a:pt x="32" y="48"/>
                  <a:pt x="30" y="43"/>
                </a:cubicBezTo>
                <a:cubicBezTo>
                  <a:pt x="28" y="38"/>
                  <a:pt x="27" y="32"/>
                  <a:pt x="26" y="27"/>
                </a:cubicBezTo>
                <a:close/>
                <a:moveTo>
                  <a:pt x="66" y="23"/>
                </a:moveTo>
                <a:cubicBezTo>
                  <a:pt x="69" y="32"/>
                  <a:pt x="68" y="40"/>
                  <a:pt x="65" y="48"/>
                </a:cubicBezTo>
                <a:cubicBezTo>
                  <a:pt x="61" y="56"/>
                  <a:pt x="55" y="62"/>
                  <a:pt x="46" y="65"/>
                </a:cubicBezTo>
                <a:cubicBezTo>
                  <a:pt x="46" y="65"/>
                  <a:pt x="46" y="65"/>
                  <a:pt x="46" y="65"/>
                </a:cubicBezTo>
                <a:cubicBezTo>
                  <a:pt x="46" y="65"/>
                  <a:pt x="46" y="65"/>
                  <a:pt x="46" y="65"/>
                </a:cubicBezTo>
                <a:cubicBezTo>
                  <a:pt x="46" y="65"/>
                  <a:pt x="46" y="65"/>
                  <a:pt x="46" y="65"/>
                </a:cubicBezTo>
                <a:cubicBezTo>
                  <a:pt x="46" y="66"/>
                  <a:pt x="46" y="66"/>
                  <a:pt x="46" y="66"/>
                </a:cubicBezTo>
                <a:cubicBezTo>
                  <a:pt x="46" y="66"/>
                  <a:pt x="46" y="66"/>
                  <a:pt x="46" y="66"/>
                </a:cubicBezTo>
                <a:cubicBezTo>
                  <a:pt x="37" y="68"/>
                  <a:pt x="28" y="68"/>
                  <a:pt x="21" y="64"/>
                </a:cubicBezTo>
                <a:cubicBezTo>
                  <a:pt x="13" y="61"/>
                  <a:pt x="7" y="54"/>
                  <a:pt x="3" y="46"/>
                </a:cubicBezTo>
                <a:cubicBezTo>
                  <a:pt x="3" y="45"/>
                  <a:pt x="3" y="45"/>
                  <a:pt x="3" y="45"/>
                </a:cubicBezTo>
                <a:cubicBezTo>
                  <a:pt x="3" y="45"/>
                  <a:pt x="3" y="45"/>
                  <a:pt x="3" y="45"/>
                </a:cubicBezTo>
                <a:cubicBezTo>
                  <a:pt x="0" y="36"/>
                  <a:pt x="1" y="28"/>
                  <a:pt x="4" y="20"/>
                </a:cubicBezTo>
                <a:cubicBezTo>
                  <a:pt x="8" y="12"/>
                  <a:pt x="14" y="6"/>
                  <a:pt x="23" y="3"/>
                </a:cubicBezTo>
                <a:cubicBezTo>
                  <a:pt x="24" y="2"/>
                  <a:pt x="24" y="2"/>
                  <a:pt x="24" y="2"/>
                </a:cubicBezTo>
                <a:cubicBezTo>
                  <a:pt x="24" y="2"/>
                  <a:pt x="24" y="2"/>
                  <a:pt x="24" y="2"/>
                </a:cubicBezTo>
                <a:cubicBezTo>
                  <a:pt x="32" y="0"/>
                  <a:pt x="41" y="0"/>
                  <a:pt x="49" y="4"/>
                </a:cubicBezTo>
                <a:cubicBezTo>
                  <a:pt x="56" y="7"/>
                  <a:pt x="63" y="14"/>
                  <a:pt x="66" y="22"/>
                </a:cubicBezTo>
                <a:cubicBezTo>
                  <a:pt x="66" y="23"/>
                  <a:pt x="66" y="23"/>
                  <a:pt x="66" y="2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53" name="Freeform 107">
            <a:extLst>
              <a:ext uri="{FF2B5EF4-FFF2-40B4-BE49-F238E27FC236}">
                <a16:creationId xmlns="" xmlns:a16="http://schemas.microsoft.com/office/drawing/2014/main" id="{95994279-E561-42BF-82C2-8DC448604253}"/>
              </a:ext>
            </a:extLst>
          </p:cNvPr>
          <p:cNvSpPr>
            <a:spLocks noEditPoints="1"/>
          </p:cNvSpPr>
          <p:nvPr/>
        </p:nvSpPr>
        <p:spPr bwMode="auto">
          <a:xfrm>
            <a:off x="5252541" y="5345956"/>
            <a:ext cx="608013" cy="650875"/>
          </a:xfrm>
          <a:custGeom>
            <a:avLst/>
            <a:gdLst>
              <a:gd name="T0" fmla="*/ 2147483646 w 60"/>
              <a:gd name="T1" fmla="*/ 2147483646 h 64"/>
              <a:gd name="T2" fmla="*/ 2147483646 w 60"/>
              <a:gd name="T3" fmla="*/ 2147483646 h 64"/>
              <a:gd name="T4" fmla="*/ 2147483646 w 60"/>
              <a:gd name="T5" fmla="*/ 2147483646 h 64"/>
              <a:gd name="T6" fmla="*/ 2147483646 w 60"/>
              <a:gd name="T7" fmla="*/ 2147483646 h 64"/>
              <a:gd name="T8" fmla="*/ 2147483646 w 60"/>
              <a:gd name="T9" fmla="*/ 2147483646 h 64"/>
              <a:gd name="T10" fmla="*/ 2147483646 w 60"/>
              <a:gd name="T11" fmla="*/ 2147483646 h 64"/>
              <a:gd name="T12" fmla="*/ 2147483646 w 60"/>
              <a:gd name="T13" fmla="*/ 2147483646 h 64"/>
              <a:gd name="T14" fmla="*/ 2147483646 w 60"/>
              <a:gd name="T15" fmla="*/ 2147483646 h 64"/>
              <a:gd name="T16" fmla="*/ 2147483646 w 60"/>
              <a:gd name="T17" fmla="*/ 2147483646 h 64"/>
              <a:gd name="T18" fmla="*/ 2147483646 w 60"/>
              <a:gd name="T19" fmla="*/ 2147483646 h 64"/>
              <a:gd name="T20" fmla="*/ 2147483646 w 60"/>
              <a:gd name="T21" fmla="*/ 2147483646 h 64"/>
              <a:gd name="T22" fmla="*/ 2147483646 w 60"/>
              <a:gd name="T23" fmla="*/ 2147483646 h 64"/>
              <a:gd name="T24" fmla="*/ 2147483646 w 60"/>
              <a:gd name="T25" fmla="*/ 2147483646 h 64"/>
              <a:gd name="T26" fmla="*/ 2147483646 w 60"/>
              <a:gd name="T27" fmla="*/ 2147483646 h 64"/>
              <a:gd name="T28" fmla="*/ 2147483646 w 60"/>
              <a:gd name="T29" fmla="*/ 2147483646 h 64"/>
              <a:gd name="T30" fmla="*/ 2147483646 w 60"/>
              <a:gd name="T31" fmla="*/ 2147483646 h 64"/>
              <a:gd name="T32" fmla="*/ 2147483646 w 60"/>
              <a:gd name="T33" fmla="*/ 2147483646 h 64"/>
              <a:gd name="T34" fmla="*/ 2147483646 w 60"/>
              <a:gd name="T35" fmla="*/ 2147483646 h 64"/>
              <a:gd name="T36" fmla="*/ 2147483646 w 60"/>
              <a:gd name="T37" fmla="*/ 2147483646 h 64"/>
              <a:gd name="T38" fmla="*/ 2147483646 w 60"/>
              <a:gd name="T39" fmla="*/ 2147483646 h 64"/>
              <a:gd name="T40" fmla="*/ 2147483646 w 60"/>
              <a:gd name="T41" fmla="*/ 2147483646 h 64"/>
              <a:gd name="T42" fmla="*/ 2147483646 w 60"/>
              <a:gd name="T43" fmla="*/ 0 h 64"/>
              <a:gd name="T44" fmla="*/ 2147483646 w 60"/>
              <a:gd name="T45" fmla="*/ 2147483646 h 64"/>
              <a:gd name="T46" fmla="*/ 2147483646 w 60"/>
              <a:gd name="T47" fmla="*/ 2147483646 h 64"/>
              <a:gd name="T48" fmla="*/ 2147483646 w 60"/>
              <a:gd name="T49" fmla="*/ 2147483646 h 64"/>
              <a:gd name="T50" fmla="*/ 2147483646 w 60"/>
              <a:gd name="T51" fmla="*/ 2147483646 h 64"/>
              <a:gd name="T52" fmla="*/ 2147483646 w 60"/>
              <a:gd name="T53" fmla="*/ 2147483646 h 64"/>
              <a:gd name="T54" fmla="*/ 2147483646 w 60"/>
              <a:gd name="T55" fmla="*/ 2147483646 h 64"/>
              <a:gd name="T56" fmla="*/ 2147483646 w 60"/>
              <a:gd name="T57" fmla="*/ 2147483646 h 64"/>
              <a:gd name="T58" fmla="*/ 2147483646 w 60"/>
              <a:gd name="T59" fmla="*/ 2147483646 h 64"/>
              <a:gd name="T60" fmla="*/ 2147483646 w 60"/>
              <a:gd name="T61" fmla="*/ 2147483646 h 64"/>
              <a:gd name="T62" fmla="*/ 2147483646 w 60"/>
              <a:gd name="T63" fmla="*/ 2147483646 h 64"/>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60" h="64">
                <a:moveTo>
                  <a:pt x="30" y="7"/>
                </a:moveTo>
                <a:cubicBezTo>
                  <a:pt x="19" y="7"/>
                  <a:pt x="19" y="7"/>
                  <a:pt x="19" y="7"/>
                </a:cubicBezTo>
                <a:cubicBezTo>
                  <a:pt x="20" y="11"/>
                  <a:pt x="20" y="16"/>
                  <a:pt x="22" y="20"/>
                </a:cubicBezTo>
                <a:cubicBezTo>
                  <a:pt x="23" y="25"/>
                  <a:pt x="26" y="28"/>
                  <a:pt x="30" y="28"/>
                </a:cubicBezTo>
                <a:cubicBezTo>
                  <a:pt x="30" y="28"/>
                  <a:pt x="30" y="28"/>
                  <a:pt x="30" y="28"/>
                </a:cubicBezTo>
                <a:cubicBezTo>
                  <a:pt x="35" y="28"/>
                  <a:pt x="37" y="25"/>
                  <a:pt x="39" y="20"/>
                </a:cubicBezTo>
                <a:cubicBezTo>
                  <a:pt x="40" y="16"/>
                  <a:pt x="41" y="11"/>
                  <a:pt x="41" y="7"/>
                </a:cubicBezTo>
                <a:cubicBezTo>
                  <a:pt x="30" y="7"/>
                  <a:pt x="30" y="7"/>
                  <a:pt x="30" y="7"/>
                </a:cubicBezTo>
                <a:close/>
                <a:moveTo>
                  <a:pt x="47" y="10"/>
                </a:moveTo>
                <a:cubicBezTo>
                  <a:pt x="49" y="7"/>
                  <a:pt x="49" y="7"/>
                  <a:pt x="49" y="7"/>
                </a:cubicBezTo>
                <a:cubicBezTo>
                  <a:pt x="56" y="7"/>
                  <a:pt x="56" y="7"/>
                  <a:pt x="56" y="7"/>
                </a:cubicBezTo>
                <a:cubicBezTo>
                  <a:pt x="56" y="12"/>
                  <a:pt x="54" y="16"/>
                  <a:pt x="51" y="19"/>
                </a:cubicBezTo>
                <a:cubicBezTo>
                  <a:pt x="49" y="21"/>
                  <a:pt x="46" y="23"/>
                  <a:pt x="42" y="24"/>
                </a:cubicBezTo>
                <a:cubicBezTo>
                  <a:pt x="43" y="23"/>
                  <a:pt x="43" y="22"/>
                  <a:pt x="43" y="21"/>
                </a:cubicBezTo>
                <a:cubicBezTo>
                  <a:pt x="45" y="17"/>
                  <a:pt x="45" y="13"/>
                  <a:pt x="45" y="9"/>
                </a:cubicBezTo>
                <a:cubicBezTo>
                  <a:pt x="47" y="10"/>
                  <a:pt x="47" y="10"/>
                  <a:pt x="47" y="10"/>
                </a:cubicBezTo>
                <a:close/>
                <a:moveTo>
                  <a:pt x="39" y="29"/>
                </a:moveTo>
                <a:cubicBezTo>
                  <a:pt x="38" y="30"/>
                  <a:pt x="37" y="31"/>
                  <a:pt x="36" y="32"/>
                </a:cubicBezTo>
                <a:cubicBezTo>
                  <a:pt x="36" y="36"/>
                  <a:pt x="36" y="36"/>
                  <a:pt x="36" y="36"/>
                </a:cubicBezTo>
                <a:cubicBezTo>
                  <a:pt x="35" y="36"/>
                  <a:pt x="35" y="36"/>
                  <a:pt x="35" y="36"/>
                </a:cubicBezTo>
                <a:cubicBezTo>
                  <a:pt x="35" y="39"/>
                  <a:pt x="36" y="41"/>
                  <a:pt x="37" y="44"/>
                </a:cubicBezTo>
                <a:cubicBezTo>
                  <a:pt x="44" y="44"/>
                  <a:pt x="44" y="44"/>
                  <a:pt x="44" y="44"/>
                </a:cubicBezTo>
                <a:cubicBezTo>
                  <a:pt x="44" y="48"/>
                  <a:pt x="44" y="48"/>
                  <a:pt x="44" y="48"/>
                </a:cubicBezTo>
                <a:cubicBezTo>
                  <a:pt x="47" y="48"/>
                  <a:pt x="47" y="48"/>
                  <a:pt x="47" y="48"/>
                </a:cubicBezTo>
                <a:cubicBezTo>
                  <a:pt x="47" y="64"/>
                  <a:pt x="47" y="64"/>
                  <a:pt x="47" y="64"/>
                </a:cubicBezTo>
                <a:cubicBezTo>
                  <a:pt x="14" y="64"/>
                  <a:pt x="14" y="64"/>
                  <a:pt x="14" y="64"/>
                </a:cubicBezTo>
                <a:cubicBezTo>
                  <a:pt x="14" y="48"/>
                  <a:pt x="14" y="48"/>
                  <a:pt x="14" y="48"/>
                </a:cubicBezTo>
                <a:cubicBezTo>
                  <a:pt x="16" y="48"/>
                  <a:pt x="16" y="48"/>
                  <a:pt x="16" y="48"/>
                </a:cubicBezTo>
                <a:cubicBezTo>
                  <a:pt x="16" y="44"/>
                  <a:pt x="16" y="44"/>
                  <a:pt x="16" y="44"/>
                </a:cubicBezTo>
                <a:cubicBezTo>
                  <a:pt x="23" y="44"/>
                  <a:pt x="23" y="44"/>
                  <a:pt x="23" y="44"/>
                </a:cubicBezTo>
                <a:cubicBezTo>
                  <a:pt x="25" y="41"/>
                  <a:pt x="25" y="39"/>
                  <a:pt x="26" y="36"/>
                </a:cubicBezTo>
                <a:cubicBezTo>
                  <a:pt x="25" y="36"/>
                  <a:pt x="25" y="36"/>
                  <a:pt x="25" y="36"/>
                </a:cubicBezTo>
                <a:cubicBezTo>
                  <a:pt x="25" y="32"/>
                  <a:pt x="25" y="32"/>
                  <a:pt x="25" y="32"/>
                </a:cubicBezTo>
                <a:cubicBezTo>
                  <a:pt x="23" y="31"/>
                  <a:pt x="22" y="30"/>
                  <a:pt x="21" y="29"/>
                </a:cubicBezTo>
                <a:cubicBezTo>
                  <a:pt x="20" y="31"/>
                  <a:pt x="20" y="31"/>
                  <a:pt x="20" y="31"/>
                </a:cubicBezTo>
                <a:cubicBezTo>
                  <a:pt x="17" y="30"/>
                  <a:pt x="17" y="30"/>
                  <a:pt x="17" y="30"/>
                </a:cubicBezTo>
                <a:cubicBezTo>
                  <a:pt x="17" y="27"/>
                  <a:pt x="17" y="27"/>
                  <a:pt x="17" y="27"/>
                </a:cubicBezTo>
                <a:cubicBezTo>
                  <a:pt x="13" y="26"/>
                  <a:pt x="10" y="24"/>
                  <a:pt x="7" y="21"/>
                </a:cubicBezTo>
                <a:cubicBezTo>
                  <a:pt x="3" y="18"/>
                  <a:pt x="1" y="12"/>
                  <a:pt x="0" y="5"/>
                </a:cubicBezTo>
                <a:cubicBezTo>
                  <a:pt x="2" y="3"/>
                  <a:pt x="2" y="3"/>
                  <a:pt x="2" y="3"/>
                </a:cubicBezTo>
                <a:cubicBezTo>
                  <a:pt x="12" y="3"/>
                  <a:pt x="12" y="3"/>
                  <a:pt x="12" y="3"/>
                </a:cubicBezTo>
                <a:cubicBezTo>
                  <a:pt x="13" y="3"/>
                  <a:pt x="13" y="3"/>
                  <a:pt x="13" y="3"/>
                </a:cubicBezTo>
                <a:cubicBezTo>
                  <a:pt x="13" y="0"/>
                  <a:pt x="13" y="0"/>
                  <a:pt x="13" y="0"/>
                </a:cubicBezTo>
                <a:cubicBezTo>
                  <a:pt x="48" y="0"/>
                  <a:pt x="48" y="0"/>
                  <a:pt x="48" y="0"/>
                </a:cubicBezTo>
                <a:cubicBezTo>
                  <a:pt x="48" y="3"/>
                  <a:pt x="48" y="3"/>
                  <a:pt x="48" y="3"/>
                </a:cubicBezTo>
                <a:cubicBezTo>
                  <a:pt x="59" y="3"/>
                  <a:pt x="59" y="3"/>
                  <a:pt x="59" y="3"/>
                </a:cubicBezTo>
                <a:cubicBezTo>
                  <a:pt x="60" y="5"/>
                  <a:pt x="60" y="5"/>
                  <a:pt x="60" y="5"/>
                </a:cubicBezTo>
                <a:cubicBezTo>
                  <a:pt x="60" y="12"/>
                  <a:pt x="57" y="18"/>
                  <a:pt x="54" y="21"/>
                </a:cubicBezTo>
                <a:cubicBezTo>
                  <a:pt x="51" y="24"/>
                  <a:pt x="47" y="26"/>
                  <a:pt x="43" y="27"/>
                </a:cubicBezTo>
                <a:cubicBezTo>
                  <a:pt x="44" y="30"/>
                  <a:pt x="44" y="30"/>
                  <a:pt x="44" y="30"/>
                </a:cubicBezTo>
                <a:cubicBezTo>
                  <a:pt x="40" y="31"/>
                  <a:pt x="40" y="31"/>
                  <a:pt x="40" y="31"/>
                </a:cubicBezTo>
                <a:cubicBezTo>
                  <a:pt x="39" y="29"/>
                  <a:pt x="39" y="29"/>
                  <a:pt x="39" y="29"/>
                </a:cubicBezTo>
                <a:close/>
                <a:moveTo>
                  <a:pt x="14" y="10"/>
                </a:moveTo>
                <a:cubicBezTo>
                  <a:pt x="12" y="7"/>
                  <a:pt x="12" y="7"/>
                  <a:pt x="12" y="7"/>
                </a:cubicBezTo>
                <a:cubicBezTo>
                  <a:pt x="4" y="7"/>
                  <a:pt x="4" y="7"/>
                  <a:pt x="4" y="7"/>
                </a:cubicBezTo>
                <a:cubicBezTo>
                  <a:pt x="5" y="12"/>
                  <a:pt x="7" y="16"/>
                  <a:pt x="9" y="19"/>
                </a:cubicBezTo>
                <a:cubicBezTo>
                  <a:pt x="12" y="21"/>
                  <a:pt x="15" y="23"/>
                  <a:pt x="18" y="24"/>
                </a:cubicBezTo>
                <a:cubicBezTo>
                  <a:pt x="18" y="23"/>
                  <a:pt x="17" y="22"/>
                  <a:pt x="17" y="21"/>
                </a:cubicBezTo>
                <a:cubicBezTo>
                  <a:pt x="16" y="17"/>
                  <a:pt x="15" y="13"/>
                  <a:pt x="15" y="9"/>
                </a:cubicBezTo>
                <a:cubicBezTo>
                  <a:pt x="14" y="10"/>
                  <a:pt x="14" y="10"/>
                  <a:pt x="14" y="10"/>
                </a:cubicBezTo>
                <a:close/>
                <a:moveTo>
                  <a:pt x="19" y="51"/>
                </a:moveTo>
                <a:cubicBezTo>
                  <a:pt x="19" y="60"/>
                  <a:pt x="19" y="60"/>
                  <a:pt x="19" y="60"/>
                </a:cubicBezTo>
                <a:cubicBezTo>
                  <a:pt x="42" y="60"/>
                  <a:pt x="42" y="60"/>
                  <a:pt x="42" y="60"/>
                </a:cubicBezTo>
                <a:cubicBezTo>
                  <a:pt x="42" y="51"/>
                  <a:pt x="42" y="51"/>
                  <a:pt x="42" y="51"/>
                </a:cubicBezTo>
                <a:lnTo>
                  <a:pt x="19"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54" name="Freeform 108">
            <a:extLst>
              <a:ext uri="{FF2B5EF4-FFF2-40B4-BE49-F238E27FC236}">
                <a16:creationId xmlns="" xmlns:a16="http://schemas.microsoft.com/office/drawing/2014/main" id="{2339E633-37E9-4C19-BD90-915ABB67C074}"/>
              </a:ext>
            </a:extLst>
          </p:cNvPr>
          <p:cNvSpPr>
            <a:spLocks/>
          </p:cNvSpPr>
          <p:nvPr/>
        </p:nvSpPr>
        <p:spPr bwMode="auto">
          <a:xfrm>
            <a:off x="7360741" y="5357068"/>
            <a:ext cx="647700" cy="619125"/>
          </a:xfrm>
          <a:custGeom>
            <a:avLst/>
            <a:gdLst>
              <a:gd name="T0" fmla="*/ 2147483646 w 64"/>
              <a:gd name="T1" fmla="*/ 0 h 61"/>
              <a:gd name="T2" fmla="*/ 2147483646 w 64"/>
              <a:gd name="T3" fmla="*/ 2147483646 h 61"/>
              <a:gd name="T4" fmla="*/ 0 w 64"/>
              <a:gd name="T5" fmla="*/ 2147483646 h 61"/>
              <a:gd name="T6" fmla="*/ 2147483646 w 64"/>
              <a:gd name="T7" fmla="*/ 2147483646 h 61"/>
              <a:gd name="T8" fmla="*/ 2147483646 w 64"/>
              <a:gd name="T9" fmla="*/ 2147483646 h 61"/>
              <a:gd name="T10" fmla="*/ 2147483646 w 64"/>
              <a:gd name="T11" fmla="*/ 2147483646 h 61"/>
              <a:gd name="T12" fmla="*/ 2147483646 w 64"/>
              <a:gd name="T13" fmla="*/ 2147483646 h 61"/>
              <a:gd name="T14" fmla="*/ 2147483646 w 64"/>
              <a:gd name="T15" fmla="*/ 2147483646 h 61"/>
              <a:gd name="T16" fmla="*/ 2147483646 w 64"/>
              <a:gd name="T17" fmla="*/ 2147483646 h 61"/>
              <a:gd name="T18" fmla="*/ 2147483646 w 64"/>
              <a:gd name="T19" fmla="*/ 2147483646 h 61"/>
              <a:gd name="T20" fmla="*/ 2147483646 w 64"/>
              <a:gd name="T21" fmla="*/ 2147483646 h 61"/>
              <a:gd name="T22" fmla="*/ 2147483646 w 64"/>
              <a:gd name="T23" fmla="*/ 2147483646 h 61"/>
              <a:gd name="T24" fmla="*/ 2147483646 w 64"/>
              <a:gd name="T25" fmla="*/ 2147483646 h 61"/>
              <a:gd name="T26" fmla="*/ 2147483646 w 64"/>
              <a:gd name="T27" fmla="*/ 2147483646 h 61"/>
              <a:gd name="T28" fmla="*/ 2147483646 w 64"/>
              <a:gd name="T29" fmla="*/ 2147483646 h 61"/>
              <a:gd name="T30" fmla="*/ 2147483646 w 64"/>
              <a:gd name="T31" fmla="*/ 2147483646 h 61"/>
              <a:gd name="T32" fmla="*/ 2147483646 w 64"/>
              <a:gd name="T33" fmla="*/ 2147483646 h 61"/>
              <a:gd name="T34" fmla="*/ 2147483646 w 64"/>
              <a:gd name="T35" fmla="*/ 2147483646 h 61"/>
              <a:gd name="T36" fmla="*/ 2147483646 w 64"/>
              <a:gd name="T37" fmla="*/ 2147483646 h 61"/>
              <a:gd name="T38" fmla="*/ 2147483646 w 64"/>
              <a:gd name="T39" fmla="*/ 2147483646 h 61"/>
              <a:gd name="T40" fmla="*/ 2147483646 w 64"/>
              <a:gd name="T41" fmla="*/ 0 h 6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4" h="61">
                <a:moveTo>
                  <a:pt x="32" y="0"/>
                </a:moveTo>
                <a:cubicBezTo>
                  <a:pt x="22" y="2"/>
                  <a:pt x="25" y="16"/>
                  <a:pt x="26" y="24"/>
                </a:cubicBezTo>
                <a:cubicBezTo>
                  <a:pt x="0" y="39"/>
                  <a:pt x="0" y="39"/>
                  <a:pt x="0" y="39"/>
                </a:cubicBezTo>
                <a:cubicBezTo>
                  <a:pt x="2" y="44"/>
                  <a:pt x="2" y="44"/>
                  <a:pt x="2" y="44"/>
                </a:cubicBezTo>
                <a:cubicBezTo>
                  <a:pt x="27" y="40"/>
                  <a:pt x="27" y="40"/>
                  <a:pt x="27" y="40"/>
                </a:cubicBezTo>
                <a:cubicBezTo>
                  <a:pt x="27" y="51"/>
                  <a:pt x="27" y="51"/>
                  <a:pt x="27" y="51"/>
                </a:cubicBezTo>
                <a:cubicBezTo>
                  <a:pt x="18" y="54"/>
                  <a:pt x="18" y="54"/>
                  <a:pt x="18" y="54"/>
                </a:cubicBezTo>
                <a:cubicBezTo>
                  <a:pt x="19" y="60"/>
                  <a:pt x="19" y="60"/>
                  <a:pt x="19" y="60"/>
                </a:cubicBezTo>
                <a:cubicBezTo>
                  <a:pt x="28" y="59"/>
                  <a:pt x="28" y="59"/>
                  <a:pt x="28" y="59"/>
                </a:cubicBezTo>
                <a:cubicBezTo>
                  <a:pt x="28" y="61"/>
                  <a:pt x="28" y="61"/>
                  <a:pt x="28" y="61"/>
                </a:cubicBezTo>
                <a:cubicBezTo>
                  <a:pt x="29" y="61"/>
                  <a:pt x="31" y="61"/>
                  <a:pt x="32" y="61"/>
                </a:cubicBezTo>
                <a:cubicBezTo>
                  <a:pt x="33" y="61"/>
                  <a:pt x="35" y="61"/>
                  <a:pt x="36" y="61"/>
                </a:cubicBezTo>
                <a:cubicBezTo>
                  <a:pt x="36" y="59"/>
                  <a:pt x="36" y="59"/>
                  <a:pt x="36" y="59"/>
                </a:cubicBezTo>
                <a:cubicBezTo>
                  <a:pt x="45" y="60"/>
                  <a:pt x="45" y="60"/>
                  <a:pt x="45" y="60"/>
                </a:cubicBezTo>
                <a:cubicBezTo>
                  <a:pt x="47" y="54"/>
                  <a:pt x="47" y="54"/>
                  <a:pt x="47" y="54"/>
                </a:cubicBezTo>
                <a:cubicBezTo>
                  <a:pt x="37" y="51"/>
                  <a:pt x="37" y="51"/>
                  <a:pt x="37" y="51"/>
                </a:cubicBezTo>
                <a:cubicBezTo>
                  <a:pt x="38" y="40"/>
                  <a:pt x="38" y="40"/>
                  <a:pt x="38" y="40"/>
                </a:cubicBezTo>
                <a:cubicBezTo>
                  <a:pt x="62" y="44"/>
                  <a:pt x="62" y="44"/>
                  <a:pt x="62" y="44"/>
                </a:cubicBezTo>
                <a:cubicBezTo>
                  <a:pt x="64" y="39"/>
                  <a:pt x="64" y="39"/>
                  <a:pt x="64" y="39"/>
                </a:cubicBezTo>
                <a:cubicBezTo>
                  <a:pt x="39" y="24"/>
                  <a:pt x="39" y="24"/>
                  <a:pt x="39" y="24"/>
                </a:cubicBezTo>
                <a:cubicBezTo>
                  <a:pt x="39" y="16"/>
                  <a:pt x="42" y="2"/>
                  <a:pt x="32" y="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55" name="Freeform 109">
            <a:extLst>
              <a:ext uri="{FF2B5EF4-FFF2-40B4-BE49-F238E27FC236}">
                <a16:creationId xmlns="" xmlns:a16="http://schemas.microsoft.com/office/drawing/2014/main" id="{A4FCFEB8-2AB3-4AFD-B75A-10D22C89848A}"/>
              </a:ext>
            </a:extLst>
          </p:cNvPr>
          <p:cNvSpPr>
            <a:spLocks noEditPoints="1"/>
          </p:cNvSpPr>
          <p:nvPr/>
        </p:nvSpPr>
        <p:spPr bwMode="auto">
          <a:xfrm>
            <a:off x="8352929" y="5387231"/>
            <a:ext cx="782637" cy="588962"/>
          </a:xfrm>
          <a:custGeom>
            <a:avLst/>
            <a:gdLst>
              <a:gd name="T0" fmla="*/ 2147483646 w 77"/>
              <a:gd name="T1" fmla="*/ 2147483646 h 58"/>
              <a:gd name="T2" fmla="*/ 2147483646 w 77"/>
              <a:gd name="T3" fmla="*/ 2147483646 h 58"/>
              <a:gd name="T4" fmla="*/ 2147483646 w 77"/>
              <a:gd name="T5" fmla="*/ 2147483646 h 58"/>
              <a:gd name="T6" fmla="*/ 2147483646 w 77"/>
              <a:gd name="T7" fmla="*/ 2147483646 h 58"/>
              <a:gd name="T8" fmla="*/ 2147483646 w 77"/>
              <a:gd name="T9" fmla="*/ 2147483646 h 58"/>
              <a:gd name="T10" fmla="*/ 2147483646 w 77"/>
              <a:gd name="T11" fmla="*/ 2147483646 h 58"/>
              <a:gd name="T12" fmla="*/ 2147483646 w 77"/>
              <a:gd name="T13" fmla="*/ 2147483646 h 58"/>
              <a:gd name="T14" fmla="*/ 2147483646 w 77"/>
              <a:gd name="T15" fmla="*/ 2147483646 h 58"/>
              <a:gd name="T16" fmla="*/ 2147483646 w 77"/>
              <a:gd name="T17" fmla="*/ 2147483646 h 58"/>
              <a:gd name="T18" fmla="*/ 2147483646 w 77"/>
              <a:gd name="T19" fmla="*/ 2147483646 h 58"/>
              <a:gd name="T20" fmla="*/ 2147483646 w 77"/>
              <a:gd name="T21" fmla="*/ 2147483646 h 58"/>
              <a:gd name="T22" fmla="*/ 2147483646 w 77"/>
              <a:gd name="T23" fmla="*/ 2147483646 h 58"/>
              <a:gd name="T24" fmla="*/ 2147483646 w 77"/>
              <a:gd name="T25" fmla="*/ 2147483646 h 58"/>
              <a:gd name="T26" fmla="*/ 2147483646 w 77"/>
              <a:gd name="T27" fmla="*/ 2147483646 h 58"/>
              <a:gd name="T28" fmla="*/ 2147483646 w 77"/>
              <a:gd name="T29" fmla="*/ 2147483646 h 58"/>
              <a:gd name="T30" fmla="*/ 2147483646 w 77"/>
              <a:gd name="T31" fmla="*/ 2147483646 h 58"/>
              <a:gd name="T32" fmla="*/ 2147483646 w 77"/>
              <a:gd name="T33" fmla="*/ 2147483646 h 58"/>
              <a:gd name="T34" fmla="*/ 2147483646 w 77"/>
              <a:gd name="T35" fmla="*/ 2147483646 h 58"/>
              <a:gd name="T36" fmla="*/ 2147483646 w 77"/>
              <a:gd name="T37" fmla="*/ 2147483646 h 58"/>
              <a:gd name="T38" fmla="*/ 2147483646 w 77"/>
              <a:gd name="T39" fmla="*/ 2147483646 h 58"/>
              <a:gd name="T40" fmla="*/ 2147483646 w 77"/>
              <a:gd name="T41" fmla="*/ 2147483646 h 58"/>
              <a:gd name="T42" fmla="*/ 2147483646 w 77"/>
              <a:gd name="T43" fmla="*/ 2147483646 h 58"/>
              <a:gd name="T44" fmla="*/ 2147483646 w 77"/>
              <a:gd name="T45" fmla="*/ 2147483646 h 58"/>
              <a:gd name="T46" fmla="*/ 2147483646 w 77"/>
              <a:gd name="T47" fmla="*/ 2147483646 h 58"/>
              <a:gd name="T48" fmla="*/ 2147483646 w 77"/>
              <a:gd name="T49" fmla="*/ 2147483646 h 58"/>
              <a:gd name="T50" fmla="*/ 2147483646 w 77"/>
              <a:gd name="T51" fmla="*/ 2147483646 h 58"/>
              <a:gd name="T52" fmla="*/ 2147483646 w 77"/>
              <a:gd name="T53" fmla="*/ 2147483646 h 58"/>
              <a:gd name="T54" fmla="*/ 2147483646 w 77"/>
              <a:gd name="T55" fmla="*/ 2147483646 h 58"/>
              <a:gd name="T56" fmla="*/ 2147483646 w 77"/>
              <a:gd name="T57" fmla="*/ 2147483646 h 58"/>
              <a:gd name="T58" fmla="*/ 2147483646 w 77"/>
              <a:gd name="T59" fmla="*/ 2147483646 h 58"/>
              <a:gd name="T60" fmla="*/ 2147483646 w 77"/>
              <a:gd name="T61" fmla="*/ 0 h 58"/>
              <a:gd name="T62" fmla="*/ 2147483646 w 77"/>
              <a:gd name="T63" fmla="*/ 2147483646 h 58"/>
              <a:gd name="T64" fmla="*/ 2147483646 w 77"/>
              <a:gd name="T65" fmla="*/ 2147483646 h 58"/>
              <a:gd name="T66" fmla="*/ 2147483646 w 77"/>
              <a:gd name="T67" fmla="*/ 2147483646 h 58"/>
              <a:gd name="T68" fmla="*/ 2147483646 w 77"/>
              <a:gd name="T69" fmla="*/ 2147483646 h 58"/>
              <a:gd name="T70" fmla="*/ 2147483646 w 77"/>
              <a:gd name="T71" fmla="*/ 2147483646 h 58"/>
              <a:gd name="T72" fmla="*/ 2147483646 w 77"/>
              <a:gd name="T73" fmla="*/ 2147483646 h 58"/>
              <a:gd name="T74" fmla="*/ 2147483646 w 77"/>
              <a:gd name="T75" fmla="*/ 2147483646 h 58"/>
              <a:gd name="T76" fmla="*/ 2147483646 w 77"/>
              <a:gd name="T77" fmla="*/ 2147483646 h 58"/>
              <a:gd name="T78" fmla="*/ 2147483646 w 77"/>
              <a:gd name="T79" fmla="*/ 2147483646 h 58"/>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77" h="58">
                <a:moveTo>
                  <a:pt x="39" y="5"/>
                </a:moveTo>
                <a:cubicBezTo>
                  <a:pt x="37" y="6"/>
                  <a:pt x="36" y="7"/>
                  <a:pt x="35" y="9"/>
                </a:cubicBezTo>
                <a:cubicBezTo>
                  <a:pt x="34" y="11"/>
                  <a:pt x="33" y="14"/>
                  <a:pt x="34" y="17"/>
                </a:cubicBezTo>
                <a:cubicBezTo>
                  <a:pt x="35" y="32"/>
                  <a:pt x="35" y="32"/>
                  <a:pt x="35" y="32"/>
                </a:cubicBezTo>
                <a:cubicBezTo>
                  <a:pt x="35" y="36"/>
                  <a:pt x="36" y="40"/>
                  <a:pt x="37" y="45"/>
                </a:cubicBezTo>
                <a:cubicBezTo>
                  <a:pt x="38" y="49"/>
                  <a:pt x="38" y="49"/>
                  <a:pt x="38" y="49"/>
                </a:cubicBezTo>
                <a:cubicBezTo>
                  <a:pt x="38" y="46"/>
                  <a:pt x="38" y="46"/>
                  <a:pt x="38" y="46"/>
                </a:cubicBezTo>
                <a:cubicBezTo>
                  <a:pt x="40" y="46"/>
                  <a:pt x="40" y="46"/>
                  <a:pt x="40" y="46"/>
                </a:cubicBezTo>
                <a:cubicBezTo>
                  <a:pt x="40" y="49"/>
                  <a:pt x="40" y="49"/>
                  <a:pt x="40" y="49"/>
                </a:cubicBezTo>
                <a:cubicBezTo>
                  <a:pt x="40" y="45"/>
                  <a:pt x="40" y="45"/>
                  <a:pt x="40" y="45"/>
                </a:cubicBezTo>
                <a:cubicBezTo>
                  <a:pt x="41" y="41"/>
                  <a:pt x="42" y="36"/>
                  <a:pt x="42" y="32"/>
                </a:cubicBezTo>
                <a:cubicBezTo>
                  <a:pt x="44" y="17"/>
                  <a:pt x="44" y="17"/>
                  <a:pt x="44" y="17"/>
                </a:cubicBezTo>
                <a:cubicBezTo>
                  <a:pt x="44" y="14"/>
                  <a:pt x="43" y="11"/>
                  <a:pt x="42" y="9"/>
                </a:cubicBezTo>
                <a:cubicBezTo>
                  <a:pt x="41" y="7"/>
                  <a:pt x="40" y="6"/>
                  <a:pt x="39" y="5"/>
                </a:cubicBezTo>
                <a:close/>
                <a:moveTo>
                  <a:pt x="47" y="30"/>
                </a:moveTo>
                <a:cubicBezTo>
                  <a:pt x="70" y="33"/>
                  <a:pt x="70" y="33"/>
                  <a:pt x="70" y="33"/>
                </a:cubicBezTo>
                <a:cubicBezTo>
                  <a:pt x="71" y="32"/>
                  <a:pt x="71" y="32"/>
                  <a:pt x="71" y="32"/>
                </a:cubicBezTo>
                <a:cubicBezTo>
                  <a:pt x="48" y="21"/>
                  <a:pt x="48" y="21"/>
                  <a:pt x="48" y="21"/>
                </a:cubicBezTo>
                <a:cubicBezTo>
                  <a:pt x="48" y="24"/>
                  <a:pt x="48" y="27"/>
                  <a:pt x="47" y="30"/>
                </a:cubicBezTo>
                <a:close/>
                <a:moveTo>
                  <a:pt x="49" y="16"/>
                </a:moveTo>
                <a:cubicBezTo>
                  <a:pt x="75" y="29"/>
                  <a:pt x="75" y="29"/>
                  <a:pt x="75" y="29"/>
                </a:cubicBezTo>
                <a:cubicBezTo>
                  <a:pt x="77" y="30"/>
                  <a:pt x="77" y="30"/>
                  <a:pt x="77" y="30"/>
                </a:cubicBezTo>
                <a:cubicBezTo>
                  <a:pt x="76" y="32"/>
                  <a:pt x="76" y="32"/>
                  <a:pt x="76" y="32"/>
                </a:cubicBezTo>
                <a:cubicBezTo>
                  <a:pt x="74" y="37"/>
                  <a:pt x="74" y="37"/>
                  <a:pt x="74" y="37"/>
                </a:cubicBezTo>
                <a:cubicBezTo>
                  <a:pt x="74" y="39"/>
                  <a:pt x="74" y="39"/>
                  <a:pt x="74" y="39"/>
                </a:cubicBezTo>
                <a:cubicBezTo>
                  <a:pt x="72" y="39"/>
                  <a:pt x="72" y="39"/>
                  <a:pt x="72" y="39"/>
                </a:cubicBezTo>
                <a:cubicBezTo>
                  <a:pt x="47" y="35"/>
                  <a:pt x="47" y="35"/>
                  <a:pt x="47" y="35"/>
                </a:cubicBezTo>
                <a:cubicBezTo>
                  <a:pt x="46" y="38"/>
                  <a:pt x="46" y="40"/>
                  <a:pt x="46" y="43"/>
                </a:cubicBezTo>
                <a:cubicBezTo>
                  <a:pt x="58" y="47"/>
                  <a:pt x="58" y="47"/>
                  <a:pt x="58" y="47"/>
                </a:cubicBezTo>
                <a:cubicBezTo>
                  <a:pt x="60" y="48"/>
                  <a:pt x="60" y="48"/>
                  <a:pt x="60" y="48"/>
                </a:cubicBezTo>
                <a:cubicBezTo>
                  <a:pt x="59" y="51"/>
                  <a:pt x="59" y="51"/>
                  <a:pt x="59" y="51"/>
                </a:cubicBezTo>
                <a:cubicBezTo>
                  <a:pt x="58" y="53"/>
                  <a:pt x="58" y="53"/>
                  <a:pt x="58" y="53"/>
                </a:cubicBezTo>
                <a:cubicBezTo>
                  <a:pt x="58" y="55"/>
                  <a:pt x="58" y="55"/>
                  <a:pt x="58" y="55"/>
                </a:cubicBezTo>
                <a:cubicBezTo>
                  <a:pt x="56" y="55"/>
                  <a:pt x="56" y="55"/>
                  <a:pt x="56" y="55"/>
                </a:cubicBezTo>
                <a:cubicBezTo>
                  <a:pt x="44" y="54"/>
                  <a:pt x="44" y="54"/>
                  <a:pt x="44" y="54"/>
                </a:cubicBezTo>
                <a:cubicBezTo>
                  <a:pt x="44" y="56"/>
                  <a:pt x="44" y="56"/>
                  <a:pt x="44" y="56"/>
                </a:cubicBezTo>
                <a:cubicBezTo>
                  <a:pt x="42" y="56"/>
                  <a:pt x="42" y="56"/>
                  <a:pt x="42" y="56"/>
                </a:cubicBezTo>
                <a:cubicBezTo>
                  <a:pt x="40" y="56"/>
                  <a:pt x="40" y="56"/>
                  <a:pt x="40" y="56"/>
                </a:cubicBezTo>
                <a:cubicBezTo>
                  <a:pt x="40" y="58"/>
                  <a:pt x="40" y="58"/>
                  <a:pt x="40" y="58"/>
                </a:cubicBezTo>
                <a:cubicBezTo>
                  <a:pt x="38" y="58"/>
                  <a:pt x="38" y="58"/>
                  <a:pt x="38" y="58"/>
                </a:cubicBezTo>
                <a:cubicBezTo>
                  <a:pt x="38" y="56"/>
                  <a:pt x="38" y="56"/>
                  <a:pt x="38" y="56"/>
                </a:cubicBezTo>
                <a:cubicBezTo>
                  <a:pt x="35" y="56"/>
                  <a:pt x="35" y="56"/>
                  <a:pt x="35" y="56"/>
                </a:cubicBezTo>
                <a:cubicBezTo>
                  <a:pt x="33" y="56"/>
                  <a:pt x="33" y="56"/>
                  <a:pt x="33" y="56"/>
                </a:cubicBezTo>
                <a:cubicBezTo>
                  <a:pt x="33" y="54"/>
                  <a:pt x="33" y="54"/>
                  <a:pt x="33" y="54"/>
                </a:cubicBezTo>
                <a:cubicBezTo>
                  <a:pt x="21" y="55"/>
                  <a:pt x="21" y="55"/>
                  <a:pt x="21" y="55"/>
                </a:cubicBezTo>
                <a:cubicBezTo>
                  <a:pt x="19" y="55"/>
                  <a:pt x="19" y="55"/>
                  <a:pt x="19" y="55"/>
                </a:cubicBezTo>
                <a:cubicBezTo>
                  <a:pt x="19" y="53"/>
                  <a:pt x="19" y="53"/>
                  <a:pt x="19" y="53"/>
                </a:cubicBezTo>
                <a:cubicBezTo>
                  <a:pt x="18" y="51"/>
                  <a:pt x="18" y="51"/>
                  <a:pt x="18" y="51"/>
                </a:cubicBezTo>
                <a:cubicBezTo>
                  <a:pt x="17" y="48"/>
                  <a:pt x="17" y="48"/>
                  <a:pt x="17" y="48"/>
                </a:cubicBezTo>
                <a:cubicBezTo>
                  <a:pt x="19" y="47"/>
                  <a:pt x="19" y="47"/>
                  <a:pt x="19" y="47"/>
                </a:cubicBezTo>
                <a:cubicBezTo>
                  <a:pt x="31" y="43"/>
                  <a:pt x="31" y="43"/>
                  <a:pt x="31" y="43"/>
                </a:cubicBezTo>
                <a:cubicBezTo>
                  <a:pt x="31" y="40"/>
                  <a:pt x="31" y="38"/>
                  <a:pt x="30" y="35"/>
                </a:cubicBezTo>
                <a:cubicBezTo>
                  <a:pt x="6" y="39"/>
                  <a:pt x="6" y="39"/>
                  <a:pt x="6" y="39"/>
                </a:cubicBezTo>
                <a:cubicBezTo>
                  <a:pt x="4" y="39"/>
                  <a:pt x="4" y="39"/>
                  <a:pt x="4" y="39"/>
                </a:cubicBezTo>
                <a:cubicBezTo>
                  <a:pt x="3" y="37"/>
                  <a:pt x="3" y="37"/>
                  <a:pt x="3" y="37"/>
                </a:cubicBezTo>
                <a:cubicBezTo>
                  <a:pt x="1" y="32"/>
                  <a:pt x="1" y="32"/>
                  <a:pt x="1" y="32"/>
                </a:cubicBezTo>
                <a:cubicBezTo>
                  <a:pt x="0" y="30"/>
                  <a:pt x="0" y="30"/>
                  <a:pt x="0" y="30"/>
                </a:cubicBezTo>
                <a:cubicBezTo>
                  <a:pt x="2" y="29"/>
                  <a:pt x="2" y="29"/>
                  <a:pt x="2" y="29"/>
                </a:cubicBezTo>
                <a:cubicBezTo>
                  <a:pt x="28" y="16"/>
                  <a:pt x="28" y="16"/>
                  <a:pt x="28" y="16"/>
                </a:cubicBezTo>
                <a:cubicBezTo>
                  <a:pt x="29" y="12"/>
                  <a:pt x="29" y="9"/>
                  <a:pt x="30" y="6"/>
                </a:cubicBezTo>
                <a:cubicBezTo>
                  <a:pt x="32" y="3"/>
                  <a:pt x="34" y="1"/>
                  <a:pt x="38" y="0"/>
                </a:cubicBezTo>
                <a:cubicBezTo>
                  <a:pt x="39" y="0"/>
                  <a:pt x="39" y="0"/>
                  <a:pt x="39" y="0"/>
                </a:cubicBezTo>
                <a:cubicBezTo>
                  <a:pt x="39" y="0"/>
                  <a:pt x="39" y="0"/>
                  <a:pt x="39" y="0"/>
                </a:cubicBezTo>
                <a:cubicBezTo>
                  <a:pt x="43" y="1"/>
                  <a:pt x="45" y="3"/>
                  <a:pt x="47" y="6"/>
                </a:cubicBezTo>
                <a:cubicBezTo>
                  <a:pt x="48" y="9"/>
                  <a:pt x="49" y="12"/>
                  <a:pt x="49" y="16"/>
                </a:cubicBezTo>
                <a:close/>
                <a:moveTo>
                  <a:pt x="45" y="49"/>
                </a:moveTo>
                <a:cubicBezTo>
                  <a:pt x="49" y="49"/>
                  <a:pt x="49" y="49"/>
                  <a:pt x="49" y="49"/>
                </a:cubicBezTo>
                <a:cubicBezTo>
                  <a:pt x="45" y="48"/>
                  <a:pt x="45" y="48"/>
                  <a:pt x="45" y="48"/>
                </a:cubicBezTo>
                <a:cubicBezTo>
                  <a:pt x="45" y="48"/>
                  <a:pt x="45" y="48"/>
                  <a:pt x="45" y="48"/>
                </a:cubicBezTo>
                <a:cubicBezTo>
                  <a:pt x="45" y="49"/>
                  <a:pt x="45" y="49"/>
                  <a:pt x="45" y="49"/>
                </a:cubicBezTo>
                <a:close/>
                <a:moveTo>
                  <a:pt x="32" y="48"/>
                </a:moveTo>
                <a:cubicBezTo>
                  <a:pt x="28" y="49"/>
                  <a:pt x="28" y="49"/>
                  <a:pt x="28" y="49"/>
                </a:cubicBezTo>
                <a:cubicBezTo>
                  <a:pt x="32" y="49"/>
                  <a:pt x="32" y="49"/>
                  <a:pt x="32" y="49"/>
                </a:cubicBezTo>
                <a:cubicBezTo>
                  <a:pt x="32" y="48"/>
                  <a:pt x="32" y="48"/>
                  <a:pt x="32" y="48"/>
                </a:cubicBezTo>
                <a:cubicBezTo>
                  <a:pt x="32" y="48"/>
                  <a:pt x="32" y="48"/>
                  <a:pt x="32" y="48"/>
                </a:cubicBezTo>
                <a:close/>
                <a:moveTo>
                  <a:pt x="29" y="21"/>
                </a:moveTo>
                <a:cubicBezTo>
                  <a:pt x="6" y="32"/>
                  <a:pt x="6" y="32"/>
                  <a:pt x="6" y="32"/>
                </a:cubicBezTo>
                <a:cubicBezTo>
                  <a:pt x="7" y="33"/>
                  <a:pt x="7" y="33"/>
                  <a:pt x="7" y="33"/>
                </a:cubicBezTo>
                <a:cubicBezTo>
                  <a:pt x="30" y="30"/>
                  <a:pt x="30" y="30"/>
                  <a:pt x="30" y="30"/>
                </a:cubicBezTo>
                <a:cubicBezTo>
                  <a:pt x="29" y="27"/>
                  <a:pt x="29" y="24"/>
                  <a:pt x="29" y="21"/>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56" name="Freeform 110">
            <a:extLst>
              <a:ext uri="{FF2B5EF4-FFF2-40B4-BE49-F238E27FC236}">
                <a16:creationId xmlns="" xmlns:a16="http://schemas.microsoft.com/office/drawing/2014/main" id="{8FCBAF0B-9F43-475D-B511-F7BFF28061B1}"/>
              </a:ext>
            </a:extLst>
          </p:cNvPr>
          <p:cNvSpPr>
            <a:spLocks noEditPoints="1"/>
          </p:cNvSpPr>
          <p:nvPr/>
        </p:nvSpPr>
        <p:spPr bwMode="auto">
          <a:xfrm>
            <a:off x="9561016" y="5296743"/>
            <a:ext cx="496888" cy="749300"/>
          </a:xfrm>
          <a:custGeom>
            <a:avLst/>
            <a:gdLst>
              <a:gd name="T0" fmla="*/ 2147483646 w 49"/>
              <a:gd name="T1" fmla="*/ 2147483646 h 74"/>
              <a:gd name="T2" fmla="*/ 2147483646 w 49"/>
              <a:gd name="T3" fmla="*/ 2147483646 h 74"/>
              <a:gd name="T4" fmla="*/ 2147483646 w 49"/>
              <a:gd name="T5" fmla="*/ 2147483646 h 74"/>
              <a:gd name="T6" fmla="*/ 2147483646 w 49"/>
              <a:gd name="T7" fmla="*/ 2147483646 h 74"/>
              <a:gd name="T8" fmla="*/ 2147483646 w 49"/>
              <a:gd name="T9" fmla="*/ 2147483646 h 74"/>
              <a:gd name="T10" fmla="*/ 2147483646 w 49"/>
              <a:gd name="T11" fmla="*/ 2147483646 h 74"/>
              <a:gd name="T12" fmla="*/ 2147483646 w 49"/>
              <a:gd name="T13" fmla="*/ 2147483646 h 74"/>
              <a:gd name="T14" fmla="*/ 2147483646 w 49"/>
              <a:gd name="T15" fmla="*/ 2147483646 h 74"/>
              <a:gd name="T16" fmla="*/ 2147483646 w 49"/>
              <a:gd name="T17" fmla="*/ 2147483646 h 74"/>
              <a:gd name="T18" fmla="*/ 2147483646 w 49"/>
              <a:gd name="T19" fmla="*/ 2147483646 h 74"/>
              <a:gd name="T20" fmla="*/ 2147483646 w 49"/>
              <a:gd name="T21" fmla="*/ 2147483646 h 74"/>
              <a:gd name="T22" fmla="*/ 2147483646 w 49"/>
              <a:gd name="T23" fmla="*/ 2147483646 h 74"/>
              <a:gd name="T24" fmla="*/ 2147483646 w 49"/>
              <a:gd name="T25" fmla="*/ 2147483646 h 74"/>
              <a:gd name="T26" fmla="*/ 2147483646 w 49"/>
              <a:gd name="T27" fmla="*/ 2147483646 h 74"/>
              <a:gd name="T28" fmla="*/ 2147483646 w 49"/>
              <a:gd name="T29" fmla="*/ 2147483646 h 74"/>
              <a:gd name="T30" fmla="*/ 2147483646 w 49"/>
              <a:gd name="T31" fmla="*/ 2147483646 h 74"/>
              <a:gd name="T32" fmla="*/ 2147483646 w 49"/>
              <a:gd name="T33" fmla="*/ 2147483646 h 74"/>
              <a:gd name="T34" fmla="*/ 2147483646 w 49"/>
              <a:gd name="T35" fmla="*/ 2147483646 h 74"/>
              <a:gd name="T36" fmla="*/ 2147483646 w 49"/>
              <a:gd name="T37" fmla="*/ 2147483646 h 74"/>
              <a:gd name="T38" fmla="*/ 2147483646 w 49"/>
              <a:gd name="T39" fmla="*/ 2147483646 h 74"/>
              <a:gd name="T40" fmla="*/ 2147483646 w 49"/>
              <a:gd name="T41" fmla="*/ 2147483646 h 74"/>
              <a:gd name="T42" fmla="*/ 2147483646 w 49"/>
              <a:gd name="T43" fmla="*/ 2147483646 h 74"/>
              <a:gd name="T44" fmla="*/ 2147483646 w 49"/>
              <a:gd name="T45" fmla="*/ 0 h 74"/>
              <a:gd name="T46" fmla="*/ 0 w 49"/>
              <a:gd name="T47" fmla="*/ 2147483646 h 74"/>
              <a:gd name="T48" fmla="*/ 2147483646 w 49"/>
              <a:gd name="T49" fmla="*/ 2147483646 h 74"/>
              <a:gd name="T50" fmla="*/ 2147483646 w 49"/>
              <a:gd name="T51" fmla="*/ 2147483646 h 74"/>
              <a:gd name="T52" fmla="*/ 2147483646 w 49"/>
              <a:gd name="T53" fmla="*/ 2147483646 h 74"/>
              <a:gd name="T54" fmla="*/ 2147483646 w 49"/>
              <a:gd name="T55" fmla="*/ 2147483646 h 74"/>
              <a:gd name="T56" fmla="*/ 2147483646 w 49"/>
              <a:gd name="T57" fmla="*/ 2147483646 h 74"/>
              <a:gd name="T58" fmla="*/ 2147483646 w 49"/>
              <a:gd name="T59" fmla="*/ 2147483646 h 74"/>
              <a:gd name="T60" fmla="*/ 2147483646 w 49"/>
              <a:gd name="T61" fmla="*/ 2147483646 h 74"/>
              <a:gd name="T62" fmla="*/ 2147483646 w 49"/>
              <a:gd name="T63" fmla="*/ 2147483646 h 74"/>
              <a:gd name="T64" fmla="*/ 2147483646 w 49"/>
              <a:gd name="T65" fmla="*/ 2147483646 h 74"/>
              <a:gd name="T66" fmla="*/ 2147483646 w 49"/>
              <a:gd name="T67" fmla="*/ 2147483646 h 74"/>
              <a:gd name="T68" fmla="*/ 2147483646 w 49"/>
              <a:gd name="T69" fmla="*/ 2147483646 h 74"/>
              <a:gd name="T70" fmla="*/ 2147483646 w 49"/>
              <a:gd name="T71" fmla="*/ 2147483646 h 74"/>
              <a:gd name="T72" fmla="*/ 2147483646 w 49"/>
              <a:gd name="T73" fmla="*/ 2147483646 h 74"/>
              <a:gd name="T74" fmla="*/ 2147483646 w 49"/>
              <a:gd name="T75" fmla="*/ 2147483646 h 74"/>
              <a:gd name="T76" fmla="*/ 2147483646 w 49"/>
              <a:gd name="T77" fmla="*/ 2147483646 h 74"/>
              <a:gd name="T78" fmla="*/ 2147483646 w 49"/>
              <a:gd name="T79" fmla="*/ 2147483646 h 74"/>
              <a:gd name="T80" fmla="*/ 2147483646 w 49"/>
              <a:gd name="T81" fmla="*/ 2147483646 h 74"/>
              <a:gd name="T82" fmla="*/ 2147483646 w 49"/>
              <a:gd name="T83" fmla="*/ 2147483646 h 74"/>
              <a:gd name="T84" fmla="*/ 2147483646 w 49"/>
              <a:gd name="T85" fmla="*/ 2147483646 h 74"/>
              <a:gd name="T86" fmla="*/ 2147483646 w 49"/>
              <a:gd name="T87" fmla="*/ 2147483646 h 74"/>
              <a:gd name="T88" fmla="*/ 2147483646 w 49"/>
              <a:gd name="T89" fmla="*/ 2147483646 h 74"/>
              <a:gd name="T90" fmla="*/ 2147483646 w 49"/>
              <a:gd name="T91" fmla="*/ 2147483646 h 74"/>
              <a:gd name="T92" fmla="*/ 2147483646 w 49"/>
              <a:gd name="T93" fmla="*/ 2147483646 h 74"/>
              <a:gd name="T94" fmla="*/ 2147483646 w 49"/>
              <a:gd name="T95" fmla="*/ 2147483646 h 74"/>
              <a:gd name="T96" fmla="*/ 2147483646 w 49"/>
              <a:gd name="T97" fmla="*/ 2147483646 h 74"/>
              <a:gd name="T98" fmla="*/ 2147483646 w 49"/>
              <a:gd name="T99" fmla="*/ 2147483646 h 74"/>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49" h="74">
                <a:moveTo>
                  <a:pt x="15" y="62"/>
                </a:moveTo>
                <a:cubicBezTo>
                  <a:pt x="34" y="60"/>
                  <a:pt x="34" y="60"/>
                  <a:pt x="34" y="60"/>
                </a:cubicBezTo>
                <a:cubicBezTo>
                  <a:pt x="35" y="60"/>
                  <a:pt x="36" y="61"/>
                  <a:pt x="36" y="62"/>
                </a:cubicBezTo>
                <a:cubicBezTo>
                  <a:pt x="36" y="62"/>
                  <a:pt x="36" y="62"/>
                  <a:pt x="36" y="62"/>
                </a:cubicBezTo>
                <a:cubicBezTo>
                  <a:pt x="36" y="64"/>
                  <a:pt x="35" y="65"/>
                  <a:pt x="34" y="65"/>
                </a:cubicBezTo>
                <a:cubicBezTo>
                  <a:pt x="15" y="68"/>
                  <a:pt x="15" y="68"/>
                  <a:pt x="15" y="68"/>
                </a:cubicBezTo>
                <a:cubicBezTo>
                  <a:pt x="14" y="68"/>
                  <a:pt x="13" y="67"/>
                  <a:pt x="13" y="65"/>
                </a:cubicBezTo>
                <a:cubicBezTo>
                  <a:pt x="13" y="65"/>
                  <a:pt x="13" y="65"/>
                  <a:pt x="13" y="65"/>
                </a:cubicBezTo>
                <a:cubicBezTo>
                  <a:pt x="13" y="64"/>
                  <a:pt x="14" y="62"/>
                  <a:pt x="15" y="62"/>
                </a:cubicBezTo>
                <a:close/>
                <a:moveTo>
                  <a:pt x="34" y="47"/>
                </a:moveTo>
                <a:cubicBezTo>
                  <a:pt x="43" y="43"/>
                  <a:pt x="49" y="35"/>
                  <a:pt x="49" y="25"/>
                </a:cubicBezTo>
                <a:cubicBezTo>
                  <a:pt x="49" y="20"/>
                  <a:pt x="47" y="15"/>
                  <a:pt x="45" y="11"/>
                </a:cubicBezTo>
                <a:cubicBezTo>
                  <a:pt x="43" y="12"/>
                  <a:pt x="43" y="12"/>
                  <a:pt x="43" y="12"/>
                </a:cubicBezTo>
                <a:cubicBezTo>
                  <a:pt x="43" y="15"/>
                  <a:pt x="43" y="15"/>
                  <a:pt x="43" y="15"/>
                </a:cubicBezTo>
                <a:cubicBezTo>
                  <a:pt x="36" y="16"/>
                  <a:pt x="36" y="16"/>
                  <a:pt x="36" y="16"/>
                </a:cubicBezTo>
                <a:cubicBezTo>
                  <a:pt x="37" y="20"/>
                  <a:pt x="37" y="20"/>
                  <a:pt x="37" y="20"/>
                </a:cubicBezTo>
                <a:cubicBezTo>
                  <a:pt x="27" y="23"/>
                  <a:pt x="27" y="23"/>
                  <a:pt x="27" y="23"/>
                </a:cubicBezTo>
                <a:cubicBezTo>
                  <a:pt x="33" y="19"/>
                  <a:pt x="33" y="19"/>
                  <a:pt x="33" y="19"/>
                </a:cubicBezTo>
                <a:cubicBezTo>
                  <a:pt x="31" y="15"/>
                  <a:pt x="31" y="15"/>
                  <a:pt x="31" y="15"/>
                </a:cubicBezTo>
                <a:cubicBezTo>
                  <a:pt x="39" y="12"/>
                  <a:pt x="39" y="12"/>
                  <a:pt x="39" y="12"/>
                </a:cubicBezTo>
                <a:cubicBezTo>
                  <a:pt x="36" y="10"/>
                  <a:pt x="36" y="10"/>
                  <a:pt x="36" y="10"/>
                </a:cubicBezTo>
                <a:cubicBezTo>
                  <a:pt x="40" y="6"/>
                  <a:pt x="40" y="6"/>
                  <a:pt x="40" y="6"/>
                </a:cubicBezTo>
                <a:cubicBezTo>
                  <a:pt x="36" y="3"/>
                  <a:pt x="31" y="0"/>
                  <a:pt x="25" y="0"/>
                </a:cubicBezTo>
                <a:cubicBezTo>
                  <a:pt x="11" y="0"/>
                  <a:pt x="0" y="11"/>
                  <a:pt x="0" y="25"/>
                </a:cubicBezTo>
                <a:cubicBezTo>
                  <a:pt x="0" y="30"/>
                  <a:pt x="2" y="36"/>
                  <a:pt x="6" y="40"/>
                </a:cubicBezTo>
                <a:cubicBezTo>
                  <a:pt x="13" y="36"/>
                  <a:pt x="13" y="36"/>
                  <a:pt x="13" y="36"/>
                </a:cubicBezTo>
                <a:cubicBezTo>
                  <a:pt x="11" y="34"/>
                  <a:pt x="11" y="34"/>
                  <a:pt x="11" y="34"/>
                </a:cubicBezTo>
                <a:cubicBezTo>
                  <a:pt x="17" y="33"/>
                  <a:pt x="17" y="33"/>
                  <a:pt x="17" y="33"/>
                </a:cubicBezTo>
                <a:cubicBezTo>
                  <a:pt x="19" y="30"/>
                  <a:pt x="19" y="30"/>
                  <a:pt x="19" y="30"/>
                </a:cubicBezTo>
                <a:cubicBezTo>
                  <a:pt x="18" y="34"/>
                  <a:pt x="18" y="34"/>
                  <a:pt x="18" y="34"/>
                </a:cubicBezTo>
                <a:cubicBezTo>
                  <a:pt x="15" y="35"/>
                  <a:pt x="15" y="35"/>
                  <a:pt x="15" y="35"/>
                </a:cubicBezTo>
                <a:cubicBezTo>
                  <a:pt x="17" y="39"/>
                  <a:pt x="17" y="39"/>
                  <a:pt x="17" y="39"/>
                </a:cubicBezTo>
                <a:cubicBezTo>
                  <a:pt x="9" y="43"/>
                  <a:pt x="9" y="43"/>
                  <a:pt x="9" y="43"/>
                </a:cubicBezTo>
                <a:cubicBezTo>
                  <a:pt x="11" y="45"/>
                  <a:pt x="13" y="46"/>
                  <a:pt x="15" y="47"/>
                </a:cubicBezTo>
                <a:cubicBezTo>
                  <a:pt x="15" y="53"/>
                  <a:pt x="15" y="53"/>
                  <a:pt x="15" y="53"/>
                </a:cubicBezTo>
                <a:cubicBezTo>
                  <a:pt x="30" y="53"/>
                  <a:pt x="30" y="53"/>
                  <a:pt x="30" y="53"/>
                </a:cubicBezTo>
                <a:cubicBezTo>
                  <a:pt x="15" y="55"/>
                  <a:pt x="15" y="55"/>
                  <a:pt x="15" y="55"/>
                </a:cubicBezTo>
                <a:cubicBezTo>
                  <a:pt x="14" y="55"/>
                  <a:pt x="13" y="56"/>
                  <a:pt x="13" y="58"/>
                </a:cubicBezTo>
                <a:cubicBezTo>
                  <a:pt x="13" y="58"/>
                  <a:pt x="13" y="58"/>
                  <a:pt x="13" y="58"/>
                </a:cubicBezTo>
                <a:cubicBezTo>
                  <a:pt x="13" y="59"/>
                  <a:pt x="14" y="60"/>
                  <a:pt x="15" y="60"/>
                </a:cubicBezTo>
                <a:cubicBezTo>
                  <a:pt x="34" y="58"/>
                  <a:pt x="34" y="58"/>
                  <a:pt x="34" y="58"/>
                </a:cubicBezTo>
                <a:cubicBezTo>
                  <a:pt x="35" y="58"/>
                  <a:pt x="36" y="56"/>
                  <a:pt x="36" y="55"/>
                </a:cubicBezTo>
                <a:cubicBezTo>
                  <a:pt x="36" y="55"/>
                  <a:pt x="36" y="55"/>
                  <a:pt x="36" y="55"/>
                </a:cubicBezTo>
                <a:cubicBezTo>
                  <a:pt x="36" y="53"/>
                  <a:pt x="35" y="52"/>
                  <a:pt x="34" y="52"/>
                </a:cubicBezTo>
                <a:cubicBezTo>
                  <a:pt x="34" y="47"/>
                  <a:pt x="34" y="47"/>
                  <a:pt x="34" y="47"/>
                </a:cubicBezTo>
                <a:close/>
                <a:moveTo>
                  <a:pt x="30" y="68"/>
                </a:moveTo>
                <a:cubicBezTo>
                  <a:pt x="30" y="68"/>
                  <a:pt x="30" y="68"/>
                  <a:pt x="30" y="68"/>
                </a:cubicBezTo>
                <a:cubicBezTo>
                  <a:pt x="30" y="72"/>
                  <a:pt x="28" y="74"/>
                  <a:pt x="24" y="74"/>
                </a:cubicBezTo>
                <a:cubicBezTo>
                  <a:pt x="22" y="74"/>
                  <a:pt x="19" y="72"/>
                  <a:pt x="19" y="70"/>
                </a:cubicBezTo>
                <a:lnTo>
                  <a:pt x="30" y="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57" name="Freeform 111">
            <a:extLst>
              <a:ext uri="{FF2B5EF4-FFF2-40B4-BE49-F238E27FC236}">
                <a16:creationId xmlns="" xmlns:a16="http://schemas.microsoft.com/office/drawing/2014/main" id="{1F15739A-9A3D-4B07-93F9-CEC2F4152945}"/>
              </a:ext>
            </a:extLst>
          </p:cNvPr>
          <p:cNvSpPr>
            <a:spLocks noEditPoints="1"/>
          </p:cNvSpPr>
          <p:nvPr/>
        </p:nvSpPr>
        <p:spPr bwMode="auto">
          <a:xfrm>
            <a:off x="10586541" y="3167906"/>
            <a:ext cx="546100" cy="747712"/>
          </a:xfrm>
          <a:custGeom>
            <a:avLst/>
            <a:gdLst>
              <a:gd name="T0" fmla="*/ 2147483646 w 54"/>
              <a:gd name="T1" fmla="*/ 2147483646 h 74"/>
              <a:gd name="T2" fmla="*/ 2147483646 w 54"/>
              <a:gd name="T3" fmla="*/ 2147483646 h 74"/>
              <a:gd name="T4" fmla="*/ 2147483646 w 54"/>
              <a:gd name="T5" fmla="*/ 2147483646 h 74"/>
              <a:gd name="T6" fmla="*/ 2147483646 w 54"/>
              <a:gd name="T7" fmla="*/ 2147483646 h 74"/>
              <a:gd name="T8" fmla="*/ 2147483646 w 54"/>
              <a:gd name="T9" fmla="*/ 2147483646 h 74"/>
              <a:gd name="T10" fmla="*/ 2147483646 w 54"/>
              <a:gd name="T11" fmla="*/ 2147483646 h 74"/>
              <a:gd name="T12" fmla="*/ 2147483646 w 54"/>
              <a:gd name="T13" fmla="*/ 2147483646 h 74"/>
              <a:gd name="T14" fmla="*/ 2147483646 w 54"/>
              <a:gd name="T15" fmla="*/ 2147483646 h 74"/>
              <a:gd name="T16" fmla="*/ 2147483646 w 54"/>
              <a:gd name="T17" fmla="*/ 2147483646 h 74"/>
              <a:gd name="T18" fmla="*/ 2147483646 w 54"/>
              <a:gd name="T19" fmla="*/ 2147483646 h 74"/>
              <a:gd name="T20" fmla="*/ 2147483646 w 54"/>
              <a:gd name="T21" fmla="*/ 2147483646 h 74"/>
              <a:gd name="T22" fmla="*/ 2147483646 w 54"/>
              <a:gd name="T23" fmla="*/ 2147483646 h 74"/>
              <a:gd name="T24" fmla="*/ 2147483646 w 54"/>
              <a:gd name="T25" fmla="*/ 2147483646 h 74"/>
              <a:gd name="T26" fmla="*/ 2147483646 w 54"/>
              <a:gd name="T27" fmla="*/ 2147483646 h 74"/>
              <a:gd name="T28" fmla="*/ 2147483646 w 54"/>
              <a:gd name="T29" fmla="*/ 2147483646 h 74"/>
              <a:gd name="T30" fmla="*/ 2147483646 w 54"/>
              <a:gd name="T31" fmla="*/ 2147483646 h 74"/>
              <a:gd name="T32" fmla="*/ 2147483646 w 54"/>
              <a:gd name="T33" fmla="*/ 2147483646 h 74"/>
              <a:gd name="T34" fmla="*/ 2147483646 w 54"/>
              <a:gd name="T35" fmla="*/ 2147483646 h 74"/>
              <a:gd name="T36" fmla="*/ 2147483646 w 54"/>
              <a:gd name="T37" fmla="*/ 2147483646 h 74"/>
              <a:gd name="T38" fmla="*/ 2147483646 w 54"/>
              <a:gd name="T39" fmla="*/ 2147483646 h 74"/>
              <a:gd name="T40" fmla="*/ 2147483646 w 54"/>
              <a:gd name="T41" fmla="*/ 2147483646 h 74"/>
              <a:gd name="T42" fmla="*/ 2147483646 w 54"/>
              <a:gd name="T43" fmla="*/ 2147483646 h 74"/>
              <a:gd name="T44" fmla="*/ 2147483646 w 54"/>
              <a:gd name="T45" fmla="*/ 2147483646 h 74"/>
              <a:gd name="T46" fmla="*/ 0 w 54"/>
              <a:gd name="T47" fmla="*/ 2147483646 h 74"/>
              <a:gd name="T48" fmla="*/ 2147483646 w 54"/>
              <a:gd name="T49" fmla="*/ 2147483646 h 74"/>
              <a:gd name="T50" fmla="*/ 2147483646 w 54"/>
              <a:gd name="T51" fmla="*/ 2147483646 h 74"/>
              <a:gd name="T52" fmla="*/ 2147483646 w 54"/>
              <a:gd name="T53" fmla="*/ 2147483646 h 74"/>
              <a:gd name="T54" fmla="*/ 2147483646 w 54"/>
              <a:gd name="T55" fmla="*/ 2147483646 h 74"/>
              <a:gd name="T56" fmla="*/ 2147483646 w 54"/>
              <a:gd name="T57" fmla="*/ 2147483646 h 74"/>
              <a:gd name="T58" fmla="*/ 2147483646 w 54"/>
              <a:gd name="T59" fmla="*/ 2147483646 h 74"/>
              <a:gd name="T60" fmla="*/ 2147483646 w 54"/>
              <a:gd name="T61" fmla="*/ 2147483646 h 74"/>
              <a:gd name="T62" fmla="*/ 2147483646 w 54"/>
              <a:gd name="T63" fmla="*/ 2147483646 h 74"/>
              <a:gd name="T64" fmla="*/ 2147483646 w 54"/>
              <a:gd name="T65" fmla="*/ 2147483646 h 74"/>
              <a:gd name="T66" fmla="*/ 2147483646 w 54"/>
              <a:gd name="T67" fmla="*/ 2147483646 h 74"/>
              <a:gd name="T68" fmla="*/ 2147483646 w 54"/>
              <a:gd name="T69" fmla="*/ 2147483646 h 74"/>
              <a:gd name="T70" fmla="*/ 2147483646 w 54"/>
              <a:gd name="T71" fmla="*/ 2147483646 h 74"/>
              <a:gd name="T72" fmla="*/ 2147483646 w 54"/>
              <a:gd name="T73" fmla="*/ 2147483646 h 74"/>
              <a:gd name="T74" fmla="*/ 2147483646 w 54"/>
              <a:gd name="T75" fmla="*/ 2147483646 h 74"/>
              <a:gd name="T76" fmla="*/ 2147483646 w 54"/>
              <a:gd name="T77" fmla="*/ 2147483646 h 74"/>
              <a:gd name="T78" fmla="*/ 2147483646 w 54"/>
              <a:gd name="T79" fmla="*/ 2147483646 h 74"/>
              <a:gd name="T80" fmla="*/ 2147483646 w 54"/>
              <a:gd name="T81" fmla="*/ 2147483646 h 74"/>
              <a:gd name="T82" fmla="*/ 2147483646 w 54"/>
              <a:gd name="T83" fmla="*/ 2147483646 h 74"/>
              <a:gd name="T84" fmla="*/ 2147483646 w 54"/>
              <a:gd name="T85" fmla="*/ 2147483646 h 74"/>
              <a:gd name="T86" fmla="*/ 2147483646 w 54"/>
              <a:gd name="T87" fmla="*/ 2147483646 h 74"/>
              <a:gd name="T88" fmla="*/ 2147483646 w 54"/>
              <a:gd name="T89" fmla="*/ 2147483646 h 74"/>
              <a:gd name="T90" fmla="*/ 2147483646 w 54"/>
              <a:gd name="T91" fmla="*/ 2147483646 h 74"/>
              <a:gd name="T92" fmla="*/ 2147483646 w 54"/>
              <a:gd name="T93" fmla="*/ 2147483646 h 74"/>
              <a:gd name="T94" fmla="*/ 2147483646 w 54"/>
              <a:gd name="T95" fmla="*/ 2147483646 h 74"/>
              <a:gd name="T96" fmla="*/ 2147483646 w 54"/>
              <a:gd name="T97" fmla="*/ 2147483646 h 74"/>
              <a:gd name="T98" fmla="*/ 2147483646 w 54"/>
              <a:gd name="T99" fmla="*/ 2147483646 h 74"/>
              <a:gd name="T100" fmla="*/ 2147483646 w 54"/>
              <a:gd name="T101" fmla="*/ 2147483646 h 74"/>
              <a:gd name="T102" fmla="*/ 2147483646 w 54"/>
              <a:gd name="T103" fmla="*/ 2147483646 h 74"/>
              <a:gd name="T104" fmla="*/ 2147483646 w 54"/>
              <a:gd name="T105" fmla="*/ 2147483646 h 74"/>
              <a:gd name="T106" fmla="*/ 2147483646 w 54"/>
              <a:gd name="T107" fmla="*/ 2147483646 h 74"/>
              <a:gd name="T108" fmla="*/ 2147483646 w 54"/>
              <a:gd name="T109" fmla="*/ 2147483646 h 74"/>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0" t="0" r="r" b="b"/>
            <a:pathLst>
              <a:path w="54" h="74">
                <a:moveTo>
                  <a:pt x="16" y="59"/>
                </a:moveTo>
                <a:cubicBezTo>
                  <a:pt x="20" y="59"/>
                  <a:pt x="23" y="59"/>
                  <a:pt x="26" y="59"/>
                </a:cubicBezTo>
                <a:cubicBezTo>
                  <a:pt x="29" y="59"/>
                  <a:pt x="32" y="59"/>
                  <a:pt x="36" y="58"/>
                </a:cubicBezTo>
                <a:cubicBezTo>
                  <a:pt x="37" y="56"/>
                  <a:pt x="37" y="56"/>
                  <a:pt x="37" y="56"/>
                </a:cubicBezTo>
                <a:cubicBezTo>
                  <a:pt x="36" y="54"/>
                  <a:pt x="36" y="54"/>
                  <a:pt x="36" y="54"/>
                </a:cubicBezTo>
                <a:cubicBezTo>
                  <a:pt x="33" y="55"/>
                  <a:pt x="29" y="55"/>
                  <a:pt x="26" y="55"/>
                </a:cubicBezTo>
                <a:cubicBezTo>
                  <a:pt x="23" y="55"/>
                  <a:pt x="19" y="55"/>
                  <a:pt x="16" y="55"/>
                </a:cubicBezTo>
                <a:cubicBezTo>
                  <a:pt x="16" y="53"/>
                  <a:pt x="16" y="53"/>
                  <a:pt x="16" y="53"/>
                </a:cubicBezTo>
                <a:cubicBezTo>
                  <a:pt x="20" y="53"/>
                  <a:pt x="23" y="53"/>
                  <a:pt x="26" y="53"/>
                </a:cubicBezTo>
                <a:cubicBezTo>
                  <a:pt x="29" y="53"/>
                  <a:pt x="32" y="53"/>
                  <a:pt x="35" y="52"/>
                </a:cubicBezTo>
                <a:cubicBezTo>
                  <a:pt x="35" y="52"/>
                  <a:pt x="35" y="52"/>
                  <a:pt x="35" y="52"/>
                </a:cubicBezTo>
                <a:cubicBezTo>
                  <a:pt x="37" y="50"/>
                  <a:pt x="37" y="50"/>
                  <a:pt x="37" y="50"/>
                </a:cubicBezTo>
                <a:cubicBezTo>
                  <a:pt x="36" y="48"/>
                  <a:pt x="36" y="48"/>
                  <a:pt x="36" y="48"/>
                </a:cubicBezTo>
                <a:cubicBezTo>
                  <a:pt x="11" y="48"/>
                  <a:pt x="11" y="48"/>
                  <a:pt x="11" y="48"/>
                </a:cubicBezTo>
                <a:cubicBezTo>
                  <a:pt x="10" y="49"/>
                  <a:pt x="10" y="49"/>
                  <a:pt x="10" y="49"/>
                </a:cubicBezTo>
                <a:cubicBezTo>
                  <a:pt x="12" y="51"/>
                  <a:pt x="12" y="51"/>
                  <a:pt x="12" y="51"/>
                </a:cubicBezTo>
                <a:cubicBezTo>
                  <a:pt x="13" y="53"/>
                  <a:pt x="13" y="53"/>
                  <a:pt x="13" y="53"/>
                </a:cubicBezTo>
                <a:cubicBezTo>
                  <a:pt x="12" y="53"/>
                  <a:pt x="12" y="53"/>
                  <a:pt x="12" y="53"/>
                </a:cubicBezTo>
                <a:cubicBezTo>
                  <a:pt x="10" y="55"/>
                  <a:pt x="10" y="55"/>
                  <a:pt x="10" y="55"/>
                </a:cubicBezTo>
                <a:cubicBezTo>
                  <a:pt x="12" y="58"/>
                  <a:pt x="12" y="58"/>
                  <a:pt x="12" y="58"/>
                </a:cubicBezTo>
                <a:cubicBezTo>
                  <a:pt x="12" y="59"/>
                  <a:pt x="12" y="59"/>
                  <a:pt x="12" y="59"/>
                </a:cubicBezTo>
                <a:cubicBezTo>
                  <a:pt x="12" y="60"/>
                  <a:pt x="12" y="60"/>
                  <a:pt x="12" y="60"/>
                </a:cubicBezTo>
                <a:cubicBezTo>
                  <a:pt x="10" y="62"/>
                  <a:pt x="10" y="62"/>
                  <a:pt x="10" y="62"/>
                </a:cubicBezTo>
                <a:cubicBezTo>
                  <a:pt x="12" y="65"/>
                  <a:pt x="12" y="65"/>
                  <a:pt x="12" y="65"/>
                </a:cubicBezTo>
                <a:cubicBezTo>
                  <a:pt x="15" y="66"/>
                  <a:pt x="19" y="67"/>
                  <a:pt x="23" y="67"/>
                </a:cubicBezTo>
                <a:cubicBezTo>
                  <a:pt x="27" y="67"/>
                  <a:pt x="31" y="66"/>
                  <a:pt x="35" y="65"/>
                </a:cubicBezTo>
                <a:cubicBezTo>
                  <a:pt x="37" y="62"/>
                  <a:pt x="37" y="62"/>
                  <a:pt x="37" y="62"/>
                </a:cubicBezTo>
                <a:cubicBezTo>
                  <a:pt x="36" y="61"/>
                  <a:pt x="36" y="61"/>
                  <a:pt x="36" y="61"/>
                </a:cubicBezTo>
                <a:cubicBezTo>
                  <a:pt x="32" y="61"/>
                  <a:pt x="29" y="61"/>
                  <a:pt x="26" y="61"/>
                </a:cubicBezTo>
                <a:cubicBezTo>
                  <a:pt x="23" y="61"/>
                  <a:pt x="19" y="61"/>
                  <a:pt x="16" y="61"/>
                </a:cubicBezTo>
                <a:cubicBezTo>
                  <a:pt x="16" y="59"/>
                  <a:pt x="16" y="59"/>
                  <a:pt x="16" y="59"/>
                </a:cubicBezTo>
                <a:close/>
                <a:moveTo>
                  <a:pt x="16" y="32"/>
                </a:moveTo>
                <a:cubicBezTo>
                  <a:pt x="18" y="29"/>
                  <a:pt x="18" y="27"/>
                  <a:pt x="18" y="26"/>
                </a:cubicBezTo>
                <a:cubicBezTo>
                  <a:pt x="18" y="26"/>
                  <a:pt x="18" y="25"/>
                  <a:pt x="18" y="25"/>
                </a:cubicBezTo>
                <a:cubicBezTo>
                  <a:pt x="18" y="25"/>
                  <a:pt x="18" y="25"/>
                  <a:pt x="18" y="24"/>
                </a:cubicBezTo>
                <a:cubicBezTo>
                  <a:pt x="18" y="24"/>
                  <a:pt x="18" y="24"/>
                  <a:pt x="17" y="23"/>
                </a:cubicBezTo>
                <a:cubicBezTo>
                  <a:pt x="17" y="22"/>
                  <a:pt x="16" y="22"/>
                  <a:pt x="15" y="21"/>
                </a:cubicBezTo>
                <a:cubicBezTo>
                  <a:pt x="13" y="19"/>
                  <a:pt x="10" y="18"/>
                  <a:pt x="6" y="18"/>
                </a:cubicBezTo>
                <a:cubicBezTo>
                  <a:pt x="7" y="21"/>
                  <a:pt x="8" y="24"/>
                  <a:pt x="10" y="27"/>
                </a:cubicBezTo>
                <a:cubicBezTo>
                  <a:pt x="11" y="29"/>
                  <a:pt x="13" y="31"/>
                  <a:pt x="16" y="32"/>
                </a:cubicBezTo>
                <a:close/>
                <a:moveTo>
                  <a:pt x="23" y="36"/>
                </a:moveTo>
                <a:cubicBezTo>
                  <a:pt x="23" y="35"/>
                  <a:pt x="22" y="34"/>
                  <a:pt x="21" y="33"/>
                </a:cubicBezTo>
                <a:cubicBezTo>
                  <a:pt x="21" y="34"/>
                  <a:pt x="20" y="35"/>
                  <a:pt x="19" y="36"/>
                </a:cubicBezTo>
                <a:cubicBezTo>
                  <a:pt x="19" y="37"/>
                  <a:pt x="19" y="37"/>
                  <a:pt x="19" y="37"/>
                </a:cubicBezTo>
                <a:cubicBezTo>
                  <a:pt x="18" y="37"/>
                  <a:pt x="18" y="37"/>
                  <a:pt x="18" y="37"/>
                </a:cubicBezTo>
                <a:cubicBezTo>
                  <a:pt x="12" y="36"/>
                  <a:pt x="8" y="33"/>
                  <a:pt x="6" y="29"/>
                </a:cubicBezTo>
                <a:cubicBezTo>
                  <a:pt x="3" y="25"/>
                  <a:pt x="2" y="20"/>
                  <a:pt x="1" y="16"/>
                </a:cubicBezTo>
                <a:cubicBezTo>
                  <a:pt x="0" y="14"/>
                  <a:pt x="0" y="14"/>
                  <a:pt x="0" y="14"/>
                </a:cubicBezTo>
                <a:cubicBezTo>
                  <a:pt x="3" y="13"/>
                  <a:pt x="3" y="13"/>
                  <a:pt x="3" y="13"/>
                </a:cubicBezTo>
                <a:cubicBezTo>
                  <a:pt x="8" y="13"/>
                  <a:pt x="14" y="14"/>
                  <a:pt x="18" y="17"/>
                </a:cubicBezTo>
                <a:cubicBezTo>
                  <a:pt x="18" y="17"/>
                  <a:pt x="18" y="17"/>
                  <a:pt x="18" y="17"/>
                </a:cubicBezTo>
                <a:cubicBezTo>
                  <a:pt x="18" y="15"/>
                  <a:pt x="19" y="14"/>
                  <a:pt x="20" y="12"/>
                </a:cubicBezTo>
                <a:cubicBezTo>
                  <a:pt x="22" y="10"/>
                  <a:pt x="23" y="8"/>
                  <a:pt x="26" y="6"/>
                </a:cubicBezTo>
                <a:cubicBezTo>
                  <a:pt x="32" y="2"/>
                  <a:pt x="41" y="0"/>
                  <a:pt x="50" y="1"/>
                </a:cubicBezTo>
                <a:cubicBezTo>
                  <a:pt x="54" y="1"/>
                  <a:pt x="54" y="1"/>
                  <a:pt x="54" y="1"/>
                </a:cubicBezTo>
                <a:cubicBezTo>
                  <a:pt x="53" y="4"/>
                  <a:pt x="53" y="4"/>
                  <a:pt x="53" y="4"/>
                </a:cubicBezTo>
                <a:cubicBezTo>
                  <a:pt x="52" y="11"/>
                  <a:pt x="49" y="19"/>
                  <a:pt x="45" y="25"/>
                </a:cubicBezTo>
                <a:cubicBezTo>
                  <a:pt x="41" y="31"/>
                  <a:pt x="36" y="36"/>
                  <a:pt x="29" y="37"/>
                </a:cubicBezTo>
                <a:cubicBezTo>
                  <a:pt x="29" y="39"/>
                  <a:pt x="29" y="40"/>
                  <a:pt x="29" y="41"/>
                </a:cubicBezTo>
                <a:cubicBezTo>
                  <a:pt x="40" y="41"/>
                  <a:pt x="40" y="41"/>
                  <a:pt x="40" y="41"/>
                </a:cubicBezTo>
                <a:cubicBezTo>
                  <a:pt x="39" y="42"/>
                  <a:pt x="39" y="43"/>
                  <a:pt x="39" y="44"/>
                </a:cubicBezTo>
                <a:cubicBezTo>
                  <a:pt x="38" y="47"/>
                  <a:pt x="38" y="47"/>
                  <a:pt x="38" y="47"/>
                </a:cubicBezTo>
                <a:cubicBezTo>
                  <a:pt x="40" y="49"/>
                  <a:pt x="40" y="49"/>
                  <a:pt x="40" y="49"/>
                </a:cubicBezTo>
                <a:cubicBezTo>
                  <a:pt x="40" y="50"/>
                  <a:pt x="40" y="50"/>
                  <a:pt x="40" y="50"/>
                </a:cubicBezTo>
                <a:cubicBezTo>
                  <a:pt x="40" y="51"/>
                  <a:pt x="40" y="51"/>
                  <a:pt x="40" y="51"/>
                </a:cubicBezTo>
                <a:cubicBezTo>
                  <a:pt x="38" y="53"/>
                  <a:pt x="38" y="53"/>
                  <a:pt x="38" y="53"/>
                </a:cubicBezTo>
                <a:cubicBezTo>
                  <a:pt x="40" y="55"/>
                  <a:pt x="40" y="55"/>
                  <a:pt x="40" y="55"/>
                </a:cubicBezTo>
                <a:cubicBezTo>
                  <a:pt x="41" y="56"/>
                  <a:pt x="41" y="56"/>
                  <a:pt x="41" y="56"/>
                </a:cubicBezTo>
                <a:cubicBezTo>
                  <a:pt x="40" y="56"/>
                  <a:pt x="40" y="56"/>
                  <a:pt x="40" y="56"/>
                </a:cubicBezTo>
                <a:cubicBezTo>
                  <a:pt x="38" y="59"/>
                  <a:pt x="38" y="59"/>
                  <a:pt x="38" y="59"/>
                </a:cubicBezTo>
                <a:cubicBezTo>
                  <a:pt x="40" y="61"/>
                  <a:pt x="40" y="61"/>
                  <a:pt x="40" y="61"/>
                </a:cubicBezTo>
                <a:cubicBezTo>
                  <a:pt x="40" y="62"/>
                  <a:pt x="40" y="62"/>
                  <a:pt x="40" y="62"/>
                </a:cubicBezTo>
                <a:cubicBezTo>
                  <a:pt x="40" y="62"/>
                  <a:pt x="40" y="62"/>
                  <a:pt x="40" y="62"/>
                </a:cubicBezTo>
                <a:cubicBezTo>
                  <a:pt x="38" y="66"/>
                  <a:pt x="38" y="66"/>
                  <a:pt x="38" y="66"/>
                </a:cubicBezTo>
                <a:cubicBezTo>
                  <a:pt x="38" y="67"/>
                  <a:pt x="38" y="67"/>
                  <a:pt x="38" y="67"/>
                </a:cubicBezTo>
                <a:cubicBezTo>
                  <a:pt x="37" y="67"/>
                  <a:pt x="37" y="67"/>
                  <a:pt x="37" y="67"/>
                </a:cubicBezTo>
                <a:cubicBezTo>
                  <a:pt x="35" y="68"/>
                  <a:pt x="33" y="69"/>
                  <a:pt x="31" y="69"/>
                </a:cubicBezTo>
                <a:cubicBezTo>
                  <a:pt x="29" y="72"/>
                  <a:pt x="27" y="74"/>
                  <a:pt x="23" y="74"/>
                </a:cubicBezTo>
                <a:cubicBezTo>
                  <a:pt x="20" y="74"/>
                  <a:pt x="17" y="72"/>
                  <a:pt x="16" y="69"/>
                </a:cubicBezTo>
                <a:cubicBezTo>
                  <a:pt x="14" y="69"/>
                  <a:pt x="12" y="68"/>
                  <a:pt x="10" y="67"/>
                </a:cubicBezTo>
                <a:cubicBezTo>
                  <a:pt x="10" y="67"/>
                  <a:pt x="10" y="67"/>
                  <a:pt x="10" y="67"/>
                </a:cubicBezTo>
                <a:cubicBezTo>
                  <a:pt x="9" y="67"/>
                  <a:pt x="9" y="67"/>
                  <a:pt x="9" y="67"/>
                </a:cubicBezTo>
                <a:cubicBezTo>
                  <a:pt x="7" y="63"/>
                  <a:pt x="7" y="63"/>
                  <a:pt x="7" y="63"/>
                </a:cubicBezTo>
                <a:cubicBezTo>
                  <a:pt x="6" y="62"/>
                  <a:pt x="6" y="62"/>
                  <a:pt x="6" y="62"/>
                </a:cubicBezTo>
                <a:cubicBezTo>
                  <a:pt x="7" y="61"/>
                  <a:pt x="7" y="61"/>
                  <a:pt x="7" y="61"/>
                </a:cubicBezTo>
                <a:cubicBezTo>
                  <a:pt x="9" y="59"/>
                  <a:pt x="9" y="59"/>
                  <a:pt x="9" y="59"/>
                </a:cubicBezTo>
                <a:cubicBezTo>
                  <a:pt x="6" y="55"/>
                  <a:pt x="6" y="55"/>
                  <a:pt x="6" y="55"/>
                </a:cubicBezTo>
                <a:cubicBezTo>
                  <a:pt x="6" y="54"/>
                  <a:pt x="6" y="54"/>
                  <a:pt x="6" y="54"/>
                </a:cubicBezTo>
                <a:cubicBezTo>
                  <a:pt x="7" y="53"/>
                  <a:pt x="7" y="53"/>
                  <a:pt x="7" y="53"/>
                </a:cubicBezTo>
                <a:cubicBezTo>
                  <a:pt x="9" y="52"/>
                  <a:pt x="9" y="52"/>
                  <a:pt x="9" y="52"/>
                </a:cubicBezTo>
                <a:cubicBezTo>
                  <a:pt x="7" y="49"/>
                  <a:pt x="7" y="49"/>
                  <a:pt x="7" y="49"/>
                </a:cubicBezTo>
                <a:cubicBezTo>
                  <a:pt x="6" y="48"/>
                  <a:pt x="6" y="48"/>
                  <a:pt x="6" y="48"/>
                </a:cubicBezTo>
                <a:cubicBezTo>
                  <a:pt x="7" y="47"/>
                  <a:pt x="7" y="47"/>
                  <a:pt x="7" y="47"/>
                </a:cubicBezTo>
                <a:cubicBezTo>
                  <a:pt x="9" y="46"/>
                  <a:pt x="9" y="46"/>
                  <a:pt x="9" y="46"/>
                </a:cubicBezTo>
                <a:cubicBezTo>
                  <a:pt x="8" y="44"/>
                  <a:pt x="8" y="44"/>
                  <a:pt x="8" y="44"/>
                </a:cubicBezTo>
                <a:cubicBezTo>
                  <a:pt x="8" y="43"/>
                  <a:pt x="8" y="42"/>
                  <a:pt x="8" y="41"/>
                </a:cubicBezTo>
                <a:cubicBezTo>
                  <a:pt x="24" y="41"/>
                  <a:pt x="24" y="41"/>
                  <a:pt x="24" y="41"/>
                </a:cubicBezTo>
                <a:cubicBezTo>
                  <a:pt x="24" y="40"/>
                  <a:pt x="24" y="39"/>
                  <a:pt x="24" y="37"/>
                </a:cubicBezTo>
                <a:cubicBezTo>
                  <a:pt x="23" y="36"/>
                  <a:pt x="23" y="36"/>
                  <a:pt x="23" y="36"/>
                </a:cubicBezTo>
                <a:close/>
                <a:moveTo>
                  <a:pt x="24" y="20"/>
                </a:moveTo>
                <a:cubicBezTo>
                  <a:pt x="24" y="23"/>
                  <a:pt x="24" y="25"/>
                  <a:pt x="26" y="28"/>
                </a:cubicBezTo>
                <a:cubicBezTo>
                  <a:pt x="29" y="19"/>
                  <a:pt x="34" y="12"/>
                  <a:pt x="44" y="7"/>
                </a:cubicBezTo>
                <a:cubicBezTo>
                  <a:pt x="38" y="7"/>
                  <a:pt x="33" y="9"/>
                  <a:pt x="29" y="12"/>
                </a:cubicBezTo>
                <a:cubicBezTo>
                  <a:pt x="28" y="13"/>
                  <a:pt x="26" y="14"/>
                  <a:pt x="25" y="15"/>
                </a:cubicBezTo>
                <a:cubicBezTo>
                  <a:pt x="25" y="17"/>
                  <a:pt x="24" y="18"/>
                  <a:pt x="24" y="20"/>
                </a:cubicBezTo>
                <a:close/>
                <a:moveTo>
                  <a:pt x="30" y="30"/>
                </a:moveTo>
                <a:cubicBezTo>
                  <a:pt x="34" y="29"/>
                  <a:pt x="37" y="26"/>
                  <a:pt x="40" y="22"/>
                </a:cubicBezTo>
                <a:cubicBezTo>
                  <a:pt x="43" y="17"/>
                  <a:pt x="45" y="12"/>
                  <a:pt x="46" y="7"/>
                </a:cubicBezTo>
                <a:cubicBezTo>
                  <a:pt x="45" y="7"/>
                  <a:pt x="45" y="7"/>
                  <a:pt x="44" y="7"/>
                </a:cubicBezTo>
                <a:cubicBezTo>
                  <a:pt x="44" y="8"/>
                  <a:pt x="44" y="8"/>
                  <a:pt x="44" y="8"/>
                </a:cubicBezTo>
                <a:cubicBezTo>
                  <a:pt x="37" y="12"/>
                  <a:pt x="32" y="21"/>
                  <a:pt x="30" y="30"/>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
        <p:nvSpPr>
          <p:cNvPr id="58" name="Freeform 112">
            <a:extLst>
              <a:ext uri="{FF2B5EF4-FFF2-40B4-BE49-F238E27FC236}">
                <a16:creationId xmlns="" xmlns:a16="http://schemas.microsoft.com/office/drawing/2014/main" id="{0359BE60-BF21-47EA-9FEA-AE9532F4B860}"/>
              </a:ext>
            </a:extLst>
          </p:cNvPr>
          <p:cNvSpPr>
            <a:spLocks noEditPoints="1"/>
          </p:cNvSpPr>
          <p:nvPr/>
        </p:nvSpPr>
        <p:spPr bwMode="auto">
          <a:xfrm>
            <a:off x="4207966" y="5509468"/>
            <a:ext cx="638175" cy="557213"/>
          </a:xfrm>
          <a:custGeom>
            <a:avLst/>
            <a:gdLst>
              <a:gd name="T0" fmla="*/ 2147483646 w 63"/>
              <a:gd name="T1" fmla="*/ 2147483646 h 55"/>
              <a:gd name="T2" fmla="*/ 2147483646 w 63"/>
              <a:gd name="T3" fmla="*/ 2147483646 h 55"/>
              <a:gd name="T4" fmla="*/ 2147483646 w 63"/>
              <a:gd name="T5" fmla="*/ 2147483646 h 55"/>
              <a:gd name="T6" fmla="*/ 2147483646 w 63"/>
              <a:gd name="T7" fmla="*/ 2147483646 h 55"/>
              <a:gd name="T8" fmla="*/ 2147483646 w 63"/>
              <a:gd name="T9" fmla="*/ 2147483646 h 55"/>
              <a:gd name="T10" fmla="*/ 2147483646 w 63"/>
              <a:gd name="T11" fmla="*/ 2147483646 h 55"/>
              <a:gd name="T12" fmla="*/ 2147483646 w 63"/>
              <a:gd name="T13" fmla="*/ 2147483646 h 55"/>
              <a:gd name="T14" fmla="*/ 2147483646 w 63"/>
              <a:gd name="T15" fmla="*/ 2147483646 h 55"/>
              <a:gd name="T16" fmla="*/ 2147483646 w 63"/>
              <a:gd name="T17" fmla="*/ 2147483646 h 55"/>
              <a:gd name="T18" fmla="*/ 2147483646 w 63"/>
              <a:gd name="T19" fmla="*/ 2147483646 h 55"/>
              <a:gd name="T20" fmla="*/ 2147483646 w 63"/>
              <a:gd name="T21" fmla="*/ 2147483646 h 55"/>
              <a:gd name="T22" fmla="*/ 2147483646 w 63"/>
              <a:gd name="T23" fmla="*/ 2147483646 h 55"/>
              <a:gd name="T24" fmla="*/ 2147483646 w 63"/>
              <a:gd name="T25" fmla="*/ 2147483646 h 55"/>
              <a:gd name="T26" fmla="*/ 2147483646 w 63"/>
              <a:gd name="T27" fmla="*/ 2147483646 h 55"/>
              <a:gd name="T28" fmla="*/ 2147483646 w 63"/>
              <a:gd name="T29" fmla="*/ 2147483646 h 55"/>
              <a:gd name="T30" fmla="*/ 2147483646 w 63"/>
              <a:gd name="T31" fmla="*/ 2147483646 h 55"/>
              <a:gd name="T32" fmla="*/ 2147483646 w 63"/>
              <a:gd name="T33" fmla="*/ 2147483646 h 55"/>
              <a:gd name="T34" fmla="*/ 2147483646 w 63"/>
              <a:gd name="T35" fmla="*/ 2147483646 h 55"/>
              <a:gd name="T36" fmla="*/ 2147483646 w 63"/>
              <a:gd name="T37" fmla="*/ 2147483646 h 55"/>
              <a:gd name="T38" fmla="*/ 2147483646 w 63"/>
              <a:gd name="T39" fmla="*/ 2147483646 h 55"/>
              <a:gd name="T40" fmla="*/ 2147483646 w 63"/>
              <a:gd name="T41" fmla="*/ 2147483646 h 55"/>
              <a:gd name="T42" fmla="*/ 2147483646 w 63"/>
              <a:gd name="T43" fmla="*/ 2147483646 h 55"/>
              <a:gd name="T44" fmla="*/ 2147483646 w 63"/>
              <a:gd name="T45" fmla="*/ 2147483646 h 55"/>
              <a:gd name="T46" fmla="*/ 2147483646 w 63"/>
              <a:gd name="T47" fmla="*/ 2147483646 h 55"/>
              <a:gd name="T48" fmla="*/ 2147483646 w 63"/>
              <a:gd name="T49" fmla="*/ 2147483646 h 55"/>
              <a:gd name="T50" fmla="*/ 2147483646 w 63"/>
              <a:gd name="T51" fmla="*/ 2147483646 h 55"/>
              <a:gd name="T52" fmla="*/ 2147483646 w 63"/>
              <a:gd name="T53" fmla="*/ 0 h 55"/>
              <a:gd name="T54" fmla="*/ 2147483646 w 63"/>
              <a:gd name="T55" fmla="*/ 0 h 55"/>
              <a:gd name="T56" fmla="*/ 2147483646 w 63"/>
              <a:gd name="T57" fmla="*/ 2147483646 h 55"/>
              <a:gd name="T58" fmla="*/ 2147483646 w 63"/>
              <a:gd name="T59" fmla="*/ 2147483646 h 55"/>
              <a:gd name="T60" fmla="*/ 2147483646 w 63"/>
              <a:gd name="T61" fmla="*/ 2147483646 h 55"/>
              <a:gd name="T62" fmla="*/ 2147483646 w 63"/>
              <a:gd name="T63" fmla="*/ 2147483646 h 55"/>
              <a:gd name="T64" fmla="*/ 2147483646 w 63"/>
              <a:gd name="T65" fmla="*/ 2147483646 h 55"/>
              <a:gd name="T66" fmla="*/ 2147483646 w 63"/>
              <a:gd name="T67" fmla="*/ 2147483646 h 55"/>
              <a:gd name="T68" fmla="*/ 2147483646 w 63"/>
              <a:gd name="T69" fmla="*/ 2147483646 h 55"/>
              <a:gd name="T70" fmla="*/ 2147483646 w 63"/>
              <a:gd name="T71" fmla="*/ 2147483646 h 55"/>
              <a:gd name="T72" fmla="*/ 2147483646 w 63"/>
              <a:gd name="T73" fmla="*/ 2147483646 h 55"/>
              <a:gd name="T74" fmla="*/ 2147483646 w 63"/>
              <a:gd name="T75" fmla="*/ 2147483646 h 55"/>
              <a:gd name="T76" fmla="*/ 2147483646 w 63"/>
              <a:gd name="T77" fmla="*/ 2147483646 h 55"/>
              <a:gd name="T78" fmla="*/ 2147483646 w 63"/>
              <a:gd name="T79" fmla="*/ 2147483646 h 55"/>
              <a:gd name="T80" fmla="*/ 2147483646 w 63"/>
              <a:gd name="T81" fmla="*/ 2147483646 h 55"/>
              <a:gd name="T82" fmla="*/ 2147483646 w 63"/>
              <a:gd name="T83" fmla="*/ 2147483646 h 55"/>
              <a:gd name="T84" fmla="*/ 2147483646 w 63"/>
              <a:gd name="T85" fmla="*/ 2147483646 h 55"/>
              <a:gd name="T86" fmla="*/ 0 w 63"/>
              <a:gd name="T87" fmla="*/ 2147483646 h 55"/>
              <a:gd name="T88" fmla="*/ 2147483646 w 63"/>
              <a:gd name="T89" fmla="*/ 2147483646 h 55"/>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63" h="55">
                <a:moveTo>
                  <a:pt x="28" y="32"/>
                </a:moveTo>
                <a:cubicBezTo>
                  <a:pt x="30" y="36"/>
                  <a:pt x="32" y="38"/>
                  <a:pt x="35" y="40"/>
                </a:cubicBezTo>
                <a:cubicBezTo>
                  <a:pt x="38" y="43"/>
                  <a:pt x="41" y="46"/>
                  <a:pt x="43" y="51"/>
                </a:cubicBezTo>
                <a:cubicBezTo>
                  <a:pt x="44" y="51"/>
                  <a:pt x="45" y="50"/>
                  <a:pt x="46" y="49"/>
                </a:cubicBezTo>
                <a:cubicBezTo>
                  <a:pt x="47" y="49"/>
                  <a:pt x="47" y="48"/>
                  <a:pt x="48" y="48"/>
                </a:cubicBezTo>
                <a:cubicBezTo>
                  <a:pt x="48" y="47"/>
                  <a:pt x="48" y="46"/>
                  <a:pt x="48" y="46"/>
                </a:cubicBezTo>
                <a:cubicBezTo>
                  <a:pt x="48" y="45"/>
                  <a:pt x="48" y="43"/>
                  <a:pt x="47" y="42"/>
                </a:cubicBezTo>
                <a:cubicBezTo>
                  <a:pt x="46" y="41"/>
                  <a:pt x="44" y="40"/>
                  <a:pt x="43" y="38"/>
                </a:cubicBezTo>
                <a:cubicBezTo>
                  <a:pt x="42" y="37"/>
                  <a:pt x="40" y="36"/>
                  <a:pt x="39" y="35"/>
                </a:cubicBezTo>
                <a:cubicBezTo>
                  <a:pt x="36" y="32"/>
                  <a:pt x="36" y="32"/>
                  <a:pt x="36" y="32"/>
                </a:cubicBezTo>
                <a:cubicBezTo>
                  <a:pt x="40" y="32"/>
                  <a:pt x="40" y="32"/>
                  <a:pt x="40" y="32"/>
                </a:cubicBezTo>
                <a:cubicBezTo>
                  <a:pt x="56" y="32"/>
                  <a:pt x="56" y="32"/>
                  <a:pt x="56" y="32"/>
                </a:cubicBezTo>
                <a:cubicBezTo>
                  <a:pt x="57" y="32"/>
                  <a:pt x="58" y="32"/>
                  <a:pt x="58" y="31"/>
                </a:cubicBezTo>
                <a:cubicBezTo>
                  <a:pt x="59" y="31"/>
                  <a:pt x="59" y="30"/>
                  <a:pt x="59" y="29"/>
                </a:cubicBezTo>
                <a:cubicBezTo>
                  <a:pt x="59" y="29"/>
                  <a:pt x="59" y="29"/>
                  <a:pt x="59" y="29"/>
                </a:cubicBezTo>
                <a:cubicBezTo>
                  <a:pt x="59" y="29"/>
                  <a:pt x="59" y="28"/>
                  <a:pt x="59" y="28"/>
                </a:cubicBezTo>
                <a:cubicBezTo>
                  <a:pt x="58" y="28"/>
                  <a:pt x="58" y="27"/>
                  <a:pt x="58" y="27"/>
                </a:cubicBezTo>
                <a:cubicBezTo>
                  <a:pt x="54" y="26"/>
                  <a:pt x="54" y="26"/>
                  <a:pt x="54" y="26"/>
                </a:cubicBezTo>
                <a:cubicBezTo>
                  <a:pt x="57" y="24"/>
                  <a:pt x="57" y="24"/>
                  <a:pt x="57" y="24"/>
                </a:cubicBezTo>
                <a:cubicBezTo>
                  <a:pt x="58" y="24"/>
                  <a:pt x="58" y="23"/>
                  <a:pt x="58" y="23"/>
                </a:cubicBezTo>
                <a:cubicBezTo>
                  <a:pt x="59" y="22"/>
                  <a:pt x="59" y="22"/>
                  <a:pt x="59" y="21"/>
                </a:cubicBezTo>
                <a:cubicBezTo>
                  <a:pt x="59" y="21"/>
                  <a:pt x="59" y="21"/>
                  <a:pt x="59" y="21"/>
                </a:cubicBezTo>
                <a:cubicBezTo>
                  <a:pt x="59" y="21"/>
                  <a:pt x="59" y="20"/>
                  <a:pt x="58" y="20"/>
                </a:cubicBezTo>
                <a:cubicBezTo>
                  <a:pt x="58" y="19"/>
                  <a:pt x="57" y="19"/>
                  <a:pt x="57" y="19"/>
                </a:cubicBezTo>
                <a:cubicBezTo>
                  <a:pt x="54" y="18"/>
                  <a:pt x="54" y="18"/>
                  <a:pt x="54" y="18"/>
                </a:cubicBezTo>
                <a:cubicBezTo>
                  <a:pt x="56" y="16"/>
                  <a:pt x="56" y="16"/>
                  <a:pt x="56" y="16"/>
                </a:cubicBezTo>
                <a:cubicBezTo>
                  <a:pt x="56" y="16"/>
                  <a:pt x="56" y="15"/>
                  <a:pt x="56" y="15"/>
                </a:cubicBezTo>
                <a:cubicBezTo>
                  <a:pt x="56" y="15"/>
                  <a:pt x="57" y="15"/>
                  <a:pt x="57" y="14"/>
                </a:cubicBezTo>
                <a:cubicBezTo>
                  <a:pt x="57" y="14"/>
                  <a:pt x="57" y="14"/>
                  <a:pt x="57" y="14"/>
                </a:cubicBezTo>
                <a:cubicBezTo>
                  <a:pt x="57" y="13"/>
                  <a:pt x="56" y="13"/>
                  <a:pt x="56" y="12"/>
                </a:cubicBezTo>
                <a:cubicBezTo>
                  <a:pt x="55" y="12"/>
                  <a:pt x="55" y="11"/>
                  <a:pt x="54" y="11"/>
                </a:cubicBezTo>
                <a:cubicBezTo>
                  <a:pt x="54" y="11"/>
                  <a:pt x="54" y="11"/>
                  <a:pt x="54" y="11"/>
                </a:cubicBezTo>
                <a:cubicBezTo>
                  <a:pt x="49" y="11"/>
                  <a:pt x="49" y="11"/>
                  <a:pt x="49" y="11"/>
                </a:cubicBezTo>
                <a:cubicBezTo>
                  <a:pt x="52" y="8"/>
                  <a:pt x="52" y="8"/>
                  <a:pt x="52" y="8"/>
                </a:cubicBezTo>
                <a:cubicBezTo>
                  <a:pt x="53" y="8"/>
                  <a:pt x="53" y="8"/>
                  <a:pt x="53" y="8"/>
                </a:cubicBezTo>
                <a:cubicBezTo>
                  <a:pt x="53" y="7"/>
                  <a:pt x="53" y="7"/>
                  <a:pt x="53" y="7"/>
                </a:cubicBezTo>
                <a:cubicBezTo>
                  <a:pt x="53" y="7"/>
                  <a:pt x="53" y="7"/>
                  <a:pt x="53" y="7"/>
                </a:cubicBezTo>
                <a:cubicBezTo>
                  <a:pt x="53" y="6"/>
                  <a:pt x="53" y="5"/>
                  <a:pt x="52" y="5"/>
                </a:cubicBezTo>
                <a:cubicBezTo>
                  <a:pt x="52" y="4"/>
                  <a:pt x="51" y="4"/>
                  <a:pt x="50" y="4"/>
                </a:cubicBezTo>
                <a:cubicBezTo>
                  <a:pt x="31" y="4"/>
                  <a:pt x="31" y="4"/>
                  <a:pt x="31" y="4"/>
                </a:cubicBezTo>
                <a:cubicBezTo>
                  <a:pt x="28" y="7"/>
                  <a:pt x="28" y="7"/>
                  <a:pt x="28" y="7"/>
                </a:cubicBezTo>
                <a:cubicBezTo>
                  <a:pt x="27" y="8"/>
                  <a:pt x="27" y="8"/>
                  <a:pt x="27" y="8"/>
                </a:cubicBezTo>
                <a:cubicBezTo>
                  <a:pt x="27" y="8"/>
                  <a:pt x="27" y="8"/>
                  <a:pt x="27" y="8"/>
                </a:cubicBezTo>
                <a:cubicBezTo>
                  <a:pt x="20" y="9"/>
                  <a:pt x="20" y="9"/>
                  <a:pt x="20" y="9"/>
                </a:cubicBezTo>
                <a:cubicBezTo>
                  <a:pt x="20" y="21"/>
                  <a:pt x="20" y="21"/>
                  <a:pt x="20" y="21"/>
                </a:cubicBezTo>
                <a:cubicBezTo>
                  <a:pt x="22" y="30"/>
                  <a:pt x="22" y="30"/>
                  <a:pt x="22" y="30"/>
                </a:cubicBezTo>
                <a:cubicBezTo>
                  <a:pt x="27" y="31"/>
                  <a:pt x="27" y="31"/>
                  <a:pt x="27" y="31"/>
                </a:cubicBezTo>
                <a:cubicBezTo>
                  <a:pt x="28" y="32"/>
                  <a:pt x="28" y="32"/>
                  <a:pt x="28" y="32"/>
                </a:cubicBezTo>
                <a:cubicBezTo>
                  <a:pt x="28" y="32"/>
                  <a:pt x="28" y="32"/>
                  <a:pt x="28" y="32"/>
                </a:cubicBezTo>
                <a:close/>
                <a:moveTo>
                  <a:pt x="19" y="2"/>
                </a:moveTo>
                <a:cubicBezTo>
                  <a:pt x="19" y="3"/>
                  <a:pt x="19" y="4"/>
                  <a:pt x="19" y="5"/>
                </a:cubicBezTo>
                <a:cubicBezTo>
                  <a:pt x="26" y="4"/>
                  <a:pt x="26" y="4"/>
                  <a:pt x="26" y="4"/>
                </a:cubicBezTo>
                <a:cubicBezTo>
                  <a:pt x="29" y="1"/>
                  <a:pt x="29" y="1"/>
                  <a:pt x="29" y="1"/>
                </a:cubicBezTo>
                <a:cubicBezTo>
                  <a:pt x="30" y="0"/>
                  <a:pt x="30" y="0"/>
                  <a:pt x="30" y="0"/>
                </a:cubicBezTo>
                <a:cubicBezTo>
                  <a:pt x="30" y="0"/>
                  <a:pt x="30" y="0"/>
                  <a:pt x="30" y="0"/>
                </a:cubicBezTo>
                <a:cubicBezTo>
                  <a:pt x="50" y="0"/>
                  <a:pt x="50" y="0"/>
                  <a:pt x="50" y="0"/>
                </a:cubicBezTo>
                <a:cubicBezTo>
                  <a:pt x="52" y="0"/>
                  <a:pt x="54" y="1"/>
                  <a:pt x="55" y="2"/>
                </a:cubicBezTo>
                <a:cubicBezTo>
                  <a:pt x="56" y="3"/>
                  <a:pt x="57" y="5"/>
                  <a:pt x="57" y="7"/>
                </a:cubicBezTo>
                <a:cubicBezTo>
                  <a:pt x="57" y="7"/>
                  <a:pt x="57" y="7"/>
                  <a:pt x="57" y="7"/>
                </a:cubicBezTo>
                <a:cubicBezTo>
                  <a:pt x="57" y="7"/>
                  <a:pt x="57" y="8"/>
                  <a:pt x="56" y="8"/>
                </a:cubicBezTo>
                <a:cubicBezTo>
                  <a:pt x="57" y="9"/>
                  <a:pt x="58" y="9"/>
                  <a:pt x="58" y="10"/>
                </a:cubicBezTo>
                <a:cubicBezTo>
                  <a:pt x="59" y="11"/>
                  <a:pt x="60" y="12"/>
                  <a:pt x="60" y="14"/>
                </a:cubicBezTo>
                <a:cubicBezTo>
                  <a:pt x="60" y="14"/>
                  <a:pt x="60" y="14"/>
                  <a:pt x="60" y="14"/>
                </a:cubicBezTo>
                <a:cubicBezTo>
                  <a:pt x="60" y="15"/>
                  <a:pt x="60" y="16"/>
                  <a:pt x="60" y="16"/>
                </a:cubicBezTo>
                <a:cubicBezTo>
                  <a:pt x="60" y="17"/>
                  <a:pt x="61" y="17"/>
                  <a:pt x="61" y="18"/>
                </a:cubicBezTo>
                <a:cubicBezTo>
                  <a:pt x="62" y="19"/>
                  <a:pt x="62" y="20"/>
                  <a:pt x="62" y="21"/>
                </a:cubicBezTo>
                <a:cubicBezTo>
                  <a:pt x="62" y="21"/>
                  <a:pt x="62" y="21"/>
                  <a:pt x="62" y="21"/>
                </a:cubicBezTo>
                <a:cubicBezTo>
                  <a:pt x="62" y="23"/>
                  <a:pt x="62" y="24"/>
                  <a:pt x="62" y="25"/>
                </a:cubicBezTo>
                <a:cubicBezTo>
                  <a:pt x="61" y="25"/>
                  <a:pt x="61" y="25"/>
                  <a:pt x="61" y="25"/>
                </a:cubicBezTo>
                <a:cubicBezTo>
                  <a:pt x="61" y="26"/>
                  <a:pt x="62" y="26"/>
                  <a:pt x="62" y="26"/>
                </a:cubicBezTo>
                <a:cubicBezTo>
                  <a:pt x="62" y="27"/>
                  <a:pt x="63" y="28"/>
                  <a:pt x="63" y="29"/>
                </a:cubicBezTo>
                <a:cubicBezTo>
                  <a:pt x="63" y="29"/>
                  <a:pt x="63" y="29"/>
                  <a:pt x="63" y="29"/>
                </a:cubicBezTo>
                <a:cubicBezTo>
                  <a:pt x="63" y="31"/>
                  <a:pt x="62" y="33"/>
                  <a:pt x="61" y="34"/>
                </a:cubicBezTo>
                <a:cubicBezTo>
                  <a:pt x="60" y="35"/>
                  <a:pt x="58" y="36"/>
                  <a:pt x="56" y="36"/>
                </a:cubicBezTo>
                <a:cubicBezTo>
                  <a:pt x="45" y="36"/>
                  <a:pt x="45" y="36"/>
                  <a:pt x="45" y="36"/>
                </a:cubicBezTo>
                <a:cubicBezTo>
                  <a:pt x="47" y="37"/>
                  <a:pt x="49" y="38"/>
                  <a:pt x="50" y="40"/>
                </a:cubicBezTo>
                <a:cubicBezTo>
                  <a:pt x="51" y="42"/>
                  <a:pt x="52" y="44"/>
                  <a:pt x="52" y="46"/>
                </a:cubicBezTo>
                <a:cubicBezTo>
                  <a:pt x="52" y="47"/>
                  <a:pt x="52" y="48"/>
                  <a:pt x="51" y="49"/>
                </a:cubicBezTo>
                <a:cubicBezTo>
                  <a:pt x="50" y="50"/>
                  <a:pt x="50" y="51"/>
                  <a:pt x="49" y="52"/>
                </a:cubicBezTo>
                <a:cubicBezTo>
                  <a:pt x="47" y="54"/>
                  <a:pt x="44" y="55"/>
                  <a:pt x="41" y="54"/>
                </a:cubicBezTo>
                <a:cubicBezTo>
                  <a:pt x="40" y="54"/>
                  <a:pt x="40" y="54"/>
                  <a:pt x="40" y="54"/>
                </a:cubicBezTo>
                <a:cubicBezTo>
                  <a:pt x="40" y="53"/>
                  <a:pt x="40" y="53"/>
                  <a:pt x="40" y="53"/>
                </a:cubicBezTo>
                <a:cubicBezTo>
                  <a:pt x="38" y="48"/>
                  <a:pt x="35" y="45"/>
                  <a:pt x="32" y="43"/>
                </a:cubicBezTo>
                <a:cubicBezTo>
                  <a:pt x="30" y="41"/>
                  <a:pt x="27" y="38"/>
                  <a:pt x="25" y="35"/>
                </a:cubicBezTo>
                <a:cubicBezTo>
                  <a:pt x="20" y="34"/>
                  <a:pt x="20" y="34"/>
                  <a:pt x="20" y="34"/>
                </a:cubicBezTo>
                <a:cubicBezTo>
                  <a:pt x="19" y="33"/>
                  <a:pt x="19" y="33"/>
                  <a:pt x="19" y="33"/>
                </a:cubicBezTo>
                <a:cubicBezTo>
                  <a:pt x="19" y="35"/>
                  <a:pt x="19" y="35"/>
                  <a:pt x="19" y="35"/>
                </a:cubicBezTo>
                <a:cubicBezTo>
                  <a:pt x="0" y="35"/>
                  <a:pt x="0" y="35"/>
                  <a:pt x="0" y="35"/>
                </a:cubicBezTo>
                <a:cubicBezTo>
                  <a:pt x="0" y="2"/>
                  <a:pt x="0" y="2"/>
                  <a:pt x="0" y="2"/>
                </a:cubicBezTo>
                <a:lnTo>
                  <a:pt x="19"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defRPr/>
            </a:pPr>
            <a:endParaRPr lang="zh-CN" altLang="en-US">
              <a:ea typeface="+mn-ea"/>
              <a:cs typeface="+mn-ea"/>
            </a:endParaRPr>
          </a:p>
        </p:txBody>
      </p:sp>
    </p:spTree>
    <p:extLst>
      <p:ext uri="{BB962C8B-B14F-4D97-AF65-F5344CB8AC3E}">
        <p14:creationId xmlns:p14="http://schemas.microsoft.com/office/powerpoint/2010/main" val="766680255"/>
      </p:ext>
    </p:extLst>
  </p:cSld>
  <p:clrMapOvr>
    <a:masterClrMapping/>
  </p:clrMapOvr>
  <p:timing>
    <p:tnLst>
      <p:par>
        <p:cTn id="1" dur="indefinite" restart="never" nodeType="tmRoot"/>
      </p:par>
    </p:tnLst>
  </p:timing>
</p:sld>
</file>

<file path=ppt/theme/theme1.xml><?xml version="1.0" encoding="utf-8"?>
<a:theme xmlns:a="http://schemas.openxmlformats.org/drawingml/2006/main" name="0-背景设计">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转场页">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标题设计">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3085</TotalTime>
  <Words>7527</Words>
  <Application>Microsoft Office PowerPoint</Application>
  <PresentationFormat>宽屏</PresentationFormat>
  <Paragraphs>843</Paragraphs>
  <Slides>97</Slides>
  <Notes>6</Notes>
  <HiddenSlides>0</HiddenSlides>
  <MMClips>0</MMClips>
  <ScaleCrop>false</ScaleCrop>
  <HeadingPairs>
    <vt:vector size="6" baseType="variant">
      <vt:variant>
        <vt:lpstr>已用的字体</vt:lpstr>
      </vt:variant>
      <vt:variant>
        <vt:i4>29</vt:i4>
      </vt:variant>
      <vt:variant>
        <vt:lpstr>主题</vt:lpstr>
      </vt:variant>
      <vt:variant>
        <vt:i4>4</vt:i4>
      </vt:variant>
      <vt:variant>
        <vt:lpstr>幻灯片标题</vt:lpstr>
      </vt:variant>
      <vt:variant>
        <vt:i4>97</vt:i4>
      </vt:variant>
    </vt:vector>
  </HeadingPairs>
  <TitlesOfParts>
    <vt:vector size="130" baseType="lpstr">
      <vt:lpstr>Bebas Neue Regular</vt:lpstr>
      <vt:lpstr>GeosansLight</vt:lpstr>
      <vt:lpstr>Gill Sans</vt:lpstr>
      <vt:lpstr>굴림</vt:lpstr>
      <vt:lpstr>Helvetica Neue</vt:lpstr>
      <vt:lpstr>Lato</vt:lpstr>
      <vt:lpstr>微軟正黑體</vt:lpstr>
      <vt:lpstr>Microsoft YaHei Light</vt:lpstr>
      <vt:lpstr>Microsoft YaHei UI Light</vt:lpstr>
      <vt:lpstr>等线</vt:lpstr>
      <vt:lpstr>等线</vt:lpstr>
      <vt:lpstr>黑体</vt:lpstr>
      <vt:lpstr>华文楷体</vt:lpstr>
      <vt:lpstr>华文细黑</vt:lpstr>
      <vt:lpstr>宋体</vt:lpstr>
      <vt:lpstr>微软雅黑</vt:lpstr>
      <vt:lpstr>微软雅黑</vt:lpstr>
      <vt:lpstr>微软雅黑 Light</vt:lpstr>
      <vt:lpstr>幼圆</vt:lpstr>
      <vt:lpstr>Arial</vt:lpstr>
      <vt:lpstr>Arial Black</vt:lpstr>
      <vt:lpstr>Arial Narrow</vt:lpstr>
      <vt:lpstr>Calibri</vt:lpstr>
      <vt:lpstr>Calibri Light</vt:lpstr>
      <vt:lpstr>Impact</vt:lpstr>
      <vt:lpstr>Segoe UI</vt:lpstr>
      <vt:lpstr>Segoe UI Light</vt:lpstr>
      <vt:lpstr>Times New Roman</vt:lpstr>
      <vt:lpstr>Wingdings</vt:lpstr>
      <vt:lpstr>0-背景设计</vt:lpstr>
      <vt:lpstr>自定义设计方案</vt:lpstr>
      <vt:lpstr>转场页</vt:lpstr>
      <vt:lpstr>2-标题设计</vt:lpstr>
      <vt:lpstr>文字用色规范</vt:lpstr>
      <vt:lpstr>图形配色</vt:lpstr>
      <vt:lpstr>字体选择规范「fonts」</vt:lpstr>
      <vt:lpstr>模版及使用说明</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让金融更简单 让金融更美好</vt:lpstr>
      <vt:lpstr>兴业银行股份有限公司</vt:lpstr>
      <vt:lpstr>请输入你的故事</vt:lpstr>
      <vt:lpstr>让金融更简单 让金融更美好</vt:lpstr>
      <vt:lpstr>让金融更简单 让金融更美好</vt:lpstr>
      <vt:lpstr>让金融更简单 让金融更美好</vt:lpstr>
      <vt:lpstr>让金融更简单 让金融更美好</vt:lpstr>
      <vt:lpstr>构建“四个银行”</vt:lpstr>
      <vt:lpstr>让金融更简单 让金融更美好</vt:lpstr>
      <vt:lpstr>让金融更简单 让金融更美好</vt:lpstr>
      <vt:lpstr>让金融更简单 让金融更美好</vt:lpstr>
      <vt:lpstr>让金融更简单 让金融更美好</vt:lpstr>
      <vt:lpstr>让金融更简单 让金融更美好</vt:lpstr>
      <vt:lpstr>工作目标方向</vt:lpstr>
      <vt:lpstr>让金融更简单 让金融更美好</vt:lpstr>
      <vt:lpstr>让金融更简单 让金融更美好</vt:lpstr>
      <vt:lpstr>让金融更简单 让金融更美好</vt:lpstr>
      <vt:lpstr>PowerPoint 演示文稿</vt:lpstr>
      <vt:lpstr>PowerPoint 演示文稿</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此处输入标题</vt:lpstr>
      <vt:lpstr>让金融更简单 让金融更美好</vt:lpstr>
      <vt:lpstr>让金融更简单 让金融更美好</vt:lpstr>
      <vt:lpstr>让金融更简单 让金融更美好</vt:lpstr>
      <vt:lpstr>让金融更简单 让金融更美好</vt:lpstr>
      <vt:lpstr>PowerPoint 演示文稿</vt:lpstr>
      <vt:lpstr>企业文化</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让金融更简单 让金融更美好</vt:lpstr>
      <vt:lpstr>兴业银行数据展示表</vt:lpstr>
      <vt:lpstr>让金融更简单 让金融更美好</vt:lpstr>
      <vt:lpstr>电子商务行业的发展</vt:lpstr>
      <vt:lpstr>同行业所处的位置</vt:lpstr>
      <vt:lpstr>这里是居左对齐的标题文字</vt:lpstr>
      <vt:lpstr>这里是居左对齐的标题文字</vt:lpstr>
      <vt:lpstr>这里是居左对齐的标题文字</vt:lpstr>
      <vt:lpstr>这里是居左对齐的标题文字</vt:lpstr>
      <vt:lpstr>这里是居左对齐的标题文字</vt:lpstr>
      <vt:lpstr>这个是居中标题模版</vt:lpstr>
      <vt:lpstr>让金融更简单 让金融更美好</vt:lpstr>
      <vt:lpstr>这里是居左对齐的标题文字</vt:lpstr>
      <vt:lpstr>这里是居左对齐的标题文字</vt:lpstr>
      <vt:lpstr>这里是居左对齐的标题文字</vt:lpstr>
      <vt:lpstr>XX方面存在的不足与改进方向</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简约风格版本</dc:title>
  <dc:creator>郭雪莹</dc:creator>
  <cp:lastModifiedBy>郭雪莹</cp:lastModifiedBy>
  <cp:revision>473</cp:revision>
  <cp:lastPrinted>2021-07-11T13:07:00Z</cp:lastPrinted>
  <dcterms:created xsi:type="dcterms:W3CDTF">2017-10-27T08:46:00Z</dcterms:created>
  <dcterms:modified xsi:type="dcterms:W3CDTF">2021-08-20T03:16:51Z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2017-10-27T00:00:00Z</vt:filetime>
  </property>
  <property fmtid="{D5CDD505-2E9C-101B-9397-08002B2CF9AE}" pid="3" name="Creator">
    <vt:lpwstr>Adobe Illustrator CC 2017 (Macintosh)</vt:lpwstr>
  </property>
  <property fmtid="{D5CDD505-2E9C-101B-9397-08002B2CF9AE}" pid="4" name="LastSaved">
    <vt:filetime>2017-10-27T00:00:00Z</vt:filetime>
  </property>
  <property fmtid="{D5CDD505-2E9C-101B-9397-08002B2CF9AE}" pid="5" name="KSOProductBuildVer">
    <vt:lpwstr>2052-11.8.2.8959</vt:lpwstr>
  </property>
</Properties>
</file>